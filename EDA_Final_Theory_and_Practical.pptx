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3.xml" ContentType="application/vnd.openxmlformats-officedocument.themeOverr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theme/themeOverride12.xml" ContentType="application/vnd.openxmlformats-officedocument.themeOverr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heme/themeOverride13.xml" ContentType="application/vnd.openxmlformats-officedocument.themeOverride+xml"/>
  <Override PartName="/ppt/notesSlides/notesSlide16.xml" ContentType="application/vnd.openxmlformats-officedocument.presentationml.notesSlide+xml"/>
  <Override PartName="/ppt/theme/themeOverride14.xml" ContentType="application/vnd.openxmlformats-officedocument.themeOverride+xml"/>
  <Override PartName="/ppt/notesSlides/notesSlide17.xml" ContentType="application/vnd.openxmlformats-officedocument.presentationml.notesSlide+xml"/>
  <Override PartName="/ppt/charts/chart3.xml" ContentType="application/vnd.openxmlformats-officedocument.drawingml.chart+xml"/>
  <Override PartName="/ppt/theme/themeOverride15.xml" ContentType="application/vnd.openxmlformats-officedocument.themeOverride+xml"/>
  <Override PartName="/ppt/notesSlides/notesSlide18.xml" ContentType="application/vnd.openxmlformats-officedocument.presentationml.notesSlide+xml"/>
  <Override PartName="/ppt/theme/themeOverride16.xml" ContentType="application/vnd.openxmlformats-officedocument.themeOverride+xml"/>
  <Override PartName="/ppt/notesSlides/notesSlide19.xml" ContentType="application/vnd.openxmlformats-officedocument.presentationml.notesSlide+xml"/>
  <Override PartName="/ppt/theme/themeOverride17.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8.xml" ContentType="application/vnd.openxmlformats-officedocument.themeOverride+xml"/>
  <Override PartName="/ppt/notesSlides/notesSlide22.xml" ContentType="application/vnd.openxmlformats-officedocument.presentationml.notesSlide+xml"/>
  <Override PartName="/ppt/theme/themeOverride19.xml" ContentType="application/vnd.openxmlformats-officedocument.themeOverride+xml"/>
  <Override PartName="/ppt/notesSlides/notesSlide23.xml" ContentType="application/vnd.openxmlformats-officedocument.presentationml.notesSlide+xml"/>
  <Override PartName="/ppt/theme/themeOverride20.xml" ContentType="application/vnd.openxmlformats-officedocument.themeOverride+xml"/>
  <Override PartName="/ppt/notesSlides/notesSlide24.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theme/themeOverride21.xml" ContentType="application/vnd.openxmlformats-officedocument.themeOverride+xml"/>
  <Override PartName="/ppt/notesSlides/notesSlide25.xml" ContentType="application/vnd.openxmlformats-officedocument.presentationml.notesSlide+xml"/>
  <Override PartName="/ppt/charts/chart6.xml" ContentType="application/vnd.openxmlformats-officedocument.drawingml.chart+xml"/>
  <Override PartName="/ppt/theme/themeOverride22.xml" ContentType="application/vnd.openxmlformats-officedocument.themeOverride+xml"/>
  <Override PartName="/ppt/notesSlides/notesSlide26.xml" ContentType="application/vnd.openxmlformats-officedocument.presentationml.notesSlide+xml"/>
  <Override PartName="/ppt/theme/themeOverride23.xml" ContentType="application/vnd.openxmlformats-officedocument.themeOverride+xml"/>
  <Override PartName="/ppt/notesSlides/notesSlide27.xml" ContentType="application/vnd.openxmlformats-officedocument.presentationml.notesSlide+xml"/>
  <Override PartName="/ppt/theme/themeOverride24.xml" ContentType="application/vnd.openxmlformats-officedocument.themeOverride+xml"/>
  <Override PartName="/ppt/notesSlides/notesSlide28.xml" ContentType="application/vnd.openxmlformats-officedocument.presentationml.notesSlide+xml"/>
  <Override PartName="/ppt/theme/themeOverride25.xml" ContentType="application/vnd.openxmlformats-officedocument.themeOverride+xml"/>
  <Override PartName="/ppt/notesSlides/notesSlide29.xml" ContentType="application/vnd.openxmlformats-officedocument.presentationml.notesSlide+xml"/>
  <Override PartName="/ppt/theme/themeOverride26.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heme/themeOverride27.xml" ContentType="application/vnd.openxmlformats-officedocument.themeOverr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3" r:id="rId2"/>
    <p:sldId id="264" r:id="rId3"/>
    <p:sldId id="261" r:id="rId4"/>
    <p:sldId id="301" r:id="rId5"/>
    <p:sldId id="302" r:id="rId6"/>
    <p:sldId id="265" r:id="rId7"/>
    <p:sldId id="303" r:id="rId8"/>
    <p:sldId id="304" r:id="rId9"/>
    <p:sldId id="268" r:id="rId10"/>
    <p:sldId id="305" r:id="rId11"/>
    <p:sldId id="306" r:id="rId12"/>
    <p:sldId id="270" r:id="rId13"/>
    <p:sldId id="307" r:id="rId14"/>
    <p:sldId id="272" r:id="rId15"/>
    <p:sldId id="308" r:id="rId16"/>
    <p:sldId id="277" r:id="rId17"/>
    <p:sldId id="309" r:id="rId18"/>
    <p:sldId id="310" r:id="rId19"/>
    <p:sldId id="276" r:id="rId20"/>
    <p:sldId id="311" r:id="rId21"/>
    <p:sldId id="312" r:id="rId22"/>
    <p:sldId id="279" r:id="rId23"/>
    <p:sldId id="313" r:id="rId24"/>
    <p:sldId id="314" r:id="rId25"/>
    <p:sldId id="315" r:id="rId26"/>
    <p:sldId id="316" r:id="rId27"/>
    <p:sldId id="280" r:id="rId28"/>
    <p:sldId id="317" r:id="rId29"/>
    <p:sldId id="318" r:id="rId30"/>
    <p:sldId id="319" r:id="rId31"/>
    <p:sldId id="320" r:id="rId32"/>
    <p:sldId id="27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id="{C5C3DA33-4FEC-4D22-BD37-12CA29926152}">
          <p14:sldIdLst>
            <p14:sldId id="263"/>
            <p14:sldId id="264"/>
          </p14:sldIdLst>
        </p14:section>
        <p14:section name="Introduction to EDA" id="{595F661E-3205-44E6-A8B7-B7A5FA560EEF}">
          <p14:sldIdLst>
            <p14:sldId id="261"/>
            <p14:sldId id="301"/>
            <p14:sldId id="302"/>
          </p14:sldIdLst>
        </p14:section>
        <p14:section name="Data Types and Structure" id="{BEFCB35B-709B-46AD-A139-06268D4FE3C6}">
          <p14:sldIdLst>
            <p14:sldId id="265"/>
            <p14:sldId id="303"/>
            <p14:sldId id="304"/>
          </p14:sldIdLst>
        </p14:section>
        <p14:section name="Data Quality and Preparation" id="{2894F877-D85F-4DCD-8AE7-5EF55C01EA66}">
          <p14:sldIdLst>
            <p14:sldId id="268"/>
            <p14:sldId id="305"/>
            <p14:sldId id="306"/>
          </p14:sldIdLst>
        </p14:section>
        <p14:section name="Descriptive Statistics" id="{78C86536-40EC-459E-8424-A21C17B08462}">
          <p14:sldIdLst>
            <p14:sldId id="270"/>
            <p14:sldId id="307"/>
          </p14:sldIdLst>
        </p14:section>
        <p14:section name="Univariate Analysis" id="{7EECCDE9-1639-490C-8349-FF35458DDB75}">
          <p14:sldIdLst>
            <p14:sldId id="272"/>
            <p14:sldId id="308"/>
          </p14:sldIdLst>
        </p14:section>
        <p14:section name="Bivariate and Multivariate Analysis" id="{1E37956A-EF3C-41B8-8460-DC7D84247535}">
          <p14:sldIdLst>
            <p14:sldId id="277"/>
            <p14:sldId id="309"/>
            <p14:sldId id="310"/>
          </p14:sldIdLst>
        </p14:section>
        <p14:section name="Data Visualization" id="{3798872D-CCB6-458B-AEBB-F1D21E137CA1}">
          <p14:sldIdLst>
            <p14:sldId id="276"/>
            <p14:sldId id="311"/>
            <p14:sldId id="312"/>
          </p14:sldIdLst>
        </p14:section>
        <p14:section name="Practical Case Study in Excel" id="{437793EB-3F56-4E6D-83ED-1BE8CC50A941}">
          <p14:sldIdLst>
            <p14:sldId id="279"/>
            <p14:sldId id="313"/>
            <p14:sldId id="314"/>
            <p14:sldId id="315"/>
            <p14:sldId id="316"/>
          </p14:sldIdLst>
        </p14:section>
        <p14:section name="Interpretation, Limitations and Conclusion" id="{76219EBB-2D4F-4910-8B65-4449676AD849}">
          <p14:sldIdLst>
            <p14:sldId id="280"/>
            <p14:sldId id="317"/>
            <p14:sldId id="318"/>
            <p14:sldId id="319"/>
            <p14:sldId id="320"/>
          </p14:sldIdLst>
        </p14:section>
        <p14:section name="Closing" id="{0452F25F-979A-4D73-AF9B-D3763CA7FCDD}">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5447"/>
    <a:srgbClr val="815FDB"/>
    <a:srgbClr val="1DFB22"/>
    <a:srgbClr val="000000"/>
    <a:srgbClr val="7141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2" autoAdjust="0"/>
    <p:restoredTop sz="94660"/>
  </p:normalViewPr>
  <p:slideViewPr>
    <p:cSldViewPr snapToGrid="0">
      <p:cViewPr varScale="1">
        <p:scale>
          <a:sx n="85" d="100"/>
          <a:sy n="85" d="100"/>
        </p:scale>
        <p:origin x="7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Months</c:v>
                </c:pt>
              </c:strCache>
            </c:strRef>
          </c:tx>
          <c:spPr>
            <a:solidFill>
              <a:srgbClr val="7141EF"/>
            </a:solidFill>
            <a:ln w="9525">
              <a:solidFill>
                <a:srgbClr val="16113A"/>
              </a:solidFill>
            </a:ln>
          </c:spPr>
          <c:invertIfNegative val="1"/>
          <c:dPt>
            <c:idx val="5"/>
            <c:invertIfNegative val="1"/>
            <c:bubble3D val="0"/>
            <c:spPr>
              <a:solidFill>
                <a:srgbClr val="FFC857"/>
              </a:solidFill>
            </c:spPr>
            <c:extLst>
              <c:ext xmlns:c16="http://schemas.microsoft.com/office/drawing/2014/chart" uri="{C3380CC4-5D6E-409C-BE32-E72D297353CC}">
                <c16:uniqueId val="{00000001-ED61-4526-9389-AAB621D36332}"/>
              </c:ext>
            </c:extLst>
          </c:dPt>
          <c:dLbls>
            <c:numFmt formatCode="0" sourceLinked="0"/>
            <c:spPr>
              <a:noFill/>
              <a:ln>
                <a:noFill/>
              </a:ln>
              <a:effectLst/>
            </c:spPr>
            <c:txPr>
              <a:bodyPr/>
              <a:lstStyle/>
              <a:p>
                <a:pPr>
                  <a:defRPr sz="1100">
                    <a:solidFill>
                      <a:srgbClr val="FFFFFF"/>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15–20</c:v>
                </c:pt>
                <c:pt idx="1">
                  <c:v>20–25</c:v>
                </c:pt>
                <c:pt idx="2">
                  <c:v>25–30</c:v>
                </c:pt>
                <c:pt idx="3">
                  <c:v>30–35</c:v>
                </c:pt>
                <c:pt idx="4">
                  <c:v>35–40</c:v>
                </c:pt>
                <c:pt idx="5">
                  <c:v>40–45</c:v>
                </c:pt>
              </c:strCache>
            </c:strRef>
          </c:cat>
          <c:val>
            <c:numRef>
              <c:f>Sheet1!$B$2:$B$7</c:f>
              <c:numCache>
                <c:formatCode>General</c:formatCode>
                <c:ptCount val="6"/>
                <c:pt idx="0">
                  <c:v>3</c:v>
                </c:pt>
                <c:pt idx="1">
                  <c:v>6</c:v>
                </c:pt>
                <c:pt idx="2">
                  <c:v>1</c:v>
                </c:pt>
                <c:pt idx="3">
                  <c:v>1</c:v>
                </c:pt>
                <c:pt idx="4">
                  <c:v>0</c:v>
                </c:pt>
                <c:pt idx="5">
                  <c:v>1</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6113A"/>
                    </a:solidFill>
                  </a:ln>
                </c14:spPr>
              </c14:invertSolidFillFmt>
            </c:ext>
            <c:ext xmlns:c16="http://schemas.microsoft.com/office/drawing/2014/chart" uri="{C3380CC4-5D6E-409C-BE32-E72D297353CC}">
              <c16:uniqueId val="{00000002-ED61-4526-9389-AAB621D36332}"/>
            </c:ext>
          </c:extLst>
        </c:ser>
        <c:dLbls>
          <c:dLblPos val="outEnd"/>
          <c:showLegendKey val="0"/>
          <c:showVal val="1"/>
          <c:showCatName val="0"/>
          <c:showSerName val="0"/>
          <c:showPercent val="0"/>
          <c:showBubbleSize val="0"/>
        </c:dLbls>
        <c:gapWidth val="8"/>
        <c:axId val="-2068027336"/>
        <c:axId val="-2113994440"/>
      </c:barChart>
      <c:catAx>
        <c:axId val="-2068027336"/>
        <c:scaling>
          <c:orientation val="minMax"/>
        </c:scaling>
        <c:delete val="0"/>
        <c:axPos val="b"/>
        <c:title>
          <c:tx>
            <c:rich>
              <a:bodyPr/>
              <a:lstStyle/>
              <a:p>
                <a:r>
                  <a:rPr lang="en-IN" sz="1100" b="0" i="0">
                    <a:solidFill>
                      <a:srgbClr val="B8AEE0"/>
                    </a:solidFill>
                    <a:latin typeface="Times New Roman"/>
                  </a:rPr>
                  <a:t>Sales class (₹ lakh)</a:t>
                </a:r>
              </a:p>
            </c:rich>
          </c:tx>
          <c:overlay val="0"/>
        </c:title>
        <c:numFmt formatCode="General" sourceLinked="0"/>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13994440"/>
        <c:crosses val="autoZero"/>
        <c:auto val="1"/>
        <c:lblAlgn val="ctr"/>
        <c:lblOffset val="100"/>
        <c:noMultiLvlLbl val="0"/>
      </c:catAx>
      <c:valAx>
        <c:axId val="-2113994440"/>
        <c:scaling>
          <c:orientation val="minMax"/>
          <c:max val="8"/>
          <c:min val="0"/>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Number of months</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068027336"/>
        <c:crosses val="autoZero"/>
        <c:crossBetween val="between"/>
        <c:majorUnit val="2"/>
      </c:valAx>
      <c:spPr>
        <a:noFill/>
        <a:ln>
          <a:noFill/>
        </a:ln>
      </c:spPr>
    </c:plotArea>
    <c:plotVisOnly val="1"/>
    <c:dispBlanksAs val="gap"/>
    <c:showDLblsOverMax val="1"/>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Months by sales band</c:v>
                </c:pt>
              </c:strCache>
            </c:strRef>
          </c:tx>
          <c:spPr>
            <a:solidFill>
              <a:srgbClr val="7141EF"/>
            </a:solidFill>
            <a:ln w="9525">
              <a:solidFill>
                <a:srgbClr val="16113A"/>
              </a:solidFill>
            </a:ln>
          </c:spPr>
          <c:invertIfNegative val="1"/>
          <c:dPt>
            <c:idx val="1"/>
            <c:invertIfNegative val="1"/>
            <c:bubble3D val="0"/>
            <c:spPr>
              <a:solidFill>
                <a:srgbClr val="7141EF"/>
              </a:solidFill>
            </c:spPr>
            <c:extLst>
              <c:ext xmlns:c16="http://schemas.microsoft.com/office/drawing/2014/chart" uri="{C3380CC4-5D6E-409C-BE32-E72D297353CC}">
                <c16:uniqueId val="{00000001-A4E7-4565-8494-8AEFE67213AA}"/>
              </c:ext>
            </c:extLst>
          </c:dPt>
          <c:dLbls>
            <c:numFmt formatCode="0" sourceLinked="0"/>
            <c:spPr>
              <a:noFill/>
              <a:ln>
                <a:noFill/>
              </a:ln>
              <a:effectLst/>
            </c:spPr>
            <c:txPr>
              <a:bodyPr/>
              <a:lstStyle/>
              <a:p>
                <a:pPr>
                  <a:defRPr sz="1100">
                    <a:solidFill>
                      <a:srgbClr val="FFFFFF"/>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3</c:v>
                </c:pt>
                <c:pt idx="1">
                  <c:v>7</c:v>
                </c:pt>
                <c:pt idx="2">
                  <c:v>2</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6113A"/>
                    </a:solidFill>
                  </a:ln>
                </c14:spPr>
              </c14:invertSolidFillFmt>
            </c:ext>
            <c:ext xmlns:c16="http://schemas.microsoft.com/office/drawing/2014/chart" uri="{C3380CC4-5D6E-409C-BE32-E72D297353CC}">
              <c16:uniqueId val="{00000002-A4E7-4565-8494-8AEFE67213AA}"/>
            </c:ext>
          </c:extLst>
        </c:ser>
        <c:dLbls>
          <c:dLblPos val="outEnd"/>
          <c:showLegendKey val="0"/>
          <c:showVal val="1"/>
          <c:showCatName val="0"/>
          <c:showSerName val="0"/>
          <c:showPercent val="0"/>
          <c:showBubbleSize val="0"/>
        </c:dLbls>
        <c:gapWidth val="8"/>
        <c:axId val="-2068027336"/>
        <c:axId val="-2113994440"/>
      </c:barChart>
      <c:catAx>
        <c:axId val="-2068027336"/>
        <c:scaling>
          <c:orientation val="minMax"/>
        </c:scaling>
        <c:delete val="0"/>
        <c:axPos val="b"/>
        <c:title>
          <c:tx>
            <c:rich>
              <a:bodyPr/>
              <a:lstStyle/>
              <a:p>
                <a:r>
                  <a:rPr lang="en-IN" sz="1100" b="0" i="0">
                    <a:solidFill>
                      <a:srgbClr val="B8AEE0"/>
                    </a:solidFill>
                    <a:latin typeface="Times New Roman"/>
                  </a:rPr>
                  <a:t>Sales band</a:t>
                </a:r>
              </a:p>
            </c:rich>
          </c:tx>
          <c:overlay val="0"/>
        </c:title>
        <c:numFmt formatCode="General" sourceLinked="0"/>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13994440"/>
        <c:crosses val="autoZero"/>
        <c:auto val="1"/>
        <c:lblAlgn val="ctr"/>
        <c:lblOffset val="100"/>
        <c:noMultiLvlLbl val="0"/>
      </c:catAx>
      <c:valAx>
        <c:axId val="-2113994440"/>
        <c:scaling>
          <c:orientation val="minMax"/>
          <c:max val="8"/>
          <c:min val="0"/>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Number of months</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068027336"/>
        <c:crosses val="autoZero"/>
        <c:crossBetween val="between"/>
        <c:majorUnit val="2"/>
      </c:valAx>
      <c:spPr>
        <a:noFill/>
        <a:ln>
          <a:noFill/>
        </a:ln>
      </c:spPr>
    </c:plotArea>
    <c:plotVisOnly val="1"/>
    <c:dispBlanksAs val="gap"/>
    <c:showDLblsOverMax val="1"/>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Advertising vs sales</c:v>
                </c:pt>
              </c:strCache>
            </c:strRef>
          </c:tx>
          <c:spPr>
            <a:ln w="47625">
              <a:noFill/>
            </a:ln>
          </c:spPr>
          <c:marker>
            <c:symbol val="circle"/>
            <c:size val="9"/>
            <c:spPr>
              <a:solidFill>
                <a:srgbClr val="7141EF"/>
              </a:solidFill>
              <a:ln>
                <a:solidFill>
                  <a:srgbClr val="FFFFFF"/>
                </a:solidFill>
              </a:ln>
            </c:spPr>
          </c:marker>
          <c:dPt>
            <c:idx val="7"/>
            <c:marker>
              <c:symbol val="circle"/>
              <c:size val="12"/>
              <c:spPr>
                <a:solidFill>
                  <a:srgbClr val="FFC857"/>
                </a:solidFill>
                <a:ln>
                  <a:solidFill>
                    <a:srgbClr val="FFFFFF"/>
                  </a:solidFill>
                </a:ln>
              </c:spPr>
            </c:marker>
            <c:bubble3D val="0"/>
            <c:extLst>
              <c:ext xmlns:c16="http://schemas.microsoft.com/office/drawing/2014/chart" uri="{C3380CC4-5D6E-409C-BE32-E72D297353CC}">
                <c16:uniqueId val="{00000000-59DA-41A6-9682-383F8737D134}"/>
              </c:ext>
            </c:extLst>
          </c:dPt>
          <c:dLbls>
            <c:dLbl>
              <c:idx val="7"/>
              <c:tx>
                <c:rich>
                  <a:bodyPr/>
                  <a:lstStyle/>
                  <a:p>
                    <a:r>
                      <a:rPr lang="en-US" sz="1100" b="1" i="0">
                        <a:solidFill>
                          <a:srgbClr val="FFC857"/>
                        </a:solidFill>
                        <a:latin typeface="Times New Roman"/>
                      </a:rPr>
                      <a:t>Nov</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9DA-41A6-9682-383F8737D13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Sheet1!$A$2:$A$13</c:f>
              <c:numCache>
                <c:formatCode>General</c:formatCode>
                <c:ptCount val="12"/>
                <c:pt idx="0">
                  <c:v>48</c:v>
                </c:pt>
                <c:pt idx="1">
                  <c:v>52</c:v>
                </c:pt>
                <c:pt idx="2">
                  <c:v>60</c:v>
                </c:pt>
                <c:pt idx="3">
                  <c:v>50</c:v>
                </c:pt>
                <c:pt idx="4">
                  <c:v>66</c:v>
                </c:pt>
                <c:pt idx="5">
                  <c:v>55</c:v>
                </c:pt>
                <c:pt idx="6">
                  <c:v>82</c:v>
                </c:pt>
                <c:pt idx="7">
                  <c:v>105</c:v>
                </c:pt>
                <c:pt idx="8">
                  <c:v>90</c:v>
                </c:pt>
                <c:pt idx="9">
                  <c:v>58</c:v>
                </c:pt>
                <c:pt idx="10">
                  <c:v>50</c:v>
                </c:pt>
                <c:pt idx="11">
                  <c:v>70</c:v>
                </c:pt>
              </c:numCache>
            </c:numRef>
          </c:xVal>
          <c:yVal>
            <c:numRef>
              <c:f>Sheet1!$B$2:$B$13</c:f>
              <c:numCache>
                <c:formatCode>General</c:formatCode>
                <c:ptCount val="12"/>
                <c:pt idx="0">
                  <c:v>18.2</c:v>
                </c:pt>
                <c:pt idx="1">
                  <c:v>19.5</c:v>
                </c:pt>
                <c:pt idx="2">
                  <c:v>17.899999999999999</c:v>
                </c:pt>
                <c:pt idx="3">
                  <c:v>20.8</c:v>
                </c:pt>
                <c:pt idx="4">
                  <c:v>21.5</c:v>
                </c:pt>
                <c:pt idx="5">
                  <c:v>23</c:v>
                </c:pt>
                <c:pt idx="6">
                  <c:v>31.5</c:v>
                </c:pt>
                <c:pt idx="7">
                  <c:v>44.8</c:v>
                </c:pt>
                <c:pt idx="8">
                  <c:v>27.6</c:v>
                </c:pt>
                <c:pt idx="9">
                  <c:v>22.4</c:v>
                </c:pt>
                <c:pt idx="10">
                  <c:v>21.2</c:v>
                </c:pt>
                <c:pt idx="11">
                  <c:v>24.6</c:v>
                </c:pt>
              </c:numCache>
            </c:numRef>
          </c:yVal>
          <c:smooth val="0"/>
          <c:extLst>
            <c:ext xmlns:c16="http://schemas.microsoft.com/office/drawing/2014/chart" uri="{C3380CC4-5D6E-409C-BE32-E72D297353CC}">
              <c16:uniqueId val="{00000001-59DA-41A6-9682-383F8737D134}"/>
            </c:ext>
          </c:extLst>
        </c:ser>
        <c:dLbls>
          <c:showLegendKey val="0"/>
          <c:showVal val="0"/>
          <c:showCatName val="0"/>
          <c:showSerName val="0"/>
          <c:showPercent val="0"/>
          <c:showBubbleSize val="0"/>
        </c:dLbls>
        <c:axId val="-2128940872"/>
        <c:axId val="-2129643912"/>
      </c:scatterChart>
      <c:valAx>
        <c:axId val="-2128940872"/>
        <c:scaling>
          <c:orientation val="minMax"/>
          <c:max val="110"/>
          <c:min val="40"/>
        </c:scaling>
        <c:delete val="0"/>
        <c:axPos val="b"/>
        <c:title>
          <c:tx>
            <c:rich>
              <a:bodyPr/>
              <a:lstStyle/>
              <a:p>
                <a:r>
                  <a:rPr lang="en-IN" sz="1100" b="0" i="0">
                    <a:solidFill>
                      <a:srgbClr val="B8AEE0"/>
                    </a:solidFill>
                    <a:latin typeface="Times New Roman"/>
                  </a:rPr>
                  <a:t>Advertising (₹ thousand)</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29643912"/>
        <c:crosses val="autoZero"/>
        <c:crossBetween val="midCat"/>
        <c:majorUnit val="10"/>
      </c:valAx>
      <c:valAx>
        <c:axId val="-2129643912"/>
        <c:scaling>
          <c:orientation val="minMax"/>
          <c:max val="50"/>
          <c:min val="15"/>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Sales (₹ lakh)</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28940872"/>
        <c:crosses val="autoZero"/>
        <c:crossBetween val="midCat"/>
        <c:majorUnit val="5"/>
      </c:valAx>
      <c:spPr>
        <a:noFill/>
        <a:ln>
          <a:noFill/>
        </a:ln>
      </c:spPr>
    </c:plotArea>
    <c:plotVisOnly val="1"/>
    <c:dispBlanksAs val="gap"/>
    <c:showDLblsOverMax val="0"/>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Monthly sales trend</c:v>
                </c:pt>
              </c:strCache>
            </c:strRef>
          </c:tx>
          <c:spPr>
            <a:ln w="28575">
              <a:solidFill>
                <a:srgbClr val="B9A5FF"/>
              </a:solidFill>
            </a:ln>
          </c:spPr>
          <c:marker>
            <c:symbol val="circle"/>
            <c:size val="8"/>
            <c:spPr>
              <a:solidFill>
                <a:srgbClr val="7141EF"/>
              </a:solidFill>
              <a:ln>
                <a:solidFill>
                  <a:srgbClr val="FFFFFF"/>
                </a:solidFill>
              </a:ln>
            </c:spPr>
          </c:marker>
          <c:dPt>
            <c:idx val="7"/>
            <c:marker>
              <c:symbol val="circle"/>
              <c:size val="11"/>
              <c:spPr>
                <a:solidFill>
                  <a:srgbClr val="FFC857"/>
                </a:solidFill>
                <a:ln>
                  <a:solidFill>
                    <a:srgbClr val="FFFFFF"/>
                  </a:solidFill>
                </a:ln>
              </c:spPr>
            </c:marker>
            <c:bubble3D val="0"/>
            <c:extLst>
              <c:ext xmlns:c16="http://schemas.microsoft.com/office/drawing/2014/chart" uri="{C3380CC4-5D6E-409C-BE32-E72D297353CC}">
                <c16:uniqueId val="{00000000-7BA1-4659-B793-2FBEBC7A7F38}"/>
              </c:ext>
            </c:extLst>
          </c:dPt>
          <c:dLbls>
            <c:numFmt formatCode="0.0" sourceLinked="0"/>
            <c:spPr>
              <a:noFill/>
              <a:ln>
                <a:noFill/>
              </a:ln>
              <a:effectLst/>
            </c:spPr>
            <c:txPr>
              <a:bodyPr/>
              <a:lstStyle/>
              <a:p>
                <a:pPr>
                  <a:defRPr sz="1000">
                    <a:solidFill>
                      <a:srgbClr val="FFFFFF"/>
                    </a:solidFill>
                    <a:latin typeface="Times New Roman"/>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Apr</c:v>
                </c:pt>
                <c:pt idx="1">
                  <c:v>May</c:v>
                </c:pt>
                <c:pt idx="2">
                  <c:v>Jun</c:v>
                </c:pt>
                <c:pt idx="3">
                  <c:v>Jul</c:v>
                </c:pt>
                <c:pt idx="4">
                  <c:v>Aug</c:v>
                </c:pt>
                <c:pt idx="5">
                  <c:v>Sep</c:v>
                </c:pt>
                <c:pt idx="6">
                  <c:v>Oct</c:v>
                </c:pt>
                <c:pt idx="7">
                  <c:v>Nov</c:v>
                </c:pt>
                <c:pt idx="8">
                  <c:v>Dec</c:v>
                </c:pt>
                <c:pt idx="9">
                  <c:v>Jan</c:v>
                </c:pt>
                <c:pt idx="10">
                  <c:v>Feb</c:v>
                </c:pt>
                <c:pt idx="11">
                  <c:v>Mar</c:v>
                </c:pt>
              </c:strCache>
            </c:strRef>
          </c:cat>
          <c:val>
            <c:numRef>
              <c:f>Sheet1!$B$2:$B$13</c:f>
              <c:numCache>
                <c:formatCode>General</c:formatCode>
                <c:ptCount val="12"/>
                <c:pt idx="0">
                  <c:v>18.2</c:v>
                </c:pt>
                <c:pt idx="1">
                  <c:v>19.5</c:v>
                </c:pt>
                <c:pt idx="2">
                  <c:v>17.899999999999999</c:v>
                </c:pt>
                <c:pt idx="3">
                  <c:v>20.8</c:v>
                </c:pt>
                <c:pt idx="4">
                  <c:v>21.5</c:v>
                </c:pt>
                <c:pt idx="5">
                  <c:v>23</c:v>
                </c:pt>
                <c:pt idx="6">
                  <c:v>31.5</c:v>
                </c:pt>
                <c:pt idx="7">
                  <c:v>44.8</c:v>
                </c:pt>
                <c:pt idx="8">
                  <c:v>27.6</c:v>
                </c:pt>
                <c:pt idx="9">
                  <c:v>22.4</c:v>
                </c:pt>
                <c:pt idx="10">
                  <c:v>21.2</c:v>
                </c:pt>
                <c:pt idx="11">
                  <c:v>24.6</c:v>
                </c:pt>
              </c:numCache>
            </c:numRef>
          </c:val>
          <c:smooth val="0"/>
          <c:extLst>
            <c:ext xmlns:c16="http://schemas.microsoft.com/office/drawing/2014/chart" uri="{C3380CC4-5D6E-409C-BE32-E72D297353CC}">
              <c16:uniqueId val="{00000001-7BA1-4659-B793-2FBEBC7A7F38}"/>
            </c:ext>
          </c:extLst>
        </c:ser>
        <c:dLbls>
          <c:dLblPos val="t"/>
          <c:showLegendKey val="0"/>
          <c:showVal val="1"/>
          <c:showCatName val="0"/>
          <c:showSerName val="0"/>
          <c:showPercent val="0"/>
          <c:showBubbleSize val="0"/>
        </c:dLbls>
        <c:marker val="1"/>
        <c:smooth val="0"/>
        <c:axId val="2118791784"/>
        <c:axId val="2140495176"/>
      </c:lineChart>
      <c:catAx>
        <c:axId val="2118791784"/>
        <c:scaling>
          <c:orientation val="minMax"/>
        </c:scaling>
        <c:delete val="0"/>
        <c:axPos val="b"/>
        <c:title>
          <c:tx>
            <c:rich>
              <a:bodyPr/>
              <a:lstStyle/>
              <a:p>
                <a:r>
                  <a:rPr lang="en-IN" sz="1100" b="0" i="0">
                    <a:solidFill>
                      <a:srgbClr val="B8AEE0"/>
                    </a:solidFill>
                    <a:latin typeface="Times New Roman"/>
                  </a:rPr>
                  <a:t>Month</a:t>
                </a:r>
              </a:p>
            </c:rich>
          </c:tx>
          <c:overlay val="0"/>
        </c:title>
        <c:numFmt formatCode="General" sourceLinked="0"/>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40495176"/>
        <c:crosses val="autoZero"/>
        <c:auto val="1"/>
        <c:lblAlgn val="ctr"/>
        <c:lblOffset val="100"/>
        <c:noMultiLvlLbl val="0"/>
      </c:catAx>
      <c:valAx>
        <c:axId val="2140495176"/>
        <c:scaling>
          <c:orientation val="minMax"/>
          <c:max val="50"/>
          <c:min val="10"/>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Sales (₹ lakh)</a:t>
                </a:r>
              </a:p>
            </c:rich>
          </c:tx>
          <c:overlay val="0"/>
        </c:title>
        <c:numFmt formatCode="0" sourceLinked="0"/>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18791784"/>
        <c:crosses val="autoZero"/>
        <c:crossBetween val="between"/>
        <c:majorUnit val="10"/>
      </c:valAx>
      <c:spPr>
        <a:noFill/>
        <a:ln>
          <a:noFill/>
        </a:ln>
      </c:spPr>
    </c:plotArea>
    <c:plotVisOnly val="1"/>
    <c:dispBlanksAs val="gap"/>
    <c:showDLblsOverMax val="0"/>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Distribution of monthly sales</c:v>
                </c:pt>
              </c:strCache>
            </c:strRef>
          </c:tx>
          <c:spPr>
            <a:solidFill>
              <a:srgbClr val="7141EF"/>
            </a:solidFill>
            <a:ln w="9525">
              <a:solidFill>
                <a:srgbClr val="16113A"/>
              </a:solidFill>
            </a:ln>
          </c:spPr>
          <c:invertIfNegative val="1"/>
          <c:dPt>
            <c:idx val="5"/>
            <c:invertIfNegative val="1"/>
            <c:bubble3D val="0"/>
            <c:spPr>
              <a:solidFill>
                <a:srgbClr val="FFC857"/>
              </a:solidFill>
            </c:spPr>
            <c:extLst>
              <c:ext xmlns:c16="http://schemas.microsoft.com/office/drawing/2014/chart" uri="{C3380CC4-5D6E-409C-BE32-E72D297353CC}">
                <c16:uniqueId val="{00000001-7B80-4045-97C3-A92D7A1E0D71}"/>
              </c:ext>
            </c:extLst>
          </c:dPt>
          <c:dLbls>
            <c:numFmt formatCode="0" sourceLinked="0"/>
            <c:spPr>
              <a:noFill/>
              <a:ln>
                <a:noFill/>
              </a:ln>
              <a:effectLst/>
            </c:spPr>
            <c:txPr>
              <a:bodyPr/>
              <a:lstStyle/>
              <a:p>
                <a:pPr>
                  <a:defRPr sz="1100">
                    <a:solidFill>
                      <a:srgbClr val="FFFFFF"/>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15–20</c:v>
                </c:pt>
                <c:pt idx="1">
                  <c:v>20–25</c:v>
                </c:pt>
                <c:pt idx="2">
                  <c:v>25–30</c:v>
                </c:pt>
                <c:pt idx="3">
                  <c:v>30–35</c:v>
                </c:pt>
                <c:pt idx="4">
                  <c:v>35–40</c:v>
                </c:pt>
                <c:pt idx="5">
                  <c:v>40–45</c:v>
                </c:pt>
              </c:strCache>
            </c:strRef>
          </c:cat>
          <c:val>
            <c:numRef>
              <c:f>Sheet1!$B$2:$B$7</c:f>
              <c:numCache>
                <c:formatCode>General</c:formatCode>
                <c:ptCount val="6"/>
                <c:pt idx="0">
                  <c:v>3</c:v>
                </c:pt>
                <c:pt idx="1">
                  <c:v>6</c:v>
                </c:pt>
                <c:pt idx="2">
                  <c:v>1</c:v>
                </c:pt>
                <c:pt idx="3">
                  <c:v>1</c:v>
                </c:pt>
                <c:pt idx="4">
                  <c:v>0</c:v>
                </c:pt>
                <c:pt idx="5">
                  <c:v>1</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6113A"/>
                    </a:solidFill>
                  </a:ln>
                </c14:spPr>
              </c14:invertSolidFillFmt>
            </c:ext>
            <c:ext xmlns:c16="http://schemas.microsoft.com/office/drawing/2014/chart" uri="{C3380CC4-5D6E-409C-BE32-E72D297353CC}">
              <c16:uniqueId val="{00000002-7B80-4045-97C3-A92D7A1E0D71}"/>
            </c:ext>
          </c:extLst>
        </c:ser>
        <c:dLbls>
          <c:dLblPos val="outEnd"/>
          <c:showLegendKey val="0"/>
          <c:showVal val="1"/>
          <c:showCatName val="0"/>
          <c:showSerName val="0"/>
          <c:showPercent val="0"/>
          <c:showBubbleSize val="0"/>
        </c:dLbls>
        <c:gapWidth val="8"/>
        <c:axId val="-2068027336"/>
        <c:axId val="-2113994440"/>
      </c:barChart>
      <c:catAx>
        <c:axId val="-2068027336"/>
        <c:scaling>
          <c:orientation val="minMax"/>
        </c:scaling>
        <c:delete val="0"/>
        <c:axPos val="b"/>
        <c:title>
          <c:tx>
            <c:rich>
              <a:bodyPr/>
              <a:lstStyle/>
              <a:p>
                <a:r>
                  <a:rPr lang="en-IN" sz="1100" b="0" i="0">
                    <a:solidFill>
                      <a:srgbClr val="B8AEE0"/>
                    </a:solidFill>
                    <a:latin typeface="Times New Roman"/>
                  </a:rPr>
                  <a:t>Sales class (₹ lakh)</a:t>
                </a:r>
              </a:p>
            </c:rich>
          </c:tx>
          <c:overlay val="0"/>
        </c:title>
        <c:numFmt formatCode="General" sourceLinked="0"/>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13994440"/>
        <c:crosses val="autoZero"/>
        <c:auto val="1"/>
        <c:lblAlgn val="ctr"/>
        <c:lblOffset val="100"/>
        <c:noMultiLvlLbl val="0"/>
      </c:catAx>
      <c:valAx>
        <c:axId val="-2113994440"/>
        <c:scaling>
          <c:orientation val="minMax"/>
          <c:max val="8"/>
          <c:min val="0"/>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Months</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068027336"/>
        <c:crosses val="autoZero"/>
        <c:crossBetween val="between"/>
        <c:majorUnit val="2"/>
      </c:valAx>
      <c:spPr>
        <a:noFill/>
        <a:ln>
          <a:noFill/>
        </a:ln>
      </c:spPr>
    </c:plotArea>
    <c:plotVisOnly val="1"/>
    <c:dispBlanksAs val="gap"/>
    <c:showDLblsOverMax val="1"/>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Advertising vs sales</c:v>
                </c:pt>
              </c:strCache>
            </c:strRef>
          </c:tx>
          <c:spPr>
            <a:ln w="47625">
              <a:noFill/>
            </a:ln>
          </c:spPr>
          <c:marker>
            <c:symbol val="circle"/>
            <c:size val="9"/>
            <c:spPr>
              <a:solidFill>
                <a:srgbClr val="7141EF"/>
              </a:solidFill>
              <a:ln>
                <a:solidFill>
                  <a:srgbClr val="FFFFFF"/>
                </a:solidFill>
              </a:ln>
            </c:spPr>
          </c:marker>
          <c:dPt>
            <c:idx val="7"/>
            <c:marker>
              <c:symbol val="circle"/>
              <c:size val="12"/>
              <c:spPr>
                <a:solidFill>
                  <a:srgbClr val="FFC857"/>
                </a:solidFill>
                <a:ln>
                  <a:solidFill>
                    <a:srgbClr val="FFFFFF"/>
                  </a:solidFill>
                </a:ln>
              </c:spPr>
            </c:marker>
            <c:bubble3D val="0"/>
            <c:extLst>
              <c:ext xmlns:c16="http://schemas.microsoft.com/office/drawing/2014/chart" uri="{C3380CC4-5D6E-409C-BE32-E72D297353CC}">
                <c16:uniqueId val="{00000000-05C7-41C6-A672-2DA938CD8EE3}"/>
              </c:ext>
            </c:extLst>
          </c:dPt>
          <c:dLbls>
            <c:dLbl>
              <c:idx val="7"/>
              <c:tx>
                <c:rich>
                  <a:bodyPr/>
                  <a:lstStyle/>
                  <a:p>
                    <a:r>
                      <a:rPr lang="en-US" sz="1100" b="1" i="0">
                        <a:solidFill>
                          <a:srgbClr val="FFC857"/>
                        </a:solidFill>
                        <a:latin typeface="Times New Roman"/>
                      </a:rPr>
                      <a:t>Nov</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5C7-41C6-A672-2DA938CD8EE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Sheet1!$A$2:$A$13</c:f>
              <c:numCache>
                <c:formatCode>General</c:formatCode>
                <c:ptCount val="12"/>
                <c:pt idx="0">
                  <c:v>48</c:v>
                </c:pt>
                <c:pt idx="1">
                  <c:v>52</c:v>
                </c:pt>
                <c:pt idx="2">
                  <c:v>60</c:v>
                </c:pt>
                <c:pt idx="3">
                  <c:v>50</c:v>
                </c:pt>
                <c:pt idx="4">
                  <c:v>66</c:v>
                </c:pt>
                <c:pt idx="5">
                  <c:v>55</c:v>
                </c:pt>
                <c:pt idx="6">
                  <c:v>82</c:v>
                </c:pt>
                <c:pt idx="7">
                  <c:v>105</c:v>
                </c:pt>
                <c:pt idx="8">
                  <c:v>90</c:v>
                </c:pt>
                <c:pt idx="9">
                  <c:v>58</c:v>
                </c:pt>
                <c:pt idx="10">
                  <c:v>50</c:v>
                </c:pt>
                <c:pt idx="11">
                  <c:v>70</c:v>
                </c:pt>
              </c:numCache>
            </c:numRef>
          </c:xVal>
          <c:yVal>
            <c:numRef>
              <c:f>Sheet1!$B$2:$B$13</c:f>
              <c:numCache>
                <c:formatCode>General</c:formatCode>
                <c:ptCount val="12"/>
                <c:pt idx="0">
                  <c:v>18.2</c:v>
                </c:pt>
                <c:pt idx="1">
                  <c:v>19.5</c:v>
                </c:pt>
                <c:pt idx="2">
                  <c:v>17.899999999999999</c:v>
                </c:pt>
                <c:pt idx="3">
                  <c:v>20.8</c:v>
                </c:pt>
                <c:pt idx="4">
                  <c:v>21.5</c:v>
                </c:pt>
                <c:pt idx="5">
                  <c:v>23</c:v>
                </c:pt>
                <c:pt idx="6">
                  <c:v>31.5</c:v>
                </c:pt>
                <c:pt idx="7">
                  <c:v>44.8</c:v>
                </c:pt>
                <c:pt idx="8">
                  <c:v>27.6</c:v>
                </c:pt>
                <c:pt idx="9">
                  <c:v>22.4</c:v>
                </c:pt>
                <c:pt idx="10">
                  <c:v>21.2</c:v>
                </c:pt>
                <c:pt idx="11">
                  <c:v>24.6</c:v>
                </c:pt>
              </c:numCache>
            </c:numRef>
          </c:yVal>
          <c:smooth val="0"/>
          <c:extLst>
            <c:ext xmlns:c16="http://schemas.microsoft.com/office/drawing/2014/chart" uri="{C3380CC4-5D6E-409C-BE32-E72D297353CC}">
              <c16:uniqueId val="{00000001-05C7-41C6-A672-2DA938CD8EE3}"/>
            </c:ext>
          </c:extLst>
        </c:ser>
        <c:dLbls>
          <c:showLegendKey val="0"/>
          <c:showVal val="0"/>
          <c:showCatName val="0"/>
          <c:showSerName val="0"/>
          <c:showPercent val="0"/>
          <c:showBubbleSize val="0"/>
        </c:dLbls>
        <c:axId val="-2128940872"/>
        <c:axId val="-2129643912"/>
      </c:scatterChart>
      <c:valAx>
        <c:axId val="-2128940872"/>
        <c:scaling>
          <c:orientation val="minMax"/>
          <c:max val="110"/>
          <c:min val="40"/>
        </c:scaling>
        <c:delete val="0"/>
        <c:axPos val="b"/>
        <c:title>
          <c:tx>
            <c:rich>
              <a:bodyPr/>
              <a:lstStyle/>
              <a:p>
                <a:r>
                  <a:rPr lang="en-IN" sz="1100" b="0" i="0">
                    <a:solidFill>
                      <a:srgbClr val="B8AEE0"/>
                    </a:solidFill>
                    <a:latin typeface="Times New Roman"/>
                  </a:rPr>
                  <a:t>Advertising (₹ thousand)</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29643912"/>
        <c:crosses val="autoZero"/>
        <c:crossBetween val="midCat"/>
        <c:majorUnit val="10"/>
      </c:valAx>
      <c:valAx>
        <c:axId val="-2129643912"/>
        <c:scaling>
          <c:orientation val="minMax"/>
          <c:max val="50"/>
          <c:min val="15"/>
        </c:scaling>
        <c:delete val="0"/>
        <c:axPos val="l"/>
        <c:majorGridlines>
          <c:spPr>
            <a:ln w="6350">
              <a:solidFill>
                <a:srgbClr val="2F2766"/>
              </a:solidFill>
            </a:ln>
          </c:spPr>
        </c:majorGridlines>
        <c:title>
          <c:tx>
            <c:rich>
              <a:bodyPr/>
              <a:lstStyle/>
              <a:p>
                <a:r>
                  <a:rPr lang="en-IN" sz="1100" b="0" i="0">
                    <a:solidFill>
                      <a:srgbClr val="B8AEE0"/>
                    </a:solidFill>
                    <a:latin typeface="Times New Roman"/>
                  </a:rPr>
                  <a:t>Sales (₹ lakh)</a:t>
                </a:r>
              </a:p>
            </c:rich>
          </c:tx>
          <c:overlay val="0"/>
        </c:title>
        <c:numFmt formatCode="General" sourceLinked="1"/>
        <c:majorTickMark val="out"/>
        <c:minorTickMark val="none"/>
        <c:tickLblPos val="nextTo"/>
        <c:spPr>
          <a:ln w="12700">
            <a:solidFill>
              <a:srgbClr val="B8AEE0"/>
            </a:solidFill>
          </a:ln>
        </c:spPr>
        <c:txPr>
          <a:bodyPr/>
          <a:lstStyle/>
          <a:p>
            <a:pPr>
              <a:defRPr sz="1100">
                <a:solidFill>
                  <a:srgbClr val="FFFFFF"/>
                </a:solidFill>
                <a:latin typeface="Times New Roman"/>
              </a:defRPr>
            </a:pPr>
            <a:endParaRPr lang="en-US"/>
          </a:p>
        </c:txPr>
        <c:crossAx val="-2128940872"/>
        <c:crosses val="autoZero"/>
        <c:crossBetween val="midCat"/>
        <c:majorUnit val="5"/>
      </c:valAx>
      <c:spPr>
        <a:noFill/>
        <a:ln>
          <a:noFill/>
        </a:ln>
      </c:spPr>
    </c:plotArea>
    <c:plotVisOnly val="1"/>
    <c:dispBlanksAs val="gap"/>
    <c:showDLblsOverMax val="0"/>
  </c:chart>
  <c:spPr>
    <a:noFill/>
    <a:ln>
      <a:noFill/>
    </a:ln>
  </c:spPr>
  <c:txPr>
    <a:bodyPr/>
    <a:lstStyle/>
    <a:p>
      <a:pPr>
        <a:defRPr sz="1100">
          <a:solidFill>
            <a:srgbClr val="FFFFFF"/>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72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1 (Slides 1-7)</a:t>
            </a:r>
          </a:p>
          <a:p>
            <a:r>
              <a:t>OPENING: "Good morning, respected faculty and classmates. Our group of five will present Exploratory Data Analysis, the step that comes before every statistical model."</a:t>
            </a:r>
          </a:p>
          <a:p>
            <a:r>
              <a:t>SAY: Introduce the topic and course (MBA-BA-302). Explain the plan: theory first (Presenters 1-3), then a practical Excel demonstration (Presenter 4), then applications, limits, and ethics (Presenter 5). About 15-20 minutes in total.</a:t>
            </a:r>
          </a:p>
          <a:p>
            <a:r>
              <a:t>SPEAKING ALLOCATION: Member 1 Slides 1-7; Member 2 Slides 8-13; Member 3 Slides 14-20; Member 4 Slides 21-26; Member 5 Slides 27-32.</a:t>
            </a:r>
          </a:p>
          <a:p>
            <a:r>
              <a:t>EXAMPLE: The illustrative monthly sales pattern (a typical retail year with a festive spike) is shown later as the line chart on Slide 24.</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ROADMAP (added when adapting the deck to the new template): nine topics in the order of the presentation. Theory first (Presenters 1-3): introduction and objectives, data types and workflow, data cleaning, descriptive statistics, univariate, bivariate and multivariate analysis. Then the practical case study in Excel (Presenter 4), then applications, limitations and conclusion (Presenter 5). Each hexagon links to its section.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of 9 — Presenter 1: Introduction and Objectives of EDA.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EDA means looking at the data through summaries and charts before applying any model. It tells us the structure, the quality, and the characteristics of the data. Decisions built on unexplored data can be wrong even if the model is sophisticated.</a:t>
            </a:r>
          </a:p>
          <a:p>
            <a:r>
              <a:t>EXAMPLE: A retail manager has 12 months of sales. Before forecasting, EDA answers which months peak, whether entries are missing, and whether advertising moves with sales.</a:t>
            </a:r>
          </a:p>
          <a:p>
            <a:r>
              <a:t>MEMORABLE LINE: "Look before you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Five objectives: understand the dataset, identify patterns and trends, detect errors and outliers, discover relationships, and support decisions and later modelling. Chevrons at the bottom: reliable data leads to clearer patterns, better models, and informed decisions.</a:t>
            </a:r>
          </a:p>
          <a:p>
            <a:r>
              <a:t>EXAMPLE: If November sales are far above the rest, EDA makes us ask why before we forecast.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of 9 — Presenters 1–2: Data Types and the EDA Workflow.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Numerical data can be discrete (countable, e.g. orders) or continuous (measured, e.g. sales in rupees). Categorical data is nominal (no order, e.g. region) or ordinal (ordered, e.g. rating 1 to 5). By time structure, data is cross-sectional (many units at one time) or time-series (one unit over time). Our case study is time-series with continuous variables.</a:t>
            </a:r>
          </a:p>
          <a:p>
            <a:r>
              <a:t>EXAMPLE: Monthly sales of one retailer is time-series; sales of 40 stores in March is cross-sectional.</a:t>
            </a:r>
          </a:p>
          <a:p>
            <a:r>
              <a:t>TRANSITION: "Now that we know what kinds of data we handle, my colleague Presenter 2 will show the EDA workflow."</a:t>
            </a:r>
          </a:p>
          <a:p>
            <a:r>
              <a:t>LIKELY FACULTY QUESTION: Why is EDA needed if we will run a regression anyway?</a:t>
            </a:r>
          </a:p>
          <a:p>
            <a:r>
              <a:t>SUGGESTED ANSWER: Regression assumes clean, well-understood data. EDA reveals missing values, outliers, skewness, and non-linear patterns that can distort estimates, so it improves the model and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2 (Slides 8-13)</a:t>
            </a:r>
          </a:p>
          <a:p>
            <a:r>
              <a:t>OPENING: "Thank you. Let us see how an analyst actually moves from a business question to a decision."</a:t>
            </a:r>
          </a:p>
          <a:p>
            <a:r>
              <a:t>SAY: Walk through the eight stages: Business Problem, Data Collection, Data Cleaning, Data Exploration, Statistical Summary, Visualisation, Insights, Business Decision. Stress that EDA is iterative: findings in exploration can send us back to cleaning.</a:t>
            </a:r>
          </a:p>
          <a:p>
            <a:r>
              <a:t>EXAMPLE: A suspicious spike in November may be a typing error, so we go back to the source records.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of 9 — Presenter 2: Data Cleaning and Quality Checks.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Six quality checks: missing values, duplicates, wrong data types, inconsistent categories, invalid values, and outliers.</a:t>
            </a:r>
          </a:p>
          <a:p>
            <a:r>
              <a:t>KEY POINT: Missing values and outliers are investigated, not automatically deleted or replaced. They may be errors or real events.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before-and-after table is hypothetical: lower-case "north" standardised, a duplicate removed, a negative unit count verified and corrected, a text price converted to a number.</a:t>
            </a:r>
          </a:p>
          <a:p>
            <a:r>
              <a:t>KEY POINT: Missing values and outliers are investigated, not automatically deleted or replaced. They may be errors or real events.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4 of 9 — Presenter 2: Descriptive Statistics.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Centre: mean, median, mode. Position and range: min, max, range, quartiles, IQR. Spread: variance and standard deviation. For a sample use n-1; for a whole population use N.</a:t>
            </a:r>
          </a:p>
          <a:p>
            <a:r>
              <a:t>WORKED EXAMPLE (units per day 10, 12, 12, 15, 21): mean 14; median 12; mode 12; range 11; Q1 12, Q3 15, IQR 3; sample variance 74/4 = 18.5; sample SD 4.30; population SD sqrt(74/5) = 3.85. The mean is above the median because 21 pulls it up.</a:t>
            </a:r>
          </a:p>
          <a:p>
            <a:r>
              <a:t>TRANSITION: "With these measures in hand, Presenter 3 will show how we examine one variable and then relationships between variables."</a:t>
            </a:r>
          </a:p>
          <a:p>
            <a:r>
              <a:t>LIKELY FACULTY QUESTION: Should outliers always be removed?</a:t>
            </a:r>
          </a:p>
          <a:p>
            <a:r>
              <a:t>SUGGESTED ANSWER: No. First check whether it is an error. If it is a genuine event, such as a festive-season peak, keep it and interpret it. Removing real information can mislead the analysis.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 of 9 — Presenter 3: Univariate Analysis.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3 (Slides 14-20)</a:t>
            </a:r>
          </a:p>
          <a:p>
            <a:r>
              <a:t>OPENING: "So far we know the measures. Let us see how a single variable is explored visually."</a:t>
            </a:r>
          </a:p>
          <a:p>
            <a:r>
              <a:t>SAY: Univariate analysis studies one variable. Using the monthly sales from our case study: the histogram shows the shape, with most months between 20 and 25 lakh and one far-right bar; the box plot shows median and quartiles with an orange dot beyond the upper whisker (shown in gold in this template); the bar chart counts months by sales band (3 Low, 7 Medium, 2 High). Mean 24.42 is above median 21.95, so the distribution is right-skewed.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6 of 9 — Presenter 3: Bivariate and Multivariate Analysis.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Bivariate analysis looks at two variables; multivariate at several together. The scatter plot shows advertising and sales rising together.</a:t>
            </a:r>
          </a:p>
          <a:p>
            <a:r>
              <a:t>KEY POINT: Correlation is not causation. Festive demand could raise both advertising and sales.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correlation matrix shows r = 0.90 for advertising and sales, 0.92 for advertising and orders, 0.99 for sales and orders. The cross-tabulation shows that all 4 above-average sales months with data fall in high-advertising months.</a:t>
            </a:r>
          </a:p>
          <a:p>
            <a:r>
              <a:t>KEY POINT: Correlation is not causation. Festive demand could raise both advertising and sales.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7 of 9 — Presenters 3–4: Case Study Scenario and Dataset.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business problem: a retailer wants to understand 12 months of sales before forecasting. Four questions: which months are higher, is advertising associated with sales, are there unusual observations, and what insights exist before forecasting. Variables: month, advertising (rupees thousand), sales (rupees lakh), orders. The data is illustrative, not actual company data.</a:t>
            </a:r>
          </a:p>
          <a:p>
            <a:r>
              <a:t>TRANSITION: "Presenter 4 will now prepare this data in Excel and run the analysis."</a:t>
            </a:r>
          </a:p>
          <a:p>
            <a:r>
              <a:t>LIKELY FACULTY QUESTION: Does a high correlation mean advertising causes sales?</a:t>
            </a:r>
          </a:p>
          <a:p>
            <a:r>
              <a:t>SUGGESTED ANSWER: No. It shows an association. Other factors such as festivals, pricing, or stock may drive both. Causal claims need more evidence, such as a controlled test or time-ordered data with controls.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4 (Slides 21-26)</a:t>
            </a:r>
          </a:p>
          <a:p>
            <a:r>
              <a:t>OPENING: "Now we move from theory to practice with a 12-month dataset."</a:t>
            </a:r>
          </a:p>
          <a:p>
            <a:r>
              <a:t>SAY: The table shows the complete dataset laid out like a spreadsheet: column A month, B advertising (rupees thousand), C sales (rupees lakh), D orders; rows 2 to 13. Five preparation steps: columns, headers with units, check blanks and duplicates, verify numeric types, format units consistently. This layout is a representation, not a screenshot of Excel.</a:t>
            </a:r>
          </a:p>
          <a:p>
            <a:r>
              <a:t>FULL DATASET (Month, Advertising, Sales, Orders): Apr 48, 18.2, 420; May 52, 19.5, 431; Jun 60, 17.9, 410; Jul 50, 20.8, 458; Aug 66, 21.5, 497; Sep 55, 23, 466; Oct 82, 31.5, 660; Nov 105, 44.8, 905; Dec 90, 27.6, 598; Jan 58, 22.4, 520; Feb 50, 21.2, 455; Mar 70, 24.6, 548.</a:t>
            </a:r>
          </a:p>
          <a:p>
            <a:r>
              <a:t>The workbook EDA_Practical_Workbook.xlsx has the same data with live formulas and charts.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8 of 9 — Presenter 4: Practical Analysis in Excel.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Each formula uses sales in C2:C13. Results: mean 24.42; median 21.95; min 17.9 (Jun); max 44.8 (Nov); sample SD 7.50; count 12; Q1 20.475, Q3 25.35, IQR 4.875; correlation 0.899. STDEV.S is used because 12 months are a sample of business performance.</a:t>
            </a:r>
          </a:p>
          <a:p>
            <a:r>
              <a:t>INTERPRETATION: Mean above median means the festive peak lifts the average. The upper fence Q3 + 1.5 x IQR = 32.6625 flags November.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Four visuals from the same data (two on this slide, two on the next). Line chart: stable April to September, peak October to December. Histogram: right-skewed distribution.</a:t>
            </a:r>
          </a:p>
          <a:p>
            <a:r>
              <a:t>HOW TO BUILD IN EXCEL: Line: select A1:A13 and C1:C13, Insert &gt; Line with Markers. Column chart: same selection, Insert &gt; Clustered Column (compares months). Histogram: select C2:C13, Insert &gt; Statistic Chart &gt; Histogram, set bin width 5. Add chart titles, axis titles with units.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Box plot: November lies beyond the upper fence. Scatter: advertising and sales rise together, r = 0.899.</a:t>
            </a:r>
          </a:p>
          <a:p>
            <a:r>
              <a:t>HOW TO BUILD IN EXCEL: Box plot: Insert &gt; Statistic Chart &gt; Box and Whisker. Scatter: select B1:C13, Insert &gt; Scatter. Add chart titles, axis titles with units.</a:t>
            </a:r>
          </a:p>
          <a:p>
            <a:r>
              <a:t>NOTE: The charts in this deck are native PowerPoint charts and shapes drawn from the same values, not Excel screenshots.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Highest month Nov at 44.8 lakh; lowest Jun at 17.9 lakh; range 26.9. Mean 24.42 vs median 21.95; SD 7.50 (about 30.7% of the mean). Nov exceeds the upper fence 32.66, the only flagged month. Correlation 0.899; without Nov 0.830, so the association does not depend on Nov alone.</a:t>
            </a:r>
          </a:p>
          <a:p>
            <a:r>
              <a:t>Quarter totals (lakh): Apr-Jun 55.6; Jul-Sep 65.3; Oct-Dec 103.9; Jan-Mar 68.2; total 293.0.</a:t>
            </a:r>
          </a:p>
          <a:p>
            <a:r>
              <a:t>CONCLUDE: Management can plan for seasonality and investigate Nov. A causal claim needs more evidence.</a:t>
            </a:r>
          </a:p>
          <a:p>
            <a:r>
              <a:t>TRANSITION: "Presenter 5 will show where EDA applies across business functions, and its limits."</a:t>
            </a:r>
          </a:p>
          <a:p>
            <a:r>
              <a:t>LIKELY FACULTY QUESTION: How do you know November is an outlier?</a:t>
            </a:r>
          </a:p>
          <a:p>
            <a:r>
              <a:t>SUGGESTED ANSWER: Using the 1.5 x IQR rule: Q1 20.475, Q3 25.35, IQR 4.875, upper fence 32.66. 44.8 is above it. It is a flag for investigation, not a reason to delete.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9 of 9 — Presenter 5: Applications, Limitations and Conclusion. Section divider.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5 (Slides 27-32)</a:t>
            </a:r>
          </a:p>
          <a:p>
            <a:r>
              <a:t>OPENING: "The same EDA ideas apply well beyond our retail example."</a:t>
            </a:r>
          </a:p>
          <a:p>
            <a:r>
              <a:t>SAY: Finance: revenue and expense patterns. Marketing: campaign performance. Operations: inventory and demand. HR: turnover and absenteeism. Economics: inflation, income, expenditure series. One example per function is on the slide.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Advantages: better understanding, early quality checks, pattern discovery, preparation for modelling. Limitations: EDA alone cannot show causation; results depend on data quality and representativeness; patterns can be coincidental; chart choices can distort (for example a truncated axis). Ethics: privacy, confidentiality, bias and fairness, responsible interpretation, and avoiding misleading visuals.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Key message: EDA is the foundation of reliable data-driven analysis. Four recommendations grounded in the case: plan for the festive peak (35.5% of sales in Oct-Dec); investigate Nov before forecasting; treat the advertising association carefully; standardise monthly data-quality checks.</a:t>
            </a:r>
          </a:p>
          <a:p>
            <a:r>
              <a:t>TAKEAWAY: Explore before you estimate.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References are listed; the dataset is hypothetical. Add the edition and year of each book you used before submission. Then invite questions.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"Thank you. We would be happy to take your questions."</a:t>
            </a:r>
          </a:p>
          <a:p>
            <a:r>
              <a:t>LIKELY FACULTY QUESTION: What are the main ethical risks in EDA?</a:t>
            </a:r>
          </a:p>
          <a:p>
            <a:r>
              <a:t>SUGGESTED ANSWER: Exposing personal or confidential data, bias from unrepresentative samples, and misleading charts or overstated conclusions. Analysts should anonymise data, report limitations, and present visuals honestly.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0F25-8C36-1B6B-AE25-A3922E92D3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F371EDD-FED4-FF42-FA4E-84FBFF0E62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747C41D-C9F5-685F-4F7D-3C4856EA49B0}"/>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3D24971C-216A-C043-9451-0B4410EBF2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2A1DE7-D80B-F848-97F4-696156C5CC11}"/>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2305812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7F94D-502C-3F8C-01A3-456C66A48C6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6B3EE55-37F7-6711-E3F7-5E0E49691B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3B17C4-A0BC-3D1E-B87D-8B5DC3080236}"/>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B60DA818-4C25-42A3-5514-2A42106A18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C19797-B4EB-BF09-751A-034EBBE96A89}"/>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1769579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5173-2A50-35DE-D679-940C2F564B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D3A3CC9-10EF-7FB0-E0EF-216FF60EAC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7D1C5-5662-E37A-708E-1A40A48E13F4}"/>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14782BC1-0157-99F9-78A4-A9A312E47E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5BDE2-ED3A-F6C8-B103-C42070FEC5C7}"/>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199580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E0604-7002-680D-44F0-C4B26BE766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5138C5-8122-8933-F6A3-123B4C5C27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F887163-5F35-6AF8-CFF1-C1069671EF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605DC64-EC08-750F-DC06-EE94FBAD789E}"/>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6" name="Footer Placeholder 5">
            <a:extLst>
              <a:ext uri="{FF2B5EF4-FFF2-40B4-BE49-F238E27FC236}">
                <a16:creationId xmlns:a16="http://schemas.microsoft.com/office/drawing/2014/main" id="{8B5ED402-A09D-8F6E-2F5C-7FE20ABFCA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53B2F1-B38F-3674-F73C-BD5BDEFE1BEA}"/>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4287965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D2AF-2A16-32CD-A466-21CA9C56F1D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DBD83C0-01A8-C1A1-95C7-04FB85ACD0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2A5C96-6E90-795A-DA40-325C121537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1361D5-4ACA-1071-EE3D-F1C4E9158F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97C513-3300-3A10-8D01-66A8DC395C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094E4D5-0B16-799F-05C4-B13997015D80}"/>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8" name="Footer Placeholder 7">
            <a:extLst>
              <a:ext uri="{FF2B5EF4-FFF2-40B4-BE49-F238E27FC236}">
                <a16:creationId xmlns:a16="http://schemas.microsoft.com/office/drawing/2014/main" id="{ABC4722F-355A-D2C5-C74E-E0AABA73BF6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EC73A0-2C69-20BE-F97C-C319B316BB5A}"/>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4172350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A4D2D-9D72-E0B2-F96A-EDCC8C31F6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6921807-02C3-D778-6CEE-CD259E04BF74}"/>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4" name="Footer Placeholder 3">
            <a:extLst>
              <a:ext uri="{FF2B5EF4-FFF2-40B4-BE49-F238E27FC236}">
                <a16:creationId xmlns:a16="http://schemas.microsoft.com/office/drawing/2014/main" id="{4876294F-9017-151C-F70D-6F19C2B10C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BF37B6C-5946-C121-87AA-EEB920411830}"/>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31568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D55923-8635-7529-F131-D4E74385E5EE}"/>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3" name="Footer Placeholder 2">
            <a:extLst>
              <a:ext uri="{FF2B5EF4-FFF2-40B4-BE49-F238E27FC236}">
                <a16:creationId xmlns:a16="http://schemas.microsoft.com/office/drawing/2014/main" id="{336A2D03-822E-8D18-620F-6E6BF7C64DD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064E847-9BBE-B45D-CE4F-0953A53EF318}"/>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1003970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5095F-3329-EA55-3E31-493FA95CA7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F7E26BD-2BA8-B2AA-BA63-6B7060CB2F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5E6DDA0-2A25-A36E-EFD1-932F77C50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B526DF-CEC4-C68E-3549-FBAE07ED796C}"/>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6" name="Footer Placeholder 5">
            <a:extLst>
              <a:ext uri="{FF2B5EF4-FFF2-40B4-BE49-F238E27FC236}">
                <a16:creationId xmlns:a16="http://schemas.microsoft.com/office/drawing/2014/main" id="{A78024AE-A789-CA11-381A-A687AB2C866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A1FED3-9CD3-214D-8001-787236CBB07E}"/>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4268993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B278-8C8F-087D-D1A2-60A1FF6005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D56E127-7784-253C-00CC-8D533603D1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82E7013-8E74-DF99-1282-9E2646EA33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2C36F4-230C-9B03-EAC9-D0A98A8023BF}"/>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6" name="Footer Placeholder 5">
            <a:extLst>
              <a:ext uri="{FF2B5EF4-FFF2-40B4-BE49-F238E27FC236}">
                <a16:creationId xmlns:a16="http://schemas.microsoft.com/office/drawing/2014/main" id="{BED8C9BD-B40A-84C9-0993-24239D273E9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175C30-0917-CC5A-AE4E-0AEFE3B8A986}"/>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128807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1F1D7-C40B-7C7C-18FF-BC9BC31AE2C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47CFBF-061E-B326-BE7D-154C5E4FB1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7ADB54-8DE8-89A0-1EEB-6921D21A69C7}"/>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DEABD9F1-A23C-72F4-397B-F70BFC793C8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984C070-3424-015F-22C4-96733E39D7A7}"/>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2220733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2BC798-4811-5523-22E4-5AC6B65F4A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EE4DFB3-102D-BC2A-0D69-C64743F988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A77A6D-2509-9902-2676-E980A63D56E6}"/>
              </a:ext>
            </a:extLst>
          </p:cNvPr>
          <p:cNvSpPr>
            <a:spLocks noGrp="1"/>
          </p:cNvSpPr>
          <p:nvPr>
            <p:ph type="dt" sz="half" idx="10"/>
          </p:nvPr>
        </p:nvSpPr>
        <p:spPr/>
        <p:txBody>
          <a:body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8BA2C1A0-5FBF-AB41-C47C-9E23CCEF57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70D595-61AD-2ED8-E5F7-ECB0A0D73C20}"/>
              </a:ext>
            </a:extLst>
          </p:cNvPr>
          <p:cNvSpPr>
            <a:spLocks noGrp="1"/>
          </p:cNvSpPr>
          <p:nvPr>
            <p:ph type="sldNum" sz="quarter" idx="12"/>
          </p:nvPr>
        </p:nvSpPr>
        <p:spPr/>
        <p:txBody>
          <a:bodyPr/>
          <a:lstStyle/>
          <a:p>
            <a:fld id="{7B372C0C-A22C-426E-A19D-58B113C7CF8A}" type="slidenum">
              <a:rPr lang="en-GB" smtClean="0"/>
              <a:t>‹#›</a:t>
            </a:fld>
            <a:endParaRPr lang="en-GB"/>
          </a:p>
        </p:txBody>
      </p:sp>
    </p:spTree>
    <p:extLst>
      <p:ext uri="{BB962C8B-B14F-4D97-AF65-F5344CB8AC3E}">
        <p14:creationId xmlns:p14="http://schemas.microsoft.com/office/powerpoint/2010/main" val="4262683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F0F6D2-5D4A-0871-A614-BB371F0B7E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55CB75F-0365-0BB8-C321-2E425E8C70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BD76003-CA2D-B11E-A5CB-FB5BA106B1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643563-28F7-4DF6-AFCD-BAEB6EDAC41B}" type="datetimeFigureOut">
              <a:rPr lang="en-GB" smtClean="0"/>
              <a:t>20/10/2026</a:t>
            </a:fld>
            <a:endParaRPr lang="en-GB"/>
          </a:p>
        </p:txBody>
      </p:sp>
      <p:sp>
        <p:nvSpPr>
          <p:cNvPr id="5" name="Footer Placeholder 4">
            <a:extLst>
              <a:ext uri="{FF2B5EF4-FFF2-40B4-BE49-F238E27FC236}">
                <a16:creationId xmlns:a16="http://schemas.microsoft.com/office/drawing/2014/main" id="{F82F5DCB-DF5D-2389-CD5F-0D8129DAA8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3E322D5-66B6-F14A-89BF-5A8D7AB730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372C0C-A22C-426E-A19D-58B113C7CF8A}" type="slidenum">
              <a:rPr lang="en-GB" smtClean="0"/>
              <a:t>‹#›</a:t>
            </a:fld>
            <a:endParaRPr lang="en-GB"/>
          </a:p>
        </p:txBody>
      </p:sp>
    </p:spTree>
    <p:extLst>
      <p:ext uri="{BB962C8B-B14F-4D97-AF65-F5344CB8AC3E}">
        <p14:creationId xmlns:p14="http://schemas.microsoft.com/office/powerpoint/2010/main" val="3260510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image" Target="../media/image3.png"/><Relationship Id="rId18" Type="http://schemas.openxmlformats.org/officeDocument/2006/relationships/image" Target="../media/image8.png"/><Relationship Id="rId3" Type="http://schemas.openxmlformats.org/officeDocument/2006/relationships/slide" Target="slide3.xml"/><Relationship Id="rId7" Type="http://schemas.openxmlformats.org/officeDocument/2006/relationships/slide" Target="slide14.xml"/><Relationship Id="rId12" Type="http://schemas.openxmlformats.org/officeDocument/2006/relationships/image" Target="../media/image2.png"/><Relationship Id="rId17" Type="http://schemas.openxmlformats.org/officeDocument/2006/relationships/image" Target="../media/image7.png"/><Relationship Id="rId2" Type="http://schemas.openxmlformats.org/officeDocument/2006/relationships/notesSlide" Target="../notesSlides/notesSlide2.xml"/><Relationship Id="rId16" Type="http://schemas.openxmlformats.org/officeDocument/2006/relationships/image" Target="../media/image6.png"/><Relationship Id="rId20"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slide" Target="slide12.xml"/><Relationship Id="rId11" Type="http://schemas.openxmlformats.org/officeDocument/2006/relationships/slide" Target="slide27.xml"/><Relationship Id="rId5" Type="http://schemas.openxmlformats.org/officeDocument/2006/relationships/slide" Target="slide9.xml"/><Relationship Id="rId15" Type="http://schemas.openxmlformats.org/officeDocument/2006/relationships/image" Target="../media/image5.png"/><Relationship Id="rId10" Type="http://schemas.openxmlformats.org/officeDocument/2006/relationships/slide" Target="slide22.xml"/><Relationship Id="rId19" Type="http://schemas.openxmlformats.org/officeDocument/2006/relationships/image" Target="../media/image9.png"/><Relationship Id="rId4" Type="http://schemas.openxmlformats.org/officeDocument/2006/relationships/slide" Target="slide6.xml"/><Relationship Id="rId9" Type="http://schemas.openxmlformats.org/officeDocument/2006/relationships/slide" Target="slide19.xml"/><Relationship Id="rId1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8.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9.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10.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12.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hemeOverride" Target="../theme/themeOverride1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hemeOverride" Target="../theme/themeOverride14.xml"/><Relationship Id="rId5" Type="http://schemas.openxmlformats.org/officeDocument/2006/relationships/chart" Target="../charts/chart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15.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16.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hemeOverride" Target="../theme/themeOverride1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hemeOverride" Target="../theme/themeOverride18.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hemeOverride" Target="../theme/themeOverride19.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hemeOverride" Target="../theme/themeOverride20.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hemeOverride" Target="../theme/themeOverride21.xml"/><Relationship Id="rId5" Type="http://schemas.openxmlformats.org/officeDocument/2006/relationships/chart" Target="../charts/chart6.xml"/><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hemeOverride" Target="../theme/themeOverride2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hemeOverride" Target="../theme/themeOverride23.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hemeOverride" Target="../theme/themeOverride24.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hemeOverride" Target="../theme/themeOverride25.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hemeOverride" Target="../theme/themeOverride26.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hemeOverride" Target="../theme/themeOverride27.xml"/><Relationship Id="rId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0000">
              <a:schemeClr val="accent4">
                <a:lumMod val="0"/>
                <a:lumOff val="100000"/>
              </a:schemeClr>
            </a:gs>
            <a:gs pos="60000">
              <a:srgbClr val="7141EF"/>
            </a:gs>
            <a:gs pos="85000">
              <a:srgbClr val="000000"/>
            </a:gs>
          </a:gsLst>
          <a:path path="circle">
            <a:fillToRect l="50000" t="-80000" r="50000" b="180000"/>
          </a:path>
          <a:tileRect/>
        </a:gradFill>
        <a:effectLst/>
      </p:bgPr>
    </p:bg>
    <p:spTree>
      <p:nvGrpSpPr>
        <p:cNvPr id="1" name="">
          <a:extLst>
            <a:ext uri="{FF2B5EF4-FFF2-40B4-BE49-F238E27FC236}">
              <a16:creationId xmlns:a16="http://schemas.microsoft.com/office/drawing/2014/main" id="{88665E13-5E70-8A12-00E7-FC735BA9BD89}"/>
            </a:ext>
          </a:extLst>
        </p:cNvPr>
        <p:cNvGrpSpPr/>
        <p:nvPr/>
      </p:nvGrpSpPr>
      <p:grpSpPr>
        <a:xfrm>
          <a:off x="0" y="0"/>
          <a:ext cx="0" cy="0"/>
          <a:chOff x="0" y="0"/>
          <a:chExt cx="0" cy="0"/>
        </a:xfrm>
      </p:grpSpPr>
      <p:sp>
        <p:nvSpPr>
          <p:cNvPr id="986" name="!!hex">
            <a:extLst>
              <a:ext uri="{FF2B5EF4-FFF2-40B4-BE49-F238E27FC236}">
                <a16:creationId xmlns:a16="http://schemas.microsoft.com/office/drawing/2014/main" id="{CD28F839-1F14-E1D4-7E71-474A721EDC2D}"/>
              </a:ext>
            </a:extLst>
          </p:cNvPr>
          <p:cNvSpPr/>
          <p:nvPr/>
        </p:nvSpPr>
        <p:spPr>
          <a:xfrm>
            <a:off x="5394960" y="502920"/>
            <a:ext cx="1399032" cy="1572768"/>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0000"/>
            </a:srgbClr>
          </a:solidFill>
          <a:ln w="9525" cap="flat">
            <a:solidFill>
              <a:srgbClr val="FFFFFF"/>
            </a:solidFill>
            <a:prstDash val="solid"/>
            <a:miter/>
          </a:ln>
        </p:spPr>
        <p:txBody>
          <a:bodyPr rtlCol="0" anchor="ctr"/>
          <a:lstStyle/>
          <a:p>
            <a:endParaRPr lang="en-GB">
              <a:solidFill>
                <a:prstClr val="black"/>
              </a:solidFill>
              <a:latin typeface="Times New Roman"/>
            </a:endParaRPr>
          </a:p>
        </p:txBody>
      </p:sp>
      <p:grpSp>
        <p:nvGrpSpPr>
          <p:cNvPr id="10" name="Graphic 2">
            <a:extLst>
              <a:ext uri="{FF2B5EF4-FFF2-40B4-BE49-F238E27FC236}">
                <a16:creationId xmlns:a16="http://schemas.microsoft.com/office/drawing/2014/main" id="{CC260A8A-3982-0761-F205-D4E98C4FD5AF}"/>
              </a:ext>
            </a:extLst>
          </p:cNvPr>
          <p:cNvGrpSpPr/>
          <p:nvPr/>
        </p:nvGrpSpPr>
        <p:grpSpPr>
          <a:xfrm>
            <a:off x="-4826901" y="5651501"/>
            <a:ext cx="22278322" cy="1206501"/>
            <a:chOff x="-1701658" y="3997633"/>
            <a:chExt cx="14003150" cy="3533927"/>
          </a:xfrm>
          <a:noFill/>
          <a:effectLst>
            <a:outerShdw blurRad="635000" algn="ctr" rotWithShape="0">
              <a:schemeClr val="bg1"/>
            </a:outerShdw>
          </a:effectLst>
        </p:grpSpPr>
        <p:grpSp>
          <p:nvGrpSpPr>
            <p:cNvPr id="11" name="Graphic 2">
              <a:extLst>
                <a:ext uri="{FF2B5EF4-FFF2-40B4-BE49-F238E27FC236}">
                  <a16:creationId xmlns:a16="http://schemas.microsoft.com/office/drawing/2014/main" id="{EFC340F8-905F-6443-78F0-25C2C78D892A}"/>
                </a:ext>
              </a:extLst>
            </p:cNvPr>
            <p:cNvGrpSpPr/>
            <p:nvPr/>
          </p:nvGrpSpPr>
          <p:grpSpPr>
            <a:xfrm>
              <a:off x="-1701658" y="3997633"/>
              <a:ext cx="14003150" cy="3531261"/>
              <a:chOff x="-1701658" y="3997633"/>
              <a:chExt cx="14003150" cy="3531261"/>
            </a:xfrm>
            <a:grpFill/>
          </p:grpSpPr>
          <p:sp>
            <p:nvSpPr>
              <p:cNvPr id="2821" name="Freeform: Shape 2820">
                <a:extLst>
                  <a:ext uri="{FF2B5EF4-FFF2-40B4-BE49-F238E27FC236}">
                    <a16:creationId xmlns:a16="http://schemas.microsoft.com/office/drawing/2014/main" id="{65797F87-8E3E-0EAF-8CDD-0123A6202DE3}"/>
                  </a:ext>
                </a:extLst>
              </p:cNvPr>
              <p:cNvSpPr/>
              <p:nvPr/>
            </p:nvSpPr>
            <p:spPr>
              <a:xfrm>
                <a:off x="-1701658" y="3997633"/>
                <a:ext cx="14003150" cy="3531023"/>
              </a:xfrm>
              <a:custGeom>
                <a:avLst/>
                <a:gdLst>
                  <a:gd name="connsiteX0" fmla="*/ 3193359 w 14003150"/>
                  <a:gd name="connsiteY0" fmla="*/ 2446063 h 3531023"/>
                  <a:gd name="connsiteX1" fmla="*/ 4478686 w 14003150"/>
                  <a:gd name="connsiteY1" fmla="*/ 1531051 h 3531023"/>
                  <a:gd name="connsiteX2" fmla="*/ 5573028 w 14003150"/>
                  <a:gd name="connsiteY2" fmla="*/ 2143825 h 3531023"/>
                  <a:gd name="connsiteX3" fmla="*/ 6149489 w 14003150"/>
                  <a:gd name="connsiteY3" fmla="*/ 1904796 h 3531023"/>
                  <a:gd name="connsiteX4" fmla="*/ 6977432 w 14003150"/>
                  <a:gd name="connsiteY4" fmla="*/ 1622675 h 3531023"/>
                  <a:gd name="connsiteX5" fmla="*/ 7657128 w 14003150"/>
                  <a:gd name="connsiteY5" fmla="*/ 1189140 h 3531023"/>
                  <a:gd name="connsiteX6" fmla="*/ 7952554 w 14003150"/>
                  <a:gd name="connsiteY6" fmla="*/ 1130322 h 3531023"/>
                  <a:gd name="connsiteX7" fmla="*/ 8430219 w 14003150"/>
                  <a:gd name="connsiteY7" fmla="*/ 973342 h 3531023"/>
                  <a:gd name="connsiteX8" fmla="*/ 9441008 w 14003150"/>
                  <a:gd name="connsiteY8" fmla="*/ 941967 h 3531023"/>
                  <a:gd name="connsiteX9" fmla="*/ 10915896 w 14003150"/>
                  <a:gd name="connsiteY9" fmla="*/ 153051 h 3531023"/>
                  <a:gd name="connsiteX10" fmla="*/ 11358425 w 14003150"/>
                  <a:gd name="connsiteY10" fmla="*/ 1117314 h 3531023"/>
                  <a:gd name="connsiteX11" fmla="*/ 11682546 w 14003150"/>
                  <a:gd name="connsiteY11" fmla="*/ 1709434 h 3531023"/>
                  <a:gd name="connsiteX12" fmla="*/ 11887229 w 14003150"/>
                  <a:gd name="connsiteY12" fmla="*/ 2213234 h 3531023"/>
                  <a:gd name="connsiteX13" fmla="*/ 12126018 w 14003150"/>
                  <a:gd name="connsiteY13" fmla="*/ 2402606 h 3531023"/>
                  <a:gd name="connsiteX14" fmla="*/ 12594488 w 14003150"/>
                  <a:gd name="connsiteY14" fmla="*/ 2684213 h 3531023"/>
                  <a:gd name="connsiteX15" fmla="*/ 14003150 w 14003150"/>
                  <a:gd name="connsiteY15" fmla="*/ 3531021 h 3531023"/>
                  <a:gd name="connsiteX16" fmla="*/ 0 w 14003150"/>
                  <a:gd name="connsiteY16" fmla="*/ 3531021 h 3531023"/>
                  <a:gd name="connsiteX17" fmla="*/ 861108 w 14003150"/>
                  <a:gd name="connsiteY17" fmla="*/ 3013368 h 3531023"/>
                  <a:gd name="connsiteX18" fmla="*/ 1406193 w 14003150"/>
                  <a:gd name="connsiteY18" fmla="*/ 2728767 h 3531023"/>
                  <a:gd name="connsiteX19" fmla="*/ 2062275 w 14003150"/>
                  <a:gd name="connsiteY19" fmla="*/ 2681321 h 3531023"/>
                  <a:gd name="connsiteX20" fmla="*/ 2467960 w 14003150"/>
                  <a:gd name="connsiteY20" fmla="*/ 2324328 h 3531023"/>
                  <a:gd name="connsiteX21" fmla="*/ 2799921 w 14003150"/>
                  <a:gd name="connsiteY21" fmla="*/ 2175687 h 3531023"/>
                  <a:gd name="connsiteX22" fmla="*/ 3193359 w 14003150"/>
                  <a:gd name="connsiteY22" fmla="*/ 2446063 h 353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003150" h="3531023">
                    <a:moveTo>
                      <a:pt x="3193359" y="2446063"/>
                    </a:moveTo>
                    <a:cubicBezTo>
                      <a:pt x="3742462" y="2372477"/>
                      <a:pt x="4005781" y="1763012"/>
                      <a:pt x="4478686" y="1531051"/>
                    </a:cubicBezTo>
                    <a:cubicBezTo>
                      <a:pt x="4993041" y="1240301"/>
                      <a:pt x="5139391" y="2080606"/>
                      <a:pt x="5573028" y="2143825"/>
                    </a:cubicBezTo>
                    <a:cubicBezTo>
                      <a:pt x="5788124" y="2134499"/>
                      <a:pt x="5947155" y="1957740"/>
                      <a:pt x="6149489" y="1904796"/>
                    </a:cubicBezTo>
                    <a:cubicBezTo>
                      <a:pt x="6456139" y="1906904"/>
                      <a:pt x="6689785" y="1689620"/>
                      <a:pt x="6977432" y="1622675"/>
                    </a:cubicBezTo>
                    <a:cubicBezTo>
                      <a:pt x="7278418" y="1633447"/>
                      <a:pt x="7416333" y="1313230"/>
                      <a:pt x="7657128" y="1189140"/>
                    </a:cubicBezTo>
                    <a:cubicBezTo>
                      <a:pt x="7748917" y="1142575"/>
                      <a:pt x="7857085" y="1168978"/>
                      <a:pt x="7952554" y="1130322"/>
                    </a:cubicBezTo>
                    <a:cubicBezTo>
                      <a:pt x="8113271" y="1083053"/>
                      <a:pt x="8262976" y="997511"/>
                      <a:pt x="8430219" y="973342"/>
                    </a:cubicBezTo>
                    <a:cubicBezTo>
                      <a:pt x="8764821" y="941772"/>
                      <a:pt x="9111750" y="1011009"/>
                      <a:pt x="9441008" y="941967"/>
                    </a:cubicBezTo>
                    <a:cubicBezTo>
                      <a:pt x="9800785" y="898281"/>
                      <a:pt x="10711419" y="-444698"/>
                      <a:pt x="10915896" y="153051"/>
                    </a:cubicBezTo>
                    <a:cubicBezTo>
                      <a:pt x="11060833" y="474011"/>
                      <a:pt x="11090906" y="870055"/>
                      <a:pt x="11358425" y="1117314"/>
                    </a:cubicBezTo>
                    <a:cubicBezTo>
                      <a:pt x="11482824" y="1303406"/>
                      <a:pt x="11517920" y="1552071"/>
                      <a:pt x="11682546" y="1709434"/>
                    </a:cubicBezTo>
                    <a:cubicBezTo>
                      <a:pt x="11800383" y="1844622"/>
                      <a:pt x="11805841" y="2054682"/>
                      <a:pt x="11887229" y="2213234"/>
                    </a:cubicBezTo>
                    <a:cubicBezTo>
                      <a:pt x="11926256" y="2316264"/>
                      <a:pt x="12043779" y="2342393"/>
                      <a:pt x="12126018" y="2402606"/>
                    </a:cubicBezTo>
                    <a:cubicBezTo>
                      <a:pt x="12282158" y="2496458"/>
                      <a:pt x="12438291" y="2590321"/>
                      <a:pt x="12594488" y="2684213"/>
                    </a:cubicBezTo>
                    <a:cubicBezTo>
                      <a:pt x="13064033" y="2966482"/>
                      <a:pt x="13533457" y="3248672"/>
                      <a:pt x="14003150" y="3531021"/>
                    </a:cubicBezTo>
                    <a:cubicBezTo>
                      <a:pt x="9335412" y="3530987"/>
                      <a:pt x="4667738" y="3531033"/>
                      <a:pt x="0" y="3531021"/>
                    </a:cubicBezTo>
                    <a:cubicBezTo>
                      <a:pt x="287293" y="3358320"/>
                      <a:pt x="574163" y="3185864"/>
                      <a:pt x="861108" y="3013368"/>
                    </a:cubicBezTo>
                    <a:cubicBezTo>
                      <a:pt x="1041227" y="2917322"/>
                      <a:pt x="1203533" y="2772532"/>
                      <a:pt x="1406193" y="2728767"/>
                    </a:cubicBezTo>
                    <a:cubicBezTo>
                      <a:pt x="1622220" y="2679223"/>
                      <a:pt x="1860884" y="2798896"/>
                      <a:pt x="2062275" y="2681321"/>
                    </a:cubicBezTo>
                    <a:cubicBezTo>
                      <a:pt x="2200006" y="2561901"/>
                      <a:pt x="2289303" y="2395725"/>
                      <a:pt x="2467960" y="2324328"/>
                    </a:cubicBezTo>
                    <a:cubicBezTo>
                      <a:pt x="2576196" y="2278899"/>
                      <a:pt x="2676215" y="2148598"/>
                      <a:pt x="2799921" y="2175687"/>
                    </a:cubicBezTo>
                    <a:cubicBezTo>
                      <a:pt x="2953615" y="2219984"/>
                      <a:pt x="3021046" y="2480570"/>
                      <a:pt x="3193359" y="2446063"/>
                    </a:cubicBezTo>
                    <a:close/>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2" name="Freeform: Shape 2821">
                <a:extLst>
                  <a:ext uri="{FF2B5EF4-FFF2-40B4-BE49-F238E27FC236}">
                    <a16:creationId xmlns:a16="http://schemas.microsoft.com/office/drawing/2014/main" id="{6F931629-C3A8-F4F9-0302-FFFBFC3E0179}"/>
                  </a:ext>
                </a:extLst>
              </p:cNvPr>
              <p:cNvSpPr/>
              <p:nvPr/>
            </p:nvSpPr>
            <p:spPr>
              <a:xfrm>
                <a:off x="-1456153" y="7373943"/>
                <a:ext cx="13512163" cy="8218"/>
              </a:xfrm>
              <a:custGeom>
                <a:avLst/>
                <a:gdLst>
                  <a:gd name="connsiteX0" fmla="*/ 0 w 13512163"/>
                  <a:gd name="connsiteY0" fmla="*/ 7151 h 8218"/>
                  <a:gd name="connsiteX1" fmla="*/ 13512163 w 13512163"/>
                  <a:gd name="connsiteY1" fmla="*/ 7151 h 8218"/>
                </a:gdLst>
                <a:ahLst/>
                <a:cxnLst>
                  <a:cxn ang="0">
                    <a:pos x="connsiteX0" y="connsiteY0"/>
                  </a:cxn>
                  <a:cxn ang="0">
                    <a:pos x="connsiteX1" y="connsiteY1"/>
                  </a:cxn>
                </a:cxnLst>
                <a:rect l="l" t="t" r="r" b="b"/>
                <a:pathLst>
                  <a:path w="13512163" h="8218">
                    <a:moveTo>
                      <a:pt x="0" y="7151"/>
                    </a:moveTo>
                    <a:cubicBezTo>
                      <a:pt x="4505192" y="13557"/>
                      <a:pt x="9008069" y="-11761"/>
                      <a:pt x="13512163" y="715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3" name="Freeform: Shape 2822">
                <a:extLst>
                  <a:ext uri="{FF2B5EF4-FFF2-40B4-BE49-F238E27FC236}">
                    <a16:creationId xmlns:a16="http://schemas.microsoft.com/office/drawing/2014/main" id="{5C147BD0-F650-762C-4224-564FB21B51F5}"/>
                  </a:ext>
                </a:extLst>
              </p:cNvPr>
              <p:cNvSpPr/>
              <p:nvPr/>
            </p:nvSpPr>
            <p:spPr>
              <a:xfrm>
                <a:off x="-1227210" y="7138675"/>
                <a:ext cx="13054271" cy="106150"/>
              </a:xfrm>
              <a:custGeom>
                <a:avLst/>
                <a:gdLst>
                  <a:gd name="connsiteX0" fmla="*/ 0 w 13054271"/>
                  <a:gd name="connsiteY0" fmla="*/ 104790 h 106150"/>
                  <a:gd name="connsiteX1" fmla="*/ 5430176 w 13054271"/>
                  <a:gd name="connsiteY1" fmla="*/ 104790 h 106150"/>
                  <a:gd name="connsiteX2" fmla="*/ 8016288 w 13054271"/>
                  <a:gd name="connsiteY2" fmla="*/ 101075 h 106150"/>
                  <a:gd name="connsiteX3" fmla="*/ 9015504 w 13054271"/>
                  <a:gd name="connsiteY3" fmla="*/ 2045 h 106150"/>
                  <a:gd name="connsiteX4" fmla="*/ 10233753 w 13054271"/>
                  <a:gd name="connsiteY4" fmla="*/ 100154 h 106150"/>
                  <a:gd name="connsiteX5" fmla="*/ 13054271 w 13054271"/>
                  <a:gd name="connsiteY5" fmla="*/ 104790 h 10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4271" h="106150">
                    <a:moveTo>
                      <a:pt x="0" y="104790"/>
                    </a:moveTo>
                    <a:cubicBezTo>
                      <a:pt x="1810078" y="104790"/>
                      <a:pt x="3620115" y="104790"/>
                      <a:pt x="5430176" y="104790"/>
                    </a:cubicBezTo>
                    <a:cubicBezTo>
                      <a:pt x="6292164" y="101446"/>
                      <a:pt x="7154460" y="111391"/>
                      <a:pt x="8016288" y="101075"/>
                    </a:cubicBezTo>
                    <a:cubicBezTo>
                      <a:pt x="8350707" y="82576"/>
                      <a:pt x="8680302" y="10235"/>
                      <a:pt x="9015504" y="2045"/>
                    </a:cubicBezTo>
                    <a:cubicBezTo>
                      <a:pt x="9424692" y="-14511"/>
                      <a:pt x="9827017" y="74117"/>
                      <a:pt x="10233753" y="100154"/>
                    </a:cubicBezTo>
                    <a:cubicBezTo>
                      <a:pt x="11173648" y="112916"/>
                      <a:pt x="12114160" y="100692"/>
                      <a:pt x="13054271" y="10479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4" name="Freeform: Shape 2823">
                <a:extLst>
                  <a:ext uri="{FF2B5EF4-FFF2-40B4-BE49-F238E27FC236}">
                    <a16:creationId xmlns:a16="http://schemas.microsoft.com/office/drawing/2014/main" id="{44BF3E84-FA11-C113-082B-4C9903D03EB2}"/>
                  </a:ext>
                </a:extLst>
              </p:cNvPr>
              <p:cNvSpPr/>
              <p:nvPr/>
            </p:nvSpPr>
            <p:spPr>
              <a:xfrm>
                <a:off x="-1013423" y="6921259"/>
                <a:ext cx="12626715" cy="196415"/>
              </a:xfrm>
              <a:custGeom>
                <a:avLst/>
                <a:gdLst>
                  <a:gd name="connsiteX0" fmla="*/ 0 w 12626715"/>
                  <a:gd name="connsiteY0" fmla="*/ 193687 h 196415"/>
                  <a:gd name="connsiteX1" fmla="*/ 5255149 w 12626715"/>
                  <a:gd name="connsiteY1" fmla="*/ 193687 h 196415"/>
                  <a:gd name="connsiteX2" fmla="*/ 7738333 w 12626715"/>
                  <a:gd name="connsiteY2" fmla="*/ 184131 h 196415"/>
                  <a:gd name="connsiteX3" fmla="*/ 8720027 w 12626715"/>
                  <a:gd name="connsiteY3" fmla="*/ 3938 h 196415"/>
                  <a:gd name="connsiteX4" fmla="*/ 9929389 w 12626715"/>
                  <a:gd name="connsiteY4" fmla="*/ 183794 h 196415"/>
                  <a:gd name="connsiteX5" fmla="*/ 12626715 w 12626715"/>
                  <a:gd name="connsiteY5" fmla="*/ 193687 h 19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6715" h="196415">
                    <a:moveTo>
                      <a:pt x="0" y="193687"/>
                    </a:moveTo>
                    <a:cubicBezTo>
                      <a:pt x="1751733" y="193687"/>
                      <a:pt x="3503432" y="193687"/>
                      <a:pt x="5255149" y="193687"/>
                    </a:cubicBezTo>
                    <a:cubicBezTo>
                      <a:pt x="6082618" y="185714"/>
                      <a:pt x="6911561" y="209763"/>
                      <a:pt x="7738333" y="184131"/>
                    </a:cubicBezTo>
                    <a:cubicBezTo>
                      <a:pt x="8069666" y="147847"/>
                      <a:pt x="8387191" y="30004"/>
                      <a:pt x="8720027" y="3938"/>
                    </a:cubicBezTo>
                    <a:cubicBezTo>
                      <a:pt x="9132415" y="-27775"/>
                      <a:pt x="9523991" y="141189"/>
                      <a:pt x="9929389" y="183794"/>
                    </a:cubicBezTo>
                    <a:cubicBezTo>
                      <a:pt x="10827514" y="210357"/>
                      <a:pt x="11727861" y="185406"/>
                      <a:pt x="12626715" y="193687"/>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5" name="Freeform: Shape 2824">
                <a:extLst>
                  <a:ext uri="{FF2B5EF4-FFF2-40B4-BE49-F238E27FC236}">
                    <a16:creationId xmlns:a16="http://schemas.microsoft.com/office/drawing/2014/main" id="{76C6B670-AD63-B554-73FB-5B18331CF2A1}"/>
                  </a:ext>
                </a:extLst>
              </p:cNvPr>
              <p:cNvSpPr/>
              <p:nvPr/>
            </p:nvSpPr>
            <p:spPr>
              <a:xfrm>
                <a:off x="-813421" y="6715637"/>
                <a:ext cx="12226705" cy="283201"/>
              </a:xfrm>
              <a:custGeom>
                <a:avLst/>
                <a:gdLst>
                  <a:gd name="connsiteX0" fmla="*/ 0 w 12226705"/>
                  <a:gd name="connsiteY0" fmla="*/ 279082 h 283201"/>
                  <a:gd name="connsiteX1" fmla="*/ 5081001 w 12226705"/>
                  <a:gd name="connsiteY1" fmla="*/ 279082 h 283201"/>
                  <a:gd name="connsiteX2" fmla="*/ 7487033 w 12226705"/>
                  <a:gd name="connsiteY2" fmla="*/ 264412 h 283201"/>
                  <a:gd name="connsiteX3" fmla="*/ 8451113 w 12226705"/>
                  <a:gd name="connsiteY3" fmla="*/ 5666 h 283201"/>
                  <a:gd name="connsiteX4" fmla="*/ 9623431 w 12226705"/>
                  <a:gd name="connsiteY4" fmla="*/ 264041 h 283201"/>
                  <a:gd name="connsiteX5" fmla="*/ 12226705 w 12226705"/>
                  <a:gd name="connsiteY5" fmla="*/ 279082 h 28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6705" h="283201">
                    <a:moveTo>
                      <a:pt x="0" y="279082"/>
                    </a:moveTo>
                    <a:cubicBezTo>
                      <a:pt x="1693686" y="279082"/>
                      <a:pt x="3387332" y="279082"/>
                      <a:pt x="5081001" y="279082"/>
                    </a:cubicBezTo>
                    <a:cubicBezTo>
                      <a:pt x="5882410" y="266955"/>
                      <a:pt x="6687259" y="303605"/>
                      <a:pt x="7487033" y="264412"/>
                    </a:cubicBezTo>
                    <a:cubicBezTo>
                      <a:pt x="7816417" y="210022"/>
                      <a:pt x="8119392" y="49294"/>
                      <a:pt x="8451113" y="5666"/>
                    </a:cubicBezTo>
                    <a:cubicBezTo>
                      <a:pt x="8860210" y="-40072"/>
                      <a:pt x="9228039" y="204342"/>
                      <a:pt x="9623431" y="264041"/>
                    </a:cubicBezTo>
                    <a:cubicBezTo>
                      <a:pt x="10488923" y="304309"/>
                      <a:pt x="11359545" y="266584"/>
                      <a:pt x="12226705" y="27908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6" name="Freeform: Shape 2825">
                <a:extLst>
                  <a:ext uri="{FF2B5EF4-FFF2-40B4-BE49-F238E27FC236}">
                    <a16:creationId xmlns:a16="http://schemas.microsoft.com/office/drawing/2014/main" id="{0683C08C-22A2-BC0E-DD2A-13CB5BE2C103}"/>
                  </a:ext>
                </a:extLst>
              </p:cNvPr>
              <p:cNvSpPr/>
              <p:nvPr/>
            </p:nvSpPr>
            <p:spPr>
              <a:xfrm>
                <a:off x="-625821" y="6541535"/>
                <a:ext cx="11851503" cy="344635"/>
              </a:xfrm>
              <a:custGeom>
                <a:avLst/>
                <a:gdLst>
                  <a:gd name="connsiteX0" fmla="*/ 0 w 11851503"/>
                  <a:gd name="connsiteY0" fmla="*/ 340405 h 344635"/>
                  <a:gd name="connsiteX1" fmla="*/ 4932520 w 11851503"/>
                  <a:gd name="connsiteY1" fmla="*/ 340405 h 344635"/>
                  <a:gd name="connsiteX2" fmla="*/ 7233767 w 11851503"/>
                  <a:gd name="connsiteY2" fmla="*/ 327609 h 344635"/>
                  <a:gd name="connsiteX3" fmla="*/ 8204757 w 11851503"/>
                  <a:gd name="connsiteY3" fmla="*/ 5975 h 344635"/>
                  <a:gd name="connsiteX4" fmla="*/ 9342030 w 11851503"/>
                  <a:gd name="connsiteY4" fmla="*/ 325283 h 344635"/>
                  <a:gd name="connsiteX5" fmla="*/ 11851504 w 11851503"/>
                  <a:gd name="connsiteY5" fmla="*/ 340405 h 34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51503" h="344635">
                    <a:moveTo>
                      <a:pt x="0" y="340405"/>
                    </a:moveTo>
                    <a:cubicBezTo>
                      <a:pt x="1644188" y="340405"/>
                      <a:pt x="3288343" y="340405"/>
                      <a:pt x="4932520" y="340405"/>
                    </a:cubicBezTo>
                    <a:cubicBezTo>
                      <a:pt x="5699033" y="329478"/>
                      <a:pt x="6468791" y="362299"/>
                      <a:pt x="7233767" y="327609"/>
                    </a:cubicBezTo>
                    <a:cubicBezTo>
                      <a:pt x="7571221" y="265549"/>
                      <a:pt x="7865252" y="60164"/>
                      <a:pt x="8204757" y="5975"/>
                    </a:cubicBezTo>
                    <a:cubicBezTo>
                      <a:pt x="8612493" y="-46026"/>
                      <a:pt x="8954108" y="256623"/>
                      <a:pt x="9342030" y="325283"/>
                    </a:cubicBezTo>
                    <a:cubicBezTo>
                      <a:pt x="10175883" y="366117"/>
                      <a:pt x="11015719" y="327592"/>
                      <a:pt x="11851504" y="34040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7" name="Freeform: Shape 2826">
                <a:extLst>
                  <a:ext uri="{FF2B5EF4-FFF2-40B4-BE49-F238E27FC236}">
                    <a16:creationId xmlns:a16="http://schemas.microsoft.com/office/drawing/2014/main" id="{7A6FFF32-E3F7-33FB-E74F-48D7C90D3106}"/>
                  </a:ext>
                </a:extLst>
              </p:cNvPr>
              <p:cNvSpPr/>
              <p:nvPr/>
            </p:nvSpPr>
            <p:spPr>
              <a:xfrm>
                <a:off x="-449244" y="6420935"/>
                <a:ext cx="11498345" cy="361740"/>
              </a:xfrm>
              <a:custGeom>
                <a:avLst/>
                <a:gdLst>
                  <a:gd name="connsiteX0" fmla="*/ 0 w 11498345"/>
                  <a:gd name="connsiteY0" fmla="*/ 357362 h 361740"/>
                  <a:gd name="connsiteX1" fmla="*/ 4756498 w 11498345"/>
                  <a:gd name="connsiteY1" fmla="*/ 356334 h 361740"/>
                  <a:gd name="connsiteX2" fmla="*/ 7057442 w 11498345"/>
                  <a:gd name="connsiteY2" fmla="*/ 334720 h 361740"/>
                  <a:gd name="connsiteX3" fmla="*/ 7976523 w 11498345"/>
                  <a:gd name="connsiteY3" fmla="*/ 4450 h 361740"/>
                  <a:gd name="connsiteX4" fmla="*/ 9054823 w 11498345"/>
                  <a:gd name="connsiteY4" fmla="*/ 338657 h 361740"/>
                  <a:gd name="connsiteX5" fmla="*/ 11498346 w 11498345"/>
                  <a:gd name="connsiteY5" fmla="*/ 354854 h 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8345" h="361740">
                    <a:moveTo>
                      <a:pt x="0" y="357362"/>
                    </a:moveTo>
                    <a:cubicBezTo>
                      <a:pt x="1585547" y="358906"/>
                      <a:pt x="3171014" y="353448"/>
                      <a:pt x="4756498" y="356334"/>
                    </a:cubicBezTo>
                    <a:cubicBezTo>
                      <a:pt x="5522365" y="343350"/>
                      <a:pt x="6294673" y="388309"/>
                      <a:pt x="7057442" y="334720"/>
                    </a:cubicBezTo>
                    <a:cubicBezTo>
                      <a:pt x="7375968" y="260710"/>
                      <a:pt x="7650962" y="53627"/>
                      <a:pt x="7976523" y="4450"/>
                    </a:cubicBezTo>
                    <a:cubicBezTo>
                      <a:pt x="8368698" y="-40258"/>
                      <a:pt x="8685302" y="264905"/>
                      <a:pt x="9054823" y="338657"/>
                    </a:cubicBezTo>
                    <a:cubicBezTo>
                      <a:pt x="9866256" y="382372"/>
                      <a:pt x="10684667" y="341149"/>
                      <a:pt x="11498346" y="35485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8" name="Freeform: Shape 2827">
                <a:extLst>
                  <a:ext uri="{FF2B5EF4-FFF2-40B4-BE49-F238E27FC236}">
                    <a16:creationId xmlns:a16="http://schemas.microsoft.com/office/drawing/2014/main" id="{D1203030-41B9-650C-2EB5-45790B2C6F84}"/>
                  </a:ext>
                </a:extLst>
              </p:cNvPr>
              <p:cNvSpPr/>
              <p:nvPr/>
            </p:nvSpPr>
            <p:spPr>
              <a:xfrm>
                <a:off x="-282709" y="6364112"/>
                <a:ext cx="11165275" cy="360557"/>
              </a:xfrm>
              <a:custGeom>
                <a:avLst/>
                <a:gdLst>
                  <a:gd name="connsiteX0" fmla="*/ 0 w 11165275"/>
                  <a:gd name="connsiteY0" fmla="*/ 360003 h 360557"/>
                  <a:gd name="connsiteX1" fmla="*/ 2441448 w 11165275"/>
                  <a:gd name="connsiteY1" fmla="*/ 355516 h 360557"/>
                  <a:gd name="connsiteX2" fmla="*/ 3877485 w 11165275"/>
                  <a:gd name="connsiteY2" fmla="*/ 319414 h 360557"/>
                  <a:gd name="connsiteX3" fmla="*/ 6342450 w 11165275"/>
                  <a:gd name="connsiteY3" fmla="*/ 321786 h 360557"/>
                  <a:gd name="connsiteX4" fmla="*/ 7644264 w 11165275"/>
                  <a:gd name="connsiteY4" fmla="*/ 21994 h 360557"/>
                  <a:gd name="connsiteX5" fmla="*/ 8811770 w 11165275"/>
                  <a:gd name="connsiteY5" fmla="*/ 299030 h 360557"/>
                  <a:gd name="connsiteX6" fmla="*/ 11165276 w 11165275"/>
                  <a:gd name="connsiteY6" fmla="*/ 311574 h 36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5275" h="360557">
                    <a:moveTo>
                      <a:pt x="0" y="360003"/>
                    </a:moveTo>
                    <a:cubicBezTo>
                      <a:pt x="813828" y="360162"/>
                      <a:pt x="1627695" y="355031"/>
                      <a:pt x="2441448" y="355516"/>
                    </a:cubicBezTo>
                    <a:cubicBezTo>
                      <a:pt x="2919885" y="334559"/>
                      <a:pt x="3398373" y="278581"/>
                      <a:pt x="3877485" y="319414"/>
                    </a:cubicBezTo>
                    <a:cubicBezTo>
                      <a:pt x="4696936" y="357728"/>
                      <a:pt x="5523845" y="387623"/>
                      <a:pt x="6342450" y="321786"/>
                    </a:cubicBezTo>
                    <a:cubicBezTo>
                      <a:pt x="6945525" y="340629"/>
                      <a:pt x="7109335" y="186266"/>
                      <a:pt x="7644264" y="21994"/>
                    </a:cubicBezTo>
                    <a:cubicBezTo>
                      <a:pt x="8058276" y="-85859"/>
                      <a:pt x="8417532" y="234621"/>
                      <a:pt x="8811770" y="299030"/>
                    </a:cubicBezTo>
                    <a:cubicBezTo>
                      <a:pt x="9594222" y="333051"/>
                      <a:pt x="10381315" y="300841"/>
                      <a:pt x="11165276" y="31157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9" name="Freeform: Shape 2828">
                <a:extLst>
                  <a:ext uri="{FF2B5EF4-FFF2-40B4-BE49-F238E27FC236}">
                    <a16:creationId xmlns:a16="http://schemas.microsoft.com/office/drawing/2014/main" id="{198E7576-651D-B3BE-C61F-A74F87DDD21A}"/>
                  </a:ext>
                </a:extLst>
              </p:cNvPr>
              <p:cNvSpPr/>
              <p:nvPr/>
            </p:nvSpPr>
            <p:spPr>
              <a:xfrm>
                <a:off x="-125547" y="6351626"/>
                <a:ext cx="10850961" cy="363246"/>
              </a:xfrm>
              <a:custGeom>
                <a:avLst/>
                <a:gdLst>
                  <a:gd name="connsiteX0" fmla="*/ 0 w 10850961"/>
                  <a:gd name="connsiteY0" fmla="*/ 363247 h 363246"/>
                  <a:gd name="connsiteX1" fmla="*/ 2378366 w 10850961"/>
                  <a:gd name="connsiteY1" fmla="*/ 342672 h 363246"/>
                  <a:gd name="connsiteX2" fmla="*/ 3382423 w 10850961"/>
                  <a:gd name="connsiteY2" fmla="*/ 217983 h 363246"/>
                  <a:gd name="connsiteX3" fmla="*/ 4156708 w 10850961"/>
                  <a:gd name="connsiteY3" fmla="*/ 315595 h 363246"/>
                  <a:gd name="connsiteX4" fmla="*/ 5502042 w 10850961"/>
                  <a:gd name="connsiteY4" fmla="*/ 358086 h 363246"/>
                  <a:gd name="connsiteX5" fmla="*/ 6250324 w 10850961"/>
                  <a:gd name="connsiteY5" fmla="*/ 249078 h 363246"/>
                  <a:gd name="connsiteX6" fmla="*/ 6777653 w 10850961"/>
                  <a:gd name="connsiteY6" fmla="*/ 191260 h 363246"/>
                  <a:gd name="connsiteX7" fmla="*/ 8560167 w 10850961"/>
                  <a:gd name="connsiteY7" fmla="*/ 220378 h 363246"/>
                  <a:gd name="connsiteX8" fmla="*/ 10850962 w 10850961"/>
                  <a:gd name="connsiteY8" fmla="*/ 229579 h 3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0961" h="363246">
                    <a:moveTo>
                      <a:pt x="0" y="363247"/>
                    </a:moveTo>
                    <a:cubicBezTo>
                      <a:pt x="792631" y="356474"/>
                      <a:pt x="1586273" y="362915"/>
                      <a:pt x="2378366" y="342672"/>
                    </a:cubicBezTo>
                    <a:cubicBezTo>
                      <a:pt x="2714357" y="312389"/>
                      <a:pt x="3043398" y="214686"/>
                      <a:pt x="3382423" y="217983"/>
                    </a:cubicBezTo>
                    <a:cubicBezTo>
                      <a:pt x="3644181" y="213085"/>
                      <a:pt x="3897945" y="288609"/>
                      <a:pt x="4156708" y="315595"/>
                    </a:cubicBezTo>
                    <a:cubicBezTo>
                      <a:pt x="4604839" y="329174"/>
                      <a:pt x="5053518" y="351051"/>
                      <a:pt x="5502042" y="358086"/>
                    </a:cubicBezTo>
                    <a:cubicBezTo>
                      <a:pt x="5755868" y="362286"/>
                      <a:pt x="6001162" y="286020"/>
                      <a:pt x="6250324" y="249078"/>
                    </a:cubicBezTo>
                    <a:cubicBezTo>
                      <a:pt x="6425472" y="219635"/>
                      <a:pt x="6605443" y="241557"/>
                      <a:pt x="6777653" y="191260"/>
                    </a:cubicBezTo>
                    <a:cubicBezTo>
                      <a:pt x="7743722" y="-129129"/>
                      <a:pt x="7641544" y="3739"/>
                      <a:pt x="8560167" y="220378"/>
                    </a:cubicBezTo>
                    <a:cubicBezTo>
                      <a:pt x="9322611" y="245432"/>
                      <a:pt x="10087667" y="221658"/>
                      <a:pt x="10850962" y="22957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0" name="Freeform: Shape 2829">
                <a:extLst>
                  <a:ext uri="{FF2B5EF4-FFF2-40B4-BE49-F238E27FC236}">
                    <a16:creationId xmlns:a16="http://schemas.microsoft.com/office/drawing/2014/main" id="{6696A4AC-34CE-F2DB-6E7C-4C418F885C44}"/>
                  </a:ext>
                </a:extLst>
              </p:cNvPr>
              <p:cNvSpPr/>
              <p:nvPr/>
            </p:nvSpPr>
            <p:spPr>
              <a:xfrm>
                <a:off x="22928" y="6347997"/>
                <a:ext cx="10553993" cy="377814"/>
              </a:xfrm>
              <a:custGeom>
                <a:avLst/>
                <a:gdLst>
                  <a:gd name="connsiteX0" fmla="*/ 0 w 10553993"/>
                  <a:gd name="connsiteY0" fmla="*/ 377815 h 377814"/>
                  <a:gd name="connsiteX1" fmla="*/ 2255813 w 10553993"/>
                  <a:gd name="connsiteY1" fmla="*/ 346028 h 377814"/>
                  <a:gd name="connsiteX2" fmla="*/ 3234982 w 10553993"/>
                  <a:gd name="connsiteY2" fmla="*/ 126372 h 377814"/>
                  <a:gd name="connsiteX3" fmla="*/ 4035522 w 10553993"/>
                  <a:gd name="connsiteY3" fmla="*/ 289369 h 377814"/>
                  <a:gd name="connsiteX4" fmla="*/ 5225619 w 10553993"/>
                  <a:gd name="connsiteY4" fmla="*/ 366499 h 377814"/>
                  <a:gd name="connsiteX5" fmla="*/ 6127160 w 10553993"/>
                  <a:gd name="connsiteY5" fmla="*/ 170583 h 377814"/>
                  <a:gd name="connsiteX6" fmla="*/ 6653860 w 10553993"/>
                  <a:gd name="connsiteY6" fmla="*/ 112044 h 377814"/>
                  <a:gd name="connsiteX7" fmla="*/ 7390730 w 10553993"/>
                  <a:gd name="connsiteY7" fmla="*/ 196 h 377814"/>
                  <a:gd name="connsiteX8" fmla="*/ 8270406 w 10553993"/>
                  <a:gd name="connsiteY8" fmla="*/ 135115 h 377814"/>
                  <a:gd name="connsiteX9" fmla="*/ 10553994 w 10553993"/>
                  <a:gd name="connsiteY9" fmla="*/ 143951 h 37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53993" h="377814">
                    <a:moveTo>
                      <a:pt x="0" y="377815"/>
                    </a:moveTo>
                    <a:cubicBezTo>
                      <a:pt x="751665" y="368350"/>
                      <a:pt x="1505062" y="372374"/>
                      <a:pt x="2255813" y="346028"/>
                    </a:cubicBezTo>
                    <a:cubicBezTo>
                      <a:pt x="2588438" y="302314"/>
                      <a:pt x="2898928" y="150255"/>
                      <a:pt x="3234982" y="126372"/>
                    </a:cubicBezTo>
                    <a:cubicBezTo>
                      <a:pt x="3512176" y="106798"/>
                      <a:pt x="3768454" y="238426"/>
                      <a:pt x="4035522" y="289369"/>
                    </a:cubicBezTo>
                    <a:cubicBezTo>
                      <a:pt x="4430245" y="327094"/>
                      <a:pt x="4829289" y="338324"/>
                      <a:pt x="5225619" y="366499"/>
                    </a:cubicBezTo>
                    <a:cubicBezTo>
                      <a:pt x="5541801" y="398600"/>
                      <a:pt x="5827877" y="242443"/>
                      <a:pt x="6127160" y="170583"/>
                    </a:cubicBezTo>
                    <a:cubicBezTo>
                      <a:pt x="6300125" y="129407"/>
                      <a:pt x="6480256" y="152598"/>
                      <a:pt x="6653860" y="112044"/>
                    </a:cubicBezTo>
                    <a:cubicBezTo>
                      <a:pt x="6898251" y="68473"/>
                      <a:pt x="7140430" y="-4267"/>
                      <a:pt x="7390730" y="196"/>
                    </a:cubicBezTo>
                    <a:cubicBezTo>
                      <a:pt x="7689441" y="882"/>
                      <a:pt x="7975180" y="103769"/>
                      <a:pt x="8270406" y="135115"/>
                    </a:cubicBezTo>
                    <a:cubicBezTo>
                      <a:pt x="9030712" y="158747"/>
                      <a:pt x="9793024" y="136619"/>
                      <a:pt x="10553994" y="14395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1" name="Freeform: Shape 2830">
                <a:extLst>
                  <a:ext uri="{FF2B5EF4-FFF2-40B4-BE49-F238E27FC236}">
                    <a16:creationId xmlns:a16="http://schemas.microsoft.com/office/drawing/2014/main" id="{B5B55BCC-BAD3-7E9A-EFB9-1B25FAC44A09}"/>
                  </a:ext>
                </a:extLst>
              </p:cNvPr>
              <p:cNvSpPr/>
              <p:nvPr/>
            </p:nvSpPr>
            <p:spPr>
              <a:xfrm>
                <a:off x="163408" y="6348340"/>
                <a:ext cx="10273032" cy="383832"/>
              </a:xfrm>
              <a:custGeom>
                <a:avLst/>
                <a:gdLst>
                  <a:gd name="connsiteX0" fmla="*/ 0 w 10273032"/>
                  <a:gd name="connsiteY0" fmla="*/ 383832 h 383832"/>
                  <a:gd name="connsiteX1" fmla="*/ 2107332 w 10273032"/>
                  <a:gd name="connsiteY1" fmla="*/ 351057 h 383832"/>
                  <a:gd name="connsiteX2" fmla="*/ 3037380 w 10273032"/>
                  <a:gd name="connsiteY2" fmla="*/ 54237 h 383832"/>
                  <a:gd name="connsiteX3" fmla="*/ 3894173 w 10273032"/>
                  <a:gd name="connsiteY3" fmla="*/ 249581 h 383832"/>
                  <a:gd name="connsiteX4" fmla="*/ 4699679 w 10273032"/>
                  <a:gd name="connsiteY4" fmla="*/ 334781 h 383832"/>
                  <a:gd name="connsiteX5" fmla="*/ 6566015 w 10273032"/>
                  <a:gd name="connsiteY5" fmla="*/ 39504 h 383832"/>
                  <a:gd name="connsiteX6" fmla="*/ 8078816 w 10273032"/>
                  <a:gd name="connsiteY6" fmla="*/ 59106 h 383832"/>
                  <a:gd name="connsiteX7" fmla="*/ 10273033 w 10273032"/>
                  <a:gd name="connsiteY7" fmla="*/ 59163 h 38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73032" h="383832">
                    <a:moveTo>
                      <a:pt x="0" y="383832"/>
                    </a:moveTo>
                    <a:cubicBezTo>
                      <a:pt x="702488" y="379552"/>
                      <a:pt x="1405073" y="360275"/>
                      <a:pt x="2107332" y="351057"/>
                    </a:cubicBezTo>
                    <a:cubicBezTo>
                      <a:pt x="2435002" y="316092"/>
                      <a:pt x="2718797" y="125028"/>
                      <a:pt x="3037380" y="54237"/>
                    </a:cubicBezTo>
                    <a:cubicBezTo>
                      <a:pt x="3340692" y="-31865"/>
                      <a:pt x="3615046" y="163188"/>
                      <a:pt x="3894173" y="249581"/>
                    </a:cubicBezTo>
                    <a:cubicBezTo>
                      <a:pt x="4155222" y="320201"/>
                      <a:pt x="4433063" y="288626"/>
                      <a:pt x="4699679" y="334781"/>
                    </a:cubicBezTo>
                    <a:cubicBezTo>
                      <a:pt x="5752805" y="496183"/>
                      <a:pt x="5493727" y="31068"/>
                      <a:pt x="6566015" y="39504"/>
                    </a:cubicBezTo>
                    <a:cubicBezTo>
                      <a:pt x="7070158" y="-41118"/>
                      <a:pt x="7574570" y="20404"/>
                      <a:pt x="8078816" y="59106"/>
                    </a:cubicBezTo>
                    <a:cubicBezTo>
                      <a:pt x="8810159" y="59769"/>
                      <a:pt x="9541621" y="58769"/>
                      <a:pt x="10273033" y="5916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2" name="Freeform: Shape 2831">
                <a:extLst>
                  <a:ext uri="{FF2B5EF4-FFF2-40B4-BE49-F238E27FC236}">
                    <a16:creationId xmlns:a16="http://schemas.microsoft.com/office/drawing/2014/main" id="{59B2F453-562D-AED8-012C-9065DF0616C5}"/>
                  </a:ext>
                </a:extLst>
              </p:cNvPr>
              <p:cNvSpPr/>
              <p:nvPr/>
            </p:nvSpPr>
            <p:spPr>
              <a:xfrm>
                <a:off x="296568" y="6295909"/>
                <a:ext cx="10006713" cy="413283"/>
              </a:xfrm>
              <a:custGeom>
                <a:avLst/>
                <a:gdLst>
                  <a:gd name="connsiteX0" fmla="*/ 0 w 10006713"/>
                  <a:gd name="connsiteY0" fmla="*/ 413284 h 413283"/>
                  <a:gd name="connsiteX1" fmla="*/ 1897209 w 10006713"/>
                  <a:gd name="connsiteY1" fmla="*/ 379130 h 413283"/>
                  <a:gd name="connsiteX2" fmla="*/ 2862535 w 10006713"/>
                  <a:gd name="connsiteY2" fmla="*/ 54535 h 413283"/>
                  <a:gd name="connsiteX3" fmla="*/ 3931966 w 10006713"/>
                  <a:gd name="connsiteY3" fmla="*/ 295675 h 413283"/>
                  <a:gd name="connsiteX4" fmla="*/ 4373478 w 10006713"/>
                  <a:gd name="connsiteY4" fmla="*/ 329501 h 413283"/>
                  <a:gd name="connsiteX5" fmla="*/ 5478794 w 10006713"/>
                  <a:gd name="connsiteY5" fmla="*/ 249886 h 413283"/>
                  <a:gd name="connsiteX6" fmla="*/ 6074628 w 10006713"/>
                  <a:gd name="connsiteY6" fmla="*/ 32778 h 413283"/>
                  <a:gd name="connsiteX7" fmla="*/ 10006713 w 10006713"/>
                  <a:gd name="connsiteY7" fmla="*/ 31539 h 413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6713" h="413283">
                    <a:moveTo>
                      <a:pt x="0" y="413284"/>
                    </a:moveTo>
                    <a:cubicBezTo>
                      <a:pt x="632582" y="412523"/>
                      <a:pt x="1264690" y="382856"/>
                      <a:pt x="1897209" y="379130"/>
                    </a:cubicBezTo>
                    <a:cubicBezTo>
                      <a:pt x="2252842" y="406602"/>
                      <a:pt x="2543809" y="170813"/>
                      <a:pt x="2862535" y="54535"/>
                    </a:cubicBezTo>
                    <a:cubicBezTo>
                      <a:pt x="3249326" y="-133877"/>
                      <a:pt x="3570669" y="220379"/>
                      <a:pt x="3931966" y="295675"/>
                    </a:cubicBezTo>
                    <a:cubicBezTo>
                      <a:pt x="4078784" y="309173"/>
                      <a:pt x="4227134" y="307430"/>
                      <a:pt x="4373478" y="329501"/>
                    </a:cubicBezTo>
                    <a:cubicBezTo>
                      <a:pt x="4744347" y="369078"/>
                      <a:pt x="5149547" y="489258"/>
                      <a:pt x="5478794" y="249886"/>
                    </a:cubicBezTo>
                    <a:cubicBezTo>
                      <a:pt x="5662925" y="146370"/>
                      <a:pt x="5853332" y="12805"/>
                      <a:pt x="6074628" y="32778"/>
                    </a:cubicBezTo>
                    <a:cubicBezTo>
                      <a:pt x="7385180" y="14731"/>
                      <a:pt x="8695870" y="39648"/>
                      <a:pt x="10006713" y="3153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3" name="Freeform: Shape 2832">
                <a:extLst>
                  <a:ext uri="{FF2B5EF4-FFF2-40B4-BE49-F238E27FC236}">
                    <a16:creationId xmlns:a16="http://schemas.microsoft.com/office/drawing/2014/main" id="{6FF18E0C-849A-8CCC-BA39-CB081BB69610}"/>
                  </a:ext>
                </a:extLst>
              </p:cNvPr>
              <p:cNvSpPr/>
              <p:nvPr/>
            </p:nvSpPr>
            <p:spPr>
              <a:xfrm>
                <a:off x="423092" y="6108709"/>
                <a:ext cx="9753670" cy="516609"/>
              </a:xfrm>
              <a:custGeom>
                <a:avLst/>
                <a:gdLst>
                  <a:gd name="connsiteX0" fmla="*/ 0 w 9753670"/>
                  <a:gd name="connsiteY0" fmla="*/ 516610 h 516609"/>
                  <a:gd name="connsiteX1" fmla="*/ 2069099 w 9753670"/>
                  <a:gd name="connsiteY1" fmla="*/ 472776 h 516609"/>
                  <a:gd name="connsiteX2" fmla="*/ 2992026 w 9753670"/>
                  <a:gd name="connsiteY2" fmla="*/ 157439 h 516609"/>
                  <a:gd name="connsiteX3" fmla="*/ 3738742 w 9753670"/>
                  <a:gd name="connsiteY3" fmla="*/ 391497 h 516609"/>
                  <a:gd name="connsiteX4" fmla="*/ 4697273 w 9753670"/>
                  <a:gd name="connsiteY4" fmla="*/ 454505 h 516609"/>
                  <a:gd name="connsiteX5" fmla="*/ 5649038 w 9753670"/>
                  <a:gd name="connsiteY5" fmla="*/ 187186 h 516609"/>
                  <a:gd name="connsiteX6" fmla="*/ 6094031 w 9753670"/>
                  <a:gd name="connsiteY6" fmla="*/ 129304 h 516609"/>
                  <a:gd name="connsiteX7" fmla="*/ 6683887 w 9753670"/>
                  <a:gd name="connsiteY7" fmla="*/ 6203 h 516609"/>
                  <a:gd name="connsiteX8" fmla="*/ 7713484 w 9753670"/>
                  <a:gd name="connsiteY8" fmla="*/ 145690 h 516609"/>
                  <a:gd name="connsiteX9" fmla="*/ 9753671 w 9753670"/>
                  <a:gd name="connsiteY9" fmla="*/ 82030 h 51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53670" h="516609">
                    <a:moveTo>
                      <a:pt x="0" y="516610"/>
                    </a:moveTo>
                    <a:cubicBezTo>
                      <a:pt x="689195" y="503905"/>
                      <a:pt x="1381601" y="507078"/>
                      <a:pt x="2069099" y="472776"/>
                    </a:cubicBezTo>
                    <a:cubicBezTo>
                      <a:pt x="2390385" y="410568"/>
                      <a:pt x="2665150" y="198164"/>
                      <a:pt x="2992026" y="157439"/>
                    </a:cubicBezTo>
                    <a:cubicBezTo>
                      <a:pt x="3261534" y="134225"/>
                      <a:pt x="3488390" y="323088"/>
                      <a:pt x="3738742" y="391497"/>
                    </a:cubicBezTo>
                    <a:cubicBezTo>
                      <a:pt x="4052124" y="452814"/>
                      <a:pt x="4379033" y="426976"/>
                      <a:pt x="4697273" y="454505"/>
                    </a:cubicBezTo>
                    <a:cubicBezTo>
                      <a:pt x="5050883" y="524188"/>
                      <a:pt x="5340976" y="322254"/>
                      <a:pt x="5649038" y="187186"/>
                    </a:cubicBezTo>
                    <a:cubicBezTo>
                      <a:pt x="5790764" y="122406"/>
                      <a:pt x="5945886" y="160126"/>
                      <a:pt x="6094031" y="129304"/>
                    </a:cubicBezTo>
                    <a:cubicBezTo>
                      <a:pt x="6291947" y="94843"/>
                      <a:pt x="6482279" y="19205"/>
                      <a:pt x="6683887" y="6203"/>
                    </a:cubicBezTo>
                    <a:cubicBezTo>
                      <a:pt x="7037389" y="-32950"/>
                      <a:pt x="7365921" y="125247"/>
                      <a:pt x="7713484" y="145690"/>
                    </a:cubicBezTo>
                    <a:cubicBezTo>
                      <a:pt x="8394255" y="155473"/>
                      <a:pt x="9072854" y="72400"/>
                      <a:pt x="9753671" y="8203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4" name="Freeform: Shape 2833">
                <a:extLst>
                  <a:ext uri="{FF2B5EF4-FFF2-40B4-BE49-F238E27FC236}">
                    <a16:creationId xmlns:a16="http://schemas.microsoft.com/office/drawing/2014/main" id="{D714B591-5E2B-1BC1-D3CD-8CF249EBE07A}"/>
                  </a:ext>
                </a:extLst>
              </p:cNvPr>
              <p:cNvSpPr/>
              <p:nvPr/>
            </p:nvSpPr>
            <p:spPr>
              <a:xfrm>
                <a:off x="543439" y="5426933"/>
                <a:ext cx="9512983" cy="1051850"/>
              </a:xfrm>
              <a:custGeom>
                <a:avLst/>
                <a:gdLst>
                  <a:gd name="connsiteX0" fmla="*/ 0 w 9512983"/>
                  <a:gd name="connsiteY0" fmla="*/ 1051756 h 1051850"/>
                  <a:gd name="connsiteX1" fmla="*/ 2926926 w 9512983"/>
                  <a:gd name="connsiteY1" fmla="*/ 965637 h 1051850"/>
                  <a:gd name="connsiteX2" fmla="*/ 3829119 w 9512983"/>
                  <a:gd name="connsiteY2" fmla="*/ 1027947 h 1051850"/>
                  <a:gd name="connsiteX3" fmla="*/ 4680019 w 9512983"/>
                  <a:gd name="connsiteY3" fmla="*/ 841387 h 1051850"/>
                  <a:gd name="connsiteX4" fmla="*/ 5501082 w 9512983"/>
                  <a:gd name="connsiteY4" fmla="*/ 759331 h 1051850"/>
                  <a:gd name="connsiteX5" fmla="*/ 6113124 w 9512983"/>
                  <a:gd name="connsiteY5" fmla="*/ 450635 h 1051850"/>
                  <a:gd name="connsiteX6" fmla="*/ 6690294 w 9512983"/>
                  <a:gd name="connsiteY6" fmla="*/ 65 h 1051850"/>
                  <a:gd name="connsiteX7" fmla="*/ 7395599 w 9512983"/>
                  <a:gd name="connsiteY7" fmla="*/ 648694 h 1051850"/>
                  <a:gd name="connsiteX8" fmla="*/ 9512983 w 9512983"/>
                  <a:gd name="connsiteY8" fmla="*/ 411573 h 1051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12983" h="1051850">
                    <a:moveTo>
                      <a:pt x="0" y="1051756"/>
                    </a:moveTo>
                    <a:cubicBezTo>
                      <a:pt x="977076" y="1049110"/>
                      <a:pt x="1955244" y="1069918"/>
                      <a:pt x="2926926" y="965637"/>
                    </a:cubicBezTo>
                    <a:cubicBezTo>
                      <a:pt x="3229764" y="953287"/>
                      <a:pt x="3526549" y="1041064"/>
                      <a:pt x="3829119" y="1027947"/>
                    </a:cubicBezTo>
                    <a:cubicBezTo>
                      <a:pt x="4121298" y="1011208"/>
                      <a:pt x="4392641" y="885758"/>
                      <a:pt x="4680019" y="841387"/>
                    </a:cubicBezTo>
                    <a:cubicBezTo>
                      <a:pt x="4954985" y="825733"/>
                      <a:pt x="5228059" y="799976"/>
                      <a:pt x="5501082" y="759331"/>
                    </a:cubicBezTo>
                    <a:cubicBezTo>
                      <a:pt x="5784815" y="780414"/>
                      <a:pt x="5939868" y="664468"/>
                      <a:pt x="6113124" y="450635"/>
                    </a:cubicBezTo>
                    <a:cubicBezTo>
                      <a:pt x="6280762" y="288866"/>
                      <a:pt x="6430655" y="-4999"/>
                      <a:pt x="6690294" y="65"/>
                    </a:cubicBezTo>
                    <a:cubicBezTo>
                      <a:pt x="7001201" y="109970"/>
                      <a:pt x="7145448" y="453144"/>
                      <a:pt x="7395599" y="648694"/>
                    </a:cubicBezTo>
                    <a:cubicBezTo>
                      <a:pt x="7736756" y="973014"/>
                      <a:pt x="8969195" y="366059"/>
                      <a:pt x="9512983" y="41157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5" name="Freeform: Shape 2834">
                <a:extLst>
                  <a:ext uri="{FF2B5EF4-FFF2-40B4-BE49-F238E27FC236}">
                    <a16:creationId xmlns:a16="http://schemas.microsoft.com/office/drawing/2014/main" id="{5F211CC2-7CF8-03D5-5CF1-FC613DE8E63F}"/>
                  </a:ext>
                </a:extLst>
              </p:cNvPr>
              <p:cNvSpPr/>
              <p:nvPr/>
            </p:nvSpPr>
            <p:spPr>
              <a:xfrm>
                <a:off x="657973" y="5158229"/>
                <a:ext cx="9283903" cy="1233857"/>
              </a:xfrm>
              <a:custGeom>
                <a:avLst/>
                <a:gdLst>
                  <a:gd name="connsiteX0" fmla="*/ 0 w 9283903"/>
                  <a:gd name="connsiteY0" fmla="*/ 1228832 h 1233857"/>
                  <a:gd name="connsiteX1" fmla="*/ 3625173 w 9283903"/>
                  <a:gd name="connsiteY1" fmla="*/ 1227855 h 1233857"/>
                  <a:gd name="connsiteX2" fmla="*/ 4756743 w 9283903"/>
                  <a:gd name="connsiteY2" fmla="*/ 944014 h 1233857"/>
                  <a:gd name="connsiteX3" fmla="*/ 6234677 w 9283903"/>
                  <a:gd name="connsiteY3" fmla="*/ 184301 h 1233857"/>
                  <a:gd name="connsiteX4" fmla="*/ 6858349 w 9283903"/>
                  <a:gd name="connsiteY4" fmla="*/ 303665 h 1233857"/>
                  <a:gd name="connsiteX5" fmla="*/ 7374962 w 9283903"/>
                  <a:gd name="connsiteY5" fmla="*/ 934121 h 1233857"/>
                  <a:gd name="connsiteX6" fmla="*/ 9283903 w 9283903"/>
                  <a:gd name="connsiteY6" fmla="*/ 512022 h 123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83903" h="1233857">
                    <a:moveTo>
                      <a:pt x="0" y="1228832"/>
                    </a:moveTo>
                    <a:cubicBezTo>
                      <a:pt x="1208483" y="1221031"/>
                      <a:pt x="2416919" y="1244240"/>
                      <a:pt x="3625173" y="1227855"/>
                    </a:cubicBezTo>
                    <a:cubicBezTo>
                      <a:pt x="4031384" y="1270729"/>
                      <a:pt x="4354544" y="925074"/>
                      <a:pt x="4756743" y="944014"/>
                    </a:cubicBezTo>
                    <a:cubicBezTo>
                      <a:pt x="5845588" y="957970"/>
                      <a:pt x="5615256" y="1085700"/>
                      <a:pt x="6234677" y="184301"/>
                    </a:cubicBezTo>
                    <a:cubicBezTo>
                      <a:pt x="6461259" y="-155330"/>
                      <a:pt x="6690339" y="28002"/>
                      <a:pt x="6858349" y="303665"/>
                    </a:cubicBezTo>
                    <a:cubicBezTo>
                      <a:pt x="7018820" y="516640"/>
                      <a:pt x="7122125" y="815026"/>
                      <a:pt x="7374962" y="934121"/>
                    </a:cubicBezTo>
                    <a:cubicBezTo>
                      <a:pt x="8038714" y="978978"/>
                      <a:pt x="8621409" y="506662"/>
                      <a:pt x="9283903" y="51202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6" name="Freeform: Shape 2835">
                <a:extLst>
                  <a:ext uri="{FF2B5EF4-FFF2-40B4-BE49-F238E27FC236}">
                    <a16:creationId xmlns:a16="http://schemas.microsoft.com/office/drawing/2014/main" id="{6AA6833B-09B8-83FD-212F-21DD044ECC01}"/>
                  </a:ext>
                </a:extLst>
              </p:cNvPr>
              <p:cNvSpPr/>
              <p:nvPr/>
            </p:nvSpPr>
            <p:spPr>
              <a:xfrm>
                <a:off x="767078" y="4999794"/>
                <a:ext cx="9065692" cy="1389049"/>
              </a:xfrm>
              <a:custGeom>
                <a:avLst/>
                <a:gdLst>
                  <a:gd name="connsiteX0" fmla="*/ 0 w 9065692"/>
                  <a:gd name="connsiteY0" fmla="*/ 1321681 h 1389049"/>
                  <a:gd name="connsiteX1" fmla="*/ 2186868 w 9065692"/>
                  <a:gd name="connsiteY1" fmla="*/ 1341792 h 1389049"/>
                  <a:gd name="connsiteX2" fmla="*/ 3268837 w 9065692"/>
                  <a:gd name="connsiteY2" fmla="*/ 1350564 h 1389049"/>
                  <a:gd name="connsiteX3" fmla="*/ 3818100 w 9065692"/>
                  <a:gd name="connsiteY3" fmla="*/ 1287848 h 1389049"/>
                  <a:gd name="connsiteX4" fmla="*/ 4513593 w 9065692"/>
                  <a:gd name="connsiteY4" fmla="*/ 979444 h 1389049"/>
                  <a:gd name="connsiteX5" fmla="*/ 6066764 w 9065692"/>
                  <a:gd name="connsiteY5" fmla="*/ 252216 h 1389049"/>
                  <a:gd name="connsiteX6" fmla="*/ 6663501 w 9065692"/>
                  <a:gd name="connsiteY6" fmla="*/ 237968 h 1389049"/>
                  <a:gd name="connsiteX7" fmla="*/ 7164827 w 9065692"/>
                  <a:gd name="connsiteY7" fmla="*/ 922368 h 1389049"/>
                  <a:gd name="connsiteX8" fmla="*/ 9065693 w 9065692"/>
                  <a:gd name="connsiteY8" fmla="*/ 481405 h 138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65692" h="1389049">
                    <a:moveTo>
                      <a:pt x="0" y="1321681"/>
                    </a:moveTo>
                    <a:cubicBezTo>
                      <a:pt x="728560" y="1333860"/>
                      <a:pt x="1459742" y="1294660"/>
                      <a:pt x="2186868" y="1341792"/>
                    </a:cubicBezTo>
                    <a:cubicBezTo>
                      <a:pt x="2546473" y="1385232"/>
                      <a:pt x="2909901" y="1417767"/>
                      <a:pt x="3268837" y="1350564"/>
                    </a:cubicBezTo>
                    <a:cubicBezTo>
                      <a:pt x="3450369" y="1311874"/>
                      <a:pt x="3641232" y="1345501"/>
                      <a:pt x="3818100" y="1287848"/>
                    </a:cubicBezTo>
                    <a:cubicBezTo>
                      <a:pt x="4059045" y="1206787"/>
                      <a:pt x="4261184" y="1028810"/>
                      <a:pt x="4513593" y="979444"/>
                    </a:cubicBezTo>
                    <a:cubicBezTo>
                      <a:pt x="5649032" y="979936"/>
                      <a:pt x="5407105" y="1359405"/>
                      <a:pt x="6066764" y="252216"/>
                    </a:cubicBezTo>
                    <a:cubicBezTo>
                      <a:pt x="6259017" y="-69910"/>
                      <a:pt x="6459613" y="-92953"/>
                      <a:pt x="6663501" y="237968"/>
                    </a:cubicBezTo>
                    <a:cubicBezTo>
                      <a:pt x="6829654" y="463340"/>
                      <a:pt x="6927786" y="759508"/>
                      <a:pt x="7164827" y="922368"/>
                    </a:cubicBezTo>
                    <a:cubicBezTo>
                      <a:pt x="7822681" y="1027598"/>
                      <a:pt x="8405102" y="466368"/>
                      <a:pt x="9065693" y="48140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7" name="Freeform: Shape 2836">
                <a:extLst>
                  <a:ext uri="{FF2B5EF4-FFF2-40B4-BE49-F238E27FC236}">
                    <a16:creationId xmlns:a16="http://schemas.microsoft.com/office/drawing/2014/main" id="{7384CEEB-A6DB-6CC0-7319-96EB2C77FB31}"/>
                  </a:ext>
                </a:extLst>
              </p:cNvPr>
              <p:cNvSpPr/>
              <p:nvPr/>
            </p:nvSpPr>
            <p:spPr>
              <a:xfrm>
                <a:off x="871131" y="4807203"/>
                <a:ext cx="8857604" cy="1601308"/>
              </a:xfrm>
              <a:custGeom>
                <a:avLst/>
                <a:gdLst>
                  <a:gd name="connsiteX0" fmla="*/ 0 w 8857604"/>
                  <a:gd name="connsiteY0" fmla="*/ 1451715 h 1601308"/>
                  <a:gd name="connsiteX1" fmla="*/ 2123757 w 8857604"/>
                  <a:gd name="connsiteY1" fmla="*/ 1496601 h 1601308"/>
                  <a:gd name="connsiteX2" fmla="*/ 3571447 w 8857604"/>
                  <a:gd name="connsiteY2" fmla="*/ 1450081 h 1601308"/>
                  <a:gd name="connsiteX3" fmla="*/ 4378965 w 8857604"/>
                  <a:gd name="connsiteY3" fmla="*/ 1034772 h 1601308"/>
                  <a:gd name="connsiteX4" fmla="*/ 4932171 w 8857604"/>
                  <a:gd name="connsiteY4" fmla="*/ 1100112 h 1601308"/>
                  <a:gd name="connsiteX5" fmla="*/ 5391909 w 8857604"/>
                  <a:gd name="connsiteY5" fmla="*/ 1147832 h 1601308"/>
                  <a:gd name="connsiteX6" fmla="*/ 5849051 w 8857604"/>
                  <a:gd name="connsiteY6" fmla="*/ 453334 h 1601308"/>
                  <a:gd name="connsiteX7" fmla="*/ 6457053 w 8857604"/>
                  <a:gd name="connsiteY7" fmla="*/ 143763 h 1601308"/>
                  <a:gd name="connsiteX8" fmla="*/ 6965014 w 8857604"/>
                  <a:gd name="connsiteY8" fmla="*/ 906105 h 1601308"/>
                  <a:gd name="connsiteX9" fmla="*/ 8857604 w 8857604"/>
                  <a:gd name="connsiteY9" fmla="*/ 442595 h 160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57604" h="1601308">
                    <a:moveTo>
                      <a:pt x="0" y="1451715"/>
                    </a:moveTo>
                    <a:cubicBezTo>
                      <a:pt x="706157" y="1477033"/>
                      <a:pt x="1424007" y="1394275"/>
                      <a:pt x="2123757" y="1496601"/>
                    </a:cubicBezTo>
                    <a:cubicBezTo>
                      <a:pt x="2928600" y="1712994"/>
                      <a:pt x="2862861" y="1541350"/>
                      <a:pt x="3571447" y="1450081"/>
                    </a:cubicBezTo>
                    <a:cubicBezTo>
                      <a:pt x="3880216" y="1405973"/>
                      <a:pt x="4089551" y="1130298"/>
                      <a:pt x="4378965" y="1034772"/>
                    </a:cubicBezTo>
                    <a:cubicBezTo>
                      <a:pt x="4562599" y="975222"/>
                      <a:pt x="4754326" y="1052471"/>
                      <a:pt x="4932171" y="1100112"/>
                    </a:cubicBezTo>
                    <a:cubicBezTo>
                      <a:pt x="5077669" y="1130904"/>
                      <a:pt x="5249016" y="1217767"/>
                      <a:pt x="5391909" y="1147832"/>
                    </a:cubicBezTo>
                    <a:cubicBezTo>
                      <a:pt x="5607912" y="970193"/>
                      <a:pt x="5707342" y="688169"/>
                      <a:pt x="5849051" y="453334"/>
                    </a:cubicBezTo>
                    <a:cubicBezTo>
                      <a:pt x="5974987" y="226997"/>
                      <a:pt x="6205770" y="-234164"/>
                      <a:pt x="6457053" y="143763"/>
                    </a:cubicBezTo>
                    <a:cubicBezTo>
                      <a:pt x="6645699" y="383199"/>
                      <a:pt x="6737648" y="697656"/>
                      <a:pt x="6965014" y="906105"/>
                    </a:cubicBezTo>
                    <a:cubicBezTo>
                      <a:pt x="7476049" y="1120148"/>
                      <a:pt x="8272046" y="408151"/>
                      <a:pt x="8857604" y="44259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8" name="Freeform: Shape 2837">
                <a:extLst>
                  <a:ext uri="{FF2B5EF4-FFF2-40B4-BE49-F238E27FC236}">
                    <a16:creationId xmlns:a16="http://schemas.microsoft.com/office/drawing/2014/main" id="{E397C8AF-3497-497A-6561-2C805ECC389D}"/>
                  </a:ext>
                </a:extLst>
              </p:cNvPr>
              <p:cNvSpPr/>
              <p:nvPr/>
            </p:nvSpPr>
            <p:spPr>
              <a:xfrm>
                <a:off x="970509" y="4664311"/>
                <a:ext cx="8658836" cy="1735519"/>
              </a:xfrm>
              <a:custGeom>
                <a:avLst/>
                <a:gdLst>
                  <a:gd name="connsiteX0" fmla="*/ 0 w 8658836"/>
                  <a:gd name="connsiteY0" fmla="*/ 1534863 h 1735519"/>
                  <a:gd name="connsiteX1" fmla="*/ 1212952 w 8658836"/>
                  <a:gd name="connsiteY1" fmla="*/ 1534863 h 1735519"/>
                  <a:gd name="connsiteX2" fmla="*/ 2000187 w 8658836"/>
                  <a:gd name="connsiteY2" fmla="*/ 1574966 h 1735519"/>
                  <a:gd name="connsiteX3" fmla="*/ 3189210 w 8658836"/>
                  <a:gd name="connsiteY3" fmla="*/ 1598208 h 1735519"/>
                  <a:gd name="connsiteX4" fmla="*/ 3526464 w 8658836"/>
                  <a:gd name="connsiteY4" fmla="*/ 1527628 h 1735519"/>
                  <a:gd name="connsiteX5" fmla="*/ 4181123 w 8658836"/>
                  <a:gd name="connsiteY5" fmla="*/ 1112113 h 1735519"/>
                  <a:gd name="connsiteX6" fmla="*/ 5032132 w 8658836"/>
                  <a:gd name="connsiteY6" fmla="*/ 1232460 h 1735519"/>
                  <a:gd name="connsiteX7" fmla="*/ 5638099 w 8658836"/>
                  <a:gd name="connsiteY7" fmla="*/ 659737 h 1735519"/>
                  <a:gd name="connsiteX8" fmla="*/ 6286266 w 8658836"/>
                  <a:gd name="connsiteY8" fmla="*/ 95564 h 1735519"/>
                  <a:gd name="connsiteX9" fmla="*/ 6805228 w 8658836"/>
                  <a:gd name="connsiteY9" fmla="*/ 905653 h 1735519"/>
                  <a:gd name="connsiteX10" fmla="*/ 8658836 w 8658836"/>
                  <a:gd name="connsiteY10" fmla="*/ 414843 h 173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58836" h="1735519">
                    <a:moveTo>
                      <a:pt x="0" y="1534863"/>
                    </a:moveTo>
                    <a:cubicBezTo>
                      <a:pt x="404336" y="1534863"/>
                      <a:pt x="808644" y="1534863"/>
                      <a:pt x="1212952" y="1534863"/>
                    </a:cubicBezTo>
                    <a:cubicBezTo>
                      <a:pt x="1475133" y="1543962"/>
                      <a:pt x="1743852" y="1506220"/>
                      <a:pt x="2000187" y="1574966"/>
                    </a:cubicBezTo>
                    <a:cubicBezTo>
                      <a:pt x="2461216" y="1717200"/>
                      <a:pt x="2728107" y="1839953"/>
                      <a:pt x="3189210" y="1598208"/>
                    </a:cubicBezTo>
                    <a:cubicBezTo>
                      <a:pt x="3296612" y="1551528"/>
                      <a:pt x="3411352" y="1537606"/>
                      <a:pt x="3526464" y="1527628"/>
                    </a:cubicBezTo>
                    <a:cubicBezTo>
                      <a:pt x="3781930" y="1460305"/>
                      <a:pt x="3956660" y="1238866"/>
                      <a:pt x="4181123" y="1112113"/>
                    </a:cubicBezTo>
                    <a:cubicBezTo>
                      <a:pt x="4459003" y="921164"/>
                      <a:pt x="4757452" y="1156405"/>
                      <a:pt x="5032132" y="1232460"/>
                    </a:cubicBezTo>
                    <a:cubicBezTo>
                      <a:pt x="5381119" y="1365168"/>
                      <a:pt x="5494201" y="883930"/>
                      <a:pt x="5638099" y="659737"/>
                    </a:cubicBezTo>
                    <a:cubicBezTo>
                      <a:pt x="5770213" y="462741"/>
                      <a:pt x="5984902" y="-256429"/>
                      <a:pt x="6286266" y="95564"/>
                    </a:cubicBezTo>
                    <a:cubicBezTo>
                      <a:pt x="6494120" y="340828"/>
                      <a:pt x="6574016" y="678974"/>
                      <a:pt x="6805228" y="905653"/>
                    </a:cubicBezTo>
                    <a:cubicBezTo>
                      <a:pt x="7296209" y="1138208"/>
                      <a:pt x="8088588" y="378319"/>
                      <a:pt x="8658836" y="41484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9" name="Freeform: Shape 2838">
                <a:extLst>
                  <a:ext uri="{FF2B5EF4-FFF2-40B4-BE49-F238E27FC236}">
                    <a16:creationId xmlns:a16="http://schemas.microsoft.com/office/drawing/2014/main" id="{6EF78187-263A-EFBD-5CDD-FC66B97065C8}"/>
                  </a:ext>
                </a:extLst>
              </p:cNvPr>
              <p:cNvSpPr/>
              <p:nvPr/>
            </p:nvSpPr>
            <p:spPr>
              <a:xfrm>
                <a:off x="1065898" y="4632338"/>
                <a:ext cx="8468378" cy="1725281"/>
              </a:xfrm>
              <a:custGeom>
                <a:avLst/>
                <a:gdLst>
                  <a:gd name="connsiteX0" fmla="*/ 0 w 8468378"/>
                  <a:gd name="connsiteY0" fmla="*/ 1533980 h 1725281"/>
                  <a:gd name="connsiteX1" fmla="*/ 1850248 w 8468378"/>
                  <a:gd name="connsiteY1" fmla="*/ 1504554 h 1725281"/>
                  <a:gd name="connsiteX2" fmla="*/ 2806980 w 8468378"/>
                  <a:gd name="connsiteY2" fmla="*/ 1698767 h 1725281"/>
                  <a:gd name="connsiteX3" fmla="*/ 3484550 w 8468378"/>
                  <a:gd name="connsiteY3" fmla="*/ 1492689 h 1725281"/>
                  <a:gd name="connsiteX4" fmla="*/ 3981092 w 8468378"/>
                  <a:gd name="connsiteY4" fmla="*/ 1163700 h 1725281"/>
                  <a:gd name="connsiteX5" fmla="*/ 5087042 w 8468378"/>
                  <a:gd name="connsiteY5" fmla="*/ 1212078 h 1725281"/>
                  <a:gd name="connsiteX6" fmla="*/ 5453293 w 8468378"/>
                  <a:gd name="connsiteY6" fmla="*/ 748431 h 1725281"/>
                  <a:gd name="connsiteX7" fmla="*/ 6132230 w 8468378"/>
                  <a:gd name="connsiteY7" fmla="*/ 80022 h 1725281"/>
                  <a:gd name="connsiteX8" fmla="*/ 6677949 w 8468378"/>
                  <a:gd name="connsiteY8" fmla="*/ 873606 h 1725281"/>
                  <a:gd name="connsiteX9" fmla="*/ 8468378 w 8468378"/>
                  <a:gd name="connsiteY9" fmla="*/ 349061 h 17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68378" h="1725281">
                    <a:moveTo>
                      <a:pt x="0" y="1533980"/>
                    </a:moveTo>
                    <a:cubicBezTo>
                      <a:pt x="616671" y="1566476"/>
                      <a:pt x="1235172" y="1439243"/>
                      <a:pt x="1850248" y="1504554"/>
                    </a:cubicBezTo>
                    <a:cubicBezTo>
                      <a:pt x="2167757" y="1567527"/>
                      <a:pt x="2472812" y="1803706"/>
                      <a:pt x="2806980" y="1698767"/>
                    </a:cubicBezTo>
                    <a:cubicBezTo>
                      <a:pt x="3031013" y="1615139"/>
                      <a:pt x="3242291" y="1507006"/>
                      <a:pt x="3484550" y="1492689"/>
                    </a:cubicBezTo>
                    <a:cubicBezTo>
                      <a:pt x="3674579" y="1426619"/>
                      <a:pt x="3819255" y="1277377"/>
                      <a:pt x="3981092" y="1163700"/>
                    </a:cubicBezTo>
                    <a:cubicBezTo>
                      <a:pt x="4316683" y="841231"/>
                      <a:pt x="4712629" y="1189395"/>
                      <a:pt x="5087042" y="1212078"/>
                    </a:cubicBezTo>
                    <a:cubicBezTo>
                      <a:pt x="5275951" y="1138405"/>
                      <a:pt x="5351989" y="910354"/>
                      <a:pt x="5453293" y="748431"/>
                    </a:cubicBezTo>
                    <a:cubicBezTo>
                      <a:pt x="5586104" y="565562"/>
                      <a:pt x="5845165" y="-256461"/>
                      <a:pt x="6132230" y="80022"/>
                    </a:cubicBezTo>
                    <a:cubicBezTo>
                      <a:pt x="6351320" y="316154"/>
                      <a:pt x="6431804" y="661089"/>
                      <a:pt x="6677949" y="873606"/>
                    </a:cubicBezTo>
                    <a:cubicBezTo>
                      <a:pt x="7238436" y="1059418"/>
                      <a:pt x="7869807" y="314679"/>
                      <a:pt x="8468378" y="34906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0" name="Freeform: Shape 2839">
                <a:extLst>
                  <a:ext uri="{FF2B5EF4-FFF2-40B4-BE49-F238E27FC236}">
                    <a16:creationId xmlns:a16="http://schemas.microsoft.com/office/drawing/2014/main" id="{0BCD05B1-3FC5-F547-4381-2F6E14EE6255}"/>
                  </a:ext>
                </a:extLst>
              </p:cNvPr>
              <p:cNvSpPr/>
              <p:nvPr/>
            </p:nvSpPr>
            <p:spPr>
              <a:xfrm>
                <a:off x="1158144" y="4684939"/>
                <a:ext cx="8285127" cy="1620903"/>
              </a:xfrm>
              <a:custGeom>
                <a:avLst/>
                <a:gdLst>
                  <a:gd name="connsiteX0" fmla="*/ 0 w 8285127"/>
                  <a:gd name="connsiteY0" fmla="*/ 1521682 h 1620903"/>
                  <a:gd name="connsiteX1" fmla="*/ 1752562 w 8285127"/>
                  <a:gd name="connsiteY1" fmla="*/ 1317657 h 1620903"/>
                  <a:gd name="connsiteX2" fmla="*/ 2970006 w 8285127"/>
                  <a:gd name="connsiteY2" fmla="*/ 1503983 h 1620903"/>
                  <a:gd name="connsiteX3" fmla="*/ 3511930 w 8285127"/>
                  <a:gd name="connsiteY3" fmla="*/ 1343500 h 1620903"/>
                  <a:gd name="connsiteX4" fmla="*/ 4207366 w 8285127"/>
                  <a:gd name="connsiteY4" fmla="*/ 949051 h 1620903"/>
                  <a:gd name="connsiteX5" fmla="*/ 4801177 w 8285127"/>
                  <a:gd name="connsiteY5" fmla="*/ 1011944 h 1620903"/>
                  <a:gd name="connsiteX6" fmla="*/ 5195210 w 8285127"/>
                  <a:gd name="connsiteY6" fmla="*/ 839248 h 1620903"/>
                  <a:gd name="connsiteX7" fmla="*/ 5928890 w 8285127"/>
                  <a:gd name="connsiteY7" fmla="*/ 21757 h 1620903"/>
                  <a:gd name="connsiteX8" fmla="*/ 6506917 w 8285127"/>
                  <a:gd name="connsiteY8" fmla="*/ 695973 h 1620903"/>
                  <a:gd name="connsiteX9" fmla="*/ 8285127 w 8285127"/>
                  <a:gd name="connsiteY9" fmla="*/ 108700 h 162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5127" h="1620903">
                    <a:moveTo>
                      <a:pt x="0" y="1521682"/>
                    </a:moveTo>
                    <a:cubicBezTo>
                      <a:pt x="593103" y="1549074"/>
                      <a:pt x="1158093" y="1253837"/>
                      <a:pt x="1752562" y="1317657"/>
                    </a:cubicBezTo>
                    <a:cubicBezTo>
                      <a:pt x="2207727" y="1436500"/>
                      <a:pt x="2475447" y="1808112"/>
                      <a:pt x="2970006" y="1503983"/>
                    </a:cubicBezTo>
                    <a:cubicBezTo>
                      <a:pt x="3137438" y="1397198"/>
                      <a:pt x="3340366" y="1429122"/>
                      <a:pt x="3511930" y="1343500"/>
                    </a:cubicBezTo>
                    <a:cubicBezTo>
                      <a:pt x="3749297" y="1225633"/>
                      <a:pt x="3932966" y="981146"/>
                      <a:pt x="4207366" y="949051"/>
                    </a:cubicBezTo>
                    <a:cubicBezTo>
                      <a:pt x="4406065" y="960829"/>
                      <a:pt x="4603187" y="991907"/>
                      <a:pt x="4801177" y="1011944"/>
                    </a:cubicBezTo>
                    <a:cubicBezTo>
                      <a:pt x="4976136" y="1058533"/>
                      <a:pt x="5102106" y="990924"/>
                      <a:pt x="5195210" y="839248"/>
                    </a:cubicBezTo>
                    <a:cubicBezTo>
                      <a:pt x="5366528" y="667358"/>
                      <a:pt x="5646712" y="-142057"/>
                      <a:pt x="5928890" y="21757"/>
                    </a:cubicBezTo>
                    <a:cubicBezTo>
                      <a:pt x="6177218" y="191556"/>
                      <a:pt x="6272036" y="511356"/>
                      <a:pt x="6506917" y="695973"/>
                    </a:cubicBezTo>
                    <a:cubicBezTo>
                      <a:pt x="7056997" y="934134"/>
                      <a:pt x="7692030" y="72404"/>
                      <a:pt x="8285127" y="10870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1" name="Freeform: Shape 2840">
                <a:extLst>
                  <a:ext uri="{FF2B5EF4-FFF2-40B4-BE49-F238E27FC236}">
                    <a16:creationId xmlns:a16="http://schemas.microsoft.com/office/drawing/2014/main" id="{2059DAF2-9952-D9EF-49DD-62F4935A5A6E}"/>
                  </a:ext>
                </a:extLst>
              </p:cNvPr>
              <p:cNvSpPr/>
              <p:nvPr/>
            </p:nvSpPr>
            <p:spPr>
              <a:xfrm>
                <a:off x="1247081" y="4551874"/>
                <a:ext cx="8109024" cy="1737305"/>
              </a:xfrm>
              <a:custGeom>
                <a:avLst/>
                <a:gdLst>
                  <a:gd name="connsiteX0" fmla="*/ 0 w 8109024"/>
                  <a:gd name="connsiteY0" fmla="*/ 1737306 h 1737305"/>
                  <a:gd name="connsiteX1" fmla="*/ 1451096 w 8109024"/>
                  <a:gd name="connsiteY1" fmla="*/ 1300749 h 1737305"/>
                  <a:gd name="connsiteX2" fmla="*/ 2812163 w 8109024"/>
                  <a:gd name="connsiteY2" fmla="*/ 1634185 h 1737305"/>
                  <a:gd name="connsiteX3" fmla="*/ 3146593 w 8109024"/>
                  <a:gd name="connsiteY3" fmla="*/ 1494270 h 1737305"/>
                  <a:gd name="connsiteX4" fmla="*/ 3452512 w 8109024"/>
                  <a:gd name="connsiteY4" fmla="*/ 1424392 h 1737305"/>
                  <a:gd name="connsiteX5" fmla="*/ 4336514 w 8109024"/>
                  <a:gd name="connsiteY5" fmla="*/ 1067565 h 1737305"/>
                  <a:gd name="connsiteX6" fmla="*/ 4908545 w 8109024"/>
                  <a:gd name="connsiteY6" fmla="*/ 989412 h 1737305"/>
                  <a:gd name="connsiteX7" fmla="*/ 5623692 w 8109024"/>
                  <a:gd name="connsiteY7" fmla="*/ 240919 h 1737305"/>
                  <a:gd name="connsiteX8" fmla="*/ 6292529 w 8109024"/>
                  <a:gd name="connsiteY8" fmla="*/ 667252 h 1737305"/>
                  <a:gd name="connsiteX9" fmla="*/ 8109025 w 8109024"/>
                  <a:gd name="connsiteY9" fmla="*/ 340 h 173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9024" h="1737305">
                    <a:moveTo>
                      <a:pt x="0" y="1737306"/>
                    </a:moveTo>
                    <a:cubicBezTo>
                      <a:pt x="517688" y="1732339"/>
                      <a:pt x="948273" y="1377815"/>
                      <a:pt x="1451096" y="1300749"/>
                    </a:cubicBezTo>
                    <a:cubicBezTo>
                      <a:pt x="1964754" y="1164811"/>
                      <a:pt x="2298573" y="1958551"/>
                      <a:pt x="2812163" y="1634185"/>
                    </a:cubicBezTo>
                    <a:cubicBezTo>
                      <a:pt x="2921691" y="1583606"/>
                      <a:pt x="3028190" y="1521793"/>
                      <a:pt x="3146593" y="1494270"/>
                    </a:cubicBezTo>
                    <a:cubicBezTo>
                      <a:pt x="3250864" y="1478394"/>
                      <a:pt x="3358420" y="1480988"/>
                      <a:pt x="3452512" y="1424392"/>
                    </a:cubicBezTo>
                    <a:cubicBezTo>
                      <a:pt x="3775100" y="1236226"/>
                      <a:pt x="3934669" y="1058061"/>
                      <a:pt x="4336514" y="1067565"/>
                    </a:cubicBezTo>
                    <a:cubicBezTo>
                      <a:pt x="4526217" y="1031915"/>
                      <a:pt x="4716601" y="1001871"/>
                      <a:pt x="4908545" y="989412"/>
                    </a:cubicBezTo>
                    <a:cubicBezTo>
                      <a:pt x="5224590" y="831981"/>
                      <a:pt x="5321563" y="418495"/>
                      <a:pt x="5623692" y="240919"/>
                    </a:cubicBezTo>
                    <a:cubicBezTo>
                      <a:pt x="5913054" y="162109"/>
                      <a:pt x="6078337" y="535156"/>
                      <a:pt x="6292529" y="667252"/>
                    </a:cubicBezTo>
                    <a:cubicBezTo>
                      <a:pt x="6876151" y="1005197"/>
                      <a:pt x="7494571" y="-21377"/>
                      <a:pt x="8109025" y="34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2" name="Freeform: Shape 2841">
                <a:extLst>
                  <a:ext uri="{FF2B5EF4-FFF2-40B4-BE49-F238E27FC236}">
                    <a16:creationId xmlns:a16="http://schemas.microsoft.com/office/drawing/2014/main" id="{56299EE0-0141-1A06-A879-F5F0145BFA20}"/>
                  </a:ext>
                </a:extLst>
              </p:cNvPr>
              <p:cNvSpPr/>
              <p:nvPr/>
            </p:nvSpPr>
            <p:spPr>
              <a:xfrm>
                <a:off x="1332469" y="4305378"/>
                <a:ext cx="7940095" cy="2073939"/>
              </a:xfrm>
              <a:custGeom>
                <a:avLst/>
                <a:gdLst>
                  <a:gd name="connsiteX0" fmla="*/ 0 w 7940095"/>
                  <a:gd name="connsiteY0" fmla="*/ 2073939 h 2073939"/>
                  <a:gd name="connsiteX1" fmla="*/ 1764061 w 7940095"/>
                  <a:gd name="connsiteY1" fmla="*/ 1437357 h 2073939"/>
                  <a:gd name="connsiteX2" fmla="*/ 2460079 w 7940095"/>
                  <a:gd name="connsiteY2" fmla="*/ 1918348 h 2073939"/>
                  <a:gd name="connsiteX3" fmla="*/ 3048570 w 7940095"/>
                  <a:gd name="connsiteY3" fmla="*/ 1699881 h 2073939"/>
                  <a:gd name="connsiteX4" fmla="*/ 3824581 w 7940095"/>
                  <a:gd name="connsiteY4" fmla="*/ 1385905 h 2073939"/>
                  <a:gd name="connsiteX5" fmla="*/ 4145673 w 7940095"/>
                  <a:gd name="connsiteY5" fmla="*/ 1316319 h 2073939"/>
                  <a:gd name="connsiteX6" fmla="*/ 4562005 w 7940095"/>
                  <a:gd name="connsiteY6" fmla="*/ 1129239 h 2073939"/>
                  <a:gd name="connsiteX7" fmla="*/ 5097615 w 7940095"/>
                  <a:gd name="connsiteY7" fmla="*/ 886620 h 2073939"/>
                  <a:gd name="connsiteX8" fmla="*/ 7151551 w 7940095"/>
                  <a:gd name="connsiteY8" fmla="*/ 422533 h 2073939"/>
                  <a:gd name="connsiteX9" fmla="*/ 7940096 w 7940095"/>
                  <a:gd name="connsiteY9" fmla="*/ 0 h 207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40095" h="2073939">
                    <a:moveTo>
                      <a:pt x="0" y="2073939"/>
                    </a:moveTo>
                    <a:cubicBezTo>
                      <a:pt x="593846" y="2071882"/>
                      <a:pt x="1196127" y="1174038"/>
                      <a:pt x="1764061" y="1437357"/>
                    </a:cubicBezTo>
                    <a:cubicBezTo>
                      <a:pt x="2008491" y="1575568"/>
                      <a:pt x="2172923" y="1862410"/>
                      <a:pt x="2460079" y="1918348"/>
                    </a:cubicBezTo>
                    <a:cubicBezTo>
                      <a:pt x="2677175" y="1924887"/>
                      <a:pt x="2848288" y="1758643"/>
                      <a:pt x="3048570" y="1699881"/>
                    </a:cubicBezTo>
                    <a:cubicBezTo>
                      <a:pt x="3344247" y="1691652"/>
                      <a:pt x="3571932" y="1518276"/>
                      <a:pt x="3824581" y="1385905"/>
                    </a:cubicBezTo>
                    <a:cubicBezTo>
                      <a:pt x="3924942" y="1331686"/>
                      <a:pt x="4039614" y="1347448"/>
                      <a:pt x="4145673" y="1316319"/>
                    </a:cubicBezTo>
                    <a:cubicBezTo>
                      <a:pt x="4292011" y="1272308"/>
                      <a:pt x="4421256" y="1186948"/>
                      <a:pt x="4562005" y="1129239"/>
                    </a:cubicBezTo>
                    <a:cubicBezTo>
                      <a:pt x="4784724" y="1053920"/>
                      <a:pt x="4922296" y="1091074"/>
                      <a:pt x="5097615" y="886620"/>
                    </a:cubicBezTo>
                    <a:cubicBezTo>
                      <a:pt x="5942360" y="-54481"/>
                      <a:pt x="5901647" y="1559023"/>
                      <a:pt x="7151551" y="422533"/>
                    </a:cubicBezTo>
                    <a:cubicBezTo>
                      <a:pt x="7387049" y="243247"/>
                      <a:pt x="7630005" y="16596"/>
                      <a:pt x="7940096" y="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3" name="Freeform: Shape 2842">
                <a:extLst>
                  <a:ext uri="{FF2B5EF4-FFF2-40B4-BE49-F238E27FC236}">
                    <a16:creationId xmlns:a16="http://schemas.microsoft.com/office/drawing/2014/main" id="{BCFF63CE-EDAC-66C1-B47D-328306E10D63}"/>
                  </a:ext>
                </a:extLst>
              </p:cNvPr>
              <p:cNvSpPr/>
              <p:nvPr/>
            </p:nvSpPr>
            <p:spPr>
              <a:xfrm>
                <a:off x="1414085" y="4101375"/>
                <a:ext cx="7778309" cy="2341006"/>
              </a:xfrm>
              <a:custGeom>
                <a:avLst/>
                <a:gdLst>
                  <a:gd name="connsiteX0" fmla="*/ 0 w 7778309"/>
                  <a:gd name="connsiteY0" fmla="*/ 2341007 h 2341006"/>
                  <a:gd name="connsiteX1" fmla="*/ 1578866 w 7778309"/>
                  <a:gd name="connsiteY1" fmla="*/ 1450987 h 2341006"/>
                  <a:gd name="connsiteX2" fmla="*/ 2250178 w 7778309"/>
                  <a:gd name="connsiteY2" fmla="*/ 2011748 h 2341006"/>
                  <a:gd name="connsiteX3" fmla="*/ 2938556 w 7778309"/>
                  <a:gd name="connsiteY3" fmla="*/ 1873652 h 2341006"/>
                  <a:gd name="connsiteX4" fmla="*/ 3285874 w 7778309"/>
                  <a:gd name="connsiteY4" fmla="*/ 1802231 h 2341006"/>
                  <a:gd name="connsiteX5" fmla="*/ 3753424 w 7778309"/>
                  <a:gd name="connsiteY5" fmla="*/ 1575768 h 2341006"/>
                  <a:gd name="connsiteX6" fmla="*/ 4461478 w 7778309"/>
                  <a:gd name="connsiteY6" fmla="*/ 1224079 h 2341006"/>
                  <a:gd name="connsiteX7" fmla="*/ 4909460 w 7778309"/>
                  <a:gd name="connsiteY7" fmla="*/ 1080112 h 2341006"/>
                  <a:gd name="connsiteX8" fmla="*/ 6192614 w 7778309"/>
                  <a:gd name="connsiteY8" fmla="*/ 943249 h 2341006"/>
                  <a:gd name="connsiteX9" fmla="*/ 7778309 w 7778309"/>
                  <a:gd name="connsiteY9" fmla="*/ 0 h 234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8309" h="2341006">
                    <a:moveTo>
                      <a:pt x="0" y="2341007"/>
                    </a:moveTo>
                    <a:cubicBezTo>
                      <a:pt x="625844" y="2264694"/>
                      <a:pt x="945261" y="1491592"/>
                      <a:pt x="1578866" y="1450987"/>
                    </a:cubicBezTo>
                    <a:cubicBezTo>
                      <a:pt x="1867599" y="1537398"/>
                      <a:pt x="2009491" y="1849168"/>
                      <a:pt x="2250178" y="2011748"/>
                    </a:cubicBezTo>
                    <a:cubicBezTo>
                      <a:pt x="2477093" y="2196069"/>
                      <a:pt x="2722780" y="1958707"/>
                      <a:pt x="2938556" y="1873652"/>
                    </a:cubicBezTo>
                    <a:cubicBezTo>
                      <a:pt x="3048398" y="1819679"/>
                      <a:pt x="3174214" y="1849619"/>
                      <a:pt x="3285874" y="1802231"/>
                    </a:cubicBezTo>
                    <a:cubicBezTo>
                      <a:pt x="3449111" y="1742909"/>
                      <a:pt x="3591112" y="1637205"/>
                      <a:pt x="3753424" y="1575768"/>
                    </a:cubicBezTo>
                    <a:cubicBezTo>
                      <a:pt x="4114274" y="1520927"/>
                      <a:pt x="4179088" y="1434957"/>
                      <a:pt x="4461478" y="1224079"/>
                    </a:cubicBezTo>
                    <a:cubicBezTo>
                      <a:pt x="4592694" y="1114294"/>
                      <a:pt x="4770259" y="1170889"/>
                      <a:pt x="4909460" y="1080112"/>
                    </a:cubicBezTo>
                    <a:cubicBezTo>
                      <a:pt x="5437223" y="689086"/>
                      <a:pt x="5632590" y="922104"/>
                      <a:pt x="6192614" y="943249"/>
                    </a:cubicBezTo>
                    <a:cubicBezTo>
                      <a:pt x="6843656" y="892454"/>
                      <a:pt x="7136589" y="75661"/>
                      <a:pt x="7778309" y="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4" name="Freeform: Shape 2843">
                <a:extLst>
                  <a:ext uri="{FF2B5EF4-FFF2-40B4-BE49-F238E27FC236}">
                    <a16:creationId xmlns:a16="http://schemas.microsoft.com/office/drawing/2014/main" id="{C114B2B0-D83A-302E-5A10-AAC78686777D}"/>
                  </a:ext>
                </a:extLst>
              </p:cNvPr>
              <p:cNvSpPr/>
              <p:nvPr/>
            </p:nvSpPr>
            <p:spPr>
              <a:xfrm>
                <a:off x="8919737" y="4033092"/>
                <a:ext cx="3022697" cy="3495574"/>
              </a:xfrm>
              <a:custGeom>
                <a:avLst/>
                <a:gdLst>
                  <a:gd name="connsiteX0" fmla="*/ 0 w 3022697"/>
                  <a:gd name="connsiteY0" fmla="*/ 0 h 3495574"/>
                  <a:gd name="connsiteX1" fmla="*/ 366183 w 3022697"/>
                  <a:gd name="connsiteY1" fmla="*/ 913697 h 3495574"/>
                  <a:gd name="connsiteX2" fmla="*/ 516767 w 3022697"/>
                  <a:gd name="connsiteY2" fmla="*/ 1112733 h 3495574"/>
                  <a:gd name="connsiteX3" fmla="*/ 710923 w 3022697"/>
                  <a:gd name="connsiteY3" fmla="*/ 1536101 h 3495574"/>
                  <a:gd name="connsiteX4" fmla="*/ 860902 w 3022697"/>
                  <a:gd name="connsiteY4" fmla="*/ 1750533 h 3495574"/>
                  <a:gd name="connsiteX5" fmla="*/ 1005857 w 3022697"/>
                  <a:gd name="connsiteY5" fmla="*/ 2155629 h 3495574"/>
                  <a:gd name="connsiteX6" fmla="*/ 1677604 w 3022697"/>
                  <a:gd name="connsiteY6" fmla="*/ 2643308 h 3495574"/>
                  <a:gd name="connsiteX7" fmla="*/ 3022698 w 3022697"/>
                  <a:gd name="connsiteY7" fmla="*/ 3495574 h 349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2697" h="3495574">
                    <a:moveTo>
                      <a:pt x="0" y="0"/>
                    </a:moveTo>
                    <a:cubicBezTo>
                      <a:pt x="189578" y="267559"/>
                      <a:pt x="214667" y="623718"/>
                      <a:pt x="366183" y="913697"/>
                    </a:cubicBezTo>
                    <a:cubicBezTo>
                      <a:pt x="396272" y="997536"/>
                      <a:pt x="469505" y="1042370"/>
                      <a:pt x="516767" y="1112733"/>
                    </a:cubicBezTo>
                    <a:cubicBezTo>
                      <a:pt x="594377" y="1247019"/>
                      <a:pt x="641675" y="1397512"/>
                      <a:pt x="710923" y="1536101"/>
                    </a:cubicBezTo>
                    <a:cubicBezTo>
                      <a:pt x="742019" y="1623511"/>
                      <a:pt x="814668" y="1675289"/>
                      <a:pt x="860902" y="1750533"/>
                    </a:cubicBezTo>
                    <a:cubicBezTo>
                      <a:pt x="919989" y="1880092"/>
                      <a:pt x="951319" y="2024064"/>
                      <a:pt x="1005857" y="2155629"/>
                    </a:cubicBezTo>
                    <a:cubicBezTo>
                      <a:pt x="1067962" y="2324965"/>
                      <a:pt x="1512715" y="2511154"/>
                      <a:pt x="1677604" y="2643308"/>
                    </a:cubicBezTo>
                    <a:cubicBezTo>
                      <a:pt x="2125980" y="2927378"/>
                      <a:pt x="2574196" y="3211390"/>
                      <a:pt x="3022698" y="349557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5" name="Freeform: Shape 2844">
                <a:extLst>
                  <a:ext uri="{FF2B5EF4-FFF2-40B4-BE49-F238E27FC236}">
                    <a16:creationId xmlns:a16="http://schemas.microsoft.com/office/drawing/2014/main" id="{369349C7-5086-A7D1-9263-AA21E9AC63BD}"/>
                  </a:ext>
                </a:extLst>
              </p:cNvPr>
              <p:cNvSpPr/>
              <p:nvPr/>
            </p:nvSpPr>
            <p:spPr>
              <a:xfrm>
                <a:off x="8724073" y="4149090"/>
                <a:ext cx="2859317" cy="3379582"/>
              </a:xfrm>
              <a:custGeom>
                <a:avLst/>
                <a:gdLst>
                  <a:gd name="connsiteX0" fmla="*/ 0 w 2859317"/>
                  <a:gd name="connsiteY0" fmla="*/ 0 h 3379582"/>
                  <a:gd name="connsiteX1" fmla="*/ 349838 w 2859317"/>
                  <a:gd name="connsiteY1" fmla="*/ 873755 h 3379582"/>
                  <a:gd name="connsiteX2" fmla="*/ 486192 w 2859317"/>
                  <a:gd name="connsiteY2" fmla="*/ 1056252 h 3379582"/>
                  <a:gd name="connsiteX3" fmla="*/ 664837 w 2859317"/>
                  <a:gd name="connsiteY3" fmla="*/ 1457788 h 3379582"/>
                  <a:gd name="connsiteX4" fmla="*/ 812724 w 2859317"/>
                  <a:gd name="connsiteY4" fmla="*/ 1679381 h 3379582"/>
                  <a:gd name="connsiteX5" fmla="*/ 956273 w 2859317"/>
                  <a:gd name="connsiteY5" fmla="*/ 2057543 h 3379582"/>
                  <a:gd name="connsiteX6" fmla="*/ 1171752 w 2859317"/>
                  <a:gd name="connsiteY6" fmla="*/ 2249173 h 3379582"/>
                  <a:gd name="connsiteX7" fmla="*/ 1586826 w 2859317"/>
                  <a:gd name="connsiteY7" fmla="*/ 2527208 h 3379582"/>
                  <a:gd name="connsiteX8" fmla="*/ 2859317 w 2859317"/>
                  <a:gd name="connsiteY8" fmla="*/ 3379583 h 337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9317" h="3379582">
                    <a:moveTo>
                      <a:pt x="0" y="0"/>
                    </a:moveTo>
                    <a:cubicBezTo>
                      <a:pt x="178977" y="257569"/>
                      <a:pt x="204494" y="596520"/>
                      <a:pt x="349838" y="873755"/>
                    </a:cubicBezTo>
                    <a:cubicBezTo>
                      <a:pt x="378019" y="949524"/>
                      <a:pt x="443570" y="991724"/>
                      <a:pt x="486192" y="1056252"/>
                    </a:cubicBezTo>
                    <a:cubicBezTo>
                      <a:pt x="558509" y="1183428"/>
                      <a:pt x="602395" y="1325686"/>
                      <a:pt x="664837" y="1457788"/>
                    </a:cubicBezTo>
                    <a:cubicBezTo>
                      <a:pt x="695773" y="1546262"/>
                      <a:pt x="761398" y="1605784"/>
                      <a:pt x="812724" y="1679381"/>
                    </a:cubicBezTo>
                    <a:cubicBezTo>
                      <a:pt x="870743" y="1800025"/>
                      <a:pt x="901472" y="1935368"/>
                      <a:pt x="956273" y="2057543"/>
                    </a:cubicBezTo>
                    <a:cubicBezTo>
                      <a:pt x="990678" y="2156378"/>
                      <a:pt x="1094914" y="2190011"/>
                      <a:pt x="1171752" y="2249173"/>
                    </a:cubicBezTo>
                    <a:cubicBezTo>
                      <a:pt x="1310095" y="2341836"/>
                      <a:pt x="1448427" y="2434499"/>
                      <a:pt x="1586826" y="2527208"/>
                    </a:cubicBezTo>
                    <a:cubicBezTo>
                      <a:pt x="2010988" y="2811329"/>
                      <a:pt x="2435007" y="3095364"/>
                      <a:pt x="2859317" y="337958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6" name="Freeform: Shape 2845">
                <a:extLst>
                  <a:ext uri="{FF2B5EF4-FFF2-40B4-BE49-F238E27FC236}">
                    <a16:creationId xmlns:a16="http://schemas.microsoft.com/office/drawing/2014/main" id="{DC60DB0C-3874-06A6-3772-18EDD32CD3ED}"/>
                  </a:ext>
                </a:extLst>
              </p:cNvPr>
              <p:cNvSpPr/>
              <p:nvPr/>
            </p:nvSpPr>
            <p:spPr>
              <a:xfrm>
                <a:off x="8528408" y="4311813"/>
                <a:ext cx="2695925" cy="3216859"/>
              </a:xfrm>
              <a:custGeom>
                <a:avLst/>
                <a:gdLst>
                  <a:gd name="connsiteX0" fmla="*/ 0 w 2695925"/>
                  <a:gd name="connsiteY0" fmla="*/ 0 h 3216859"/>
                  <a:gd name="connsiteX1" fmla="*/ 323469 w 2695925"/>
                  <a:gd name="connsiteY1" fmla="*/ 796894 h 3216859"/>
                  <a:gd name="connsiteX2" fmla="*/ 459006 w 2695925"/>
                  <a:gd name="connsiteY2" fmla="*/ 983580 h 3216859"/>
                  <a:gd name="connsiteX3" fmla="*/ 624158 w 2695925"/>
                  <a:gd name="connsiteY3" fmla="*/ 1363976 h 3216859"/>
                  <a:gd name="connsiteX4" fmla="*/ 771279 w 2695925"/>
                  <a:gd name="connsiteY4" fmla="*/ 1589736 h 3216859"/>
                  <a:gd name="connsiteX5" fmla="*/ 899192 w 2695925"/>
                  <a:gd name="connsiteY5" fmla="*/ 1899774 h 3216859"/>
                  <a:gd name="connsiteX6" fmla="*/ 1490220 w 2695925"/>
                  <a:gd name="connsiteY6" fmla="*/ 2360318 h 3216859"/>
                  <a:gd name="connsiteX7" fmla="*/ 2695926 w 2695925"/>
                  <a:gd name="connsiteY7" fmla="*/ 3216859 h 321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925" h="3216859">
                    <a:moveTo>
                      <a:pt x="0" y="0"/>
                    </a:moveTo>
                    <a:cubicBezTo>
                      <a:pt x="165358" y="234092"/>
                      <a:pt x="192099" y="543136"/>
                      <a:pt x="323469" y="796894"/>
                    </a:cubicBezTo>
                    <a:cubicBezTo>
                      <a:pt x="351261" y="873806"/>
                      <a:pt x="416189" y="918097"/>
                      <a:pt x="459006" y="983580"/>
                    </a:cubicBezTo>
                    <a:cubicBezTo>
                      <a:pt x="525826" y="1104298"/>
                      <a:pt x="566917" y="1238595"/>
                      <a:pt x="624158" y="1363976"/>
                    </a:cubicBezTo>
                    <a:cubicBezTo>
                      <a:pt x="654534" y="1453639"/>
                      <a:pt x="718627" y="1515692"/>
                      <a:pt x="771279" y="1589736"/>
                    </a:cubicBezTo>
                    <a:cubicBezTo>
                      <a:pt x="821205" y="1688788"/>
                      <a:pt x="851250" y="1799688"/>
                      <a:pt x="899192" y="1899774"/>
                    </a:cubicBezTo>
                    <a:cubicBezTo>
                      <a:pt x="1041490" y="2097930"/>
                      <a:pt x="1303111" y="2201504"/>
                      <a:pt x="1490220" y="2360318"/>
                    </a:cubicBezTo>
                    <a:cubicBezTo>
                      <a:pt x="1892134" y="2645811"/>
                      <a:pt x="2293876" y="2931229"/>
                      <a:pt x="2695926" y="321685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7" name="Freeform: Shape 2846">
                <a:extLst>
                  <a:ext uri="{FF2B5EF4-FFF2-40B4-BE49-F238E27FC236}">
                    <a16:creationId xmlns:a16="http://schemas.microsoft.com/office/drawing/2014/main" id="{2E92895F-63B6-95FB-7662-ACBCC63FED7F}"/>
                  </a:ext>
                </a:extLst>
              </p:cNvPr>
              <p:cNvSpPr/>
              <p:nvPr/>
            </p:nvSpPr>
            <p:spPr>
              <a:xfrm>
                <a:off x="8332744" y="4496630"/>
                <a:ext cx="2532538" cy="3032036"/>
              </a:xfrm>
              <a:custGeom>
                <a:avLst/>
                <a:gdLst>
                  <a:gd name="connsiteX0" fmla="*/ 0 w 2532538"/>
                  <a:gd name="connsiteY0" fmla="*/ 0 h 3032036"/>
                  <a:gd name="connsiteX1" fmla="*/ 311564 w 2532538"/>
                  <a:gd name="connsiteY1" fmla="*/ 740973 h 3032036"/>
                  <a:gd name="connsiteX2" fmla="*/ 601401 w 2532538"/>
                  <a:gd name="connsiteY2" fmla="*/ 1297339 h 3032036"/>
                  <a:gd name="connsiteX3" fmla="*/ 820314 w 2532538"/>
                  <a:gd name="connsiteY3" fmla="*/ 1679313 h 3032036"/>
                  <a:gd name="connsiteX4" fmla="*/ 1408021 w 2532538"/>
                  <a:gd name="connsiteY4" fmla="*/ 2181633 h 3032036"/>
                  <a:gd name="connsiteX5" fmla="*/ 2532539 w 2532538"/>
                  <a:gd name="connsiteY5" fmla="*/ 3032036 h 303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38" h="3032036">
                    <a:moveTo>
                      <a:pt x="0" y="0"/>
                    </a:moveTo>
                    <a:cubicBezTo>
                      <a:pt x="157859" y="216467"/>
                      <a:pt x="182549" y="506869"/>
                      <a:pt x="311564" y="740973"/>
                    </a:cubicBezTo>
                    <a:cubicBezTo>
                      <a:pt x="450730" y="903707"/>
                      <a:pt x="521728" y="1099315"/>
                      <a:pt x="601401" y="1297339"/>
                    </a:cubicBezTo>
                    <a:cubicBezTo>
                      <a:pt x="671192" y="1428641"/>
                      <a:pt x="775554" y="1532203"/>
                      <a:pt x="820314" y="1679313"/>
                    </a:cubicBezTo>
                    <a:cubicBezTo>
                      <a:pt x="945724" y="1901534"/>
                      <a:pt x="1221272" y="2010617"/>
                      <a:pt x="1408021" y="2181633"/>
                    </a:cubicBezTo>
                    <a:cubicBezTo>
                      <a:pt x="1782874" y="2465079"/>
                      <a:pt x="2157544" y="2748435"/>
                      <a:pt x="2532539" y="3032036"/>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8" name="Freeform: Shape 2847">
                <a:extLst>
                  <a:ext uri="{FF2B5EF4-FFF2-40B4-BE49-F238E27FC236}">
                    <a16:creationId xmlns:a16="http://schemas.microsoft.com/office/drawing/2014/main" id="{45309104-1858-F39F-D197-E5682E8B9119}"/>
                  </a:ext>
                </a:extLst>
              </p:cNvPr>
              <p:cNvSpPr/>
              <p:nvPr/>
            </p:nvSpPr>
            <p:spPr>
              <a:xfrm>
                <a:off x="8137079" y="4678921"/>
                <a:ext cx="2369147" cy="2849745"/>
              </a:xfrm>
              <a:custGeom>
                <a:avLst/>
                <a:gdLst>
                  <a:gd name="connsiteX0" fmla="*/ 0 w 2369147"/>
                  <a:gd name="connsiteY0" fmla="*/ 0 h 2849745"/>
                  <a:gd name="connsiteX1" fmla="*/ 373607 w 2369147"/>
                  <a:gd name="connsiteY1" fmla="*/ 773600 h 2849745"/>
                  <a:gd name="connsiteX2" fmla="*/ 673090 w 2369147"/>
                  <a:gd name="connsiteY2" fmla="*/ 1356147 h 2849745"/>
                  <a:gd name="connsiteX3" fmla="*/ 1285812 w 2369147"/>
                  <a:gd name="connsiteY3" fmla="*/ 1973927 h 2849745"/>
                  <a:gd name="connsiteX4" fmla="*/ 2369148 w 2369147"/>
                  <a:gd name="connsiteY4" fmla="*/ 2849745 h 2849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147" h="2849745">
                    <a:moveTo>
                      <a:pt x="0" y="0"/>
                    </a:moveTo>
                    <a:cubicBezTo>
                      <a:pt x="178103" y="224337"/>
                      <a:pt x="167432" y="567105"/>
                      <a:pt x="373607" y="773600"/>
                    </a:cubicBezTo>
                    <a:cubicBezTo>
                      <a:pt x="503812" y="949067"/>
                      <a:pt x="508629" y="1204305"/>
                      <a:pt x="673090" y="1356147"/>
                    </a:cubicBezTo>
                    <a:cubicBezTo>
                      <a:pt x="795631" y="1634902"/>
                      <a:pt x="1061699" y="1783006"/>
                      <a:pt x="1285812" y="1973927"/>
                    </a:cubicBezTo>
                    <a:cubicBezTo>
                      <a:pt x="1646915" y="2265866"/>
                      <a:pt x="2007857" y="2557668"/>
                      <a:pt x="2369148" y="284974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9" name="Freeform: Shape 2848">
                <a:extLst>
                  <a:ext uri="{FF2B5EF4-FFF2-40B4-BE49-F238E27FC236}">
                    <a16:creationId xmlns:a16="http://schemas.microsoft.com/office/drawing/2014/main" id="{868333FA-092A-625F-1C0F-80F7CBA32496}"/>
                  </a:ext>
                </a:extLst>
              </p:cNvPr>
              <p:cNvSpPr/>
              <p:nvPr/>
            </p:nvSpPr>
            <p:spPr>
              <a:xfrm>
                <a:off x="7941415" y="4834044"/>
                <a:ext cx="2205761" cy="2694634"/>
              </a:xfrm>
              <a:custGeom>
                <a:avLst/>
                <a:gdLst>
                  <a:gd name="connsiteX0" fmla="*/ 0 w 2205761"/>
                  <a:gd name="connsiteY0" fmla="*/ 0 h 2694634"/>
                  <a:gd name="connsiteX1" fmla="*/ 273268 w 2205761"/>
                  <a:gd name="connsiteY1" fmla="*/ 611442 h 2694634"/>
                  <a:gd name="connsiteX2" fmla="*/ 591165 w 2205761"/>
                  <a:gd name="connsiteY2" fmla="*/ 1231565 h 2694634"/>
                  <a:gd name="connsiteX3" fmla="*/ 1170329 w 2205761"/>
                  <a:gd name="connsiteY3" fmla="*/ 1795516 h 2694634"/>
                  <a:gd name="connsiteX4" fmla="*/ 2205761 w 2205761"/>
                  <a:gd name="connsiteY4" fmla="*/ 2694634 h 2694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5761" h="2694634">
                    <a:moveTo>
                      <a:pt x="0" y="0"/>
                    </a:moveTo>
                    <a:cubicBezTo>
                      <a:pt x="136365" y="176817"/>
                      <a:pt x="160820" y="419230"/>
                      <a:pt x="273268" y="611442"/>
                    </a:cubicBezTo>
                    <a:cubicBezTo>
                      <a:pt x="439597" y="784635"/>
                      <a:pt x="459583" y="1037096"/>
                      <a:pt x="591165" y="1231565"/>
                    </a:cubicBezTo>
                    <a:cubicBezTo>
                      <a:pt x="755443" y="1447324"/>
                      <a:pt x="962108" y="1619951"/>
                      <a:pt x="1170329" y="1795516"/>
                    </a:cubicBezTo>
                    <a:cubicBezTo>
                      <a:pt x="1515464" y="2095234"/>
                      <a:pt x="1860427" y="2394768"/>
                      <a:pt x="2205761" y="269463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0" name="Freeform: Shape 2849">
                <a:extLst>
                  <a:ext uri="{FF2B5EF4-FFF2-40B4-BE49-F238E27FC236}">
                    <a16:creationId xmlns:a16="http://schemas.microsoft.com/office/drawing/2014/main" id="{24764C62-A9E9-AB22-5323-FE21297E56EB}"/>
                  </a:ext>
                </a:extLst>
              </p:cNvPr>
              <p:cNvSpPr/>
              <p:nvPr/>
            </p:nvSpPr>
            <p:spPr>
              <a:xfrm>
                <a:off x="7745745" y="4937365"/>
                <a:ext cx="2042369" cy="2591301"/>
              </a:xfrm>
              <a:custGeom>
                <a:avLst/>
                <a:gdLst>
                  <a:gd name="connsiteX0" fmla="*/ 0 w 2042369"/>
                  <a:gd name="connsiteY0" fmla="*/ 0 h 2591301"/>
                  <a:gd name="connsiteX1" fmla="*/ 244814 w 2042369"/>
                  <a:gd name="connsiteY1" fmla="*/ 553040 h 2591301"/>
                  <a:gd name="connsiteX2" fmla="*/ 530317 w 2042369"/>
                  <a:gd name="connsiteY2" fmla="*/ 1149526 h 2591301"/>
                  <a:gd name="connsiteX3" fmla="*/ 2042370 w 2042369"/>
                  <a:gd name="connsiteY3" fmla="*/ 2591301 h 2591301"/>
                </a:gdLst>
                <a:ahLst/>
                <a:cxnLst>
                  <a:cxn ang="0">
                    <a:pos x="connsiteX0" y="connsiteY0"/>
                  </a:cxn>
                  <a:cxn ang="0">
                    <a:pos x="connsiteX1" y="connsiteY1"/>
                  </a:cxn>
                  <a:cxn ang="0">
                    <a:pos x="connsiteX2" y="connsiteY2"/>
                  </a:cxn>
                  <a:cxn ang="0">
                    <a:pos x="connsiteX3" y="connsiteY3"/>
                  </a:cxn>
                </a:cxnLst>
                <a:rect l="l" t="t" r="r" b="b"/>
                <a:pathLst>
                  <a:path w="2042369" h="2591301">
                    <a:moveTo>
                      <a:pt x="0" y="0"/>
                    </a:moveTo>
                    <a:cubicBezTo>
                      <a:pt x="120649" y="161591"/>
                      <a:pt x="148081" y="377041"/>
                      <a:pt x="244814" y="553040"/>
                    </a:cubicBezTo>
                    <a:cubicBezTo>
                      <a:pt x="391820" y="725593"/>
                      <a:pt x="427334" y="952067"/>
                      <a:pt x="530317" y="1149526"/>
                    </a:cubicBezTo>
                    <a:cubicBezTo>
                      <a:pt x="1007320" y="1654464"/>
                      <a:pt x="1542450" y="2106857"/>
                      <a:pt x="2042370" y="259130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1" name="Freeform: Shape 2850">
                <a:extLst>
                  <a:ext uri="{FF2B5EF4-FFF2-40B4-BE49-F238E27FC236}">
                    <a16:creationId xmlns:a16="http://schemas.microsoft.com/office/drawing/2014/main" id="{BBF81F24-0C2E-D82F-0AA6-296A82C302E7}"/>
                  </a:ext>
                </a:extLst>
              </p:cNvPr>
              <p:cNvSpPr/>
              <p:nvPr/>
            </p:nvSpPr>
            <p:spPr>
              <a:xfrm>
                <a:off x="7550057" y="4966478"/>
                <a:ext cx="1878994" cy="2562302"/>
              </a:xfrm>
              <a:custGeom>
                <a:avLst/>
                <a:gdLst>
                  <a:gd name="connsiteX0" fmla="*/ 0 w 1878994"/>
                  <a:gd name="connsiteY0" fmla="*/ 0 h 2562302"/>
                  <a:gd name="connsiteX1" fmla="*/ 245654 w 1878994"/>
                  <a:gd name="connsiteY1" fmla="*/ 565414 h 2562302"/>
                  <a:gd name="connsiteX2" fmla="*/ 492490 w 1878994"/>
                  <a:gd name="connsiteY2" fmla="*/ 1136233 h 2562302"/>
                  <a:gd name="connsiteX3" fmla="*/ 1878995 w 1878994"/>
                  <a:gd name="connsiteY3" fmla="*/ 2562303 h 2562302"/>
                </a:gdLst>
                <a:ahLst/>
                <a:cxnLst>
                  <a:cxn ang="0">
                    <a:pos x="connsiteX0" y="connsiteY0"/>
                  </a:cxn>
                  <a:cxn ang="0">
                    <a:pos x="connsiteX1" y="connsiteY1"/>
                  </a:cxn>
                  <a:cxn ang="0">
                    <a:pos x="connsiteX2" y="connsiteY2"/>
                  </a:cxn>
                  <a:cxn ang="0">
                    <a:pos x="connsiteX3" y="connsiteY3"/>
                  </a:cxn>
                </a:cxnLst>
                <a:rect l="l" t="t" r="r" b="b"/>
                <a:pathLst>
                  <a:path w="1878994" h="2562302">
                    <a:moveTo>
                      <a:pt x="0" y="0"/>
                    </a:moveTo>
                    <a:cubicBezTo>
                      <a:pt x="110025" y="173673"/>
                      <a:pt x="145435" y="386025"/>
                      <a:pt x="245654" y="565414"/>
                    </a:cubicBezTo>
                    <a:cubicBezTo>
                      <a:pt x="378562" y="730571"/>
                      <a:pt x="391437" y="954153"/>
                      <a:pt x="492490" y="1136233"/>
                    </a:cubicBezTo>
                    <a:cubicBezTo>
                      <a:pt x="941215" y="1622088"/>
                      <a:pt x="1420418" y="2083426"/>
                      <a:pt x="1878995" y="256230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2" name="Freeform: Shape 2851">
                <a:extLst>
                  <a:ext uri="{FF2B5EF4-FFF2-40B4-BE49-F238E27FC236}">
                    <a16:creationId xmlns:a16="http://schemas.microsoft.com/office/drawing/2014/main" id="{03A81078-66F9-51AF-6A75-CE4F05160C65}"/>
                  </a:ext>
                </a:extLst>
              </p:cNvPr>
              <p:cNvSpPr/>
              <p:nvPr/>
            </p:nvSpPr>
            <p:spPr>
              <a:xfrm>
                <a:off x="7354370" y="4966729"/>
                <a:ext cx="1715625" cy="2562142"/>
              </a:xfrm>
              <a:custGeom>
                <a:avLst/>
                <a:gdLst>
                  <a:gd name="connsiteX0" fmla="*/ 0 w 1715625"/>
                  <a:gd name="connsiteY0" fmla="*/ 0 h 2562142"/>
                  <a:gd name="connsiteX1" fmla="*/ 331556 w 1715625"/>
                  <a:gd name="connsiteY1" fmla="*/ 545594 h 2562142"/>
                  <a:gd name="connsiteX2" fmla="*/ 480540 w 1715625"/>
                  <a:gd name="connsiteY2" fmla="*/ 971344 h 2562142"/>
                  <a:gd name="connsiteX3" fmla="*/ 585907 w 1715625"/>
                  <a:gd name="connsiteY3" fmla="*/ 1297334 h 2562142"/>
                  <a:gd name="connsiteX4" fmla="*/ 1057767 w 1715625"/>
                  <a:gd name="connsiteY4" fmla="*/ 1739172 h 2562142"/>
                  <a:gd name="connsiteX5" fmla="*/ 1715626 w 1715625"/>
                  <a:gd name="connsiteY5" fmla="*/ 2562143 h 256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5625" h="2562142">
                    <a:moveTo>
                      <a:pt x="0" y="0"/>
                    </a:moveTo>
                    <a:cubicBezTo>
                      <a:pt x="104487" y="184886"/>
                      <a:pt x="256083" y="347118"/>
                      <a:pt x="331556" y="545594"/>
                    </a:cubicBezTo>
                    <a:cubicBezTo>
                      <a:pt x="381831" y="684594"/>
                      <a:pt x="389671" y="852187"/>
                      <a:pt x="480540" y="971344"/>
                    </a:cubicBezTo>
                    <a:cubicBezTo>
                      <a:pt x="536124" y="1068533"/>
                      <a:pt x="537970" y="1196075"/>
                      <a:pt x="585907" y="1297334"/>
                    </a:cubicBezTo>
                    <a:cubicBezTo>
                      <a:pt x="717404" y="1469630"/>
                      <a:pt x="919949" y="1571163"/>
                      <a:pt x="1057767" y="1739172"/>
                    </a:cubicBezTo>
                    <a:cubicBezTo>
                      <a:pt x="1294465" y="1998982"/>
                      <a:pt x="1474367" y="2305551"/>
                      <a:pt x="1715626" y="256214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3" name="Freeform: Shape 2852">
                <a:extLst>
                  <a:ext uri="{FF2B5EF4-FFF2-40B4-BE49-F238E27FC236}">
                    <a16:creationId xmlns:a16="http://schemas.microsoft.com/office/drawing/2014/main" id="{6403A6D9-4F47-6EEA-B294-AFD24EED06F0}"/>
                  </a:ext>
                </a:extLst>
              </p:cNvPr>
              <p:cNvSpPr/>
              <p:nvPr/>
            </p:nvSpPr>
            <p:spPr>
              <a:xfrm>
                <a:off x="7158763" y="4965923"/>
                <a:ext cx="1552216" cy="2562645"/>
              </a:xfrm>
              <a:custGeom>
                <a:avLst/>
                <a:gdLst>
                  <a:gd name="connsiteX0" fmla="*/ 0 w 1552216"/>
                  <a:gd name="connsiteY0" fmla="*/ 0 h 2562645"/>
                  <a:gd name="connsiteX1" fmla="*/ 349009 w 1552216"/>
                  <a:gd name="connsiteY1" fmla="*/ 307096 h 2562645"/>
                  <a:gd name="connsiteX2" fmla="*/ 458754 w 1552216"/>
                  <a:gd name="connsiteY2" fmla="*/ 692692 h 2562645"/>
                  <a:gd name="connsiteX3" fmla="*/ 525294 w 1552216"/>
                  <a:gd name="connsiteY3" fmla="*/ 1242413 h 2562645"/>
                  <a:gd name="connsiteX4" fmla="*/ 960223 w 1552216"/>
                  <a:gd name="connsiteY4" fmla="*/ 1599412 h 2562645"/>
                  <a:gd name="connsiteX5" fmla="*/ 1552217 w 1552216"/>
                  <a:gd name="connsiteY5" fmla="*/ 2562646 h 2562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2216" h="2562645">
                    <a:moveTo>
                      <a:pt x="0" y="0"/>
                    </a:moveTo>
                    <a:cubicBezTo>
                      <a:pt x="245036" y="99144"/>
                      <a:pt x="285624" y="-61190"/>
                      <a:pt x="349009" y="307096"/>
                    </a:cubicBezTo>
                    <a:cubicBezTo>
                      <a:pt x="368086" y="443673"/>
                      <a:pt x="413863" y="564791"/>
                      <a:pt x="458754" y="692692"/>
                    </a:cubicBezTo>
                    <a:cubicBezTo>
                      <a:pt x="487667" y="870520"/>
                      <a:pt x="496239" y="1064442"/>
                      <a:pt x="525294" y="1242413"/>
                    </a:cubicBezTo>
                    <a:cubicBezTo>
                      <a:pt x="557161" y="1456879"/>
                      <a:pt x="846197" y="1442026"/>
                      <a:pt x="960223" y="1599412"/>
                    </a:cubicBezTo>
                    <a:cubicBezTo>
                      <a:pt x="1197481" y="1892934"/>
                      <a:pt x="1312644" y="2268815"/>
                      <a:pt x="1552217" y="2562646"/>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4" name="Freeform: Shape 2853">
                <a:extLst>
                  <a:ext uri="{FF2B5EF4-FFF2-40B4-BE49-F238E27FC236}">
                    <a16:creationId xmlns:a16="http://schemas.microsoft.com/office/drawing/2014/main" id="{741F4354-3B76-F753-8842-893C5B1998AD}"/>
                  </a:ext>
                </a:extLst>
              </p:cNvPr>
              <p:cNvSpPr/>
              <p:nvPr/>
            </p:nvSpPr>
            <p:spPr>
              <a:xfrm>
                <a:off x="6963144" y="4727698"/>
                <a:ext cx="1388807" cy="2800671"/>
              </a:xfrm>
              <a:custGeom>
                <a:avLst/>
                <a:gdLst>
                  <a:gd name="connsiteX0" fmla="*/ 0 w 1388807"/>
                  <a:gd name="connsiteY0" fmla="*/ 237677 h 2800671"/>
                  <a:gd name="connsiteX1" fmla="*/ 310022 w 1388807"/>
                  <a:gd name="connsiteY1" fmla="*/ 87630 h 2800671"/>
                  <a:gd name="connsiteX2" fmla="*/ 414674 w 1388807"/>
                  <a:gd name="connsiteY2" fmla="*/ 600539 h 2800671"/>
                  <a:gd name="connsiteX3" fmla="*/ 475196 w 1388807"/>
                  <a:gd name="connsiteY3" fmla="*/ 1483433 h 2800671"/>
                  <a:gd name="connsiteX4" fmla="*/ 639891 w 1388807"/>
                  <a:gd name="connsiteY4" fmla="*/ 1633360 h 2800671"/>
                  <a:gd name="connsiteX5" fmla="*/ 1068408 w 1388807"/>
                  <a:gd name="connsiteY5" fmla="*/ 2110128 h 2800671"/>
                  <a:gd name="connsiteX6" fmla="*/ 1388808 w 1388807"/>
                  <a:gd name="connsiteY6" fmla="*/ 2800672 h 280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8807" h="2800671">
                    <a:moveTo>
                      <a:pt x="0" y="237677"/>
                    </a:moveTo>
                    <a:cubicBezTo>
                      <a:pt x="107408" y="260874"/>
                      <a:pt x="245671" y="-182701"/>
                      <a:pt x="310022" y="87630"/>
                    </a:cubicBezTo>
                    <a:cubicBezTo>
                      <a:pt x="343814" y="260600"/>
                      <a:pt x="351118" y="435250"/>
                      <a:pt x="414674" y="600539"/>
                    </a:cubicBezTo>
                    <a:cubicBezTo>
                      <a:pt x="447244" y="885701"/>
                      <a:pt x="445039" y="1197579"/>
                      <a:pt x="475196" y="1483433"/>
                    </a:cubicBezTo>
                    <a:cubicBezTo>
                      <a:pt x="471493" y="1584491"/>
                      <a:pt x="552663" y="1626976"/>
                      <a:pt x="639891" y="1633360"/>
                    </a:cubicBezTo>
                    <a:cubicBezTo>
                      <a:pt x="908313" y="1622632"/>
                      <a:pt x="984117" y="1908674"/>
                      <a:pt x="1068408" y="2110128"/>
                    </a:cubicBezTo>
                    <a:cubicBezTo>
                      <a:pt x="1163174" y="2344809"/>
                      <a:pt x="1248248" y="2588354"/>
                      <a:pt x="1388808" y="280067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5" name="Freeform: Shape 2854">
                <a:extLst>
                  <a:ext uri="{FF2B5EF4-FFF2-40B4-BE49-F238E27FC236}">
                    <a16:creationId xmlns:a16="http://schemas.microsoft.com/office/drawing/2014/main" id="{DF4BA4E5-CB76-11E3-A488-1E123F556EFE}"/>
                  </a:ext>
                </a:extLst>
              </p:cNvPr>
              <p:cNvSpPr/>
              <p:nvPr/>
            </p:nvSpPr>
            <p:spPr>
              <a:xfrm>
                <a:off x="6767445" y="4635424"/>
                <a:ext cx="1225444" cy="2893081"/>
              </a:xfrm>
              <a:custGeom>
                <a:avLst/>
                <a:gdLst>
                  <a:gd name="connsiteX0" fmla="*/ 0 w 1225444"/>
                  <a:gd name="connsiteY0" fmla="*/ 331607 h 2893081"/>
                  <a:gd name="connsiteX1" fmla="*/ 281738 w 1225444"/>
                  <a:gd name="connsiteY1" fmla="*/ 51446 h 2893081"/>
                  <a:gd name="connsiteX2" fmla="*/ 372001 w 1225444"/>
                  <a:gd name="connsiteY2" fmla="*/ 611854 h 2893081"/>
                  <a:gd name="connsiteX3" fmla="*/ 415224 w 1225444"/>
                  <a:gd name="connsiteY3" fmla="*/ 1523699 h 2893081"/>
                  <a:gd name="connsiteX4" fmla="*/ 525192 w 1225444"/>
                  <a:gd name="connsiteY4" fmla="*/ 1712483 h 2893081"/>
                  <a:gd name="connsiteX5" fmla="*/ 926219 w 1225444"/>
                  <a:gd name="connsiteY5" fmla="*/ 2108264 h 2893081"/>
                  <a:gd name="connsiteX6" fmla="*/ 1225445 w 1225444"/>
                  <a:gd name="connsiteY6" fmla="*/ 2893082 h 289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444" h="2893081">
                    <a:moveTo>
                      <a:pt x="0" y="331607"/>
                    </a:moveTo>
                    <a:cubicBezTo>
                      <a:pt x="89668" y="366823"/>
                      <a:pt x="208495" y="-163495"/>
                      <a:pt x="281738" y="51446"/>
                    </a:cubicBezTo>
                    <a:cubicBezTo>
                      <a:pt x="315679" y="239967"/>
                      <a:pt x="314451" y="427905"/>
                      <a:pt x="372001" y="611854"/>
                    </a:cubicBezTo>
                    <a:cubicBezTo>
                      <a:pt x="396141" y="905673"/>
                      <a:pt x="395055" y="1228657"/>
                      <a:pt x="415224" y="1523699"/>
                    </a:cubicBezTo>
                    <a:cubicBezTo>
                      <a:pt x="418213" y="1613328"/>
                      <a:pt x="425133" y="1702859"/>
                      <a:pt x="525192" y="1712483"/>
                    </a:cubicBezTo>
                    <a:cubicBezTo>
                      <a:pt x="784230" y="1656213"/>
                      <a:pt x="865508" y="1907633"/>
                      <a:pt x="926219" y="2108264"/>
                    </a:cubicBezTo>
                    <a:cubicBezTo>
                      <a:pt x="1016087" y="2372343"/>
                      <a:pt x="1084022" y="2650269"/>
                      <a:pt x="1225445" y="289308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6" name="Freeform: Shape 2855">
                <a:extLst>
                  <a:ext uri="{FF2B5EF4-FFF2-40B4-BE49-F238E27FC236}">
                    <a16:creationId xmlns:a16="http://schemas.microsoft.com/office/drawing/2014/main" id="{3095FE67-C426-354B-1A85-61CFCDA2AF85}"/>
                  </a:ext>
                </a:extLst>
              </p:cNvPr>
              <p:cNvSpPr/>
              <p:nvPr/>
            </p:nvSpPr>
            <p:spPr>
              <a:xfrm>
                <a:off x="6571804" y="4912696"/>
                <a:ext cx="1062035" cy="2615718"/>
              </a:xfrm>
              <a:custGeom>
                <a:avLst/>
                <a:gdLst>
                  <a:gd name="connsiteX0" fmla="*/ 0 w 1062035"/>
                  <a:gd name="connsiteY0" fmla="*/ 97393 h 2615718"/>
                  <a:gd name="connsiteX1" fmla="*/ 236612 w 1062035"/>
                  <a:gd name="connsiteY1" fmla="*/ 58765 h 2615718"/>
                  <a:gd name="connsiteX2" fmla="*/ 358999 w 1062035"/>
                  <a:gd name="connsiteY2" fmla="*/ 1257446 h 2615718"/>
                  <a:gd name="connsiteX3" fmla="*/ 494096 w 1062035"/>
                  <a:gd name="connsiteY3" fmla="*/ 1465890 h 2615718"/>
                  <a:gd name="connsiteX4" fmla="*/ 1062036 w 1062035"/>
                  <a:gd name="connsiteY4" fmla="*/ 2615719 h 2615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035" h="2615718">
                    <a:moveTo>
                      <a:pt x="0" y="97393"/>
                    </a:moveTo>
                    <a:cubicBezTo>
                      <a:pt x="75724" y="139678"/>
                      <a:pt x="196476" y="-108827"/>
                      <a:pt x="236612" y="58765"/>
                    </a:cubicBezTo>
                    <a:cubicBezTo>
                      <a:pt x="309793" y="453025"/>
                      <a:pt x="347323" y="854716"/>
                      <a:pt x="358999" y="1257446"/>
                    </a:cubicBezTo>
                    <a:cubicBezTo>
                      <a:pt x="356262" y="1360733"/>
                      <a:pt x="392358" y="1440600"/>
                      <a:pt x="494096" y="1465890"/>
                    </a:cubicBezTo>
                    <a:cubicBezTo>
                      <a:pt x="818331" y="1523017"/>
                      <a:pt x="869160" y="2328986"/>
                      <a:pt x="1062036" y="261571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7" name="Freeform: Shape 2856">
                <a:extLst>
                  <a:ext uri="{FF2B5EF4-FFF2-40B4-BE49-F238E27FC236}">
                    <a16:creationId xmlns:a16="http://schemas.microsoft.com/office/drawing/2014/main" id="{98C87FE1-1771-EDE3-000D-F93AC5C880BB}"/>
                  </a:ext>
                </a:extLst>
              </p:cNvPr>
              <p:cNvSpPr/>
              <p:nvPr/>
            </p:nvSpPr>
            <p:spPr>
              <a:xfrm>
                <a:off x="6376065" y="5084429"/>
                <a:ext cx="898660" cy="2444311"/>
              </a:xfrm>
              <a:custGeom>
                <a:avLst/>
                <a:gdLst>
                  <a:gd name="connsiteX0" fmla="*/ 0 w 898660"/>
                  <a:gd name="connsiteY0" fmla="*/ 0 h 2444311"/>
                  <a:gd name="connsiteX1" fmla="*/ 201614 w 898660"/>
                  <a:gd name="connsiteY1" fmla="*/ 458280 h 2444311"/>
                  <a:gd name="connsiteX2" fmla="*/ 309324 w 898660"/>
                  <a:gd name="connsiteY2" fmla="*/ 1178587 h 2444311"/>
                  <a:gd name="connsiteX3" fmla="*/ 553195 w 898660"/>
                  <a:gd name="connsiteY3" fmla="*/ 1536260 h 2444311"/>
                  <a:gd name="connsiteX4" fmla="*/ 898661 w 898660"/>
                  <a:gd name="connsiteY4" fmla="*/ 2444311 h 2444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660" h="2444311">
                    <a:moveTo>
                      <a:pt x="0" y="0"/>
                    </a:moveTo>
                    <a:cubicBezTo>
                      <a:pt x="63911" y="154345"/>
                      <a:pt x="178639" y="288590"/>
                      <a:pt x="201614" y="458280"/>
                    </a:cubicBezTo>
                    <a:cubicBezTo>
                      <a:pt x="264713" y="693012"/>
                      <a:pt x="288042" y="936192"/>
                      <a:pt x="309324" y="1178587"/>
                    </a:cubicBezTo>
                    <a:cubicBezTo>
                      <a:pt x="352113" y="1321600"/>
                      <a:pt x="492782" y="1401809"/>
                      <a:pt x="553195" y="1536260"/>
                    </a:cubicBezTo>
                    <a:cubicBezTo>
                      <a:pt x="694584" y="1827714"/>
                      <a:pt x="757729" y="2151932"/>
                      <a:pt x="898661" y="244431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8" name="Freeform: Shape 2857">
                <a:extLst>
                  <a:ext uri="{FF2B5EF4-FFF2-40B4-BE49-F238E27FC236}">
                    <a16:creationId xmlns:a16="http://schemas.microsoft.com/office/drawing/2014/main" id="{363B30F5-5ACC-BAAD-0FA5-130C7F6730CE}"/>
                  </a:ext>
                </a:extLst>
              </p:cNvPr>
              <p:cNvSpPr/>
              <p:nvPr/>
            </p:nvSpPr>
            <p:spPr>
              <a:xfrm>
                <a:off x="6180366" y="5145820"/>
                <a:ext cx="735280" cy="2383074"/>
              </a:xfrm>
              <a:custGeom>
                <a:avLst/>
                <a:gdLst>
                  <a:gd name="connsiteX0" fmla="*/ 0 w 735280"/>
                  <a:gd name="connsiteY0" fmla="*/ 0 h 2383074"/>
                  <a:gd name="connsiteX1" fmla="*/ 116746 w 735280"/>
                  <a:gd name="connsiteY1" fmla="*/ 670684 h 2383074"/>
                  <a:gd name="connsiteX2" fmla="*/ 252563 w 735280"/>
                  <a:gd name="connsiteY2" fmla="*/ 1129781 h 2383074"/>
                  <a:gd name="connsiteX3" fmla="*/ 735280 w 735280"/>
                  <a:gd name="connsiteY3" fmla="*/ 2383075 h 2383074"/>
                </a:gdLst>
                <a:ahLst/>
                <a:cxnLst>
                  <a:cxn ang="0">
                    <a:pos x="connsiteX0" y="connsiteY0"/>
                  </a:cxn>
                  <a:cxn ang="0">
                    <a:pos x="connsiteX1" y="connsiteY1"/>
                  </a:cxn>
                  <a:cxn ang="0">
                    <a:pos x="connsiteX2" y="connsiteY2"/>
                  </a:cxn>
                  <a:cxn ang="0">
                    <a:pos x="connsiteX3" y="connsiteY3"/>
                  </a:cxn>
                </a:cxnLst>
                <a:rect l="l" t="t" r="r" b="b"/>
                <a:pathLst>
                  <a:path w="735280" h="2383074">
                    <a:moveTo>
                      <a:pt x="0" y="0"/>
                    </a:moveTo>
                    <a:cubicBezTo>
                      <a:pt x="47977" y="220822"/>
                      <a:pt x="63734" y="450856"/>
                      <a:pt x="116746" y="670684"/>
                    </a:cubicBezTo>
                    <a:cubicBezTo>
                      <a:pt x="170655" y="821354"/>
                      <a:pt x="221559" y="972807"/>
                      <a:pt x="252563" y="1129781"/>
                    </a:cubicBezTo>
                    <a:cubicBezTo>
                      <a:pt x="434260" y="1539295"/>
                      <a:pt x="577683" y="1963566"/>
                      <a:pt x="735280" y="238307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9" name="Freeform: Shape 2858">
                <a:extLst>
                  <a:ext uri="{FF2B5EF4-FFF2-40B4-BE49-F238E27FC236}">
                    <a16:creationId xmlns:a16="http://schemas.microsoft.com/office/drawing/2014/main" id="{97B3E02E-26E2-29CA-4467-DEC18F942898}"/>
                  </a:ext>
                </a:extLst>
              </p:cNvPr>
              <p:cNvSpPr/>
              <p:nvPr/>
            </p:nvSpPr>
            <p:spPr>
              <a:xfrm>
                <a:off x="5984748" y="5173880"/>
                <a:ext cx="571865" cy="2354786"/>
              </a:xfrm>
              <a:custGeom>
                <a:avLst/>
                <a:gdLst>
                  <a:gd name="connsiteX0" fmla="*/ 0 w 571865"/>
                  <a:gd name="connsiteY0" fmla="*/ 0 h 2354786"/>
                  <a:gd name="connsiteX1" fmla="*/ 571866 w 571865"/>
                  <a:gd name="connsiteY1" fmla="*/ 2354786 h 2354786"/>
                </a:gdLst>
                <a:ahLst/>
                <a:cxnLst>
                  <a:cxn ang="0">
                    <a:pos x="connsiteX0" y="connsiteY0"/>
                  </a:cxn>
                  <a:cxn ang="0">
                    <a:pos x="connsiteX1" y="connsiteY1"/>
                  </a:cxn>
                </a:cxnLst>
                <a:rect l="l" t="t" r="r" b="b"/>
                <a:pathLst>
                  <a:path w="571865" h="2354786">
                    <a:moveTo>
                      <a:pt x="0" y="0"/>
                    </a:moveTo>
                    <a:cubicBezTo>
                      <a:pt x="46446" y="816016"/>
                      <a:pt x="350118" y="1575071"/>
                      <a:pt x="571866" y="2354786"/>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0" name="Freeform: Shape 2859">
                <a:extLst>
                  <a:ext uri="{FF2B5EF4-FFF2-40B4-BE49-F238E27FC236}">
                    <a16:creationId xmlns:a16="http://schemas.microsoft.com/office/drawing/2014/main" id="{3DE718F3-99C4-A757-8787-F63B3C1383FE}"/>
                  </a:ext>
                </a:extLst>
              </p:cNvPr>
              <p:cNvSpPr/>
              <p:nvPr/>
            </p:nvSpPr>
            <p:spPr>
              <a:xfrm>
                <a:off x="5789094" y="5309743"/>
                <a:ext cx="408439" cy="2218923"/>
              </a:xfrm>
              <a:custGeom>
                <a:avLst/>
                <a:gdLst>
                  <a:gd name="connsiteX0" fmla="*/ 0 w 408439"/>
                  <a:gd name="connsiteY0" fmla="*/ 0 h 2218923"/>
                  <a:gd name="connsiteX1" fmla="*/ 141789 w 408439"/>
                  <a:gd name="connsiteY1" fmla="*/ 1093617 h 2218923"/>
                  <a:gd name="connsiteX2" fmla="*/ 408440 w 408439"/>
                  <a:gd name="connsiteY2" fmla="*/ 2218924 h 2218923"/>
                </a:gdLst>
                <a:ahLst/>
                <a:cxnLst>
                  <a:cxn ang="0">
                    <a:pos x="connsiteX0" y="connsiteY0"/>
                  </a:cxn>
                  <a:cxn ang="0">
                    <a:pos x="connsiteX1" y="connsiteY1"/>
                  </a:cxn>
                  <a:cxn ang="0">
                    <a:pos x="connsiteX2" y="connsiteY2"/>
                  </a:cxn>
                </a:cxnLst>
                <a:rect l="l" t="t" r="r" b="b"/>
                <a:pathLst>
                  <a:path w="408439" h="2218923">
                    <a:moveTo>
                      <a:pt x="0" y="0"/>
                    </a:moveTo>
                    <a:cubicBezTo>
                      <a:pt x="47223" y="364337"/>
                      <a:pt x="97590" y="729040"/>
                      <a:pt x="141789" y="1093617"/>
                    </a:cubicBezTo>
                    <a:cubicBezTo>
                      <a:pt x="256124" y="1462480"/>
                      <a:pt x="327573" y="1840979"/>
                      <a:pt x="408440" y="221892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1" name="Freeform: Shape 2860">
                <a:extLst>
                  <a:ext uri="{FF2B5EF4-FFF2-40B4-BE49-F238E27FC236}">
                    <a16:creationId xmlns:a16="http://schemas.microsoft.com/office/drawing/2014/main" id="{73C78285-D73F-6692-619F-109351CB5F38}"/>
                  </a:ext>
                </a:extLst>
              </p:cNvPr>
              <p:cNvSpPr/>
              <p:nvPr/>
            </p:nvSpPr>
            <p:spPr>
              <a:xfrm>
                <a:off x="5593453" y="5492320"/>
                <a:ext cx="245007" cy="2036346"/>
              </a:xfrm>
              <a:custGeom>
                <a:avLst/>
                <a:gdLst>
                  <a:gd name="connsiteX0" fmla="*/ 0 w 245007"/>
                  <a:gd name="connsiteY0" fmla="*/ 0 h 2036346"/>
                  <a:gd name="connsiteX1" fmla="*/ 80279 w 245007"/>
                  <a:gd name="connsiteY1" fmla="*/ 976219 h 2036346"/>
                  <a:gd name="connsiteX2" fmla="*/ 134125 w 245007"/>
                  <a:gd name="connsiteY2" fmla="*/ 1215329 h 2036346"/>
                  <a:gd name="connsiteX3" fmla="*/ 245008 w 245007"/>
                  <a:gd name="connsiteY3" fmla="*/ 2036346 h 2036346"/>
                </a:gdLst>
                <a:ahLst/>
                <a:cxnLst>
                  <a:cxn ang="0">
                    <a:pos x="connsiteX0" y="connsiteY0"/>
                  </a:cxn>
                  <a:cxn ang="0">
                    <a:pos x="connsiteX1" y="connsiteY1"/>
                  </a:cxn>
                  <a:cxn ang="0">
                    <a:pos x="connsiteX2" y="connsiteY2"/>
                  </a:cxn>
                  <a:cxn ang="0">
                    <a:pos x="connsiteX3" y="connsiteY3"/>
                  </a:cxn>
                </a:cxnLst>
                <a:rect l="l" t="t" r="r" b="b"/>
                <a:pathLst>
                  <a:path w="245007" h="2036346">
                    <a:moveTo>
                      <a:pt x="0" y="0"/>
                    </a:moveTo>
                    <a:cubicBezTo>
                      <a:pt x="84828" y="318103"/>
                      <a:pt x="55173" y="649544"/>
                      <a:pt x="80279" y="976219"/>
                    </a:cubicBezTo>
                    <a:cubicBezTo>
                      <a:pt x="78490" y="1066385"/>
                      <a:pt x="96955" y="1137422"/>
                      <a:pt x="134125" y="1215329"/>
                    </a:cubicBezTo>
                    <a:cubicBezTo>
                      <a:pt x="184829" y="1486214"/>
                      <a:pt x="203894" y="1763140"/>
                      <a:pt x="245008" y="2036346"/>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2" name="Freeform: Shape 2861">
                <a:extLst>
                  <a:ext uri="{FF2B5EF4-FFF2-40B4-BE49-F238E27FC236}">
                    <a16:creationId xmlns:a16="http://schemas.microsoft.com/office/drawing/2014/main" id="{49A3BADA-1C3A-57B6-A771-49217663FF24}"/>
                  </a:ext>
                </a:extLst>
              </p:cNvPr>
              <p:cNvSpPr/>
              <p:nvPr/>
            </p:nvSpPr>
            <p:spPr>
              <a:xfrm>
                <a:off x="5397788" y="5608089"/>
                <a:ext cx="81592" cy="1920582"/>
              </a:xfrm>
              <a:custGeom>
                <a:avLst/>
                <a:gdLst>
                  <a:gd name="connsiteX0" fmla="*/ 0 w 81592"/>
                  <a:gd name="connsiteY0" fmla="*/ 0 h 1920582"/>
                  <a:gd name="connsiteX1" fmla="*/ 32387 w 81592"/>
                  <a:gd name="connsiteY1" fmla="*/ 83736 h 1920582"/>
                  <a:gd name="connsiteX2" fmla="*/ 24540 w 81592"/>
                  <a:gd name="connsiteY2" fmla="*/ 733594 h 1920582"/>
                  <a:gd name="connsiteX3" fmla="*/ 81593 w 81592"/>
                  <a:gd name="connsiteY3" fmla="*/ 1920583 h 1920582"/>
                </a:gdLst>
                <a:ahLst/>
                <a:cxnLst>
                  <a:cxn ang="0">
                    <a:pos x="connsiteX0" y="connsiteY0"/>
                  </a:cxn>
                  <a:cxn ang="0">
                    <a:pos x="connsiteX1" y="connsiteY1"/>
                  </a:cxn>
                  <a:cxn ang="0">
                    <a:pos x="connsiteX2" y="connsiteY2"/>
                  </a:cxn>
                  <a:cxn ang="0">
                    <a:pos x="connsiteX3" y="connsiteY3"/>
                  </a:cxn>
                </a:cxnLst>
                <a:rect l="l" t="t" r="r" b="b"/>
                <a:pathLst>
                  <a:path w="81592" h="1920582">
                    <a:moveTo>
                      <a:pt x="0" y="0"/>
                    </a:moveTo>
                    <a:cubicBezTo>
                      <a:pt x="406" y="57956"/>
                      <a:pt x="34170" y="-7281"/>
                      <a:pt x="32387" y="83736"/>
                    </a:cubicBezTo>
                    <a:cubicBezTo>
                      <a:pt x="27718" y="302037"/>
                      <a:pt x="16922" y="513012"/>
                      <a:pt x="24540" y="733594"/>
                    </a:cubicBezTo>
                    <a:cubicBezTo>
                      <a:pt x="30118" y="1134113"/>
                      <a:pt x="72986" y="1507703"/>
                      <a:pt x="81593" y="192058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3" name="Freeform: Shape 2862">
                <a:extLst>
                  <a:ext uri="{FF2B5EF4-FFF2-40B4-BE49-F238E27FC236}">
                    <a16:creationId xmlns:a16="http://schemas.microsoft.com/office/drawing/2014/main" id="{CE621F0C-AF23-5173-CD13-B3BC031973D8}"/>
                  </a:ext>
                </a:extLst>
              </p:cNvPr>
              <p:cNvSpPr/>
              <p:nvPr/>
            </p:nvSpPr>
            <p:spPr>
              <a:xfrm>
                <a:off x="5120337" y="5638310"/>
                <a:ext cx="83133" cy="1890356"/>
              </a:xfrm>
              <a:custGeom>
                <a:avLst/>
                <a:gdLst>
                  <a:gd name="connsiteX0" fmla="*/ 81793 w 83133"/>
                  <a:gd name="connsiteY0" fmla="*/ 0 h 1890356"/>
                  <a:gd name="connsiteX1" fmla="*/ 55612 w 83133"/>
                  <a:gd name="connsiteY1" fmla="*/ 852855 h 1890356"/>
                  <a:gd name="connsiteX2" fmla="*/ 0 w 83133"/>
                  <a:gd name="connsiteY2" fmla="*/ 1890357 h 1890356"/>
                </a:gdLst>
                <a:ahLst/>
                <a:cxnLst>
                  <a:cxn ang="0">
                    <a:pos x="connsiteX0" y="connsiteY0"/>
                  </a:cxn>
                  <a:cxn ang="0">
                    <a:pos x="connsiteX1" y="connsiteY1"/>
                  </a:cxn>
                  <a:cxn ang="0">
                    <a:pos x="connsiteX2" y="connsiteY2"/>
                  </a:cxn>
                </a:cxnLst>
                <a:rect l="l" t="t" r="r" b="b"/>
                <a:pathLst>
                  <a:path w="83133" h="1890356">
                    <a:moveTo>
                      <a:pt x="81793" y="0"/>
                    </a:moveTo>
                    <a:cubicBezTo>
                      <a:pt x="91423" y="277658"/>
                      <a:pt x="45663" y="567437"/>
                      <a:pt x="55612" y="852855"/>
                    </a:cubicBezTo>
                    <a:cubicBezTo>
                      <a:pt x="37742" y="1192029"/>
                      <a:pt x="7201" y="1531609"/>
                      <a:pt x="0" y="1890357"/>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4" name="Freeform: Shape 2863">
                <a:extLst>
                  <a:ext uri="{FF2B5EF4-FFF2-40B4-BE49-F238E27FC236}">
                    <a16:creationId xmlns:a16="http://schemas.microsoft.com/office/drawing/2014/main" id="{F0DD44CD-6657-B58A-0606-9EF7F4A47ADC}"/>
                  </a:ext>
                </a:extLst>
              </p:cNvPr>
              <p:cNvSpPr/>
              <p:nvPr/>
            </p:nvSpPr>
            <p:spPr>
              <a:xfrm>
                <a:off x="4761303" y="5720903"/>
                <a:ext cx="245144" cy="1807763"/>
              </a:xfrm>
              <a:custGeom>
                <a:avLst/>
                <a:gdLst>
                  <a:gd name="connsiteX0" fmla="*/ 245145 w 245144"/>
                  <a:gd name="connsiteY0" fmla="*/ 0 h 1807763"/>
                  <a:gd name="connsiteX1" fmla="*/ 158683 w 245144"/>
                  <a:gd name="connsiteY1" fmla="*/ 904833 h 1807763"/>
                  <a:gd name="connsiteX2" fmla="*/ 102887 w 245144"/>
                  <a:gd name="connsiteY2" fmla="*/ 1019081 h 1807763"/>
                  <a:gd name="connsiteX3" fmla="*/ 0 w 245144"/>
                  <a:gd name="connsiteY3" fmla="*/ 1807763 h 1807763"/>
                </a:gdLst>
                <a:ahLst/>
                <a:cxnLst>
                  <a:cxn ang="0">
                    <a:pos x="connsiteX0" y="connsiteY0"/>
                  </a:cxn>
                  <a:cxn ang="0">
                    <a:pos x="connsiteX1" y="connsiteY1"/>
                  </a:cxn>
                  <a:cxn ang="0">
                    <a:pos x="connsiteX2" y="connsiteY2"/>
                  </a:cxn>
                  <a:cxn ang="0">
                    <a:pos x="connsiteX3" y="connsiteY3"/>
                  </a:cxn>
                </a:cxnLst>
                <a:rect l="l" t="t" r="r" b="b"/>
                <a:pathLst>
                  <a:path w="245144" h="1807763">
                    <a:moveTo>
                      <a:pt x="245145" y="0"/>
                    </a:moveTo>
                    <a:cubicBezTo>
                      <a:pt x="192253" y="297060"/>
                      <a:pt x="174891" y="603750"/>
                      <a:pt x="158683" y="904833"/>
                    </a:cubicBezTo>
                    <a:cubicBezTo>
                      <a:pt x="157580" y="993827"/>
                      <a:pt x="112946" y="951033"/>
                      <a:pt x="102887" y="1019081"/>
                    </a:cubicBezTo>
                    <a:cubicBezTo>
                      <a:pt x="65305" y="1280908"/>
                      <a:pt x="33581" y="1544541"/>
                      <a:pt x="0" y="180776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5" name="Freeform: Shape 2864">
                <a:extLst>
                  <a:ext uri="{FF2B5EF4-FFF2-40B4-BE49-F238E27FC236}">
                    <a16:creationId xmlns:a16="http://schemas.microsoft.com/office/drawing/2014/main" id="{C5F4AD5E-9BC9-F345-82C8-31B79B2E15E0}"/>
                  </a:ext>
                </a:extLst>
              </p:cNvPr>
              <p:cNvSpPr/>
              <p:nvPr/>
            </p:nvSpPr>
            <p:spPr>
              <a:xfrm>
                <a:off x="4402270" y="5817812"/>
                <a:ext cx="408496" cy="1710859"/>
              </a:xfrm>
              <a:custGeom>
                <a:avLst/>
                <a:gdLst>
                  <a:gd name="connsiteX0" fmla="*/ 408497 w 408496"/>
                  <a:gd name="connsiteY0" fmla="*/ 0 h 1710859"/>
                  <a:gd name="connsiteX1" fmla="*/ 259050 w 408496"/>
                  <a:gd name="connsiteY1" fmla="*/ 796711 h 1710859"/>
                  <a:gd name="connsiteX2" fmla="*/ 160506 w 408496"/>
                  <a:gd name="connsiteY2" fmla="*/ 959646 h 1710859"/>
                  <a:gd name="connsiteX3" fmla="*/ 0 w 408496"/>
                  <a:gd name="connsiteY3" fmla="*/ 1710860 h 1710859"/>
                </a:gdLst>
                <a:ahLst/>
                <a:cxnLst>
                  <a:cxn ang="0">
                    <a:pos x="connsiteX0" y="connsiteY0"/>
                  </a:cxn>
                  <a:cxn ang="0">
                    <a:pos x="connsiteX1" y="connsiteY1"/>
                  </a:cxn>
                  <a:cxn ang="0">
                    <a:pos x="connsiteX2" y="connsiteY2"/>
                  </a:cxn>
                  <a:cxn ang="0">
                    <a:pos x="connsiteX3" y="connsiteY3"/>
                  </a:cxn>
                </a:cxnLst>
                <a:rect l="l" t="t" r="r" b="b"/>
                <a:pathLst>
                  <a:path w="408496" h="1710859">
                    <a:moveTo>
                      <a:pt x="408497" y="0"/>
                    </a:moveTo>
                    <a:cubicBezTo>
                      <a:pt x="335425" y="260512"/>
                      <a:pt x="300792" y="530255"/>
                      <a:pt x="259050" y="796711"/>
                    </a:cubicBezTo>
                    <a:cubicBezTo>
                      <a:pt x="240750" y="869223"/>
                      <a:pt x="165809" y="868069"/>
                      <a:pt x="160506" y="959646"/>
                    </a:cubicBezTo>
                    <a:cubicBezTo>
                      <a:pt x="107116" y="1209780"/>
                      <a:pt x="52715" y="1459783"/>
                      <a:pt x="0" y="171086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6" name="Freeform: Shape 2865">
                <a:extLst>
                  <a:ext uri="{FF2B5EF4-FFF2-40B4-BE49-F238E27FC236}">
                    <a16:creationId xmlns:a16="http://schemas.microsoft.com/office/drawing/2014/main" id="{62F02FDF-8408-8700-33CB-3ADBD5E3BAF8}"/>
                  </a:ext>
                </a:extLst>
              </p:cNvPr>
              <p:cNvSpPr/>
              <p:nvPr/>
            </p:nvSpPr>
            <p:spPr>
              <a:xfrm>
                <a:off x="4043225" y="5883180"/>
                <a:ext cx="571865" cy="1645491"/>
              </a:xfrm>
              <a:custGeom>
                <a:avLst/>
                <a:gdLst>
                  <a:gd name="connsiteX0" fmla="*/ 571866 w 571865"/>
                  <a:gd name="connsiteY0" fmla="*/ 0 h 1645491"/>
                  <a:gd name="connsiteX1" fmla="*/ 322092 w 571865"/>
                  <a:gd name="connsiteY1" fmla="*/ 768662 h 1645491"/>
                  <a:gd name="connsiteX2" fmla="*/ 0 w 571865"/>
                  <a:gd name="connsiteY2" fmla="*/ 1645492 h 1645491"/>
                </a:gdLst>
                <a:ahLst/>
                <a:cxnLst>
                  <a:cxn ang="0">
                    <a:pos x="connsiteX0" y="connsiteY0"/>
                  </a:cxn>
                  <a:cxn ang="0">
                    <a:pos x="connsiteX1" y="connsiteY1"/>
                  </a:cxn>
                  <a:cxn ang="0">
                    <a:pos x="connsiteX2" y="connsiteY2"/>
                  </a:cxn>
                </a:cxnLst>
                <a:rect l="l" t="t" r="r" b="b"/>
                <a:pathLst>
                  <a:path w="571865" h="1645491">
                    <a:moveTo>
                      <a:pt x="571866" y="0"/>
                    </a:moveTo>
                    <a:cubicBezTo>
                      <a:pt x="476277" y="248951"/>
                      <a:pt x="450142" y="538828"/>
                      <a:pt x="322092" y="768662"/>
                    </a:cubicBezTo>
                    <a:cubicBezTo>
                      <a:pt x="176296" y="840717"/>
                      <a:pt x="82170" y="1455948"/>
                      <a:pt x="0" y="164549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7" name="Freeform: Shape 2866">
                <a:extLst>
                  <a:ext uri="{FF2B5EF4-FFF2-40B4-BE49-F238E27FC236}">
                    <a16:creationId xmlns:a16="http://schemas.microsoft.com/office/drawing/2014/main" id="{1AD55C8C-EE77-9271-E394-90C1B2364DB7}"/>
                  </a:ext>
                </a:extLst>
              </p:cNvPr>
              <p:cNvSpPr/>
              <p:nvPr/>
            </p:nvSpPr>
            <p:spPr>
              <a:xfrm>
                <a:off x="3684163" y="5910807"/>
                <a:ext cx="735280" cy="1617859"/>
              </a:xfrm>
              <a:custGeom>
                <a:avLst/>
                <a:gdLst>
                  <a:gd name="connsiteX0" fmla="*/ 735281 w 735280"/>
                  <a:gd name="connsiteY0" fmla="*/ 0 h 1617859"/>
                  <a:gd name="connsiteX1" fmla="*/ 326270 w 735280"/>
                  <a:gd name="connsiteY1" fmla="*/ 800295 h 1617859"/>
                  <a:gd name="connsiteX2" fmla="*/ 0 w 735280"/>
                  <a:gd name="connsiteY2" fmla="*/ 1617860 h 1617859"/>
                </a:gdLst>
                <a:ahLst/>
                <a:cxnLst>
                  <a:cxn ang="0">
                    <a:pos x="connsiteX0" y="connsiteY0"/>
                  </a:cxn>
                  <a:cxn ang="0">
                    <a:pos x="connsiteX1" y="connsiteY1"/>
                  </a:cxn>
                  <a:cxn ang="0">
                    <a:pos x="connsiteX2" y="connsiteY2"/>
                  </a:cxn>
                </a:cxnLst>
                <a:rect l="l" t="t" r="r" b="b"/>
                <a:pathLst>
                  <a:path w="735280" h="1617859">
                    <a:moveTo>
                      <a:pt x="735281" y="0"/>
                    </a:moveTo>
                    <a:cubicBezTo>
                      <a:pt x="611379" y="271949"/>
                      <a:pt x="557458" y="599681"/>
                      <a:pt x="326270" y="800295"/>
                    </a:cubicBezTo>
                    <a:cubicBezTo>
                      <a:pt x="195487" y="1061379"/>
                      <a:pt x="112048" y="1346866"/>
                      <a:pt x="0" y="161786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8" name="Freeform: Shape 2867">
                <a:extLst>
                  <a:ext uri="{FF2B5EF4-FFF2-40B4-BE49-F238E27FC236}">
                    <a16:creationId xmlns:a16="http://schemas.microsoft.com/office/drawing/2014/main" id="{4FCDBA46-6730-C4BE-1927-21782B98BCF0}"/>
                  </a:ext>
                </a:extLst>
              </p:cNvPr>
              <p:cNvSpPr/>
              <p:nvPr/>
            </p:nvSpPr>
            <p:spPr>
              <a:xfrm>
                <a:off x="3325061" y="6004207"/>
                <a:ext cx="898723" cy="1524459"/>
              </a:xfrm>
              <a:custGeom>
                <a:avLst/>
                <a:gdLst>
                  <a:gd name="connsiteX0" fmla="*/ 898724 w 898723"/>
                  <a:gd name="connsiteY0" fmla="*/ 0 h 1524459"/>
                  <a:gd name="connsiteX1" fmla="*/ 641646 w 898723"/>
                  <a:gd name="connsiteY1" fmla="*/ 422716 h 1524459"/>
                  <a:gd name="connsiteX2" fmla="*/ 552121 w 898723"/>
                  <a:gd name="connsiteY2" fmla="*/ 476711 h 1524459"/>
                  <a:gd name="connsiteX3" fmla="*/ 0 w 898723"/>
                  <a:gd name="connsiteY3" fmla="*/ 1524460 h 1524459"/>
                </a:gdLst>
                <a:ahLst/>
                <a:cxnLst>
                  <a:cxn ang="0">
                    <a:pos x="connsiteX0" y="connsiteY0"/>
                  </a:cxn>
                  <a:cxn ang="0">
                    <a:pos x="connsiteX1" y="connsiteY1"/>
                  </a:cxn>
                  <a:cxn ang="0">
                    <a:pos x="connsiteX2" y="connsiteY2"/>
                  </a:cxn>
                  <a:cxn ang="0">
                    <a:pos x="connsiteX3" y="connsiteY3"/>
                  </a:cxn>
                </a:cxnLst>
                <a:rect l="l" t="t" r="r" b="b"/>
                <a:pathLst>
                  <a:path w="898723" h="1524459">
                    <a:moveTo>
                      <a:pt x="898724" y="0"/>
                    </a:moveTo>
                    <a:cubicBezTo>
                      <a:pt x="828412" y="156471"/>
                      <a:pt x="751934" y="295597"/>
                      <a:pt x="641646" y="422716"/>
                    </a:cubicBezTo>
                    <a:cubicBezTo>
                      <a:pt x="563642" y="389569"/>
                      <a:pt x="601327" y="404256"/>
                      <a:pt x="552121" y="476711"/>
                    </a:cubicBezTo>
                    <a:cubicBezTo>
                      <a:pt x="305112" y="788727"/>
                      <a:pt x="176405" y="1170250"/>
                      <a:pt x="0" y="152446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9" name="Freeform: Shape 2868">
                <a:extLst>
                  <a:ext uri="{FF2B5EF4-FFF2-40B4-BE49-F238E27FC236}">
                    <a16:creationId xmlns:a16="http://schemas.microsoft.com/office/drawing/2014/main" id="{EE4C4057-D8CC-B70B-0B2C-CD3AE4617B75}"/>
                  </a:ext>
                </a:extLst>
              </p:cNvPr>
              <p:cNvSpPr/>
              <p:nvPr/>
            </p:nvSpPr>
            <p:spPr>
              <a:xfrm>
                <a:off x="2965964" y="6105614"/>
                <a:ext cx="1062167" cy="1423046"/>
              </a:xfrm>
              <a:custGeom>
                <a:avLst/>
                <a:gdLst>
                  <a:gd name="connsiteX0" fmla="*/ 1062167 w 1062167"/>
                  <a:gd name="connsiteY0" fmla="*/ 0 h 1423046"/>
                  <a:gd name="connsiteX1" fmla="*/ 882099 w 1062167"/>
                  <a:gd name="connsiteY1" fmla="*/ 279572 h 1423046"/>
                  <a:gd name="connsiteX2" fmla="*/ 783938 w 1062167"/>
                  <a:gd name="connsiteY2" fmla="*/ 289562 h 1423046"/>
                  <a:gd name="connsiteX3" fmla="*/ 694167 w 1062167"/>
                  <a:gd name="connsiteY3" fmla="*/ 188012 h 1423046"/>
                  <a:gd name="connsiteX4" fmla="*/ 0 w 1062167"/>
                  <a:gd name="connsiteY4" fmla="*/ 1423046 h 1423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67" h="1423046">
                    <a:moveTo>
                      <a:pt x="1062167" y="0"/>
                    </a:moveTo>
                    <a:cubicBezTo>
                      <a:pt x="1003640" y="93263"/>
                      <a:pt x="945370" y="190955"/>
                      <a:pt x="882099" y="279572"/>
                    </a:cubicBezTo>
                    <a:cubicBezTo>
                      <a:pt x="850718" y="296357"/>
                      <a:pt x="811347" y="256740"/>
                      <a:pt x="783938" y="289562"/>
                    </a:cubicBezTo>
                    <a:cubicBezTo>
                      <a:pt x="734109" y="363606"/>
                      <a:pt x="736749" y="195710"/>
                      <a:pt x="694167" y="188012"/>
                    </a:cubicBezTo>
                    <a:cubicBezTo>
                      <a:pt x="454948" y="593634"/>
                      <a:pt x="228583" y="1009521"/>
                      <a:pt x="0" y="1423046"/>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0" name="Freeform: Shape 2869">
                <a:extLst>
                  <a:ext uri="{FF2B5EF4-FFF2-40B4-BE49-F238E27FC236}">
                    <a16:creationId xmlns:a16="http://schemas.microsoft.com/office/drawing/2014/main" id="{ADA78E03-CD94-CF8C-1F0A-64DABAC82139}"/>
                  </a:ext>
                </a:extLst>
              </p:cNvPr>
              <p:cNvSpPr/>
              <p:nvPr/>
            </p:nvSpPr>
            <p:spPr>
              <a:xfrm>
                <a:off x="2606891" y="6137658"/>
                <a:ext cx="1225581" cy="1391008"/>
              </a:xfrm>
              <a:custGeom>
                <a:avLst/>
                <a:gdLst>
                  <a:gd name="connsiteX0" fmla="*/ 1225582 w 1225581"/>
                  <a:gd name="connsiteY0" fmla="*/ 0 h 1391008"/>
                  <a:gd name="connsiteX1" fmla="*/ 1027723 w 1225581"/>
                  <a:gd name="connsiteY1" fmla="*/ 270034 h 1391008"/>
                  <a:gd name="connsiteX2" fmla="*/ 921475 w 1225581"/>
                  <a:gd name="connsiteY2" fmla="*/ 249500 h 1391008"/>
                  <a:gd name="connsiteX3" fmla="*/ 880733 w 1225581"/>
                  <a:gd name="connsiteY3" fmla="*/ 280755 h 1391008"/>
                  <a:gd name="connsiteX4" fmla="*/ 808152 w 1225581"/>
                  <a:gd name="connsiteY4" fmla="*/ 115985 h 1391008"/>
                  <a:gd name="connsiteX5" fmla="*/ 0 w 1225581"/>
                  <a:gd name="connsiteY5" fmla="*/ 1391008 h 139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5581" h="1391008">
                    <a:moveTo>
                      <a:pt x="1225582" y="0"/>
                    </a:moveTo>
                    <a:cubicBezTo>
                      <a:pt x="1161614" y="91199"/>
                      <a:pt x="1091096" y="178657"/>
                      <a:pt x="1027723" y="270034"/>
                    </a:cubicBezTo>
                    <a:cubicBezTo>
                      <a:pt x="992204" y="298403"/>
                      <a:pt x="959114" y="240047"/>
                      <a:pt x="921475" y="249500"/>
                    </a:cubicBezTo>
                    <a:cubicBezTo>
                      <a:pt x="904199" y="250065"/>
                      <a:pt x="894649" y="278286"/>
                      <a:pt x="880733" y="280755"/>
                    </a:cubicBezTo>
                    <a:cubicBezTo>
                      <a:pt x="842877" y="241572"/>
                      <a:pt x="844088" y="157494"/>
                      <a:pt x="808152" y="115985"/>
                    </a:cubicBezTo>
                    <a:cubicBezTo>
                      <a:pt x="537421" y="518453"/>
                      <a:pt x="277332" y="975762"/>
                      <a:pt x="0" y="1391008"/>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1" name="Freeform: Shape 2870">
                <a:extLst>
                  <a:ext uri="{FF2B5EF4-FFF2-40B4-BE49-F238E27FC236}">
                    <a16:creationId xmlns:a16="http://schemas.microsoft.com/office/drawing/2014/main" id="{D949D50A-9804-1889-5E16-40FB05F2B112}"/>
                  </a:ext>
                </a:extLst>
              </p:cNvPr>
              <p:cNvSpPr/>
              <p:nvPr/>
            </p:nvSpPr>
            <p:spPr>
              <a:xfrm>
                <a:off x="2247869" y="6019357"/>
                <a:ext cx="1388933" cy="1509314"/>
              </a:xfrm>
              <a:custGeom>
                <a:avLst/>
                <a:gdLst>
                  <a:gd name="connsiteX0" fmla="*/ 1388934 w 1388933"/>
                  <a:gd name="connsiteY0" fmla="*/ 0 h 1509314"/>
                  <a:gd name="connsiteX1" fmla="*/ 1134713 w 1388933"/>
                  <a:gd name="connsiteY1" fmla="*/ 364028 h 1509314"/>
                  <a:gd name="connsiteX2" fmla="*/ 997513 w 1388933"/>
                  <a:gd name="connsiteY2" fmla="*/ 399382 h 1509314"/>
                  <a:gd name="connsiteX3" fmla="*/ 891334 w 1388933"/>
                  <a:gd name="connsiteY3" fmla="*/ 317680 h 1509314"/>
                  <a:gd name="connsiteX4" fmla="*/ 0 w 1388933"/>
                  <a:gd name="connsiteY4" fmla="*/ 1509315 h 1509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8933" h="1509314">
                    <a:moveTo>
                      <a:pt x="1388934" y="0"/>
                    </a:moveTo>
                    <a:cubicBezTo>
                      <a:pt x="1292196" y="107682"/>
                      <a:pt x="1260283" y="289631"/>
                      <a:pt x="1134713" y="364028"/>
                    </a:cubicBezTo>
                    <a:cubicBezTo>
                      <a:pt x="1079804" y="354250"/>
                      <a:pt x="1036861" y="362651"/>
                      <a:pt x="997513" y="399382"/>
                    </a:cubicBezTo>
                    <a:cubicBezTo>
                      <a:pt x="958394" y="388695"/>
                      <a:pt x="936506" y="255472"/>
                      <a:pt x="891334" y="317680"/>
                    </a:cubicBezTo>
                    <a:cubicBezTo>
                      <a:pt x="578787" y="703105"/>
                      <a:pt x="289139" y="1105104"/>
                      <a:pt x="0" y="1509315"/>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2" name="Freeform: Shape 2871">
                <a:extLst>
                  <a:ext uri="{FF2B5EF4-FFF2-40B4-BE49-F238E27FC236}">
                    <a16:creationId xmlns:a16="http://schemas.microsoft.com/office/drawing/2014/main" id="{A9E990BF-D497-1BA2-E673-79C6A1147A34}"/>
                  </a:ext>
                </a:extLst>
              </p:cNvPr>
              <p:cNvSpPr/>
              <p:nvPr/>
            </p:nvSpPr>
            <p:spPr>
              <a:xfrm>
                <a:off x="1888841" y="5805314"/>
                <a:ext cx="1552285" cy="1723358"/>
              </a:xfrm>
              <a:custGeom>
                <a:avLst/>
                <a:gdLst>
                  <a:gd name="connsiteX0" fmla="*/ 1552286 w 1552285"/>
                  <a:gd name="connsiteY0" fmla="*/ 0 h 1723358"/>
                  <a:gd name="connsiteX1" fmla="*/ 1274359 w 1552285"/>
                  <a:gd name="connsiteY1" fmla="*/ 520797 h 1723358"/>
                  <a:gd name="connsiteX2" fmla="*/ 1111219 w 1552285"/>
                  <a:gd name="connsiteY2" fmla="*/ 623564 h 1723358"/>
                  <a:gd name="connsiteX3" fmla="*/ 855393 w 1552285"/>
                  <a:gd name="connsiteY3" fmla="*/ 772554 h 1723358"/>
                  <a:gd name="connsiteX4" fmla="*/ 0 w 1552285"/>
                  <a:gd name="connsiteY4" fmla="*/ 1723359 h 1723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285" h="1723358">
                    <a:moveTo>
                      <a:pt x="1552286" y="0"/>
                    </a:moveTo>
                    <a:cubicBezTo>
                      <a:pt x="1439163" y="159128"/>
                      <a:pt x="1424778" y="389466"/>
                      <a:pt x="1274359" y="520797"/>
                    </a:cubicBezTo>
                    <a:cubicBezTo>
                      <a:pt x="1211689" y="544366"/>
                      <a:pt x="1156413" y="574037"/>
                      <a:pt x="1111219" y="623564"/>
                    </a:cubicBezTo>
                    <a:cubicBezTo>
                      <a:pt x="992118" y="600435"/>
                      <a:pt x="953925" y="725211"/>
                      <a:pt x="855393" y="772554"/>
                    </a:cubicBezTo>
                    <a:cubicBezTo>
                      <a:pt x="496874" y="1008423"/>
                      <a:pt x="285304" y="1408953"/>
                      <a:pt x="0" y="172335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3" name="Freeform: Shape 2872">
                <a:extLst>
                  <a:ext uri="{FF2B5EF4-FFF2-40B4-BE49-F238E27FC236}">
                    <a16:creationId xmlns:a16="http://schemas.microsoft.com/office/drawing/2014/main" id="{78D4E99D-5FE2-9FBA-215E-1D65048172FE}"/>
                  </a:ext>
                </a:extLst>
              </p:cNvPr>
              <p:cNvSpPr/>
              <p:nvPr/>
            </p:nvSpPr>
            <p:spPr>
              <a:xfrm>
                <a:off x="1529814" y="5590687"/>
                <a:ext cx="1715637" cy="1937979"/>
              </a:xfrm>
              <a:custGeom>
                <a:avLst/>
                <a:gdLst>
                  <a:gd name="connsiteX0" fmla="*/ 1715637 w 1715637"/>
                  <a:gd name="connsiteY0" fmla="*/ 0 h 1937979"/>
                  <a:gd name="connsiteX1" fmla="*/ 1413662 w 1715637"/>
                  <a:gd name="connsiteY1" fmla="*/ 673964 h 1937979"/>
                  <a:gd name="connsiteX2" fmla="*/ 802723 w 1715637"/>
                  <a:gd name="connsiteY2" fmla="*/ 1105184 h 1937979"/>
                  <a:gd name="connsiteX3" fmla="*/ 473579 w 1715637"/>
                  <a:gd name="connsiteY3" fmla="*/ 1409502 h 1937979"/>
                  <a:gd name="connsiteX4" fmla="*/ 0 w 1715637"/>
                  <a:gd name="connsiteY4" fmla="*/ 1937980 h 19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5637" h="1937979">
                    <a:moveTo>
                      <a:pt x="1715637" y="0"/>
                    </a:moveTo>
                    <a:cubicBezTo>
                      <a:pt x="1586907" y="208660"/>
                      <a:pt x="1585558" y="491393"/>
                      <a:pt x="1413662" y="673964"/>
                    </a:cubicBezTo>
                    <a:cubicBezTo>
                      <a:pt x="1175821" y="856273"/>
                      <a:pt x="1134102" y="1060190"/>
                      <a:pt x="802723" y="1105184"/>
                    </a:cubicBezTo>
                    <a:cubicBezTo>
                      <a:pt x="660288" y="1163060"/>
                      <a:pt x="578267" y="1303740"/>
                      <a:pt x="473579" y="1409502"/>
                    </a:cubicBezTo>
                    <a:cubicBezTo>
                      <a:pt x="315594" y="1585376"/>
                      <a:pt x="157494" y="1761014"/>
                      <a:pt x="0" y="193798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4" name="Freeform: Shape 2873">
                <a:extLst>
                  <a:ext uri="{FF2B5EF4-FFF2-40B4-BE49-F238E27FC236}">
                    <a16:creationId xmlns:a16="http://schemas.microsoft.com/office/drawing/2014/main" id="{B2C7CD4D-4F56-2348-BDDF-1EC528856B59}"/>
                  </a:ext>
                </a:extLst>
              </p:cNvPr>
              <p:cNvSpPr/>
              <p:nvPr/>
            </p:nvSpPr>
            <p:spPr>
              <a:xfrm>
                <a:off x="1170791" y="5470626"/>
                <a:ext cx="1878983" cy="2058034"/>
              </a:xfrm>
              <a:custGeom>
                <a:avLst/>
                <a:gdLst>
                  <a:gd name="connsiteX0" fmla="*/ 1878984 w 1878983"/>
                  <a:gd name="connsiteY0" fmla="*/ 0 h 2058034"/>
                  <a:gd name="connsiteX1" fmla="*/ 1451187 w 1878983"/>
                  <a:gd name="connsiteY1" fmla="*/ 855816 h 2058034"/>
                  <a:gd name="connsiteX2" fmla="*/ 1084158 w 1878983"/>
                  <a:gd name="connsiteY2" fmla="*/ 1230691 h 2058034"/>
                  <a:gd name="connsiteX3" fmla="*/ 544119 w 1878983"/>
                  <a:gd name="connsiteY3" fmla="*/ 1503485 h 2058034"/>
                  <a:gd name="connsiteX4" fmla="*/ 0 w 1878983"/>
                  <a:gd name="connsiteY4" fmla="*/ 2058034 h 2058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83" h="2058034">
                    <a:moveTo>
                      <a:pt x="1878984" y="0"/>
                    </a:moveTo>
                    <a:cubicBezTo>
                      <a:pt x="1718683" y="277755"/>
                      <a:pt x="1730571" y="651424"/>
                      <a:pt x="1451187" y="855816"/>
                    </a:cubicBezTo>
                    <a:cubicBezTo>
                      <a:pt x="1302540" y="956211"/>
                      <a:pt x="1282263" y="1210534"/>
                      <a:pt x="1084158" y="1230691"/>
                    </a:cubicBezTo>
                    <a:cubicBezTo>
                      <a:pt x="834653" y="1194172"/>
                      <a:pt x="697036" y="1328560"/>
                      <a:pt x="544119" y="1503485"/>
                    </a:cubicBezTo>
                    <a:cubicBezTo>
                      <a:pt x="362783" y="1688211"/>
                      <a:pt x="181503" y="1872840"/>
                      <a:pt x="0" y="2058034"/>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5" name="Freeform: Shape 2874">
                <a:extLst>
                  <a:ext uri="{FF2B5EF4-FFF2-40B4-BE49-F238E27FC236}">
                    <a16:creationId xmlns:a16="http://schemas.microsoft.com/office/drawing/2014/main" id="{B5E61504-8574-B2F5-D4C7-B0FEA3EDB342}"/>
                  </a:ext>
                </a:extLst>
              </p:cNvPr>
              <p:cNvSpPr/>
              <p:nvPr/>
            </p:nvSpPr>
            <p:spPr>
              <a:xfrm>
                <a:off x="811741" y="5495423"/>
                <a:ext cx="2042581" cy="2033243"/>
              </a:xfrm>
              <a:custGeom>
                <a:avLst/>
                <a:gdLst>
                  <a:gd name="connsiteX0" fmla="*/ 2042581 w 2042581"/>
                  <a:gd name="connsiteY0" fmla="*/ 0 h 2033243"/>
                  <a:gd name="connsiteX1" fmla="*/ 1531637 w 2042581"/>
                  <a:gd name="connsiteY1" fmla="*/ 872343 h 2033243"/>
                  <a:gd name="connsiteX2" fmla="*/ 1136445 w 2042581"/>
                  <a:gd name="connsiteY2" fmla="*/ 1210998 h 2033243"/>
                  <a:gd name="connsiteX3" fmla="*/ 577124 w 2042581"/>
                  <a:gd name="connsiteY3" fmla="*/ 1492055 h 2033243"/>
                  <a:gd name="connsiteX4" fmla="*/ 0 w 2042581"/>
                  <a:gd name="connsiteY4" fmla="*/ 2033243 h 203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581" h="2033243">
                    <a:moveTo>
                      <a:pt x="2042581" y="0"/>
                    </a:moveTo>
                    <a:cubicBezTo>
                      <a:pt x="1871314" y="303021"/>
                      <a:pt x="1846054" y="663146"/>
                      <a:pt x="1531637" y="872343"/>
                    </a:cubicBezTo>
                    <a:cubicBezTo>
                      <a:pt x="1391294" y="979929"/>
                      <a:pt x="1357656" y="1238830"/>
                      <a:pt x="1136445" y="1210998"/>
                    </a:cubicBezTo>
                    <a:cubicBezTo>
                      <a:pt x="894289" y="1158802"/>
                      <a:pt x="733126" y="1337464"/>
                      <a:pt x="577124" y="1492055"/>
                    </a:cubicBezTo>
                    <a:cubicBezTo>
                      <a:pt x="384820" y="1672364"/>
                      <a:pt x="192607" y="1852614"/>
                      <a:pt x="0" y="2033243"/>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6" name="Freeform: Shape 2875">
                <a:extLst>
                  <a:ext uri="{FF2B5EF4-FFF2-40B4-BE49-F238E27FC236}">
                    <a16:creationId xmlns:a16="http://schemas.microsoft.com/office/drawing/2014/main" id="{825D66E0-949E-77DC-41C1-4F11B79DCF7D}"/>
                  </a:ext>
                </a:extLst>
              </p:cNvPr>
              <p:cNvSpPr/>
              <p:nvPr/>
            </p:nvSpPr>
            <p:spPr>
              <a:xfrm>
                <a:off x="452685" y="5598802"/>
                <a:ext cx="2206738" cy="1929869"/>
              </a:xfrm>
              <a:custGeom>
                <a:avLst/>
                <a:gdLst>
                  <a:gd name="connsiteX0" fmla="*/ 2206739 w 2206738"/>
                  <a:gd name="connsiteY0" fmla="*/ 0 h 1929869"/>
                  <a:gd name="connsiteX1" fmla="*/ 1633701 w 2206738"/>
                  <a:gd name="connsiteY1" fmla="*/ 786315 h 1929869"/>
                  <a:gd name="connsiteX2" fmla="*/ 1211426 w 2206738"/>
                  <a:gd name="connsiteY2" fmla="*/ 1109647 h 1929869"/>
                  <a:gd name="connsiteX3" fmla="*/ 613437 w 2206738"/>
                  <a:gd name="connsiteY3" fmla="*/ 1397238 h 1929869"/>
                  <a:gd name="connsiteX4" fmla="*/ 0 w 2206738"/>
                  <a:gd name="connsiteY4" fmla="*/ 1929870 h 192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738" h="1929869">
                    <a:moveTo>
                      <a:pt x="2206739" y="0"/>
                    </a:moveTo>
                    <a:cubicBezTo>
                      <a:pt x="2014972" y="302849"/>
                      <a:pt x="1954536" y="572511"/>
                      <a:pt x="1633701" y="786315"/>
                    </a:cubicBezTo>
                    <a:cubicBezTo>
                      <a:pt x="1496490" y="905536"/>
                      <a:pt x="1441740" y="1153247"/>
                      <a:pt x="1211426" y="1109647"/>
                    </a:cubicBezTo>
                    <a:cubicBezTo>
                      <a:pt x="958388" y="1055292"/>
                      <a:pt x="784784" y="1243841"/>
                      <a:pt x="613437" y="1397238"/>
                    </a:cubicBezTo>
                    <a:cubicBezTo>
                      <a:pt x="409034" y="1574700"/>
                      <a:pt x="204723" y="1752105"/>
                      <a:pt x="0" y="192987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7" name="Freeform: Shape 2876">
                <a:extLst>
                  <a:ext uri="{FF2B5EF4-FFF2-40B4-BE49-F238E27FC236}">
                    <a16:creationId xmlns:a16="http://schemas.microsoft.com/office/drawing/2014/main" id="{A8B8F880-AF45-9F27-84A0-E1B87710B3FE}"/>
                  </a:ext>
                </a:extLst>
              </p:cNvPr>
              <p:cNvSpPr/>
              <p:nvPr/>
            </p:nvSpPr>
            <p:spPr>
              <a:xfrm>
                <a:off x="93634" y="5753747"/>
                <a:ext cx="2371279" cy="1774919"/>
              </a:xfrm>
              <a:custGeom>
                <a:avLst/>
                <a:gdLst>
                  <a:gd name="connsiteX0" fmla="*/ 2371279 w 2371279"/>
                  <a:gd name="connsiteY0" fmla="*/ 0 h 1774919"/>
                  <a:gd name="connsiteX1" fmla="*/ 1727936 w 2371279"/>
                  <a:gd name="connsiteY1" fmla="*/ 653573 h 1774919"/>
                  <a:gd name="connsiteX2" fmla="*/ 1314267 w 2371279"/>
                  <a:gd name="connsiteY2" fmla="*/ 958868 h 1774919"/>
                  <a:gd name="connsiteX3" fmla="*/ 686669 w 2371279"/>
                  <a:gd name="connsiteY3" fmla="*/ 1219832 h 1774919"/>
                  <a:gd name="connsiteX4" fmla="*/ 0 w 2371279"/>
                  <a:gd name="connsiteY4" fmla="*/ 1774919 h 1774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279" h="1774919">
                    <a:moveTo>
                      <a:pt x="2371279" y="0"/>
                    </a:moveTo>
                    <a:cubicBezTo>
                      <a:pt x="2175906" y="238978"/>
                      <a:pt x="1986203" y="477819"/>
                      <a:pt x="1727936" y="653573"/>
                    </a:cubicBezTo>
                    <a:cubicBezTo>
                      <a:pt x="1606115" y="780646"/>
                      <a:pt x="1532672" y="998262"/>
                      <a:pt x="1314267" y="958868"/>
                    </a:cubicBezTo>
                    <a:cubicBezTo>
                      <a:pt x="1058589" y="902473"/>
                      <a:pt x="865297" y="1060110"/>
                      <a:pt x="686669" y="1219832"/>
                    </a:cubicBezTo>
                    <a:cubicBezTo>
                      <a:pt x="457852" y="1404782"/>
                      <a:pt x="229149" y="1589667"/>
                      <a:pt x="0" y="1774919"/>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8" name="Freeform: Shape 2877">
                <a:extLst>
                  <a:ext uri="{FF2B5EF4-FFF2-40B4-BE49-F238E27FC236}">
                    <a16:creationId xmlns:a16="http://schemas.microsoft.com/office/drawing/2014/main" id="{8C75F195-DB5F-8798-C470-F97FE735E76E}"/>
                  </a:ext>
                </a:extLst>
              </p:cNvPr>
              <p:cNvSpPr/>
              <p:nvPr/>
            </p:nvSpPr>
            <p:spPr>
              <a:xfrm>
                <a:off x="-265421" y="5935741"/>
                <a:ext cx="2536019" cy="1592930"/>
              </a:xfrm>
              <a:custGeom>
                <a:avLst/>
                <a:gdLst>
                  <a:gd name="connsiteX0" fmla="*/ 2536020 w 2536019"/>
                  <a:gd name="connsiteY0" fmla="*/ 0 h 1592930"/>
                  <a:gd name="connsiteX1" fmla="*/ 1844842 w 2536019"/>
                  <a:gd name="connsiteY1" fmla="*/ 474482 h 1592930"/>
                  <a:gd name="connsiteX2" fmla="*/ 1517658 w 2536019"/>
                  <a:gd name="connsiteY2" fmla="*/ 777006 h 1592930"/>
                  <a:gd name="connsiteX3" fmla="*/ 822857 w 2536019"/>
                  <a:gd name="connsiteY3" fmla="*/ 970670 h 1592930"/>
                  <a:gd name="connsiteX4" fmla="*/ 0 w 2536019"/>
                  <a:gd name="connsiteY4" fmla="*/ 1592931 h 159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019" h="1592930">
                    <a:moveTo>
                      <a:pt x="2536020" y="0"/>
                    </a:moveTo>
                    <a:cubicBezTo>
                      <a:pt x="2297196" y="146441"/>
                      <a:pt x="2062652" y="296717"/>
                      <a:pt x="1844842" y="474482"/>
                    </a:cubicBezTo>
                    <a:cubicBezTo>
                      <a:pt x="1731862" y="570535"/>
                      <a:pt x="1686794" y="758638"/>
                      <a:pt x="1517658" y="777006"/>
                    </a:cubicBezTo>
                    <a:cubicBezTo>
                      <a:pt x="1222439" y="773462"/>
                      <a:pt x="1055983" y="747734"/>
                      <a:pt x="822857" y="970670"/>
                    </a:cubicBezTo>
                    <a:cubicBezTo>
                      <a:pt x="548629" y="1178016"/>
                      <a:pt x="274560" y="1385288"/>
                      <a:pt x="0" y="1592931"/>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9" name="Freeform: Shape 2878">
                <a:extLst>
                  <a:ext uri="{FF2B5EF4-FFF2-40B4-BE49-F238E27FC236}">
                    <a16:creationId xmlns:a16="http://schemas.microsoft.com/office/drawing/2014/main" id="{D2835CCB-FE65-5D11-AB77-4174F8FA89ED}"/>
                  </a:ext>
                </a:extLst>
              </p:cNvPr>
              <p:cNvSpPr/>
              <p:nvPr/>
            </p:nvSpPr>
            <p:spPr>
              <a:xfrm>
                <a:off x="-624483" y="6120256"/>
                <a:ext cx="2700783" cy="1408421"/>
              </a:xfrm>
              <a:custGeom>
                <a:avLst/>
                <a:gdLst>
                  <a:gd name="connsiteX0" fmla="*/ 2700783 w 2700783"/>
                  <a:gd name="connsiteY0" fmla="*/ 0 h 1408421"/>
                  <a:gd name="connsiteX1" fmla="*/ 2297493 w 2700783"/>
                  <a:gd name="connsiteY1" fmla="*/ 55172 h 1408421"/>
                  <a:gd name="connsiteX2" fmla="*/ 1923503 w 2700783"/>
                  <a:gd name="connsiteY2" fmla="*/ 328253 h 1408421"/>
                  <a:gd name="connsiteX3" fmla="*/ 1703567 w 2700783"/>
                  <a:gd name="connsiteY3" fmla="*/ 571603 h 1408421"/>
                  <a:gd name="connsiteX4" fmla="*/ 1144446 w 2700783"/>
                  <a:gd name="connsiteY4" fmla="*/ 618506 h 1408421"/>
                  <a:gd name="connsiteX5" fmla="*/ 0 w 2700783"/>
                  <a:gd name="connsiteY5" fmla="*/ 1408422 h 140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0783" h="1408421">
                    <a:moveTo>
                      <a:pt x="2700783" y="0"/>
                    </a:moveTo>
                    <a:cubicBezTo>
                      <a:pt x="2574745" y="62797"/>
                      <a:pt x="2421908" y="-20294"/>
                      <a:pt x="2297493" y="55172"/>
                    </a:cubicBezTo>
                    <a:cubicBezTo>
                      <a:pt x="2172340" y="144561"/>
                      <a:pt x="2038929" y="226594"/>
                      <a:pt x="1923503" y="328253"/>
                    </a:cubicBezTo>
                    <a:cubicBezTo>
                      <a:pt x="1851054" y="408719"/>
                      <a:pt x="1805689" y="523157"/>
                      <a:pt x="1703567" y="571603"/>
                    </a:cubicBezTo>
                    <a:cubicBezTo>
                      <a:pt x="1526436" y="650704"/>
                      <a:pt x="1324771" y="545240"/>
                      <a:pt x="1144446" y="618506"/>
                    </a:cubicBezTo>
                    <a:cubicBezTo>
                      <a:pt x="742356" y="844522"/>
                      <a:pt x="385391" y="1152264"/>
                      <a:pt x="0" y="140842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80" name="Freeform: Shape 2879">
                <a:extLst>
                  <a:ext uri="{FF2B5EF4-FFF2-40B4-BE49-F238E27FC236}">
                    <a16:creationId xmlns:a16="http://schemas.microsoft.com/office/drawing/2014/main" id="{5AD82075-96A5-8157-271C-65BDE07B4B56}"/>
                  </a:ext>
                </a:extLst>
              </p:cNvPr>
              <p:cNvSpPr/>
              <p:nvPr/>
            </p:nvSpPr>
            <p:spPr>
              <a:xfrm>
                <a:off x="-983528" y="6165757"/>
                <a:ext cx="2865369" cy="1362909"/>
              </a:xfrm>
              <a:custGeom>
                <a:avLst/>
                <a:gdLst>
                  <a:gd name="connsiteX0" fmla="*/ 2865370 w 2865369"/>
                  <a:gd name="connsiteY0" fmla="*/ 117011 h 1362909"/>
                  <a:gd name="connsiteX1" fmla="*/ 2466126 w 2865369"/>
                  <a:gd name="connsiteY1" fmla="*/ 3099 h 1362909"/>
                  <a:gd name="connsiteX2" fmla="*/ 2065413 w 2865369"/>
                  <a:gd name="connsiteY2" fmla="*/ 259206 h 1362909"/>
                  <a:gd name="connsiteX3" fmla="*/ 1818770 w 2865369"/>
                  <a:gd name="connsiteY3" fmla="*/ 526090 h 1362909"/>
                  <a:gd name="connsiteX4" fmla="*/ 1219570 w 2865369"/>
                  <a:gd name="connsiteY4" fmla="*/ 571633 h 1362909"/>
                  <a:gd name="connsiteX5" fmla="*/ 0 w 2865369"/>
                  <a:gd name="connsiteY5" fmla="*/ 1362910 h 136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5369" h="1362909">
                    <a:moveTo>
                      <a:pt x="2865370" y="117011"/>
                    </a:moveTo>
                    <a:cubicBezTo>
                      <a:pt x="2720877" y="156690"/>
                      <a:pt x="2613287" y="-25699"/>
                      <a:pt x="2466126" y="3099"/>
                    </a:cubicBezTo>
                    <a:cubicBezTo>
                      <a:pt x="2321685" y="63261"/>
                      <a:pt x="2199001" y="176229"/>
                      <a:pt x="2065413" y="259206"/>
                    </a:cubicBezTo>
                    <a:cubicBezTo>
                      <a:pt x="1975150" y="339112"/>
                      <a:pt x="1929801" y="469723"/>
                      <a:pt x="1818770" y="526090"/>
                    </a:cubicBezTo>
                    <a:cubicBezTo>
                      <a:pt x="1629821" y="615038"/>
                      <a:pt x="1414160" y="500847"/>
                      <a:pt x="1219570" y="571633"/>
                    </a:cubicBezTo>
                    <a:cubicBezTo>
                      <a:pt x="791242" y="792901"/>
                      <a:pt x="410520" y="1107174"/>
                      <a:pt x="0" y="1362910"/>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81" name="Freeform: Shape 2880">
                <a:extLst>
                  <a:ext uri="{FF2B5EF4-FFF2-40B4-BE49-F238E27FC236}">
                    <a16:creationId xmlns:a16="http://schemas.microsoft.com/office/drawing/2014/main" id="{35E02FC3-C710-8B6B-B033-F2A0E69D99CC}"/>
                  </a:ext>
                </a:extLst>
              </p:cNvPr>
              <p:cNvSpPr/>
              <p:nvPr/>
            </p:nvSpPr>
            <p:spPr>
              <a:xfrm>
                <a:off x="-1342590" y="6172982"/>
                <a:ext cx="3029624" cy="1355672"/>
              </a:xfrm>
              <a:custGeom>
                <a:avLst/>
                <a:gdLst>
                  <a:gd name="connsiteX0" fmla="*/ 3029625 w 3029624"/>
                  <a:gd name="connsiteY0" fmla="*/ 225771 h 1355672"/>
                  <a:gd name="connsiteX1" fmla="*/ 2639930 w 3029624"/>
                  <a:gd name="connsiteY1" fmla="*/ 0 h 1355672"/>
                  <a:gd name="connsiteX2" fmla="*/ 2253899 w 3029624"/>
                  <a:gd name="connsiteY2" fmla="*/ 205443 h 1355672"/>
                  <a:gd name="connsiteX3" fmla="*/ 1945689 w 3029624"/>
                  <a:gd name="connsiteY3" fmla="*/ 510910 h 1355672"/>
                  <a:gd name="connsiteX4" fmla="*/ 1316805 w 3029624"/>
                  <a:gd name="connsiteY4" fmla="*/ 557350 h 1355672"/>
                  <a:gd name="connsiteX5" fmla="*/ 0 w 3029624"/>
                  <a:gd name="connsiteY5" fmla="*/ 1355672 h 13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9624" h="1355672">
                    <a:moveTo>
                      <a:pt x="3029625" y="225771"/>
                    </a:moveTo>
                    <a:cubicBezTo>
                      <a:pt x="2868061" y="248529"/>
                      <a:pt x="2792795" y="25180"/>
                      <a:pt x="2639930" y="0"/>
                    </a:cubicBezTo>
                    <a:cubicBezTo>
                      <a:pt x="2494923" y="3040"/>
                      <a:pt x="2382229" y="144721"/>
                      <a:pt x="2253899" y="205443"/>
                    </a:cubicBezTo>
                    <a:cubicBezTo>
                      <a:pt x="2117528" y="270057"/>
                      <a:pt x="2068984" y="431534"/>
                      <a:pt x="1945689" y="510910"/>
                    </a:cubicBezTo>
                    <a:cubicBezTo>
                      <a:pt x="1751150" y="618809"/>
                      <a:pt x="1523025" y="499634"/>
                      <a:pt x="1316805" y="557350"/>
                    </a:cubicBezTo>
                    <a:cubicBezTo>
                      <a:pt x="850112" y="762827"/>
                      <a:pt x="443404" y="1100384"/>
                      <a:pt x="0" y="1355672"/>
                    </a:cubicBezTo>
                  </a:path>
                </a:pathLst>
              </a:custGeom>
              <a:grpFill/>
              <a:ln w="635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nvGrpSpPr>
            <p:cNvPr id="12" name="Graphic 2">
              <a:extLst>
                <a:ext uri="{FF2B5EF4-FFF2-40B4-BE49-F238E27FC236}">
                  <a16:creationId xmlns:a16="http://schemas.microsoft.com/office/drawing/2014/main" id="{FB292DB5-66F6-625F-D138-8C5AD378E2A7}"/>
                </a:ext>
              </a:extLst>
            </p:cNvPr>
            <p:cNvGrpSpPr/>
            <p:nvPr/>
          </p:nvGrpSpPr>
          <p:grpSpPr>
            <a:xfrm>
              <a:off x="-1350054" y="4031449"/>
              <a:ext cx="13299963" cy="3500111"/>
              <a:chOff x="-1350054" y="4031449"/>
              <a:chExt cx="13299963" cy="3500111"/>
            </a:xfrm>
            <a:grpFill/>
          </p:grpSpPr>
          <p:sp>
            <p:nvSpPr>
              <p:cNvPr id="13" name="Freeform: Shape 12">
                <a:extLst>
                  <a:ext uri="{FF2B5EF4-FFF2-40B4-BE49-F238E27FC236}">
                    <a16:creationId xmlns:a16="http://schemas.microsoft.com/office/drawing/2014/main" id="{2C0E4280-720A-E337-B70F-C2C44201D2B9}"/>
                  </a:ext>
                </a:extLst>
              </p:cNvPr>
              <p:cNvSpPr/>
              <p:nvPr/>
            </p:nvSpPr>
            <p:spPr>
              <a:xfrm>
                <a:off x="8916065" y="4031449"/>
                <a:ext cx="7264" cy="3484"/>
              </a:xfrm>
              <a:custGeom>
                <a:avLst/>
                <a:gdLst>
                  <a:gd name="connsiteX0" fmla="*/ 4855 w 7264"/>
                  <a:gd name="connsiteY0" fmla="*/ 2603 h 3484"/>
                  <a:gd name="connsiteX1" fmla="*/ 306 w 7264"/>
                  <a:gd name="connsiteY1" fmla="*/ 2083 h 3484"/>
                  <a:gd name="connsiteX2" fmla="*/ 4855 w 7264"/>
                  <a:gd name="connsiteY2" fmla="*/ 2603 h 3484"/>
                </a:gdLst>
                <a:ahLst/>
                <a:cxnLst>
                  <a:cxn ang="0">
                    <a:pos x="connsiteX0" y="connsiteY0"/>
                  </a:cxn>
                  <a:cxn ang="0">
                    <a:pos x="connsiteX1" y="connsiteY1"/>
                  </a:cxn>
                  <a:cxn ang="0">
                    <a:pos x="connsiteX2" y="connsiteY2"/>
                  </a:cxn>
                </a:cxnLst>
                <a:rect l="l" t="t" r="r" b="b"/>
                <a:pathLst>
                  <a:path w="7264" h="3484">
                    <a:moveTo>
                      <a:pt x="4855" y="2603"/>
                    </a:moveTo>
                    <a:cubicBezTo>
                      <a:pt x="11610" y="-929"/>
                      <a:pt x="2214" y="-631"/>
                      <a:pt x="306" y="2083"/>
                    </a:cubicBezTo>
                    <a:cubicBezTo>
                      <a:pt x="-1266" y="4478"/>
                      <a:pt x="3677" y="3209"/>
                      <a:pt x="4855" y="260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 name="Freeform: Shape 13">
                <a:extLst>
                  <a:ext uri="{FF2B5EF4-FFF2-40B4-BE49-F238E27FC236}">
                    <a16:creationId xmlns:a16="http://schemas.microsoft.com/office/drawing/2014/main" id="{F729549A-C71F-29CF-33EB-5B2627E955F8}"/>
                  </a:ext>
                </a:extLst>
              </p:cNvPr>
              <p:cNvSpPr/>
              <p:nvPr/>
            </p:nvSpPr>
            <p:spPr>
              <a:xfrm>
                <a:off x="10041647" y="6326134"/>
                <a:ext cx="10111" cy="2628"/>
              </a:xfrm>
              <a:custGeom>
                <a:avLst/>
                <a:gdLst>
                  <a:gd name="connsiteX0" fmla="*/ 3025 w 10111"/>
                  <a:gd name="connsiteY0" fmla="*/ 27 h 2628"/>
                  <a:gd name="connsiteX1" fmla="*/ 7088 w 10111"/>
                  <a:gd name="connsiteY1" fmla="*/ 2600 h 2628"/>
                  <a:gd name="connsiteX2" fmla="*/ 3025 w 10111"/>
                  <a:gd name="connsiteY2" fmla="*/ 27 h 2628"/>
                </a:gdLst>
                <a:ahLst/>
                <a:cxnLst>
                  <a:cxn ang="0">
                    <a:pos x="connsiteX0" y="connsiteY0"/>
                  </a:cxn>
                  <a:cxn ang="0">
                    <a:pos x="connsiteX1" y="connsiteY1"/>
                  </a:cxn>
                  <a:cxn ang="0">
                    <a:pos x="connsiteX2" y="connsiteY2"/>
                  </a:cxn>
                </a:cxnLst>
                <a:rect l="l" t="t" r="r" b="b"/>
                <a:pathLst>
                  <a:path w="10111" h="2628">
                    <a:moveTo>
                      <a:pt x="3025" y="27"/>
                    </a:moveTo>
                    <a:cubicBezTo>
                      <a:pt x="-4405" y="451"/>
                      <a:pt x="3779" y="2920"/>
                      <a:pt x="7088" y="2600"/>
                    </a:cubicBezTo>
                    <a:cubicBezTo>
                      <a:pt x="14517" y="2182"/>
                      <a:pt x="6328" y="-286"/>
                      <a:pt x="3025"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 name="Freeform: Shape 14">
                <a:extLst>
                  <a:ext uri="{FF2B5EF4-FFF2-40B4-BE49-F238E27FC236}">
                    <a16:creationId xmlns:a16="http://schemas.microsoft.com/office/drawing/2014/main" id="{6E063F1E-E4CB-123C-B16F-0CCCF48DFD85}"/>
                  </a:ext>
                </a:extLst>
              </p:cNvPr>
              <p:cNvSpPr/>
              <p:nvPr/>
            </p:nvSpPr>
            <p:spPr>
              <a:xfrm>
                <a:off x="10590532" y="6674043"/>
                <a:ext cx="11494" cy="3283"/>
              </a:xfrm>
              <a:custGeom>
                <a:avLst/>
                <a:gdLst>
                  <a:gd name="connsiteX0" fmla="*/ 3214 w 11494"/>
                  <a:gd name="connsiteY0" fmla="*/ 36 h 3283"/>
                  <a:gd name="connsiteX1" fmla="*/ 8278 w 11494"/>
                  <a:gd name="connsiteY1" fmla="*/ 3248 h 3283"/>
                  <a:gd name="connsiteX2" fmla="*/ 3214 w 11494"/>
                  <a:gd name="connsiteY2" fmla="*/ 36 h 3283"/>
                </a:gdLst>
                <a:ahLst/>
                <a:cxnLst>
                  <a:cxn ang="0">
                    <a:pos x="connsiteX0" y="connsiteY0"/>
                  </a:cxn>
                  <a:cxn ang="0">
                    <a:pos x="connsiteX1" y="connsiteY1"/>
                  </a:cxn>
                  <a:cxn ang="0">
                    <a:pos x="connsiteX2" y="connsiteY2"/>
                  </a:cxn>
                </a:cxnLst>
                <a:rect l="l" t="t" r="r" b="b"/>
                <a:pathLst>
                  <a:path w="11494" h="3283">
                    <a:moveTo>
                      <a:pt x="3214" y="36"/>
                    </a:moveTo>
                    <a:cubicBezTo>
                      <a:pt x="-5038" y="596"/>
                      <a:pt x="4797" y="3648"/>
                      <a:pt x="8278" y="3248"/>
                    </a:cubicBezTo>
                    <a:cubicBezTo>
                      <a:pt x="16536" y="2682"/>
                      <a:pt x="6695" y="-364"/>
                      <a:pt x="3214" y="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 name="Freeform: Shape 15">
                <a:extLst>
                  <a:ext uri="{FF2B5EF4-FFF2-40B4-BE49-F238E27FC236}">
                    <a16:creationId xmlns:a16="http://schemas.microsoft.com/office/drawing/2014/main" id="{825FEB6D-8E0A-AAC5-6241-6A75258C0C57}"/>
                  </a:ext>
                </a:extLst>
              </p:cNvPr>
              <p:cNvSpPr/>
              <p:nvPr/>
            </p:nvSpPr>
            <p:spPr>
              <a:xfrm>
                <a:off x="10441481" y="6579690"/>
                <a:ext cx="11013" cy="3094"/>
              </a:xfrm>
              <a:custGeom>
                <a:avLst/>
                <a:gdLst>
                  <a:gd name="connsiteX0" fmla="*/ 3304 w 11013"/>
                  <a:gd name="connsiteY0" fmla="*/ 0 h 3094"/>
                  <a:gd name="connsiteX1" fmla="*/ 10785 w 11013"/>
                  <a:gd name="connsiteY1" fmla="*/ 1515 h 3094"/>
                  <a:gd name="connsiteX2" fmla="*/ 3304 w 11013"/>
                  <a:gd name="connsiteY2" fmla="*/ 0 h 3094"/>
                </a:gdLst>
                <a:ahLst/>
                <a:cxnLst>
                  <a:cxn ang="0">
                    <a:pos x="connsiteX0" y="connsiteY0"/>
                  </a:cxn>
                  <a:cxn ang="0">
                    <a:pos x="connsiteX1" y="connsiteY1"/>
                  </a:cxn>
                  <a:cxn ang="0">
                    <a:pos x="connsiteX2" y="connsiteY2"/>
                  </a:cxn>
                </a:cxnLst>
                <a:rect l="l" t="t" r="r" b="b"/>
                <a:pathLst>
                  <a:path w="11013" h="3094">
                    <a:moveTo>
                      <a:pt x="3304" y="0"/>
                    </a:moveTo>
                    <a:cubicBezTo>
                      <a:pt x="-7966" y="749"/>
                      <a:pt x="13425" y="5515"/>
                      <a:pt x="10785" y="1515"/>
                    </a:cubicBezTo>
                    <a:cubicBezTo>
                      <a:pt x="9465" y="675"/>
                      <a:pt x="6116" y="0"/>
                      <a:pt x="330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 name="Freeform: Shape 16">
                <a:extLst>
                  <a:ext uri="{FF2B5EF4-FFF2-40B4-BE49-F238E27FC236}">
                    <a16:creationId xmlns:a16="http://schemas.microsoft.com/office/drawing/2014/main" id="{E86350AF-C342-1C67-25EF-397DCBF62BEA}"/>
                  </a:ext>
                </a:extLst>
              </p:cNvPr>
              <p:cNvSpPr/>
              <p:nvPr/>
            </p:nvSpPr>
            <p:spPr>
              <a:xfrm>
                <a:off x="10300795" y="6490514"/>
                <a:ext cx="10668" cy="2926"/>
              </a:xfrm>
              <a:custGeom>
                <a:avLst/>
                <a:gdLst>
                  <a:gd name="connsiteX0" fmla="*/ 3258 w 10668"/>
                  <a:gd name="connsiteY0" fmla="*/ 0 h 2926"/>
                  <a:gd name="connsiteX1" fmla="*/ 10471 w 10668"/>
                  <a:gd name="connsiteY1" fmla="*/ 1434 h 2926"/>
                  <a:gd name="connsiteX2" fmla="*/ 3258 w 10668"/>
                  <a:gd name="connsiteY2" fmla="*/ 0 h 2926"/>
                </a:gdLst>
                <a:ahLst/>
                <a:cxnLst>
                  <a:cxn ang="0">
                    <a:pos x="connsiteX0" y="connsiteY0"/>
                  </a:cxn>
                  <a:cxn ang="0">
                    <a:pos x="connsiteX1" y="connsiteY1"/>
                  </a:cxn>
                  <a:cxn ang="0">
                    <a:pos x="connsiteX2" y="connsiteY2"/>
                  </a:cxn>
                </a:cxnLst>
                <a:rect l="l" t="t" r="r" b="b"/>
                <a:pathLst>
                  <a:path w="10668" h="2926">
                    <a:moveTo>
                      <a:pt x="3258" y="0"/>
                    </a:moveTo>
                    <a:cubicBezTo>
                      <a:pt x="-7755" y="697"/>
                      <a:pt x="12883" y="5218"/>
                      <a:pt x="10471" y="1434"/>
                    </a:cubicBezTo>
                    <a:cubicBezTo>
                      <a:pt x="9219" y="640"/>
                      <a:pt x="5990" y="0"/>
                      <a:pt x="325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 name="Freeform: Shape 17">
                <a:extLst>
                  <a:ext uri="{FF2B5EF4-FFF2-40B4-BE49-F238E27FC236}">
                    <a16:creationId xmlns:a16="http://schemas.microsoft.com/office/drawing/2014/main" id="{E1A8F33C-F725-E7F3-14AE-2B8F93F6F0D7}"/>
                  </a:ext>
                </a:extLst>
              </p:cNvPr>
              <p:cNvSpPr/>
              <p:nvPr/>
            </p:nvSpPr>
            <p:spPr>
              <a:xfrm>
                <a:off x="10167829" y="6406113"/>
                <a:ext cx="10421" cy="2773"/>
              </a:xfrm>
              <a:custGeom>
                <a:avLst/>
                <a:gdLst>
                  <a:gd name="connsiteX0" fmla="*/ 3070 w 10421"/>
                  <a:gd name="connsiteY0" fmla="*/ 30 h 2773"/>
                  <a:gd name="connsiteX1" fmla="*/ 7351 w 10421"/>
                  <a:gd name="connsiteY1" fmla="*/ 2745 h 2773"/>
                  <a:gd name="connsiteX2" fmla="*/ 3070 w 10421"/>
                  <a:gd name="connsiteY2" fmla="*/ 30 h 2773"/>
                </a:gdLst>
                <a:ahLst/>
                <a:cxnLst>
                  <a:cxn ang="0">
                    <a:pos x="connsiteX0" y="connsiteY0"/>
                  </a:cxn>
                  <a:cxn ang="0">
                    <a:pos x="connsiteX1" y="connsiteY1"/>
                  </a:cxn>
                  <a:cxn ang="0">
                    <a:pos x="connsiteX2" y="connsiteY2"/>
                  </a:cxn>
                </a:cxnLst>
                <a:rect l="l" t="t" r="r" b="b"/>
                <a:pathLst>
                  <a:path w="10421" h="2773">
                    <a:moveTo>
                      <a:pt x="3070" y="30"/>
                    </a:moveTo>
                    <a:cubicBezTo>
                      <a:pt x="-4548" y="482"/>
                      <a:pt x="4001" y="3076"/>
                      <a:pt x="7351" y="2745"/>
                    </a:cubicBezTo>
                    <a:cubicBezTo>
                      <a:pt x="14974" y="2293"/>
                      <a:pt x="6413" y="-308"/>
                      <a:pt x="3070"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 name="Freeform: Shape 18">
                <a:extLst>
                  <a:ext uri="{FF2B5EF4-FFF2-40B4-BE49-F238E27FC236}">
                    <a16:creationId xmlns:a16="http://schemas.microsoft.com/office/drawing/2014/main" id="{C409A5EB-463E-69B7-97A4-1B7A4034DE6F}"/>
                  </a:ext>
                </a:extLst>
              </p:cNvPr>
              <p:cNvSpPr/>
              <p:nvPr/>
            </p:nvSpPr>
            <p:spPr>
              <a:xfrm>
                <a:off x="10748323" y="6774054"/>
                <a:ext cx="11903" cy="3477"/>
              </a:xfrm>
              <a:custGeom>
                <a:avLst/>
                <a:gdLst>
                  <a:gd name="connsiteX0" fmla="*/ 3266 w 11903"/>
                  <a:gd name="connsiteY0" fmla="*/ 38 h 3477"/>
                  <a:gd name="connsiteX1" fmla="*/ 8638 w 11903"/>
                  <a:gd name="connsiteY1" fmla="*/ 3438 h 3477"/>
                  <a:gd name="connsiteX2" fmla="*/ 3266 w 11903"/>
                  <a:gd name="connsiteY2" fmla="*/ 38 h 3477"/>
                </a:gdLst>
                <a:ahLst/>
                <a:cxnLst>
                  <a:cxn ang="0">
                    <a:pos x="connsiteX0" y="connsiteY0"/>
                  </a:cxn>
                  <a:cxn ang="0">
                    <a:pos x="connsiteX1" y="connsiteY1"/>
                  </a:cxn>
                  <a:cxn ang="0">
                    <a:pos x="connsiteX2" y="connsiteY2"/>
                  </a:cxn>
                </a:cxnLst>
                <a:rect l="l" t="t" r="r" b="b"/>
                <a:pathLst>
                  <a:path w="11903" h="3477">
                    <a:moveTo>
                      <a:pt x="3266" y="38"/>
                    </a:moveTo>
                    <a:cubicBezTo>
                      <a:pt x="-5221" y="638"/>
                      <a:pt x="5106" y="3867"/>
                      <a:pt x="8638" y="3438"/>
                    </a:cubicBezTo>
                    <a:cubicBezTo>
                      <a:pt x="17125" y="2838"/>
                      <a:pt x="6792" y="-385"/>
                      <a:pt x="3266"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 name="Freeform: Shape 19">
                <a:extLst>
                  <a:ext uri="{FF2B5EF4-FFF2-40B4-BE49-F238E27FC236}">
                    <a16:creationId xmlns:a16="http://schemas.microsoft.com/office/drawing/2014/main" id="{42B86866-5E03-05B1-CAB5-DBD328F71DC7}"/>
                  </a:ext>
                </a:extLst>
              </p:cNvPr>
              <p:cNvSpPr/>
              <p:nvPr/>
            </p:nvSpPr>
            <p:spPr>
              <a:xfrm>
                <a:off x="10915623" y="6880093"/>
                <a:ext cx="12336" cy="3689"/>
              </a:xfrm>
              <a:custGeom>
                <a:avLst/>
                <a:gdLst>
                  <a:gd name="connsiteX0" fmla="*/ 3318 w 12336"/>
                  <a:gd name="connsiteY0" fmla="*/ 41 h 3689"/>
                  <a:gd name="connsiteX1" fmla="*/ 9016 w 12336"/>
                  <a:gd name="connsiteY1" fmla="*/ 3647 h 3689"/>
                  <a:gd name="connsiteX2" fmla="*/ 3318 w 12336"/>
                  <a:gd name="connsiteY2" fmla="*/ 41 h 3689"/>
                </a:gdLst>
                <a:ahLst/>
                <a:cxnLst>
                  <a:cxn ang="0">
                    <a:pos x="connsiteX0" y="connsiteY0"/>
                  </a:cxn>
                  <a:cxn ang="0">
                    <a:pos x="connsiteX1" y="connsiteY1"/>
                  </a:cxn>
                  <a:cxn ang="0">
                    <a:pos x="connsiteX2" y="connsiteY2"/>
                  </a:cxn>
                </a:cxnLst>
                <a:rect l="l" t="t" r="r" b="b"/>
                <a:pathLst>
                  <a:path w="12336" h="3689">
                    <a:moveTo>
                      <a:pt x="3318" y="41"/>
                    </a:moveTo>
                    <a:cubicBezTo>
                      <a:pt x="-5409" y="693"/>
                      <a:pt x="5432" y="4104"/>
                      <a:pt x="9016" y="3647"/>
                    </a:cubicBezTo>
                    <a:cubicBezTo>
                      <a:pt x="17748" y="3001"/>
                      <a:pt x="6901" y="-411"/>
                      <a:pt x="3318" y="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 name="Freeform: Shape 20">
                <a:extLst>
                  <a:ext uri="{FF2B5EF4-FFF2-40B4-BE49-F238E27FC236}">
                    <a16:creationId xmlns:a16="http://schemas.microsoft.com/office/drawing/2014/main" id="{128EED41-B7C2-FF6B-FA9B-293AF15A99A2}"/>
                  </a:ext>
                </a:extLst>
              </p:cNvPr>
              <p:cNvSpPr/>
              <p:nvPr/>
            </p:nvSpPr>
            <p:spPr>
              <a:xfrm>
                <a:off x="11485404" y="7241214"/>
                <a:ext cx="13868" cy="4491"/>
              </a:xfrm>
              <a:custGeom>
                <a:avLst/>
                <a:gdLst>
                  <a:gd name="connsiteX0" fmla="*/ 3471 w 13868"/>
                  <a:gd name="connsiteY0" fmla="*/ 50 h 4491"/>
                  <a:gd name="connsiteX1" fmla="*/ 10398 w 13868"/>
                  <a:gd name="connsiteY1" fmla="*/ 4440 h 4491"/>
                  <a:gd name="connsiteX2" fmla="*/ 3471 w 13868"/>
                  <a:gd name="connsiteY2" fmla="*/ 50 h 4491"/>
                </a:gdLst>
                <a:ahLst/>
                <a:cxnLst>
                  <a:cxn ang="0">
                    <a:pos x="connsiteX0" y="connsiteY0"/>
                  </a:cxn>
                  <a:cxn ang="0">
                    <a:pos x="connsiteX1" y="connsiteY1"/>
                  </a:cxn>
                  <a:cxn ang="0">
                    <a:pos x="connsiteX2" y="connsiteY2"/>
                  </a:cxn>
                </a:cxnLst>
                <a:rect l="l" t="t" r="r" b="b"/>
                <a:pathLst>
                  <a:path w="13868" h="4491">
                    <a:moveTo>
                      <a:pt x="3471" y="50"/>
                    </a:moveTo>
                    <a:cubicBezTo>
                      <a:pt x="-6061" y="890"/>
                      <a:pt x="6661" y="4994"/>
                      <a:pt x="10398" y="4440"/>
                    </a:cubicBezTo>
                    <a:cubicBezTo>
                      <a:pt x="19931" y="3599"/>
                      <a:pt x="7198" y="-498"/>
                      <a:pt x="3471" y="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 name="Freeform: Shape 21">
                <a:extLst>
                  <a:ext uri="{FF2B5EF4-FFF2-40B4-BE49-F238E27FC236}">
                    <a16:creationId xmlns:a16="http://schemas.microsoft.com/office/drawing/2014/main" id="{6F6FFF23-AF0C-A997-86C3-6BECD76E65E3}"/>
                  </a:ext>
                </a:extLst>
              </p:cNvPr>
              <p:cNvSpPr/>
              <p:nvPr/>
            </p:nvSpPr>
            <p:spPr>
              <a:xfrm>
                <a:off x="11702309" y="7378684"/>
                <a:ext cx="14470" cy="4813"/>
              </a:xfrm>
              <a:custGeom>
                <a:avLst/>
                <a:gdLst>
                  <a:gd name="connsiteX0" fmla="*/ 3525 w 14470"/>
                  <a:gd name="connsiteY0" fmla="*/ 55 h 4813"/>
                  <a:gd name="connsiteX1" fmla="*/ 10949 w 14470"/>
                  <a:gd name="connsiteY1" fmla="*/ 4759 h 4813"/>
                  <a:gd name="connsiteX2" fmla="*/ 3525 w 14470"/>
                  <a:gd name="connsiteY2" fmla="*/ 55 h 4813"/>
                </a:gdLst>
                <a:ahLst/>
                <a:cxnLst>
                  <a:cxn ang="0">
                    <a:pos x="connsiteX0" y="connsiteY0"/>
                  </a:cxn>
                  <a:cxn ang="0">
                    <a:pos x="connsiteX1" y="connsiteY1"/>
                  </a:cxn>
                  <a:cxn ang="0">
                    <a:pos x="connsiteX2" y="connsiteY2"/>
                  </a:cxn>
                </a:cxnLst>
                <a:rect l="l" t="t" r="r" b="b"/>
                <a:pathLst>
                  <a:path w="14470" h="4813">
                    <a:moveTo>
                      <a:pt x="3525" y="55"/>
                    </a:moveTo>
                    <a:cubicBezTo>
                      <a:pt x="-6310" y="969"/>
                      <a:pt x="7160" y="5353"/>
                      <a:pt x="10949" y="4759"/>
                    </a:cubicBezTo>
                    <a:cubicBezTo>
                      <a:pt x="20779" y="3844"/>
                      <a:pt x="7303" y="-539"/>
                      <a:pt x="3525" y="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 name="Freeform: Shape 22">
                <a:extLst>
                  <a:ext uri="{FF2B5EF4-FFF2-40B4-BE49-F238E27FC236}">
                    <a16:creationId xmlns:a16="http://schemas.microsoft.com/office/drawing/2014/main" id="{0C215B36-1934-205F-13E4-70AE77D4B111}"/>
                  </a:ext>
                </a:extLst>
              </p:cNvPr>
              <p:cNvSpPr/>
              <p:nvPr/>
            </p:nvSpPr>
            <p:spPr>
              <a:xfrm>
                <a:off x="11093370" y="6992750"/>
                <a:ext cx="12806" cy="3928"/>
              </a:xfrm>
              <a:custGeom>
                <a:avLst/>
                <a:gdLst>
                  <a:gd name="connsiteX0" fmla="*/ 3371 w 12806"/>
                  <a:gd name="connsiteY0" fmla="*/ 44 h 3928"/>
                  <a:gd name="connsiteX1" fmla="*/ 9434 w 12806"/>
                  <a:gd name="connsiteY1" fmla="*/ 3884 h 3928"/>
                  <a:gd name="connsiteX2" fmla="*/ 3371 w 12806"/>
                  <a:gd name="connsiteY2" fmla="*/ 44 h 3928"/>
                </a:gdLst>
                <a:ahLst/>
                <a:cxnLst>
                  <a:cxn ang="0">
                    <a:pos x="connsiteX0" y="connsiteY0"/>
                  </a:cxn>
                  <a:cxn ang="0">
                    <a:pos x="connsiteX1" y="connsiteY1"/>
                  </a:cxn>
                  <a:cxn ang="0">
                    <a:pos x="connsiteX2" y="connsiteY2"/>
                  </a:cxn>
                </a:cxnLst>
                <a:rect l="l" t="t" r="r" b="b"/>
                <a:pathLst>
                  <a:path w="12806" h="3928">
                    <a:moveTo>
                      <a:pt x="3371" y="44"/>
                    </a:moveTo>
                    <a:cubicBezTo>
                      <a:pt x="-5613" y="746"/>
                      <a:pt x="5800" y="4370"/>
                      <a:pt x="9434" y="3884"/>
                    </a:cubicBezTo>
                    <a:cubicBezTo>
                      <a:pt x="18424" y="3181"/>
                      <a:pt x="7000" y="-437"/>
                      <a:pt x="3371" y="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 name="Freeform: Shape 23">
                <a:extLst>
                  <a:ext uri="{FF2B5EF4-FFF2-40B4-BE49-F238E27FC236}">
                    <a16:creationId xmlns:a16="http://schemas.microsoft.com/office/drawing/2014/main" id="{BC681B5B-D590-5B97-D154-52FC4FCA64B3}"/>
                  </a:ext>
                </a:extLst>
              </p:cNvPr>
              <p:cNvSpPr/>
              <p:nvPr/>
            </p:nvSpPr>
            <p:spPr>
              <a:xfrm>
                <a:off x="11282718" y="7112894"/>
                <a:ext cx="13184" cy="4175"/>
              </a:xfrm>
              <a:custGeom>
                <a:avLst/>
                <a:gdLst>
                  <a:gd name="connsiteX0" fmla="*/ 3566 w 13184"/>
                  <a:gd name="connsiteY0" fmla="*/ 0 h 4175"/>
                  <a:gd name="connsiteX1" fmla="*/ 12728 w 13184"/>
                  <a:gd name="connsiteY1" fmla="*/ 2052 h 4175"/>
                  <a:gd name="connsiteX2" fmla="*/ 3566 w 13184"/>
                  <a:gd name="connsiteY2" fmla="*/ 0 h 4175"/>
                </a:gdLst>
                <a:ahLst/>
                <a:cxnLst>
                  <a:cxn ang="0">
                    <a:pos x="connsiteX0" y="connsiteY0"/>
                  </a:cxn>
                  <a:cxn ang="0">
                    <a:pos x="connsiteX1" y="connsiteY1"/>
                  </a:cxn>
                  <a:cxn ang="0">
                    <a:pos x="connsiteX2" y="connsiteY2"/>
                  </a:cxn>
                </a:cxnLst>
                <a:rect l="l" t="t" r="r" b="b"/>
                <a:pathLst>
                  <a:path w="13184" h="4175">
                    <a:moveTo>
                      <a:pt x="3566" y="0"/>
                    </a:moveTo>
                    <a:cubicBezTo>
                      <a:pt x="-9246" y="1074"/>
                      <a:pt x="16905" y="7407"/>
                      <a:pt x="12728" y="2052"/>
                    </a:cubicBezTo>
                    <a:cubicBezTo>
                      <a:pt x="10933" y="920"/>
                      <a:pt x="6835" y="0"/>
                      <a:pt x="356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 name="Freeform: Shape 24">
                <a:extLst>
                  <a:ext uri="{FF2B5EF4-FFF2-40B4-BE49-F238E27FC236}">
                    <a16:creationId xmlns:a16="http://schemas.microsoft.com/office/drawing/2014/main" id="{83B29911-F7E3-344C-88CF-1A2187369BF7}"/>
                  </a:ext>
                </a:extLst>
              </p:cNvPr>
              <p:cNvSpPr/>
              <p:nvPr/>
            </p:nvSpPr>
            <p:spPr>
              <a:xfrm>
                <a:off x="9226490" y="4815906"/>
                <a:ext cx="8319" cy="7318"/>
              </a:xfrm>
              <a:custGeom>
                <a:avLst/>
                <a:gdLst>
                  <a:gd name="connsiteX0" fmla="*/ 2909 w 8319"/>
                  <a:gd name="connsiteY0" fmla="*/ 130 h 7318"/>
                  <a:gd name="connsiteX1" fmla="*/ 8189 w 8319"/>
                  <a:gd name="connsiteY1" fmla="*/ 2742 h 7318"/>
                  <a:gd name="connsiteX2" fmla="*/ 2909 w 8319"/>
                  <a:gd name="connsiteY2" fmla="*/ 130 h 7318"/>
                </a:gdLst>
                <a:ahLst/>
                <a:cxnLst>
                  <a:cxn ang="0">
                    <a:pos x="connsiteX0" y="connsiteY0"/>
                  </a:cxn>
                  <a:cxn ang="0">
                    <a:pos x="connsiteX1" y="connsiteY1"/>
                  </a:cxn>
                  <a:cxn ang="0">
                    <a:pos x="connsiteX2" y="connsiteY2"/>
                  </a:cxn>
                </a:cxnLst>
                <a:rect l="l" t="t" r="r" b="b"/>
                <a:pathLst>
                  <a:path w="8319" h="7318">
                    <a:moveTo>
                      <a:pt x="2909" y="130"/>
                    </a:moveTo>
                    <a:cubicBezTo>
                      <a:pt x="-6453" y="4399"/>
                      <a:pt x="9932" y="12417"/>
                      <a:pt x="8189" y="2742"/>
                    </a:cubicBezTo>
                    <a:cubicBezTo>
                      <a:pt x="7417" y="770"/>
                      <a:pt x="5057" y="-407"/>
                      <a:pt x="2909" y="1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 name="Freeform: Shape 25">
                <a:extLst>
                  <a:ext uri="{FF2B5EF4-FFF2-40B4-BE49-F238E27FC236}">
                    <a16:creationId xmlns:a16="http://schemas.microsoft.com/office/drawing/2014/main" id="{363A9EDC-E789-A18B-D8AB-560648675006}"/>
                  </a:ext>
                </a:extLst>
              </p:cNvPr>
              <p:cNvSpPr/>
              <p:nvPr/>
            </p:nvSpPr>
            <p:spPr>
              <a:xfrm>
                <a:off x="9144132" y="4581266"/>
                <a:ext cx="7936" cy="8476"/>
              </a:xfrm>
              <a:custGeom>
                <a:avLst/>
                <a:gdLst>
                  <a:gd name="connsiteX0" fmla="*/ 2633 w 7936"/>
                  <a:gd name="connsiteY0" fmla="*/ 209 h 8476"/>
                  <a:gd name="connsiteX1" fmla="*/ 5308 w 7936"/>
                  <a:gd name="connsiteY1" fmla="*/ 8267 h 8476"/>
                  <a:gd name="connsiteX2" fmla="*/ 2633 w 7936"/>
                  <a:gd name="connsiteY2" fmla="*/ 209 h 8476"/>
                </a:gdLst>
                <a:ahLst/>
                <a:cxnLst>
                  <a:cxn ang="0">
                    <a:pos x="connsiteX0" y="connsiteY0"/>
                  </a:cxn>
                  <a:cxn ang="0">
                    <a:pos x="connsiteX1" y="connsiteY1"/>
                  </a:cxn>
                  <a:cxn ang="0">
                    <a:pos x="connsiteX2" y="connsiteY2"/>
                  </a:cxn>
                </a:cxnLst>
                <a:rect l="l" t="t" r="r" b="b"/>
                <a:pathLst>
                  <a:path w="7936" h="8476">
                    <a:moveTo>
                      <a:pt x="2633" y="209"/>
                    </a:moveTo>
                    <a:cubicBezTo>
                      <a:pt x="-2373" y="1706"/>
                      <a:pt x="456" y="9879"/>
                      <a:pt x="5308" y="8267"/>
                    </a:cubicBezTo>
                    <a:cubicBezTo>
                      <a:pt x="10321" y="6781"/>
                      <a:pt x="7457" y="-1403"/>
                      <a:pt x="2633" y="2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 name="Freeform: Shape 26">
                <a:extLst>
                  <a:ext uri="{FF2B5EF4-FFF2-40B4-BE49-F238E27FC236}">
                    <a16:creationId xmlns:a16="http://schemas.microsoft.com/office/drawing/2014/main" id="{D591AE31-8426-058A-4665-51538740DEA5}"/>
                  </a:ext>
                </a:extLst>
              </p:cNvPr>
              <p:cNvSpPr/>
              <p:nvPr/>
            </p:nvSpPr>
            <p:spPr>
              <a:xfrm>
                <a:off x="9064958" y="4342495"/>
                <a:ext cx="7747" cy="8040"/>
              </a:xfrm>
              <a:custGeom>
                <a:avLst/>
                <a:gdLst>
                  <a:gd name="connsiteX0" fmla="*/ 2592 w 7747"/>
                  <a:gd name="connsiteY0" fmla="*/ 281 h 8040"/>
                  <a:gd name="connsiteX1" fmla="*/ 5152 w 7747"/>
                  <a:gd name="connsiteY1" fmla="*/ 7757 h 8040"/>
                  <a:gd name="connsiteX2" fmla="*/ 2592 w 7747"/>
                  <a:gd name="connsiteY2" fmla="*/ 281 h 8040"/>
                </a:gdLst>
                <a:ahLst/>
                <a:cxnLst>
                  <a:cxn ang="0">
                    <a:pos x="connsiteX0" y="connsiteY0"/>
                  </a:cxn>
                  <a:cxn ang="0">
                    <a:pos x="connsiteX1" y="connsiteY1"/>
                  </a:cxn>
                  <a:cxn ang="0">
                    <a:pos x="connsiteX2" y="connsiteY2"/>
                  </a:cxn>
                </a:cxnLst>
                <a:rect l="l" t="t" r="r" b="b"/>
                <a:pathLst>
                  <a:path w="7747" h="8040">
                    <a:moveTo>
                      <a:pt x="2592" y="281"/>
                    </a:moveTo>
                    <a:cubicBezTo>
                      <a:pt x="-2221" y="1939"/>
                      <a:pt x="271" y="9597"/>
                      <a:pt x="5152" y="7757"/>
                    </a:cubicBezTo>
                    <a:cubicBezTo>
                      <a:pt x="9975" y="6116"/>
                      <a:pt x="7467" y="-1553"/>
                      <a:pt x="2592" y="2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 name="Freeform: Shape 27">
                <a:extLst>
                  <a:ext uri="{FF2B5EF4-FFF2-40B4-BE49-F238E27FC236}">
                    <a16:creationId xmlns:a16="http://schemas.microsoft.com/office/drawing/2014/main" id="{66ECE547-BC23-FE4B-5672-C41C6AC77BC1}"/>
                  </a:ext>
                </a:extLst>
              </p:cNvPr>
              <p:cNvSpPr/>
              <p:nvPr/>
            </p:nvSpPr>
            <p:spPr>
              <a:xfrm>
                <a:off x="9312933" y="5001470"/>
                <a:ext cx="8393" cy="5209"/>
              </a:xfrm>
              <a:custGeom>
                <a:avLst/>
                <a:gdLst>
                  <a:gd name="connsiteX0" fmla="*/ 2739 w 8393"/>
                  <a:gd name="connsiteY0" fmla="*/ 212 h 5209"/>
                  <a:gd name="connsiteX1" fmla="*/ 5654 w 8393"/>
                  <a:gd name="connsiteY1" fmla="*/ 4990 h 5209"/>
                  <a:gd name="connsiteX2" fmla="*/ 2739 w 8393"/>
                  <a:gd name="connsiteY2" fmla="*/ 212 h 5209"/>
                </a:gdLst>
                <a:ahLst/>
                <a:cxnLst>
                  <a:cxn ang="0">
                    <a:pos x="connsiteX0" y="connsiteY0"/>
                  </a:cxn>
                  <a:cxn ang="0">
                    <a:pos x="connsiteX1" y="connsiteY1"/>
                  </a:cxn>
                  <a:cxn ang="0">
                    <a:pos x="connsiteX2" y="connsiteY2"/>
                  </a:cxn>
                </a:cxnLst>
                <a:rect l="l" t="t" r="r" b="b"/>
                <a:pathLst>
                  <a:path w="8393" h="5209">
                    <a:moveTo>
                      <a:pt x="2739" y="212"/>
                    </a:moveTo>
                    <a:cubicBezTo>
                      <a:pt x="-3039" y="1813"/>
                      <a:pt x="1487" y="6242"/>
                      <a:pt x="5654" y="4990"/>
                    </a:cubicBezTo>
                    <a:cubicBezTo>
                      <a:pt x="11455" y="3424"/>
                      <a:pt x="6866" y="-1017"/>
                      <a:pt x="2739" y="2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 name="Freeform: Shape 28">
                <a:extLst>
                  <a:ext uri="{FF2B5EF4-FFF2-40B4-BE49-F238E27FC236}">
                    <a16:creationId xmlns:a16="http://schemas.microsoft.com/office/drawing/2014/main" id="{3B21B9B3-02E6-B5CE-A697-6D65AE7C0FD5}"/>
                  </a:ext>
                </a:extLst>
              </p:cNvPr>
              <p:cNvSpPr/>
              <p:nvPr/>
            </p:nvSpPr>
            <p:spPr>
              <a:xfrm>
                <a:off x="8988996" y="4144304"/>
                <a:ext cx="7582" cy="6300"/>
              </a:xfrm>
              <a:custGeom>
                <a:avLst/>
                <a:gdLst>
                  <a:gd name="connsiteX0" fmla="*/ 2561 w 7582"/>
                  <a:gd name="connsiteY0" fmla="*/ 442 h 6300"/>
                  <a:gd name="connsiteX1" fmla="*/ 5019 w 7582"/>
                  <a:gd name="connsiteY1" fmla="*/ 5860 h 6300"/>
                  <a:gd name="connsiteX2" fmla="*/ 2561 w 7582"/>
                  <a:gd name="connsiteY2" fmla="*/ 442 h 6300"/>
                </a:gdLst>
                <a:ahLst/>
                <a:cxnLst>
                  <a:cxn ang="0">
                    <a:pos x="connsiteX0" y="connsiteY0"/>
                  </a:cxn>
                  <a:cxn ang="0">
                    <a:pos x="connsiteX1" y="connsiteY1"/>
                  </a:cxn>
                  <a:cxn ang="0">
                    <a:pos x="connsiteX2" y="connsiteY2"/>
                  </a:cxn>
                </a:cxnLst>
                <a:rect l="l" t="t" r="r" b="b"/>
                <a:pathLst>
                  <a:path w="7582" h="6300">
                    <a:moveTo>
                      <a:pt x="2561" y="442"/>
                    </a:moveTo>
                    <a:cubicBezTo>
                      <a:pt x="-2262" y="2425"/>
                      <a:pt x="395" y="7878"/>
                      <a:pt x="5019" y="5860"/>
                    </a:cubicBezTo>
                    <a:cubicBezTo>
                      <a:pt x="9848" y="3883"/>
                      <a:pt x="7184" y="-1581"/>
                      <a:pt x="2561" y="44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 name="Freeform: Shape 29">
                <a:extLst>
                  <a:ext uri="{FF2B5EF4-FFF2-40B4-BE49-F238E27FC236}">
                    <a16:creationId xmlns:a16="http://schemas.microsoft.com/office/drawing/2014/main" id="{6720C509-7700-4EE0-D61F-64F1C3E9B426}"/>
                  </a:ext>
                </a:extLst>
              </p:cNvPr>
              <p:cNvSpPr/>
              <p:nvPr/>
            </p:nvSpPr>
            <p:spPr>
              <a:xfrm>
                <a:off x="9496287" y="5270124"/>
                <a:ext cx="8949" cy="7235"/>
              </a:xfrm>
              <a:custGeom>
                <a:avLst/>
                <a:gdLst>
                  <a:gd name="connsiteX0" fmla="*/ 3042 w 8949"/>
                  <a:gd name="connsiteY0" fmla="*/ 94 h 7235"/>
                  <a:gd name="connsiteX1" fmla="*/ 8786 w 8949"/>
                  <a:gd name="connsiteY1" fmla="*/ 2831 h 7235"/>
                  <a:gd name="connsiteX2" fmla="*/ 3042 w 8949"/>
                  <a:gd name="connsiteY2" fmla="*/ 94 h 7235"/>
                </a:gdLst>
                <a:ahLst/>
                <a:cxnLst>
                  <a:cxn ang="0">
                    <a:pos x="connsiteX0" y="connsiteY0"/>
                  </a:cxn>
                  <a:cxn ang="0">
                    <a:pos x="connsiteX1" y="connsiteY1"/>
                  </a:cxn>
                  <a:cxn ang="0">
                    <a:pos x="connsiteX2" y="connsiteY2"/>
                  </a:cxn>
                </a:cxnLst>
                <a:rect l="l" t="t" r="r" b="b"/>
                <a:pathLst>
                  <a:path w="8949" h="7235">
                    <a:moveTo>
                      <a:pt x="3042" y="94"/>
                    </a:moveTo>
                    <a:cubicBezTo>
                      <a:pt x="-6879" y="4003"/>
                      <a:pt x="10815" y="12381"/>
                      <a:pt x="8786" y="2831"/>
                    </a:cubicBezTo>
                    <a:cubicBezTo>
                      <a:pt x="7912" y="865"/>
                      <a:pt x="5340" y="-358"/>
                      <a:pt x="3042" y="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 name="Freeform: Shape 30">
                <a:extLst>
                  <a:ext uri="{FF2B5EF4-FFF2-40B4-BE49-F238E27FC236}">
                    <a16:creationId xmlns:a16="http://schemas.microsoft.com/office/drawing/2014/main" id="{C59FF68A-093C-40FF-F0CC-1B477E980372}"/>
                  </a:ext>
                </a:extLst>
              </p:cNvPr>
              <p:cNvSpPr/>
              <p:nvPr/>
            </p:nvSpPr>
            <p:spPr>
              <a:xfrm>
                <a:off x="9594328" y="5497965"/>
                <a:ext cx="9194" cy="7510"/>
              </a:xfrm>
              <a:custGeom>
                <a:avLst/>
                <a:gdLst>
                  <a:gd name="connsiteX0" fmla="*/ 3094 w 9194"/>
                  <a:gd name="connsiteY0" fmla="*/ 71 h 7510"/>
                  <a:gd name="connsiteX1" fmla="*/ 9020 w 9194"/>
                  <a:gd name="connsiteY1" fmla="*/ 3054 h 7510"/>
                  <a:gd name="connsiteX2" fmla="*/ 3094 w 9194"/>
                  <a:gd name="connsiteY2" fmla="*/ 71 h 7510"/>
                </a:gdLst>
                <a:ahLst/>
                <a:cxnLst>
                  <a:cxn ang="0">
                    <a:pos x="connsiteX0" y="connsiteY0"/>
                  </a:cxn>
                  <a:cxn ang="0">
                    <a:pos x="connsiteX1" y="connsiteY1"/>
                  </a:cxn>
                  <a:cxn ang="0">
                    <a:pos x="connsiteX2" y="connsiteY2"/>
                  </a:cxn>
                </a:cxnLst>
                <a:rect l="l" t="t" r="r" b="b"/>
                <a:pathLst>
                  <a:path w="9194" h="7510">
                    <a:moveTo>
                      <a:pt x="3094" y="71"/>
                    </a:moveTo>
                    <a:cubicBezTo>
                      <a:pt x="-7039" y="3854"/>
                      <a:pt x="11146" y="12930"/>
                      <a:pt x="9020" y="3054"/>
                    </a:cubicBezTo>
                    <a:cubicBezTo>
                      <a:pt x="8100" y="1008"/>
                      <a:pt x="5448" y="-329"/>
                      <a:pt x="3094" y="7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 name="Freeform: Shape 31">
                <a:extLst>
                  <a:ext uri="{FF2B5EF4-FFF2-40B4-BE49-F238E27FC236}">
                    <a16:creationId xmlns:a16="http://schemas.microsoft.com/office/drawing/2014/main" id="{BF193479-A75D-FE05-157E-28E87185E085}"/>
                  </a:ext>
                </a:extLst>
              </p:cNvPr>
              <p:cNvSpPr/>
              <p:nvPr/>
            </p:nvSpPr>
            <p:spPr>
              <a:xfrm>
                <a:off x="9697367" y="5686641"/>
                <a:ext cx="9351" cy="4759"/>
              </a:xfrm>
              <a:custGeom>
                <a:avLst/>
                <a:gdLst>
                  <a:gd name="connsiteX0" fmla="*/ 2937 w 9351"/>
                  <a:gd name="connsiteY0" fmla="*/ 167 h 4759"/>
                  <a:gd name="connsiteX1" fmla="*/ 6417 w 9351"/>
                  <a:gd name="connsiteY1" fmla="*/ 4584 h 4759"/>
                  <a:gd name="connsiteX2" fmla="*/ 2937 w 9351"/>
                  <a:gd name="connsiteY2" fmla="*/ 167 h 4759"/>
                </a:gdLst>
                <a:ahLst/>
                <a:cxnLst>
                  <a:cxn ang="0">
                    <a:pos x="connsiteX0" y="connsiteY0"/>
                  </a:cxn>
                  <a:cxn ang="0">
                    <a:pos x="connsiteX1" y="connsiteY1"/>
                  </a:cxn>
                  <a:cxn ang="0">
                    <a:pos x="connsiteX2" y="connsiteY2"/>
                  </a:cxn>
                </a:cxnLst>
                <a:rect l="l" t="t" r="r" b="b"/>
                <a:pathLst>
                  <a:path w="9351" h="4759">
                    <a:moveTo>
                      <a:pt x="2937" y="167"/>
                    </a:moveTo>
                    <a:cubicBezTo>
                      <a:pt x="-3664" y="1687"/>
                      <a:pt x="2360" y="5636"/>
                      <a:pt x="6417" y="4584"/>
                    </a:cubicBezTo>
                    <a:cubicBezTo>
                      <a:pt x="13035" y="3109"/>
                      <a:pt x="6949" y="-857"/>
                      <a:pt x="2937" y="1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 name="Freeform: Shape 32">
                <a:extLst>
                  <a:ext uri="{FF2B5EF4-FFF2-40B4-BE49-F238E27FC236}">
                    <a16:creationId xmlns:a16="http://schemas.microsoft.com/office/drawing/2014/main" id="{BB8BAFEB-A45E-D7C3-C6A4-1D6DAE9BB2A4}"/>
                  </a:ext>
                </a:extLst>
              </p:cNvPr>
              <p:cNvSpPr/>
              <p:nvPr/>
            </p:nvSpPr>
            <p:spPr>
              <a:xfrm>
                <a:off x="9806255" y="5851929"/>
                <a:ext cx="9626" cy="10228"/>
              </a:xfrm>
              <a:custGeom>
                <a:avLst/>
                <a:gdLst>
                  <a:gd name="connsiteX0" fmla="*/ 2959 w 9626"/>
                  <a:gd name="connsiteY0" fmla="*/ 94 h 10228"/>
                  <a:gd name="connsiteX1" fmla="*/ 6668 w 9626"/>
                  <a:gd name="connsiteY1" fmla="*/ 10140 h 10228"/>
                  <a:gd name="connsiteX2" fmla="*/ 2959 w 9626"/>
                  <a:gd name="connsiteY2" fmla="*/ 94 h 10228"/>
                </a:gdLst>
                <a:ahLst/>
                <a:cxnLst>
                  <a:cxn ang="0">
                    <a:pos x="connsiteX0" y="connsiteY0"/>
                  </a:cxn>
                  <a:cxn ang="0">
                    <a:pos x="connsiteX1" y="connsiteY1"/>
                  </a:cxn>
                  <a:cxn ang="0">
                    <a:pos x="connsiteX2" y="connsiteY2"/>
                  </a:cxn>
                </a:cxnLst>
                <a:rect l="l" t="t" r="r" b="b"/>
                <a:pathLst>
                  <a:path w="9626" h="10228">
                    <a:moveTo>
                      <a:pt x="2959" y="94"/>
                    </a:moveTo>
                    <a:cubicBezTo>
                      <a:pt x="-3425" y="1299"/>
                      <a:pt x="1793" y="11261"/>
                      <a:pt x="6668" y="10140"/>
                    </a:cubicBezTo>
                    <a:cubicBezTo>
                      <a:pt x="13029" y="8929"/>
                      <a:pt x="7879" y="-1067"/>
                      <a:pt x="2959" y="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 name="Freeform: Shape 33">
                <a:extLst>
                  <a:ext uri="{FF2B5EF4-FFF2-40B4-BE49-F238E27FC236}">
                    <a16:creationId xmlns:a16="http://schemas.microsoft.com/office/drawing/2014/main" id="{64A93EBB-A262-9CD7-C42D-999BEB6434C2}"/>
                  </a:ext>
                </a:extLst>
              </p:cNvPr>
              <p:cNvSpPr/>
              <p:nvPr/>
            </p:nvSpPr>
            <p:spPr>
              <a:xfrm>
                <a:off x="9402880" y="5102412"/>
                <a:ext cx="8597" cy="4047"/>
              </a:xfrm>
              <a:custGeom>
                <a:avLst/>
                <a:gdLst>
                  <a:gd name="connsiteX0" fmla="*/ 2786 w 8597"/>
                  <a:gd name="connsiteY0" fmla="*/ 265 h 4047"/>
                  <a:gd name="connsiteX1" fmla="*/ 5810 w 8597"/>
                  <a:gd name="connsiteY1" fmla="*/ 3791 h 4047"/>
                  <a:gd name="connsiteX2" fmla="*/ 2786 w 8597"/>
                  <a:gd name="connsiteY2" fmla="*/ 265 h 4047"/>
                </a:gdLst>
                <a:ahLst/>
                <a:cxnLst>
                  <a:cxn ang="0">
                    <a:pos x="connsiteX0" y="connsiteY0"/>
                  </a:cxn>
                  <a:cxn ang="0">
                    <a:pos x="connsiteX1" y="connsiteY1"/>
                  </a:cxn>
                  <a:cxn ang="0">
                    <a:pos x="connsiteX2" y="connsiteY2"/>
                  </a:cxn>
                </a:cxnLst>
                <a:rect l="l" t="t" r="r" b="b"/>
                <a:pathLst>
                  <a:path w="8597" h="4047">
                    <a:moveTo>
                      <a:pt x="2786" y="265"/>
                    </a:moveTo>
                    <a:cubicBezTo>
                      <a:pt x="-3312" y="1917"/>
                      <a:pt x="1941" y="4946"/>
                      <a:pt x="5810" y="3791"/>
                    </a:cubicBezTo>
                    <a:cubicBezTo>
                      <a:pt x="11902" y="2117"/>
                      <a:pt x="6673" y="-912"/>
                      <a:pt x="2786" y="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 name="Freeform: Shape 34">
                <a:extLst>
                  <a:ext uri="{FF2B5EF4-FFF2-40B4-BE49-F238E27FC236}">
                    <a16:creationId xmlns:a16="http://schemas.microsoft.com/office/drawing/2014/main" id="{201B0DCD-B07D-E365-B2F5-2B5F7E5ED07F}"/>
                  </a:ext>
                </a:extLst>
              </p:cNvPr>
              <p:cNvSpPr/>
              <p:nvPr/>
            </p:nvSpPr>
            <p:spPr>
              <a:xfrm>
                <a:off x="9921025" y="6185441"/>
                <a:ext cx="9968" cy="9401"/>
              </a:xfrm>
              <a:custGeom>
                <a:avLst/>
                <a:gdLst>
                  <a:gd name="connsiteX0" fmla="*/ 3220 w 9968"/>
                  <a:gd name="connsiteY0" fmla="*/ 1 h 9401"/>
                  <a:gd name="connsiteX1" fmla="*/ 9747 w 9968"/>
                  <a:gd name="connsiteY1" fmla="*/ 4636 h 9401"/>
                  <a:gd name="connsiteX2" fmla="*/ 3220 w 9968"/>
                  <a:gd name="connsiteY2" fmla="*/ 1 h 9401"/>
                </a:gdLst>
                <a:ahLst/>
                <a:cxnLst>
                  <a:cxn ang="0">
                    <a:pos x="connsiteX0" y="connsiteY0"/>
                  </a:cxn>
                  <a:cxn ang="0">
                    <a:pos x="connsiteX1" y="connsiteY1"/>
                  </a:cxn>
                  <a:cxn ang="0">
                    <a:pos x="connsiteX2" y="connsiteY2"/>
                  </a:cxn>
                </a:cxnLst>
                <a:rect l="l" t="t" r="r" b="b"/>
                <a:pathLst>
                  <a:path w="9968" h="9401">
                    <a:moveTo>
                      <a:pt x="3220" y="1"/>
                    </a:moveTo>
                    <a:cubicBezTo>
                      <a:pt x="-7518" y="2658"/>
                      <a:pt x="12250" y="16568"/>
                      <a:pt x="9747" y="4636"/>
                    </a:cubicBezTo>
                    <a:cubicBezTo>
                      <a:pt x="8673" y="2058"/>
                      <a:pt x="5746" y="-39"/>
                      <a:pt x="3220"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 name="Freeform: Shape 35">
                <a:extLst>
                  <a:ext uri="{FF2B5EF4-FFF2-40B4-BE49-F238E27FC236}">
                    <a16:creationId xmlns:a16="http://schemas.microsoft.com/office/drawing/2014/main" id="{08EA282A-B0C3-CF95-B53B-311627172436}"/>
                  </a:ext>
                </a:extLst>
              </p:cNvPr>
              <p:cNvSpPr/>
              <p:nvPr/>
            </p:nvSpPr>
            <p:spPr>
              <a:xfrm>
                <a:off x="11935145" y="7526146"/>
                <a:ext cx="14764" cy="5156"/>
              </a:xfrm>
              <a:custGeom>
                <a:avLst/>
                <a:gdLst>
                  <a:gd name="connsiteX0" fmla="*/ 3324 w 14764"/>
                  <a:gd name="connsiteY0" fmla="*/ 0 h 5156"/>
                  <a:gd name="connsiteX1" fmla="*/ 14765 w 14764"/>
                  <a:gd name="connsiteY1" fmla="*/ 4303 h 5156"/>
                  <a:gd name="connsiteX2" fmla="*/ 3324 w 14764"/>
                  <a:gd name="connsiteY2" fmla="*/ 0 h 5156"/>
                </a:gdLst>
                <a:ahLst/>
                <a:cxnLst>
                  <a:cxn ang="0">
                    <a:pos x="connsiteX0" y="connsiteY0"/>
                  </a:cxn>
                  <a:cxn ang="0">
                    <a:pos x="connsiteX1" y="connsiteY1"/>
                  </a:cxn>
                  <a:cxn ang="0">
                    <a:pos x="connsiteX2" y="connsiteY2"/>
                  </a:cxn>
                </a:cxnLst>
                <a:rect l="l" t="t" r="r" b="b"/>
                <a:pathLst>
                  <a:path w="14764" h="5156">
                    <a:moveTo>
                      <a:pt x="3324" y="0"/>
                    </a:moveTo>
                    <a:cubicBezTo>
                      <a:pt x="-7707" y="1343"/>
                      <a:pt x="12022" y="7355"/>
                      <a:pt x="14765" y="4303"/>
                    </a:cubicBezTo>
                    <a:cubicBezTo>
                      <a:pt x="14799" y="766"/>
                      <a:pt x="6335" y="246"/>
                      <a:pt x="332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 name="Freeform: Shape 36">
                <a:extLst>
                  <a:ext uri="{FF2B5EF4-FFF2-40B4-BE49-F238E27FC236}">
                    <a16:creationId xmlns:a16="http://schemas.microsoft.com/office/drawing/2014/main" id="{722153D7-85A0-3E1F-5820-8DC393A33392}"/>
                  </a:ext>
                </a:extLst>
              </p:cNvPr>
              <p:cNvSpPr/>
              <p:nvPr/>
            </p:nvSpPr>
            <p:spPr>
              <a:xfrm>
                <a:off x="8720452" y="4146326"/>
                <a:ext cx="7240" cy="5317"/>
              </a:xfrm>
              <a:custGeom>
                <a:avLst/>
                <a:gdLst>
                  <a:gd name="connsiteX0" fmla="*/ 2506 w 7240"/>
                  <a:gd name="connsiteY0" fmla="*/ 1832 h 5317"/>
                  <a:gd name="connsiteX1" fmla="*/ 7204 w 7240"/>
                  <a:gd name="connsiteY1" fmla="*/ 146 h 5317"/>
                  <a:gd name="connsiteX2" fmla="*/ 2506 w 7240"/>
                  <a:gd name="connsiteY2" fmla="*/ 1832 h 5317"/>
                </a:gdLst>
                <a:ahLst/>
                <a:cxnLst>
                  <a:cxn ang="0">
                    <a:pos x="connsiteX0" y="connsiteY0"/>
                  </a:cxn>
                  <a:cxn ang="0">
                    <a:pos x="connsiteX1" y="connsiteY1"/>
                  </a:cxn>
                  <a:cxn ang="0">
                    <a:pos x="connsiteX2" y="connsiteY2"/>
                  </a:cxn>
                </a:cxnLst>
                <a:rect l="l" t="t" r="r" b="b"/>
                <a:pathLst>
                  <a:path w="7240" h="5317">
                    <a:moveTo>
                      <a:pt x="2506" y="1832"/>
                    </a:moveTo>
                    <a:cubicBezTo>
                      <a:pt x="-5410" y="8364"/>
                      <a:pt x="8032" y="4495"/>
                      <a:pt x="7204" y="146"/>
                    </a:cubicBezTo>
                    <a:cubicBezTo>
                      <a:pt x="5935" y="-454"/>
                      <a:pt x="3826" y="929"/>
                      <a:pt x="2506" y="18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 name="Freeform: Shape 37">
                <a:extLst>
                  <a:ext uri="{FF2B5EF4-FFF2-40B4-BE49-F238E27FC236}">
                    <a16:creationId xmlns:a16="http://schemas.microsoft.com/office/drawing/2014/main" id="{8471A0F3-6791-BD7F-9786-C36E99C9AB6C}"/>
                  </a:ext>
                </a:extLst>
              </p:cNvPr>
              <p:cNvSpPr/>
              <p:nvPr/>
            </p:nvSpPr>
            <p:spPr>
              <a:xfrm>
                <a:off x="10304300" y="6674044"/>
                <a:ext cx="11384" cy="3280"/>
              </a:xfrm>
              <a:custGeom>
                <a:avLst/>
                <a:gdLst>
                  <a:gd name="connsiteX0" fmla="*/ 3296 w 11384"/>
                  <a:gd name="connsiteY0" fmla="*/ 35 h 3280"/>
                  <a:gd name="connsiteX1" fmla="*/ 8086 w 11384"/>
                  <a:gd name="connsiteY1" fmla="*/ 3247 h 3280"/>
                  <a:gd name="connsiteX2" fmla="*/ 3296 w 11384"/>
                  <a:gd name="connsiteY2" fmla="*/ 35 h 3280"/>
                </a:gdLst>
                <a:ahLst/>
                <a:cxnLst>
                  <a:cxn ang="0">
                    <a:pos x="connsiteX0" y="connsiteY0"/>
                  </a:cxn>
                  <a:cxn ang="0">
                    <a:pos x="connsiteX1" y="connsiteY1"/>
                  </a:cxn>
                  <a:cxn ang="0">
                    <a:pos x="connsiteX2" y="connsiteY2"/>
                  </a:cxn>
                </a:cxnLst>
                <a:rect l="l" t="t" r="r" b="b"/>
                <a:pathLst>
                  <a:path w="11384" h="3280">
                    <a:moveTo>
                      <a:pt x="3296" y="35"/>
                    </a:moveTo>
                    <a:cubicBezTo>
                      <a:pt x="-4967" y="572"/>
                      <a:pt x="4474" y="3635"/>
                      <a:pt x="8086" y="3247"/>
                    </a:cubicBezTo>
                    <a:cubicBezTo>
                      <a:pt x="16355" y="2704"/>
                      <a:pt x="6909" y="-359"/>
                      <a:pt x="3296"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 name="Freeform: Shape 38">
                <a:extLst>
                  <a:ext uri="{FF2B5EF4-FFF2-40B4-BE49-F238E27FC236}">
                    <a16:creationId xmlns:a16="http://schemas.microsoft.com/office/drawing/2014/main" id="{B580323D-54F2-AFD6-663C-442B411D3581}"/>
                  </a:ext>
                </a:extLst>
              </p:cNvPr>
              <p:cNvSpPr/>
              <p:nvPr/>
            </p:nvSpPr>
            <p:spPr>
              <a:xfrm>
                <a:off x="10453413" y="6774092"/>
                <a:ext cx="11675" cy="3471"/>
              </a:xfrm>
              <a:custGeom>
                <a:avLst/>
                <a:gdLst>
                  <a:gd name="connsiteX0" fmla="*/ 3494 w 11675"/>
                  <a:gd name="connsiteY0" fmla="*/ 0 h 3471"/>
                  <a:gd name="connsiteX1" fmla="*/ 11426 w 11675"/>
                  <a:gd name="connsiteY1" fmla="*/ 1697 h 3471"/>
                  <a:gd name="connsiteX2" fmla="*/ 3494 w 11675"/>
                  <a:gd name="connsiteY2" fmla="*/ 0 h 3471"/>
                </a:gdLst>
                <a:ahLst/>
                <a:cxnLst>
                  <a:cxn ang="0">
                    <a:pos x="connsiteX0" y="connsiteY0"/>
                  </a:cxn>
                  <a:cxn ang="0">
                    <a:pos x="connsiteX1" y="connsiteY1"/>
                  </a:cxn>
                  <a:cxn ang="0">
                    <a:pos x="connsiteX2" y="connsiteY2"/>
                  </a:cxn>
                </a:cxnLst>
                <a:rect l="l" t="t" r="r" b="b"/>
                <a:pathLst>
                  <a:path w="11675" h="3471">
                    <a:moveTo>
                      <a:pt x="3494" y="0"/>
                    </a:moveTo>
                    <a:cubicBezTo>
                      <a:pt x="-8444" y="863"/>
                      <a:pt x="14273" y="6178"/>
                      <a:pt x="11426" y="1697"/>
                    </a:cubicBezTo>
                    <a:cubicBezTo>
                      <a:pt x="10020" y="760"/>
                      <a:pt x="6472" y="0"/>
                      <a:pt x="349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 name="Freeform: Shape 39">
                <a:extLst>
                  <a:ext uri="{FF2B5EF4-FFF2-40B4-BE49-F238E27FC236}">
                    <a16:creationId xmlns:a16="http://schemas.microsoft.com/office/drawing/2014/main" id="{C5FFBC6C-4492-0949-BCFD-812FC4EB29D0}"/>
                  </a:ext>
                </a:extLst>
              </p:cNvPr>
              <p:cNvSpPr/>
              <p:nvPr/>
            </p:nvSpPr>
            <p:spPr>
              <a:xfrm>
                <a:off x="10611656" y="6880134"/>
                <a:ext cx="12093" cy="3680"/>
              </a:xfrm>
              <a:custGeom>
                <a:avLst/>
                <a:gdLst>
                  <a:gd name="connsiteX0" fmla="*/ 3556 w 12093"/>
                  <a:gd name="connsiteY0" fmla="*/ 0 h 3680"/>
                  <a:gd name="connsiteX1" fmla="*/ 11808 w 12093"/>
                  <a:gd name="connsiteY1" fmla="*/ 1805 h 3680"/>
                  <a:gd name="connsiteX2" fmla="*/ 3556 w 12093"/>
                  <a:gd name="connsiteY2" fmla="*/ 0 h 3680"/>
                </a:gdLst>
                <a:ahLst/>
                <a:cxnLst>
                  <a:cxn ang="0">
                    <a:pos x="connsiteX0" y="connsiteY0"/>
                  </a:cxn>
                  <a:cxn ang="0">
                    <a:pos x="connsiteX1" y="connsiteY1"/>
                  </a:cxn>
                  <a:cxn ang="0">
                    <a:pos x="connsiteX2" y="connsiteY2"/>
                  </a:cxn>
                </a:cxnLst>
                <a:rect l="l" t="t" r="r" b="b"/>
                <a:pathLst>
                  <a:path w="12093" h="3680">
                    <a:moveTo>
                      <a:pt x="3556" y="0"/>
                    </a:moveTo>
                    <a:cubicBezTo>
                      <a:pt x="-8703" y="920"/>
                      <a:pt x="14923" y="6543"/>
                      <a:pt x="11808" y="1805"/>
                    </a:cubicBezTo>
                    <a:cubicBezTo>
                      <a:pt x="10322" y="811"/>
                      <a:pt x="6630" y="0"/>
                      <a:pt x="355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 name="Freeform: Shape 40">
                <a:extLst>
                  <a:ext uri="{FF2B5EF4-FFF2-40B4-BE49-F238E27FC236}">
                    <a16:creationId xmlns:a16="http://schemas.microsoft.com/office/drawing/2014/main" id="{B358CFB6-40C2-DEC1-C0A7-677959115343}"/>
                  </a:ext>
                </a:extLst>
              </p:cNvPr>
              <p:cNvSpPr/>
              <p:nvPr/>
            </p:nvSpPr>
            <p:spPr>
              <a:xfrm>
                <a:off x="10163299" y="6579690"/>
                <a:ext cx="10923" cy="3095"/>
              </a:xfrm>
              <a:custGeom>
                <a:avLst/>
                <a:gdLst>
                  <a:gd name="connsiteX0" fmla="*/ 3383 w 10923"/>
                  <a:gd name="connsiteY0" fmla="*/ 0 h 3095"/>
                  <a:gd name="connsiteX1" fmla="*/ 10738 w 10923"/>
                  <a:gd name="connsiteY1" fmla="*/ 1515 h 3095"/>
                  <a:gd name="connsiteX2" fmla="*/ 3383 w 10923"/>
                  <a:gd name="connsiteY2" fmla="*/ 0 h 3095"/>
                </a:gdLst>
                <a:ahLst/>
                <a:cxnLst>
                  <a:cxn ang="0">
                    <a:pos x="connsiteX0" y="connsiteY0"/>
                  </a:cxn>
                  <a:cxn ang="0">
                    <a:pos x="connsiteX1" y="connsiteY1"/>
                  </a:cxn>
                  <a:cxn ang="0">
                    <a:pos x="connsiteX2" y="connsiteY2"/>
                  </a:cxn>
                </a:cxnLst>
                <a:rect l="l" t="t" r="r" b="b"/>
                <a:pathLst>
                  <a:path w="10923" h="3095">
                    <a:moveTo>
                      <a:pt x="3383" y="0"/>
                    </a:moveTo>
                    <a:cubicBezTo>
                      <a:pt x="-7973" y="754"/>
                      <a:pt x="13099" y="5515"/>
                      <a:pt x="10738" y="1515"/>
                    </a:cubicBezTo>
                    <a:cubicBezTo>
                      <a:pt x="9486" y="675"/>
                      <a:pt x="6195" y="0"/>
                      <a:pt x="338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 name="Freeform: Shape 41">
                <a:extLst>
                  <a:ext uri="{FF2B5EF4-FFF2-40B4-BE49-F238E27FC236}">
                    <a16:creationId xmlns:a16="http://schemas.microsoft.com/office/drawing/2014/main" id="{ADAE80FE-449F-FB85-F4C1-51BABC853D6A}"/>
                  </a:ext>
                </a:extLst>
              </p:cNvPr>
              <p:cNvSpPr/>
              <p:nvPr/>
            </p:nvSpPr>
            <p:spPr>
              <a:xfrm>
                <a:off x="10030226" y="6490514"/>
                <a:ext cx="10583" cy="2928"/>
              </a:xfrm>
              <a:custGeom>
                <a:avLst/>
                <a:gdLst>
                  <a:gd name="connsiteX0" fmla="*/ 3330 w 10583"/>
                  <a:gd name="connsiteY0" fmla="*/ 0 h 2928"/>
                  <a:gd name="connsiteX1" fmla="*/ 10422 w 10583"/>
                  <a:gd name="connsiteY1" fmla="*/ 1434 h 2928"/>
                  <a:gd name="connsiteX2" fmla="*/ 3330 w 10583"/>
                  <a:gd name="connsiteY2" fmla="*/ 0 h 2928"/>
                </a:gdLst>
                <a:ahLst/>
                <a:cxnLst>
                  <a:cxn ang="0">
                    <a:pos x="connsiteX0" y="connsiteY0"/>
                  </a:cxn>
                  <a:cxn ang="0">
                    <a:pos x="connsiteX1" y="connsiteY1"/>
                  </a:cxn>
                  <a:cxn ang="0">
                    <a:pos x="connsiteX2" y="connsiteY2"/>
                  </a:cxn>
                </a:cxnLst>
                <a:rect l="l" t="t" r="r" b="b"/>
                <a:pathLst>
                  <a:path w="10583" h="2928">
                    <a:moveTo>
                      <a:pt x="3330" y="0"/>
                    </a:moveTo>
                    <a:cubicBezTo>
                      <a:pt x="-7757" y="709"/>
                      <a:pt x="12576" y="5218"/>
                      <a:pt x="10422" y="1434"/>
                    </a:cubicBezTo>
                    <a:cubicBezTo>
                      <a:pt x="9239" y="640"/>
                      <a:pt x="6068" y="0"/>
                      <a:pt x="333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 name="Freeform: Shape 42">
                <a:extLst>
                  <a:ext uri="{FF2B5EF4-FFF2-40B4-BE49-F238E27FC236}">
                    <a16:creationId xmlns:a16="http://schemas.microsoft.com/office/drawing/2014/main" id="{1EF7790D-3EEA-488D-8107-67FA191DEB7C}"/>
                  </a:ext>
                </a:extLst>
              </p:cNvPr>
              <p:cNvSpPr/>
              <p:nvPr/>
            </p:nvSpPr>
            <p:spPr>
              <a:xfrm>
                <a:off x="9904325" y="6406143"/>
                <a:ext cx="10263" cy="2772"/>
              </a:xfrm>
              <a:custGeom>
                <a:avLst/>
                <a:gdLst>
                  <a:gd name="connsiteX0" fmla="*/ 3279 w 10263"/>
                  <a:gd name="connsiteY0" fmla="*/ 0 h 2772"/>
                  <a:gd name="connsiteX1" fmla="*/ 10125 w 10263"/>
                  <a:gd name="connsiteY1" fmla="*/ 1354 h 2772"/>
                  <a:gd name="connsiteX2" fmla="*/ 3279 w 10263"/>
                  <a:gd name="connsiteY2" fmla="*/ 0 h 2772"/>
                </a:gdLst>
                <a:ahLst/>
                <a:cxnLst>
                  <a:cxn ang="0">
                    <a:pos x="connsiteX0" y="connsiteY0"/>
                  </a:cxn>
                  <a:cxn ang="0">
                    <a:pos x="connsiteX1" y="connsiteY1"/>
                  </a:cxn>
                  <a:cxn ang="0">
                    <a:pos x="connsiteX2" y="connsiteY2"/>
                  </a:cxn>
                </a:cxnLst>
                <a:rect l="l" t="t" r="r" b="b"/>
                <a:pathLst>
                  <a:path w="10263" h="2772">
                    <a:moveTo>
                      <a:pt x="3279" y="0"/>
                    </a:moveTo>
                    <a:cubicBezTo>
                      <a:pt x="-7552" y="668"/>
                      <a:pt x="12085" y="4943"/>
                      <a:pt x="10125" y="1354"/>
                    </a:cubicBezTo>
                    <a:cubicBezTo>
                      <a:pt x="9000" y="606"/>
                      <a:pt x="5936" y="0"/>
                      <a:pt x="327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 name="Freeform: Shape 43">
                <a:extLst>
                  <a:ext uri="{FF2B5EF4-FFF2-40B4-BE49-F238E27FC236}">
                    <a16:creationId xmlns:a16="http://schemas.microsoft.com/office/drawing/2014/main" id="{B9420B41-A851-81CB-42FB-8ACF5CDC300B}"/>
                  </a:ext>
                </a:extLst>
              </p:cNvPr>
              <p:cNvSpPr/>
              <p:nvPr/>
            </p:nvSpPr>
            <p:spPr>
              <a:xfrm>
                <a:off x="11355930" y="7378686"/>
                <a:ext cx="14298" cy="4809"/>
              </a:xfrm>
              <a:custGeom>
                <a:avLst/>
                <a:gdLst>
                  <a:gd name="connsiteX0" fmla="*/ 3638 w 14298"/>
                  <a:gd name="connsiteY0" fmla="*/ 53 h 4809"/>
                  <a:gd name="connsiteX1" fmla="*/ 10662 w 14298"/>
                  <a:gd name="connsiteY1" fmla="*/ 4756 h 4809"/>
                  <a:gd name="connsiteX2" fmla="*/ 3638 w 14298"/>
                  <a:gd name="connsiteY2" fmla="*/ 53 h 4809"/>
                </a:gdLst>
                <a:ahLst/>
                <a:cxnLst>
                  <a:cxn ang="0">
                    <a:pos x="connsiteX0" y="connsiteY0"/>
                  </a:cxn>
                  <a:cxn ang="0">
                    <a:pos x="connsiteX1" y="connsiteY1"/>
                  </a:cxn>
                  <a:cxn ang="0">
                    <a:pos x="connsiteX2" y="connsiteY2"/>
                  </a:cxn>
                </a:cxnLst>
                <a:rect l="l" t="t" r="r" b="b"/>
                <a:pathLst>
                  <a:path w="14298" h="4809">
                    <a:moveTo>
                      <a:pt x="3638" y="53"/>
                    </a:moveTo>
                    <a:cubicBezTo>
                      <a:pt x="-6243" y="933"/>
                      <a:pt x="6707" y="5339"/>
                      <a:pt x="10662" y="4756"/>
                    </a:cubicBezTo>
                    <a:cubicBezTo>
                      <a:pt x="20543" y="3876"/>
                      <a:pt x="7587" y="-530"/>
                      <a:pt x="3638" y="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 name="Freeform: Shape 44">
                <a:extLst>
                  <a:ext uri="{FF2B5EF4-FFF2-40B4-BE49-F238E27FC236}">
                    <a16:creationId xmlns:a16="http://schemas.microsoft.com/office/drawing/2014/main" id="{D7B922C0-2A26-D603-1384-060CA31FF161}"/>
                  </a:ext>
                </a:extLst>
              </p:cNvPr>
              <p:cNvSpPr/>
              <p:nvPr/>
            </p:nvSpPr>
            <p:spPr>
              <a:xfrm>
                <a:off x="11150758" y="7241215"/>
                <a:ext cx="13709" cy="4487"/>
              </a:xfrm>
              <a:custGeom>
                <a:avLst/>
                <a:gdLst>
                  <a:gd name="connsiteX0" fmla="*/ 3579 w 13709"/>
                  <a:gd name="connsiteY0" fmla="*/ 49 h 4487"/>
                  <a:gd name="connsiteX1" fmla="*/ 10128 w 13709"/>
                  <a:gd name="connsiteY1" fmla="*/ 4439 h 4487"/>
                  <a:gd name="connsiteX2" fmla="*/ 3579 w 13709"/>
                  <a:gd name="connsiteY2" fmla="*/ 49 h 4487"/>
                </a:gdLst>
                <a:ahLst/>
                <a:cxnLst>
                  <a:cxn ang="0">
                    <a:pos x="connsiteX0" y="connsiteY0"/>
                  </a:cxn>
                  <a:cxn ang="0">
                    <a:pos x="connsiteX1" y="connsiteY1"/>
                  </a:cxn>
                  <a:cxn ang="0">
                    <a:pos x="connsiteX2" y="connsiteY2"/>
                  </a:cxn>
                </a:cxnLst>
                <a:rect l="l" t="t" r="r" b="b"/>
                <a:pathLst>
                  <a:path w="13709" h="4487">
                    <a:moveTo>
                      <a:pt x="3579" y="49"/>
                    </a:moveTo>
                    <a:cubicBezTo>
                      <a:pt x="-5994" y="855"/>
                      <a:pt x="6237" y="4981"/>
                      <a:pt x="10128" y="4439"/>
                    </a:cubicBezTo>
                    <a:cubicBezTo>
                      <a:pt x="19706" y="3632"/>
                      <a:pt x="7471" y="-494"/>
                      <a:pt x="3579" y="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 name="Freeform: Shape 45">
                <a:extLst>
                  <a:ext uri="{FF2B5EF4-FFF2-40B4-BE49-F238E27FC236}">
                    <a16:creationId xmlns:a16="http://schemas.microsoft.com/office/drawing/2014/main" id="{988ADAA9-3F6D-B732-47DE-4DD4831DB5D6}"/>
                  </a:ext>
                </a:extLst>
              </p:cNvPr>
              <p:cNvSpPr/>
              <p:nvPr/>
            </p:nvSpPr>
            <p:spPr>
              <a:xfrm>
                <a:off x="10959171" y="7112848"/>
                <a:ext cx="13171" cy="4195"/>
              </a:xfrm>
              <a:custGeom>
                <a:avLst/>
                <a:gdLst>
                  <a:gd name="connsiteX0" fmla="*/ 3524 w 13171"/>
                  <a:gd name="connsiteY0" fmla="*/ 46 h 4195"/>
                  <a:gd name="connsiteX1" fmla="*/ 9645 w 13171"/>
                  <a:gd name="connsiteY1" fmla="*/ 4149 h 4195"/>
                  <a:gd name="connsiteX2" fmla="*/ 3524 w 13171"/>
                  <a:gd name="connsiteY2" fmla="*/ 46 h 4195"/>
                </a:gdLst>
                <a:ahLst/>
                <a:cxnLst>
                  <a:cxn ang="0">
                    <a:pos x="connsiteX0" y="connsiteY0"/>
                  </a:cxn>
                  <a:cxn ang="0">
                    <a:pos x="connsiteX1" y="connsiteY1"/>
                  </a:cxn>
                  <a:cxn ang="0">
                    <a:pos x="connsiteX2" y="connsiteY2"/>
                  </a:cxn>
                </a:cxnLst>
                <a:rect l="l" t="t" r="r" b="b"/>
                <a:pathLst>
                  <a:path w="13171" h="4195">
                    <a:moveTo>
                      <a:pt x="3524" y="46"/>
                    </a:moveTo>
                    <a:cubicBezTo>
                      <a:pt x="-5763" y="789"/>
                      <a:pt x="5810" y="4658"/>
                      <a:pt x="9645" y="4149"/>
                    </a:cubicBezTo>
                    <a:cubicBezTo>
                      <a:pt x="18937" y="3412"/>
                      <a:pt x="7359" y="-463"/>
                      <a:pt x="3524"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 name="Freeform: Shape 46">
                <a:extLst>
                  <a:ext uri="{FF2B5EF4-FFF2-40B4-BE49-F238E27FC236}">
                    <a16:creationId xmlns:a16="http://schemas.microsoft.com/office/drawing/2014/main" id="{035E12D4-82E8-E03B-D583-6B6A79247806}"/>
                  </a:ext>
                </a:extLst>
              </p:cNvPr>
              <p:cNvSpPr/>
              <p:nvPr/>
            </p:nvSpPr>
            <p:spPr>
              <a:xfrm>
                <a:off x="10779931" y="6992751"/>
                <a:ext cx="12671" cy="3925"/>
              </a:xfrm>
              <a:custGeom>
                <a:avLst/>
                <a:gdLst>
                  <a:gd name="connsiteX0" fmla="*/ 3468 w 12671"/>
                  <a:gd name="connsiteY0" fmla="*/ 42 h 3925"/>
                  <a:gd name="connsiteX1" fmla="*/ 9200 w 12671"/>
                  <a:gd name="connsiteY1" fmla="*/ 3883 h 3925"/>
                  <a:gd name="connsiteX2" fmla="*/ 3468 w 12671"/>
                  <a:gd name="connsiteY2" fmla="*/ 42 h 3925"/>
                </a:gdLst>
                <a:ahLst/>
                <a:cxnLst>
                  <a:cxn ang="0">
                    <a:pos x="connsiteX0" y="connsiteY0"/>
                  </a:cxn>
                  <a:cxn ang="0">
                    <a:pos x="connsiteX1" y="connsiteY1"/>
                  </a:cxn>
                  <a:cxn ang="0">
                    <a:pos x="connsiteX2" y="connsiteY2"/>
                  </a:cxn>
                </a:cxnLst>
                <a:rect l="l" t="t" r="r" b="b"/>
                <a:pathLst>
                  <a:path w="12671" h="3925">
                    <a:moveTo>
                      <a:pt x="3468" y="42"/>
                    </a:moveTo>
                    <a:cubicBezTo>
                      <a:pt x="-5544" y="722"/>
                      <a:pt x="5422" y="4357"/>
                      <a:pt x="9200" y="3883"/>
                    </a:cubicBezTo>
                    <a:cubicBezTo>
                      <a:pt x="18218" y="3208"/>
                      <a:pt x="7251" y="-432"/>
                      <a:pt x="3468" y="4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 name="Freeform: Shape 47">
                <a:extLst>
                  <a:ext uri="{FF2B5EF4-FFF2-40B4-BE49-F238E27FC236}">
                    <a16:creationId xmlns:a16="http://schemas.microsoft.com/office/drawing/2014/main" id="{D383A3C3-332D-ABB3-237F-522716528B02}"/>
                  </a:ext>
                </a:extLst>
              </p:cNvPr>
              <p:cNvSpPr/>
              <p:nvPr/>
            </p:nvSpPr>
            <p:spPr>
              <a:xfrm>
                <a:off x="9459178" y="5737437"/>
                <a:ext cx="9218" cy="5057"/>
              </a:xfrm>
              <a:custGeom>
                <a:avLst/>
                <a:gdLst>
                  <a:gd name="connsiteX0" fmla="*/ 2964 w 9218"/>
                  <a:gd name="connsiteY0" fmla="*/ 348 h 5057"/>
                  <a:gd name="connsiteX1" fmla="*/ 6256 w 9218"/>
                  <a:gd name="connsiteY1" fmla="*/ 4697 h 5057"/>
                  <a:gd name="connsiteX2" fmla="*/ 2964 w 9218"/>
                  <a:gd name="connsiteY2" fmla="*/ 348 h 5057"/>
                </a:gdLst>
                <a:ahLst/>
                <a:cxnLst>
                  <a:cxn ang="0">
                    <a:pos x="connsiteX0" y="connsiteY0"/>
                  </a:cxn>
                  <a:cxn ang="0">
                    <a:pos x="connsiteX1" y="connsiteY1"/>
                  </a:cxn>
                  <a:cxn ang="0">
                    <a:pos x="connsiteX2" y="connsiteY2"/>
                  </a:cxn>
                </a:cxnLst>
                <a:rect l="l" t="t" r="r" b="b"/>
                <a:pathLst>
                  <a:path w="9218" h="5057">
                    <a:moveTo>
                      <a:pt x="2964" y="348"/>
                    </a:moveTo>
                    <a:cubicBezTo>
                      <a:pt x="-3408" y="2423"/>
                      <a:pt x="1821" y="6246"/>
                      <a:pt x="6256" y="4697"/>
                    </a:cubicBezTo>
                    <a:cubicBezTo>
                      <a:pt x="12645" y="2657"/>
                      <a:pt x="7359" y="-1172"/>
                      <a:pt x="2964" y="3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 name="Freeform: Shape 48">
                <a:extLst>
                  <a:ext uri="{FF2B5EF4-FFF2-40B4-BE49-F238E27FC236}">
                    <a16:creationId xmlns:a16="http://schemas.microsoft.com/office/drawing/2014/main" id="{1AAAB001-11BE-E5B1-3672-27243E19B159}"/>
                  </a:ext>
                </a:extLst>
              </p:cNvPr>
              <p:cNvSpPr/>
              <p:nvPr/>
            </p:nvSpPr>
            <p:spPr>
              <a:xfrm>
                <a:off x="9180880" y="5166699"/>
                <a:ext cx="8515" cy="4618"/>
              </a:xfrm>
              <a:custGeom>
                <a:avLst/>
                <a:gdLst>
                  <a:gd name="connsiteX0" fmla="*/ 2827 w 8515"/>
                  <a:gd name="connsiteY0" fmla="*/ 575 h 4618"/>
                  <a:gd name="connsiteX1" fmla="*/ 5684 w 8515"/>
                  <a:gd name="connsiteY1" fmla="*/ 4055 h 4618"/>
                  <a:gd name="connsiteX2" fmla="*/ 2827 w 8515"/>
                  <a:gd name="connsiteY2" fmla="*/ 575 h 4618"/>
                </a:gdLst>
                <a:ahLst/>
                <a:cxnLst>
                  <a:cxn ang="0">
                    <a:pos x="connsiteX0" y="connsiteY0"/>
                  </a:cxn>
                  <a:cxn ang="0">
                    <a:pos x="connsiteX1" y="connsiteY1"/>
                  </a:cxn>
                  <a:cxn ang="0">
                    <a:pos x="connsiteX2" y="connsiteY2"/>
                  </a:cxn>
                </a:cxnLst>
                <a:rect l="l" t="t" r="r" b="b"/>
                <a:pathLst>
                  <a:path w="8515" h="4618">
                    <a:moveTo>
                      <a:pt x="2827" y="575"/>
                    </a:moveTo>
                    <a:cubicBezTo>
                      <a:pt x="-3042" y="2912"/>
                      <a:pt x="1381" y="5873"/>
                      <a:pt x="5684" y="4055"/>
                    </a:cubicBezTo>
                    <a:cubicBezTo>
                      <a:pt x="11548" y="1695"/>
                      <a:pt x="7159" y="-1265"/>
                      <a:pt x="2827" y="5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 name="Freeform: Shape 49">
                <a:extLst>
                  <a:ext uri="{FF2B5EF4-FFF2-40B4-BE49-F238E27FC236}">
                    <a16:creationId xmlns:a16="http://schemas.microsoft.com/office/drawing/2014/main" id="{EF61FB65-3FC6-4F2A-1973-A70ED2EBC67B}"/>
                  </a:ext>
                </a:extLst>
              </p:cNvPr>
              <p:cNvSpPr/>
              <p:nvPr/>
            </p:nvSpPr>
            <p:spPr>
              <a:xfrm>
                <a:off x="9095643" y="5067951"/>
                <a:ext cx="8443" cy="5330"/>
              </a:xfrm>
              <a:custGeom>
                <a:avLst/>
                <a:gdLst>
                  <a:gd name="connsiteX0" fmla="*/ 2962 w 8443"/>
                  <a:gd name="connsiteY0" fmla="*/ 459 h 5330"/>
                  <a:gd name="connsiteX1" fmla="*/ 8312 w 8443"/>
                  <a:gd name="connsiteY1" fmla="*/ 1241 h 5330"/>
                  <a:gd name="connsiteX2" fmla="*/ 2962 w 8443"/>
                  <a:gd name="connsiteY2" fmla="*/ 459 h 5330"/>
                </a:gdLst>
                <a:ahLst/>
                <a:cxnLst>
                  <a:cxn ang="0">
                    <a:pos x="connsiteX0" y="connsiteY0"/>
                  </a:cxn>
                  <a:cxn ang="0">
                    <a:pos x="connsiteX1" y="connsiteY1"/>
                  </a:cxn>
                  <a:cxn ang="0">
                    <a:pos x="connsiteX2" y="connsiteY2"/>
                  </a:cxn>
                </a:cxnLst>
                <a:rect l="l" t="t" r="r" b="b"/>
                <a:pathLst>
                  <a:path w="8443" h="5330">
                    <a:moveTo>
                      <a:pt x="2962" y="459"/>
                    </a:moveTo>
                    <a:cubicBezTo>
                      <a:pt x="-6558" y="5676"/>
                      <a:pt x="10072" y="7797"/>
                      <a:pt x="8312" y="1241"/>
                    </a:cubicBezTo>
                    <a:cubicBezTo>
                      <a:pt x="7552" y="-27"/>
                      <a:pt x="5157" y="-387"/>
                      <a:pt x="2962" y="45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 name="Freeform: Shape 50">
                <a:extLst>
                  <a:ext uri="{FF2B5EF4-FFF2-40B4-BE49-F238E27FC236}">
                    <a16:creationId xmlns:a16="http://schemas.microsoft.com/office/drawing/2014/main" id="{3A987727-E8B8-01E7-7BC3-19B36B49389C}"/>
                  </a:ext>
                </a:extLst>
              </p:cNvPr>
              <p:cNvSpPr/>
              <p:nvPr/>
            </p:nvSpPr>
            <p:spPr>
              <a:xfrm>
                <a:off x="8936163" y="4669393"/>
                <a:ext cx="7852" cy="8639"/>
              </a:xfrm>
              <a:custGeom>
                <a:avLst/>
                <a:gdLst>
                  <a:gd name="connsiteX0" fmla="*/ 2662 w 7852"/>
                  <a:gd name="connsiteY0" fmla="*/ 516 h 8639"/>
                  <a:gd name="connsiteX1" fmla="*/ 5188 w 7852"/>
                  <a:gd name="connsiteY1" fmla="*/ 8123 h 8639"/>
                  <a:gd name="connsiteX2" fmla="*/ 2662 w 7852"/>
                  <a:gd name="connsiteY2" fmla="*/ 516 h 8639"/>
                </a:gdLst>
                <a:ahLst/>
                <a:cxnLst>
                  <a:cxn ang="0">
                    <a:pos x="connsiteX0" y="connsiteY0"/>
                  </a:cxn>
                  <a:cxn ang="0">
                    <a:pos x="connsiteX1" y="connsiteY1"/>
                  </a:cxn>
                  <a:cxn ang="0">
                    <a:pos x="connsiteX2" y="connsiteY2"/>
                  </a:cxn>
                </a:cxnLst>
                <a:rect l="l" t="t" r="r" b="b"/>
                <a:pathLst>
                  <a:path w="7852" h="8639">
                    <a:moveTo>
                      <a:pt x="2662" y="516"/>
                    </a:moveTo>
                    <a:cubicBezTo>
                      <a:pt x="-1938" y="2602"/>
                      <a:pt x="-241" y="10751"/>
                      <a:pt x="5188" y="8123"/>
                    </a:cubicBezTo>
                    <a:cubicBezTo>
                      <a:pt x="9805" y="6054"/>
                      <a:pt x="8074" y="-2113"/>
                      <a:pt x="2662" y="5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 name="Freeform: Shape 51">
                <a:extLst>
                  <a:ext uri="{FF2B5EF4-FFF2-40B4-BE49-F238E27FC236}">
                    <a16:creationId xmlns:a16="http://schemas.microsoft.com/office/drawing/2014/main" id="{3252471A-75EE-E987-8C5A-D3F23A38F208}"/>
                  </a:ext>
                </a:extLst>
              </p:cNvPr>
              <p:cNvSpPr/>
              <p:nvPr/>
            </p:nvSpPr>
            <p:spPr>
              <a:xfrm>
                <a:off x="9785110" y="6326135"/>
                <a:ext cx="10025" cy="2626"/>
              </a:xfrm>
              <a:custGeom>
                <a:avLst/>
                <a:gdLst>
                  <a:gd name="connsiteX0" fmla="*/ 3090 w 10025"/>
                  <a:gd name="connsiteY0" fmla="*/ 27 h 2626"/>
                  <a:gd name="connsiteX1" fmla="*/ 6936 w 10025"/>
                  <a:gd name="connsiteY1" fmla="*/ 2599 h 2626"/>
                  <a:gd name="connsiteX2" fmla="*/ 3090 w 10025"/>
                  <a:gd name="connsiteY2" fmla="*/ 27 h 2626"/>
                </a:gdLst>
                <a:ahLst/>
                <a:cxnLst>
                  <a:cxn ang="0">
                    <a:pos x="connsiteX0" y="connsiteY0"/>
                  </a:cxn>
                  <a:cxn ang="0">
                    <a:pos x="connsiteX1" y="connsiteY1"/>
                  </a:cxn>
                  <a:cxn ang="0">
                    <a:pos x="connsiteX2" y="connsiteY2"/>
                  </a:cxn>
                </a:cxnLst>
                <a:rect l="l" t="t" r="r" b="b"/>
                <a:pathLst>
                  <a:path w="10025" h="2626">
                    <a:moveTo>
                      <a:pt x="3090" y="27"/>
                    </a:moveTo>
                    <a:cubicBezTo>
                      <a:pt x="-4334" y="433"/>
                      <a:pt x="3513" y="2913"/>
                      <a:pt x="6936" y="2599"/>
                    </a:cubicBezTo>
                    <a:cubicBezTo>
                      <a:pt x="14361" y="2193"/>
                      <a:pt x="6508" y="-282"/>
                      <a:pt x="3090"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 name="Freeform: Shape 52">
                <a:extLst>
                  <a:ext uri="{FF2B5EF4-FFF2-40B4-BE49-F238E27FC236}">
                    <a16:creationId xmlns:a16="http://schemas.microsoft.com/office/drawing/2014/main" id="{C8388340-DA45-F27C-8EB8-2013FE2A85B8}"/>
                  </a:ext>
                </a:extLst>
              </p:cNvPr>
              <p:cNvSpPr/>
              <p:nvPr/>
            </p:nvSpPr>
            <p:spPr>
              <a:xfrm>
                <a:off x="8789335" y="4255793"/>
                <a:ext cx="7546" cy="7317"/>
              </a:xfrm>
              <a:custGeom>
                <a:avLst/>
                <a:gdLst>
                  <a:gd name="connsiteX0" fmla="*/ 2672 w 7546"/>
                  <a:gd name="connsiteY0" fmla="*/ 1036 h 7317"/>
                  <a:gd name="connsiteX1" fmla="*/ 180 w 7546"/>
                  <a:gd name="connsiteY1" fmla="*/ 6128 h 7317"/>
                  <a:gd name="connsiteX2" fmla="*/ 2672 w 7546"/>
                  <a:gd name="connsiteY2" fmla="*/ 1036 h 7317"/>
                </a:gdLst>
                <a:ahLst/>
                <a:cxnLst>
                  <a:cxn ang="0">
                    <a:pos x="connsiteX0" y="connsiteY0"/>
                  </a:cxn>
                  <a:cxn ang="0">
                    <a:pos x="connsiteX1" y="connsiteY1"/>
                  </a:cxn>
                  <a:cxn ang="0">
                    <a:pos x="connsiteX2" y="connsiteY2"/>
                  </a:cxn>
                </a:cxnLst>
                <a:rect l="l" t="t" r="r" b="b"/>
                <a:pathLst>
                  <a:path w="7546" h="7317">
                    <a:moveTo>
                      <a:pt x="2672" y="1036"/>
                    </a:moveTo>
                    <a:cubicBezTo>
                      <a:pt x="660" y="2424"/>
                      <a:pt x="-460" y="4699"/>
                      <a:pt x="180" y="6128"/>
                    </a:cubicBezTo>
                    <a:cubicBezTo>
                      <a:pt x="4821" y="11637"/>
                      <a:pt x="12742" y="-4068"/>
                      <a:pt x="2672" y="10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 name="Freeform: Shape 53">
                <a:extLst>
                  <a:ext uri="{FF2B5EF4-FFF2-40B4-BE49-F238E27FC236}">
                    <a16:creationId xmlns:a16="http://schemas.microsoft.com/office/drawing/2014/main" id="{99783206-F754-5301-57EE-F6A58AAE0A80}"/>
                  </a:ext>
                </a:extLst>
              </p:cNvPr>
              <p:cNvSpPr/>
              <p:nvPr/>
            </p:nvSpPr>
            <p:spPr>
              <a:xfrm>
                <a:off x="8861188" y="4443909"/>
                <a:ext cx="7718" cy="8510"/>
              </a:xfrm>
              <a:custGeom>
                <a:avLst/>
                <a:gdLst>
                  <a:gd name="connsiteX0" fmla="*/ 2707 w 7718"/>
                  <a:gd name="connsiteY0" fmla="*/ 611 h 8510"/>
                  <a:gd name="connsiteX1" fmla="*/ 193 w 7718"/>
                  <a:gd name="connsiteY1" fmla="*/ 6429 h 8510"/>
                  <a:gd name="connsiteX2" fmla="*/ 2707 w 7718"/>
                  <a:gd name="connsiteY2" fmla="*/ 611 h 8510"/>
                </a:gdLst>
                <a:ahLst/>
                <a:cxnLst>
                  <a:cxn ang="0">
                    <a:pos x="connsiteX0" y="connsiteY0"/>
                  </a:cxn>
                  <a:cxn ang="0">
                    <a:pos x="connsiteX1" y="connsiteY1"/>
                  </a:cxn>
                  <a:cxn ang="0">
                    <a:pos x="connsiteX2" y="connsiteY2"/>
                  </a:cxn>
                </a:cxnLst>
                <a:rect l="l" t="t" r="r" b="b"/>
                <a:pathLst>
                  <a:path w="7718" h="8510">
                    <a:moveTo>
                      <a:pt x="2707" y="611"/>
                    </a:moveTo>
                    <a:cubicBezTo>
                      <a:pt x="650" y="1874"/>
                      <a:pt x="-476" y="4480"/>
                      <a:pt x="193" y="6429"/>
                    </a:cubicBezTo>
                    <a:cubicBezTo>
                      <a:pt x="5131" y="14419"/>
                      <a:pt x="12937" y="-3458"/>
                      <a:pt x="2707" y="6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 name="Freeform: Shape 54">
                <a:extLst>
                  <a:ext uri="{FF2B5EF4-FFF2-40B4-BE49-F238E27FC236}">
                    <a16:creationId xmlns:a16="http://schemas.microsoft.com/office/drawing/2014/main" id="{98B2CB6D-B10D-9EE2-02B7-7889B7FAA1E9}"/>
                  </a:ext>
                </a:extLst>
              </p:cNvPr>
              <p:cNvSpPr/>
              <p:nvPr/>
            </p:nvSpPr>
            <p:spPr>
              <a:xfrm>
                <a:off x="9014283" y="4891197"/>
                <a:ext cx="8061" cy="7695"/>
              </a:xfrm>
              <a:custGeom>
                <a:avLst/>
                <a:gdLst>
                  <a:gd name="connsiteX0" fmla="*/ 2712 w 8061"/>
                  <a:gd name="connsiteY0" fmla="*/ 454 h 7695"/>
                  <a:gd name="connsiteX1" fmla="*/ 5352 w 8061"/>
                  <a:gd name="connsiteY1" fmla="*/ 7238 h 7695"/>
                  <a:gd name="connsiteX2" fmla="*/ 2712 w 8061"/>
                  <a:gd name="connsiteY2" fmla="*/ 454 h 7695"/>
                </a:gdLst>
                <a:ahLst/>
                <a:cxnLst>
                  <a:cxn ang="0">
                    <a:pos x="connsiteX0" y="connsiteY0"/>
                  </a:cxn>
                  <a:cxn ang="0">
                    <a:pos x="connsiteX1" y="connsiteY1"/>
                  </a:cxn>
                  <a:cxn ang="0">
                    <a:pos x="connsiteX2" y="connsiteY2"/>
                  </a:cxn>
                </a:cxnLst>
                <a:rect l="l" t="t" r="r" b="b"/>
                <a:pathLst>
                  <a:path w="8061" h="7695">
                    <a:moveTo>
                      <a:pt x="2712" y="454"/>
                    </a:moveTo>
                    <a:cubicBezTo>
                      <a:pt x="-2249" y="2529"/>
                      <a:pt x="169" y="9535"/>
                      <a:pt x="5352" y="7238"/>
                    </a:cubicBezTo>
                    <a:cubicBezTo>
                      <a:pt x="10324" y="5181"/>
                      <a:pt x="7867" y="-1837"/>
                      <a:pt x="2712" y="45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 name="Freeform: Shape 55">
                <a:extLst>
                  <a:ext uri="{FF2B5EF4-FFF2-40B4-BE49-F238E27FC236}">
                    <a16:creationId xmlns:a16="http://schemas.microsoft.com/office/drawing/2014/main" id="{9217DA27-8CE6-B03D-9A7D-0C1F82E890CE}"/>
                  </a:ext>
                </a:extLst>
              </p:cNvPr>
              <p:cNvSpPr/>
              <p:nvPr/>
            </p:nvSpPr>
            <p:spPr>
              <a:xfrm>
                <a:off x="9671128" y="6192632"/>
                <a:ext cx="9829" cy="8558"/>
              </a:xfrm>
              <a:custGeom>
                <a:avLst/>
                <a:gdLst>
                  <a:gd name="connsiteX0" fmla="*/ 3069 w 9829"/>
                  <a:gd name="connsiteY0" fmla="*/ 50 h 8558"/>
                  <a:gd name="connsiteX1" fmla="*/ 6761 w 9829"/>
                  <a:gd name="connsiteY1" fmla="*/ 8508 h 8558"/>
                  <a:gd name="connsiteX2" fmla="*/ 3069 w 9829"/>
                  <a:gd name="connsiteY2" fmla="*/ 50 h 8558"/>
                </a:gdLst>
                <a:ahLst/>
                <a:cxnLst>
                  <a:cxn ang="0">
                    <a:pos x="connsiteX0" y="connsiteY0"/>
                  </a:cxn>
                  <a:cxn ang="0">
                    <a:pos x="connsiteX1" y="connsiteY1"/>
                  </a:cxn>
                  <a:cxn ang="0">
                    <a:pos x="connsiteX2" y="connsiteY2"/>
                  </a:cxn>
                </a:cxnLst>
                <a:rect l="l" t="t" r="r" b="b"/>
                <a:pathLst>
                  <a:path w="9829" h="8558">
                    <a:moveTo>
                      <a:pt x="3069" y="50"/>
                    </a:moveTo>
                    <a:cubicBezTo>
                      <a:pt x="-3720" y="988"/>
                      <a:pt x="2229" y="9280"/>
                      <a:pt x="6761" y="8508"/>
                    </a:cubicBezTo>
                    <a:cubicBezTo>
                      <a:pt x="13579" y="7640"/>
                      <a:pt x="7538" y="-721"/>
                      <a:pt x="3069" y="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 name="Freeform: Shape 56">
                <a:extLst>
                  <a:ext uri="{FF2B5EF4-FFF2-40B4-BE49-F238E27FC236}">
                    <a16:creationId xmlns:a16="http://schemas.microsoft.com/office/drawing/2014/main" id="{04817909-63CD-7225-A92F-7588F71271AC}"/>
                  </a:ext>
                </a:extLst>
              </p:cNvPr>
              <p:cNvSpPr/>
              <p:nvPr/>
            </p:nvSpPr>
            <p:spPr>
              <a:xfrm>
                <a:off x="9561987" y="5893170"/>
                <a:ext cx="9651" cy="9167"/>
              </a:xfrm>
              <a:custGeom>
                <a:avLst/>
                <a:gdLst>
                  <a:gd name="connsiteX0" fmla="*/ 3237 w 9651"/>
                  <a:gd name="connsiteY0" fmla="*/ 92 h 9167"/>
                  <a:gd name="connsiteX1" fmla="*/ 9449 w 9651"/>
                  <a:gd name="connsiteY1" fmla="*/ 3698 h 9167"/>
                  <a:gd name="connsiteX2" fmla="*/ 3237 w 9651"/>
                  <a:gd name="connsiteY2" fmla="*/ 92 h 9167"/>
                </a:gdLst>
                <a:ahLst/>
                <a:cxnLst>
                  <a:cxn ang="0">
                    <a:pos x="connsiteX0" y="connsiteY0"/>
                  </a:cxn>
                  <a:cxn ang="0">
                    <a:pos x="connsiteX1" y="connsiteY1"/>
                  </a:cxn>
                  <a:cxn ang="0">
                    <a:pos x="connsiteX2" y="connsiteY2"/>
                  </a:cxn>
                </a:cxnLst>
                <a:rect l="l" t="t" r="r" b="b"/>
                <a:pathLst>
                  <a:path w="9651" h="9167">
                    <a:moveTo>
                      <a:pt x="3237" y="92"/>
                    </a:moveTo>
                    <a:cubicBezTo>
                      <a:pt x="-7405" y="4607"/>
                      <a:pt x="11804" y="15848"/>
                      <a:pt x="9449" y="3698"/>
                    </a:cubicBezTo>
                    <a:cubicBezTo>
                      <a:pt x="8477" y="1190"/>
                      <a:pt x="5694" y="-411"/>
                      <a:pt x="3237" y="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 name="Freeform: Shape 57">
                <a:extLst>
                  <a:ext uri="{FF2B5EF4-FFF2-40B4-BE49-F238E27FC236}">
                    <a16:creationId xmlns:a16="http://schemas.microsoft.com/office/drawing/2014/main" id="{6270B02B-5EE6-8E07-7CF3-3D9367DCC9BB}"/>
                  </a:ext>
                </a:extLst>
              </p:cNvPr>
              <p:cNvSpPr/>
              <p:nvPr/>
            </p:nvSpPr>
            <p:spPr>
              <a:xfrm>
                <a:off x="9361772" y="5553008"/>
                <a:ext cx="9123" cy="7493"/>
              </a:xfrm>
              <a:custGeom>
                <a:avLst/>
                <a:gdLst>
                  <a:gd name="connsiteX0" fmla="*/ 3140 w 9123"/>
                  <a:gd name="connsiteY0" fmla="*/ 211 h 7493"/>
                  <a:gd name="connsiteX1" fmla="*/ 8959 w 9123"/>
                  <a:gd name="connsiteY1" fmla="*/ 2577 h 7493"/>
                  <a:gd name="connsiteX2" fmla="*/ 3140 w 9123"/>
                  <a:gd name="connsiteY2" fmla="*/ 211 h 7493"/>
                </a:gdLst>
                <a:ahLst/>
                <a:cxnLst>
                  <a:cxn ang="0">
                    <a:pos x="connsiteX0" y="connsiteY0"/>
                  </a:cxn>
                  <a:cxn ang="0">
                    <a:pos x="connsiteX1" y="connsiteY1"/>
                  </a:cxn>
                  <a:cxn ang="0">
                    <a:pos x="connsiteX2" y="connsiteY2"/>
                  </a:cxn>
                </a:cxnLst>
                <a:rect l="l" t="t" r="r" b="b"/>
                <a:pathLst>
                  <a:path w="9123" h="7493">
                    <a:moveTo>
                      <a:pt x="3140" y="211"/>
                    </a:moveTo>
                    <a:cubicBezTo>
                      <a:pt x="-7055" y="5229"/>
                      <a:pt x="11016" y="12447"/>
                      <a:pt x="8959" y="2577"/>
                    </a:cubicBezTo>
                    <a:cubicBezTo>
                      <a:pt x="8096" y="583"/>
                      <a:pt x="5489" y="-480"/>
                      <a:pt x="3140" y="2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 name="Freeform: Shape 58">
                <a:extLst>
                  <a:ext uri="{FF2B5EF4-FFF2-40B4-BE49-F238E27FC236}">
                    <a16:creationId xmlns:a16="http://schemas.microsoft.com/office/drawing/2014/main" id="{AE7D6130-F83D-B7E5-6A5B-D26EC86267F7}"/>
                  </a:ext>
                </a:extLst>
              </p:cNvPr>
              <p:cNvSpPr/>
              <p:nvPr/>
            </p:nvSpPr>
            <p:spPr>
              <a:xfrm>
                <a:off x="9269359" y="5330862"/>
                <a:ext cx="8710" cy="7570"/>
              </a:xfrm>
              <a:custGeom>
                <a:avLst/>
                <a:gdLst>
                  <a:gd name="connsiteX0" fmla="*/ 2857 w 8710"/>
                  <a:gd name="connsiteY0" fmla="*/ 324 h 7570"/>
                  <a:gd name="connsiteX1" fmla="*/ 5851 w 8710"/>
                  <a:gd name="connsiteY1" fmla="*/ 7250 h 7570"/>
                  <a:gd name="connsiteX2" fmla="*/ 2857 w 8710"/>
                  <a:gd name="connsiteY2" fmla="*/ 324 h 7570"/>
                </a:gdLst>
                <a:ahLst/>
                <a:cxnLst>
                  <a:cxn ang="0">
                    <a:pos x="connsiteX0" y="connsiteY0"/>
                  </a:cxn>
                  <a:cxn ang="0">
                    <a:pos x="connsiteX1" y="connsiteY1"/>
                  </a:cxn>
                  <a:cxn ang="0">
                    <a:pos x="connsiteX2" y="connsiteY2"/>
                  </a:cxn>
                </a:cxnLst>
                <a:rect l="l" t="t" r="r" b="b"/>
                <a:pathLst>
                  <a:path w="8710" h="7570">
                    <a:moveTo>
                      <a:pt x="2857" y="324"/>
                    </a:moveTo>
                    <a:cubicBezTo>
                      <a:pt x="-2750" y="2249"/>
                      <a:pt x="782" y="9125"/>
                      <a:pt x="5851" y="7250"/>
                    </a:cubicBezTo>
                    <a:cubicBezTo>
                      <a:pt x="11463" y="5330"/>
                      <a:pt x="7926" y="-1562"/>
                      <a:pt x="2857" y="3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 name="Freeform: Shape 59">
                <a:extLst>
                  <a:ext uri="{FF2B5EF4-FFF2-40B4-BE49-F238E27FC236}">
                    <a16:creationId xmlns:a16="http://schemas.microsoft.com/office/drawing/2014/main" id="{CB6C7FF9-1506-1BED-1631-3473E63E4BBF}"/>
                  </a:ext>
                </a:extLst>
              </p:cNvPr>
              <p:cNvSpPr/>
              <p:nvPr/>
            </p:nvSpPr>
            <p:spPr>
              <a:xfrm>
                <a:off x="11576188" y="7526146"/>
                <a:ext cx="14521" cy="5161"/>
              </a:xfrm>
              <a:custGeom>
                <a:avLst/>
                <a:gdLst>
                  <a:gd name="connsiteX0" fmla="*/ 3441 w 14521"/>
                  <a:gd name="connsiteY0" fmla="*/ 0 h 5161"/>
                  <a:gd name="connsiteX1" fmla="*/ 14511 w 14521"/>
                  <a:gd name="connsiteY1" fmla="*/ 4303 h 5161"/>
                  <a:gd name="connsiteX2" fmla="*/ 3441 w 14521"/>
                  <a:gd name="connsiteY2" fmla="*/ 0 h 5161"/>
                </a:gdLst>
                <a:ahLst/>
                <a:cxnLst>
                  <a:cxn ang="0">
                    <a:pos x="connsiteX0" y="connsiteY0"/>
                  </a:cxn>
                  <a:cxn ang="0">
                    <a:pos x="connsiteX1" y="connsiteY1"/>
                  </a:cxn>
                  <a:cxn ang="0">
                    <a:pos x="connsiteX2" y="connsiteY2"/>
                  </a:cxn>
                </a:cxnLst>
                <a:rect l="l" t="t" r="r" b="b"/>
                <a:pathLst>
                  <a:path w="14521" h="5161">
                    <a:moveTo>
                      <a:pt x="3441" y="0"/>
                    </a:moveTo>
                    <a:cubicBezTo>
                      <a:pt x="-7737" y="1326"/>
                      <a:pt x="11648" y="7373"/>
                      <a:pt x="14511" y="4303"/>
                    </a:cubicBezTo>
                    <a:cubicBezTo>
                      <a:pt x="14860" y="772"/>
                      <a:pt x="6350" y="229"/>
                      <a:pt x="344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 name="Freeform: Shape 60">
                <a:extLst>
                  <a:ext uri="{FF2B5EF4-FFF2-40B4-BE49-F238E27FC236}">
                    <a16:creationId xmlns:a16="http://schemas.microsoft.com/office/drawing/2014/main" id="{18092DBF-E3C3-0802-3032-C8D48DA9FAB2}"/>
                  </a:ext>
                </a:extLst>
              </p:cNvPr>
              <p:cNvSpPr/>
              <p:nvPr/>
            </p:nvSpPr>
            <p:spPr>
              <a:xfrm>
                <a:off x="8524834" y="4308482"/>
                <a:ext cx="7189" cy="6397"/>
              </a:xfrm>
              <a:custGeom>
                <a:avLst/>
                <a:gdLst>
                  <a:gd name="connsiteX0" fmla="*/ 2523 w 7189"/>
                  <a:gd name="connsiteY0" fmla="*/ 2451 h 6397"/>
                  <a:gd name="connsiteX1" fmla="*/ 7158 w 7189"/>
                  <a:gd name="connsiteY1" fmla="*/ 79 h 6397"/>
                  <a:gd name="connsiteX2" fmla="*/ 2523 w 7189"/>
                  <a:gd name="connsiteY2" fmla="*/ 2451 h 6397"/>
                </a:gdLst>
                <a:ahLst/>
                <a:cxnLst>
                  <a:cxn ang="0">
                    <a:pos x="connsiteX0" y="connsiteY0"/>
                  </a:cxn>
                  <a:cxn ang="0">
                    <a:pos x="connsiteX1" y="connsiteY1"/>
                  </a:cxn>
                  <a:cxn ang="0">
                    <a:pos x="connsiteX2" y="connsiteY2"/>
                  </a:cxn>
                </a:cxnLst>
                <a:rect l="l" t="t" r="r" b="b"/>
                <a:pathLst>
                  <a:path w="7189" h="6397">
                    <a:moveTo>
                      <a:pt x="2523" y="2451"/>
                    </a:moveTo>
                    <a:cubicBezTo>
                      <a:pt x="-5392" y="10418"/>
                      <a:pt x="7912" y="4594"/>
                      <a:pt x="7158" y="79"/>
                    </a:cubicBezTo>
                    <a:cubicBezTo>
                      <a:pt x="5804" y="-395"/>
                      <a:pt x="3815" y="1376"/>
                      <a:pt x="2523" y="24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 name="Freeform: Shape 61">
                <a:extLst>
                  <a:ext uri="{FF2B5EF4-FFF2-40B4-BE49-F238E27FC236}">
                    <a16:creationId xmlns:a16="http://schemas.microsoft.com/office/drawing/2014/main" id="{668A8AD1-7C5A-DE44-B0EE-583768142375}"/>
                  </a:ext>
                </a:extLst>
              </p:cNvPr>
              <p:cNvSpPr/>
              <p:nvPr/>
            </p:nvSpPr>
            <p:spPr>
              <a:xfrm>
                <a:off x="9885121" y="6579690"/>
                <a:ext cx="10835" cy="3097"/>
              </a:xfrm>
              <a:custGeom>
                <a:avLst/>
                <a:gdLst>
                  <a:gd name="connsiteX0" fmla="*/ 3463 w 10835"/>
                  <a:gd name="connsiteY0" fmla="*/ 0 h 3097"/>
                  <a:gd name="connsiteX1" fmla="*/ 10687 w 10835"/>
                  <a:gd name="connsiteY1" fmla="*/ 1515 h 3097"/>
                  <a:gd name="connsiteX2" fmla="*/ 3463 w 10835"/>
                  <a:gd name="connsiteY2" fmla="*/ 0 h 3097"/>
                </a:gdLst>
                <a:ahLst/>
                <a:cxnLst>
                  <a:cxn ang="0">
                    <a:pos x="connsiteX0" y="connsiteY0"/>
                  </a:cxn>
                  <a:cxn ang="0">
                    <a:pos x="connsiteX1" y="connsiteY1"/>
                  </a:cxn>
                  <a:cxn ang="0">
                    <a:pos x="connsiteX2" y="connsiteY2"/>
                  </a:cxn>
                </a:cxnLst>
                <a:rect l="l" t="t" r="r" b="b"/>
                <a:pathLst>
                  <a:path w="10835" h="3097">
                    <a:moveTo>
                      <a:pt x="3463" y="0"/>
                    </a:moveTo>
                    <a:cubicBezTo>
                      <a:pt x="-7978" y="766"/>
                      <a:pt x="12773" y="5515"/>
                      <a:pt x="10687" y="1515"/>
                    </a:cubicBezTo>
                    <a:cubicBezTo>
                      <a:pt x="9504" y="675"/>
                      <a:pt x="6275" y="0"/>
                      <a:pt x="346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 name="Freeform: Shape 62">
                <a:extLst>
                  <a:ext uri="{FF2B5EF4-FFF2-40B4-BE49-F238E27FC236}">
                    <a16:creationId xmlns:a16="http://schemas.microsoft.com/office/drawing/2014/main" id="{F59E9084-E9BC-73C9-0441-A1D7D8E9E7A5}"/>
                  </a:ext>
                </a:extLst>
              </p:cNvPr>
              <p:cNvSpPr/>
              <p:nvPr/>
            </p:nvSpPr>
            <p:spPr>
              <a:xfrm>
                <a:off x="10018059" y="6674046"/>
                <a:ext cx="11282" cy="3278"/>
              </a:xfrm>
              <a:custGeom>
                <a:avLst/>
                <a:gdLst>
                  <a:gd name="connsiteX0" fmla="*/ 3382 w 11282"/>
                  <a:gd name="connsiteY0" fmla="*/ 34 h 3278"/>
                  <a:gd name="connsiteX1" fmla="*/ 7902 w 11282"/>
                  <a:gd name="connsiteY1" fmla="*/ 3246 h 3278"/>
                  <a:gd name="connsiteX2" fmla="*/ 3382 w 11282"/>
                  <a:gd name="connsiteY2" fmla="*/ 34 h 3278"/>
                </a:gdLst>
                <a:ahLst/>
                <a:cxnLst>
                  <a:cxn ang="0">
                    <a:pos x="connsiteX0" y="connsiteY0"/>
                  </a:cxn>
                  <a:cxn ang="0">
                    <a:pos x="connsiteX1" y="connsiteY1"/>
                  </a:cxn>
                  <a:cxn ang="0">
                    <a:pos x="connsiteX2" y="connsiteY2"/>
                  </a:cxn>
                </a:cxnLst>
                <a:rect l="l" t="t" r="r" b="b"/>
                <a:pathLst>
                  <a:path w="11282" h="3278">
                    <a:moveTo>
                      <a:pt x="3382" y="34"/>
                    </a:moveTo>
                    <a:cubicBezTo>
                      <a:pt x="-4888" y="554"/>
                      <a:pt x="4141" y="3629"/>
                      <a:pt x="7902" y="3246"/>
                    </a:cubicBezTo>
                    <a:cubicBezTo>
                      <a:pt x="16171" y="2725"/>
                      <a:pt x="7136" y="-355"/>
                      <a:pt x="3382" y="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3" name="Freeform: Shape 1982">
                <a:extLst>
                  <a:ext uri="{FF2B5EF4-FFF2-40B4-BE49-F238E27FC236}">
                    <a16:creationId xmlns:a16="http://schemas.microsoft.com/office/drawing/2014/main" id="{8B23B80D-AFFB-A5BF-505A-3CB89F32DD2D}"/>
                  </a:ext>
                </a:extLst>
              </p:cNvPr>
              <p:cNvSpPr/>
              <p:nvPr/>
            </p:nvSpPr>
            <p:spPr>
              <a:xfrm>
                <a:off x="9759659" y="6490514"/>
                <a:ext cx="10500" cy="2930"/>
              </a:xfrm>
              <a:custGeom>
                <a:avLst/>
                <a:gdLst>
                  <a:gd name="connsiteX0" fmla="*/ 3406 w 10500"/>
                  <a:gd name="connsiteY0" fmla="*/ 0 h 2930"/>
                  <a:gd name="connsiteX1" fmla="*/ 10373 w 10500"/>
                  <a:gd name="connsiteY1" fmla="*/ 1434 h 2930"/>
                  <a:gd name="connsiteX2" fmla="*/ 3406 w 10500"/>
                  <a:gd name="connsiteY2" fmla="*/ 0 h 2930"/>
                </a:gdLst>
                <a:ahLst/>
                <a:cxnLst>
                  <a:cxn ang="0">
                    <a:pos x="connsiteX0" y="connsiteY0"/>
                  </a:cxn>
                  <a:cxn ang="0">
                    <a:pos x="connsiteX1" y="connsiteY1"/>
                  </a:cxn>
                  <a:cxn ang="0">
                    <a:pos x="connsiteX2" y="connsiteY2"/>
                  </a:cxn>
                </a:cxnLst>
                <a:rect l="l" t="t" r="r" b="b"/>
                <a:pathLst>
                  <a:path w="10500" h="2930">
                    <a:moveTo>
                      <a:pt x="3406" y="0"/>
                    </a:moveTo>
                    <a:cubicBezTo>
                      <a:pt x="-7761" y="720"/>
                      <a:pt x="12270" y="5218"/>
                      <a:pt x="10373" y="1434"/>
                    </a:cubicBezTo>
                    <a:cubicBezTo>
                      <a:pt x="9258" y="640"/>
                      <a:pt x="6138" y="0"/>
                      <a:pt x="340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4" name="Freeform: Shape 1983">
                <a:extLst>
                  <a:ext uri="{FF2B5EF4-FFF2-40B4-BE49-F238E27FC236}">
                    <a16:creationId xmlns:a16="http://schemas.microsoft.com/office/drawing/2014/main" id="{0770B1BF-B2C9-0442-8C88-38CBC976BDCD}"/>
                  </a:ext>
                </a:extLst>
              </p:cNvPr>
              <p:cNvSpPr/>
              <p:nvPr/>
            </p:nvSpPr>
            <p:spPr>
              <a:xfrm>
                <a:off x="9528428" y="6326161"/>
                <a:ext cx="9897" cy="2635"/>
              </a:xfrm>
              <a:custGeom>
                <a:avLst/>
                <a:gdLst>
                  <a:gd name="connsiteX0" fmla="*/ 3294 w 9897"/>
                  <a:gd name="connsiteY0" fmla="*/ 0 h 2635"/>
                  <a:gd name="connsiteX1" fmla="*/ 9804 w 9897"/>
                  <a:gd name="connsiteY1" fmla="*/ 1286 h 2635"/>
                  <a:gd name="connsiteX2" fmla="*/ 3294 w 9897"/>
                  <a:gd name="connsiteY2" fmla="*/ 0 h 2635"/>
                </a:gdLst>
                <a:ahLst/>
                <a:cxnLst>
                  <a:cxn ang="0">
                    <a:pos x="connsiteX0" y="connsiteY0"/>
                  </a:cxn>
                  <a:cxn ang="0">
                    <a:pos x="connsiteX1" y="connsiteY1"/>
                  </a:cxn>
                  <a:cxn ang="0">
                    <a:pos x="connsiteX2" y="connsiteY2"/>
                  </a:cxn>
                </a:cxnLst>
                <a:rect l="l" t="t" r="r" b="b"/>
                <a:pathLst>
                  <a:path w="9897" h="2635">
                    <a:moveTo>
                      <a:pt x="3294" y="0"/>
                    </a:moveTo>
                    <a:cubicBezTo>
                      <a:pt x="-7359" y="640"/>
                      <a:pt x="11370" y="4698"/>
                      <a:pt x="9804" y="1286"/>
                    </a:cubicBezTo>
                    <a:cubicBezTo>
                      <a:pt x="8804" y="578"/>
                      <a:pt x="5889" y="0"/>
                      <a:pt x="329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5" name="Freeform: Shape 1984">
                <a:extLst>
                  <a:ext uri="{FF2B5EF4-FFF2-40B4-BE49-F238E27FC236}">
                    <a16:creationId xmlns:a16="http://schemas.microsoft.com/office/drawing/2014/main" id="{E4AEDC6C-A00C-758B-6E78-756A3A6C12C7}"/>
                  </a:ext>
                </a:extLst>
              </p:cNvPr>
              <p:cNvSpPr/>
              <p:nvPr/>
            </p:nvSpPr>
            <p:spPr>
              <a:xfrm>
                <a:off x="9640958" y="6406143"/>
                <a:ext cx="10186" cy="2774"/>
              </a:xfrm>
              <a:custGeom>
                <a:avLst/>
                <a:gdLst>
                  <a:gd name="connsiteX0" fmla="*/ 3350 w 10186"/>
                  <a:gd name="connsiteY0" fmla="*/ 0 h 2774"/>
                  <a:gd name="connsiteX1" fmla="*/ 10077 w 10186"/>
                  <a:gd name="connsiteY1" fmla="*/ 1354 h 2774"/>
                  <a:gd name="connsiteX2" fmla="*/ 3350 w 10186"/>
                  <a:gd name="connsiteY2" fmla="*/ 0 h 2774"/>
                </a:gdLst>
                <a:ahLst/>
                <a:cxnLst>
                  <a:cxn ang="0">
                    <a:pos x="connsiteX0" y="connsiteY0"/>
                  </a:cxn>
                  <a:cxn ang="0">
                    <a:pos x="connsiteX1" y="connsiteY1"/>
                  </a:cxn>
                  <a:cxn ang="0">
                    <a:pos x="connsiteX2" y="connsiteY2"/>
                  </a:cxn>
                </a:cxnLst>
                <a:rect l="l" t="t" r="r" b="b"/>
                <a:pathLst>
                  <a:path w="10186" h="2774">
                    <a:moveTo>
                      <a:pt x="3350" y="0"/>
                    </a:moveTo>
                    <a:cubicBezTo>
                      <a:pt x="-7555" y="679"/>
                      <a:pt x="11803" y="4943"/>
                      <a:pt x="10077" y="1354"/>
                    </a:cubicBezTo>
                    <a:cubicBezTo>
                      <a:pt x="9019" y="606"/>
                      <a:pt x="6007" y="0"/>
                      <a:pt x="335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6" name="Freeform: Shape 1985">
                <a:extLst>
                  <a:ext uri="{FF2B5EF4-FFF2-40B4-BE49-F238E27FC236}">
                    <a16:creationId xmlns:a16="http://schemas.microsoft.com/office/drawing/2014/main" id="{2CE753D6-3F84-7063-2920-2BA2AED692C7}"/>
                  </a:ext>
                </a:extLst>
              </p:cNvPr>
              <p:cNvSpPr/>
              <p:nvPr/>
            </p:nvSpPr>
            <p:spPr>
              <a:xfrm>
                <a:off x="10158635" y="6774092"/>
                <a:ext cx="11574" cy="3474"/>
              </a:xfrm>
              <a:custGeom>
                <a:avLst/>
                <a:gdLst>
                  <a:gd name="connsiteX0" fmla="*/ 3583 w 11574"/>
                  <a:gd name="connsiteY0" fmla="*/ 0 h 3474"/>
                  <a:gd name="connsiteX1" fmla="*/ 11373 w 11574"/>
                  <a:gd name="connsiteY1" fmla="*/ 1703 h 3474"/>
                  <a:gd name="connsiteX2" fmla="*/ 3583 w 11574"/>
                  <a:gd name="connsiteY2" fmla="*/ 0 h 3474"/>
                </a:gdLst>
                <a:ahLst/>
                <a:cxnLst>
                  <a:cxn ang="0">
                    <a:pos x="connsiteX0" y="connsiteY0"/>
                  </a:cxn>
                  <a:cxn ang="0">
                    <a:pos x="connsiteX1" y="connsiteY1"/>
                  </a:cxn>
                  <a:cxn ang="0">
                    <a:pos x="connsiteX2" y="connsiteY2"/>
                  </a:cxn>
                </a:cxnLst>
                <a:rect l="l" t="t" r="r" b="b"/>
                <a:pathLst>
                  <a:path w="11574" h="3474">
                    <a:moveTo>
                      <a:pt x="3583" y="0"/>
                    </a:moveTo>
                    <a:cubicBezTo>
                      <a:pt x="-8452" y="869"/>
                      <a:pt x="13899" y="6178"/>
                      <a:pt x="11373" y="1703"/>
                    </a:cubicBezTo>
                    <a:cubicBezTo>
                      <a:pt x="10047" y="760"/>
                      <a:pt x="6567" y="0"/>
                      <a:pt x="358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7" name="Freeform: Shape 1986">
                <a:extLst>
                  <a:ext uri="{FF2B5EF4-FFF2-40B4-BE49-F238E27FC236}">
                    <a16:creationId xmlns:a16="http://schemas.microsoft.com/office/drawing/2014/main" id="{1DFCFFB2-AE39-81BB-ACAD-322346D99F94}"/>
                  </a:ext>
                </a:extLst>
              </p:cNvPr>
              <p:cNvSpPr/>
              <p:nvPr/>
            </p:nvSpPr>
            <p:spPr>
              <a:xfrm>
                <a:off x="10816106" y="7241218"/>
                <a:ext cx="13561" cy="4484"/>
              </a:xfrm>
              <a:custGeom>
                <a:avLst/>
                <a:gdLst>
                  <a:gd name="connsiteX0" fmla="*/ 3691 w 13561"/>
                  <a:gd name="connsiteY0" fmla="*/ 47 h 4484"/>
                  <a:gd name="connsiteX1" fmla="*/ 9869 w 13561"/>
                  <a:gd name="connsiteY1" fmla="*/ 4436 h 4484"/>
                  <a:gd name="connsiteX2" fmla="*/ 3691 w 13561"/>
                  <a:gd name="connsiteY2" fmla="*/ 47 h 4484"/>
                </a:gdLst>
                <a:ahLst/>
                <a:cxnLst>
                  <a:cxn ang="0">
                    <a:pos x="connsiteX0" y="connsiteY0"/>
                  </a:cxn>
                  <a:cxn ang="0">
                    <a:pos x="connsiteX1" y="connsiteY1"/>
                  </a:cxn>
                  <a:cxn ang="0">
                    <a:pos x="connsiteX2" y="connsiteY2"/>
                  </a:cxn>
                </a:cxnLst>
                <a:rect l="l" t="t" r="r" b="b"/>
                <a:pathLst>
                  <a:path w="13561" h="4484">
                    <a:moveTo>
                      <a:pt x="3691" y="47"/>
                    </a:moveTo>
                    <a:cubicBezTo>
                      <a:pt x="-5916" y="824"/>
                      <a:pt x="5800" y="4974"/>
                      <a:pt x="9869" y="4436"/>
                    </a:cubicBezTo>
                    <a:cubicBezTo>
                      <a:pt x="19482" y="3665"/>
                      <a:pt x="7755" y="-485"/>
                      <a:pt x="3691" y="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9" name="Freeform: Shape 1988">
                <a:extLst>
                  <a:ext uri="{FF2B5EF4-FFF2-40B4-BE49-F238E27FC236}">
                    <a16:creationId xmlns:a16="http://schemas.microsoft.com/office/drawing/2014/main" id="{AD743A2D-59A9-6FF7-4A22-D05BA8219352}"/>
                  </a:ext>
                </a:extLst>
              </p:cNvPr>
              <p:cNvSpPr/>
              <p:nvPr/>
            </p:nvSpPr>
            <p:spPr>
              <a:xfrm>
                <a:off x="11009546" y="7378687"/>
                <a:ext cx="14131" cy="4805"/>
              </a:xfrm>
              <a:custGeom>
                <a:avLst/>
                <a:gdLst>
                  <a:gd name="connsiteX0" fmla="*/ 3756 w 14131"/>
                  <a:gd name="connsiteY0" fmla="*/ 52 h 4805"/>
                  <a:gd name="connsiteX1" fmla="*/ 10373 w 14131"/>
                  <a:gd name="connsiteY1" fmla="*/ 4755 h 4805"/>
                  <a:gd name="connsiteX2" fmla="*/ 3756 w 14131"/>
                  <a:gd name="connsiteY2" fmla="*/ 52 h 4805"/>
                </a:gdLst>
                <a:ahLst/>
                <a:cxnLst>
                  <a:cxn ang="0">
                    <a:pos x="connsiteX0" y="connsiteY0"/>
                  </a:cxn>
                  <a:cxn ang="0">
                    <a:pos x="connsiteX1" y="connsiteY1"/>
                  </a:cxn>
                  <a:cxn ang="0">
                    <a:pos x="connsiteX2" y="connsiteY2"/>
                  </a:cxn>
                </a:cxnLst>
                <a:rect l="l" t="t" r="r" b="b"/>
                <a:pathLst>
                  <a:path w="14131" h="4805">
                    <a:moveTo>
                      <a:pt x="3756" y="52"/>
                    </a:moveTo>
                    <a:cubicBezTo>
                      <a:pt x="-6165" y="897"/>
                      <a:pt x="6242" y="5327"/>
                      <a:pt x="10373" y="4755"/>
                    </a:cubicBezTo>
                    <a:cubicBezTo>
                      <a:pt x="20301" y="3909"/>
                      <a:pt x="7888" y="-526"/>
                      <a:pt x="3756" y="5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0" name="Freeform: Shape 1989">
                <a:extLst>
                  <a:ext uri="{FF2B5EF4-FFF2-40B4-BE49-F238E27FC236}">
                    <a16:creationId xmlns:a16="http://schemas.microsoft.com/office/drawing/2014/main" id="{B869223A-FB1D-D5D3-75D2-2C4017D2D553}"/>
                  </a:ext>
                </a:extLst>
              </p:cNvPr>
              <p:cNvSpPr/>
              <p:nvPr/>
            </p:nvSpPr>
            <p:spPr>
              <a:xfrm>
                <a:off x="10466344" y="6992794"/>
                <a:ext cx="12424" cy="3917"/>
              </a:xfrm>
              <a:custGeom>
                <a:avLst/>
                <a:gdLst>
                  <a:gd name="connsiteX0" fmla="*/ 3712 w 12424"/>
                  <a:gd name="connsiteY0" fmla="*/ 0 h 3917"/>
                  <a:gd name="connsiteX1" fmla="*/ 12154 w 12424"/>
                  <a:gd name="connsiteY1" fmla="*/ 1920 h 3917"/>
                  <a:gd name="connsiteX2" fmla="*/ 3712 w 12424"/>
                  <a:gd name="connsiteY2" fmla="*/ 0 h 3917"/>
                </a:gdLst>
                <a:ahLst/>
                <a:cxnLst>
                  <a:cxn ang="0">
                    <a:pos x="connsiteX0" y="connsiteY0"/>
                  </a:cxn>
                  <a:cxn ang="0">
                    <a:pos x="connsiteX1" y="connsiteY1"/>
                  </a:cxn>
                  <a:cxn ang="0">
                    <a:pos x="connsiteX2" y="connsiteY2"/>
                  </a:cxn>
                </a:cxnLst>
                <a:rect l="l" t="t" r="r" b="b"/>
                <a:pathLst>
                  <a:path w="12424" h="3917">
                    <a:moveTo>
                      <a:pt x="3712" y="0"/>
                    </a:moveTo>
                    <a:cubicBezTo>
                      <a:pt x="-8986" y="994"/>
                      <a:pt x="15217" y="6960"/>
                      <a:pt x="12154" y="1920"/>
                    </a:cubicBezTo>
                    <a:cubicBezTo>
                      <a:pt x="10662" y="863"/>
                      <a:pt x="6884" y="0"/>
                      <a:pt x="371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1" name="Freeform: Shape 1990">
                <a:extLst>
                  <a:ext uri="{FF2B5EF4-FFF2-40B4-BE49-F238E27FC236}">
                    <a16:creationId xmlns:a16="http://schemas.microsoft.com/office/drawing/2014/main" id="{BB0EFB43-5CC0-E3E2-A67B-25BA0662541B}"/>
                  </a:ext>
                </a:extLst>
              </p:cNvPr>
              <p:cNvSpPr/>
              <p:nvPr/>
            </p:nvSpPr>
            <p:spPr>
              <a:xfrm>
                <a:off x="10307832" y="6880134"/>
                <a:ext cx="11982" cy="3684"/>
              </a:xfrm>
              <a:custGeom>
                <a:avLst/>
                <a:gdLst>
                  <a:gd name="connsiteX0" fmla="*/ 3651 w 11982"/>
                  <a:gd name="connsiteY0" fmla="*/ 0 h 3684"/>
                  <a:gd name="connsiteX1" fmla="*/ 11749 w 11982"/>
                  <a:gd name="connsiteY1" fmla="*/ 1805 h 3684"/>
                  <a:gd name="connsiteX2" fmla="*/ 3651 w 11982"/>
                  <a:gd name="connsiteY2" fmla="*/ 0 h 3684"/>
                </a:gdLst>
                <a:ahLst/>
                <a:cxnLst>
                  <a:cxn ang="0">
                    <a:pos x="connsiteX0" y="connsiteY0"/>
                  </a:cxn>
                  <a:cxn ang="0">
                    <a:pos x="connsiteX1" y="connsiteY1"/>
                  </a:cxn>
                  <a:cxn ang="0">
                    <a:pos x="connsiteX2" y="connsiteY2"/>
                  </a:cxn>
                </a:cxnLst>
                <a:rect l="l" t="t" r="r" b="b"/>
                <a:pathLst>
                  <a:path w="11982" h="3684">
                    <a:moveTo>
                      <a:pt x="3651" y="0"/>
                    </a:moveTo>
                    <a:cubicBezTo>
                      <a:pt x="-8717" y="926"/>
                      <a:pt x="14533" y="6549"/>
                      <a:pt x="11749" y="1805"/>
                    </a:cubicBezTo>
                    <a:cubicBezTo>
                      <a:pt x="10349" y="811"/>
                      <a:pt x="6720" y="0"/>
                      <a:pt x="365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2" name="Freeform: Shape 1991">
                <a:extLst>
                  <a:ext uri="{FF2B5EF4-FFF2-40B4-BE49-F238E27FC236}">
                    <a16:creationId xmlns:a16="http://schemas.microsoft.com/office/drawing/2014/main" id="{2A81CE69-19BA-EBCA-4087-387585862684}"/>
                  </a:ext>
                </a:extLst>
              </p:cNvPr>
              <p:cNvSpPr/>
              <p:nvPr/>
            </p:nvSpPr>
            <p:spPr>
              <a:xfrm>
                <a:off x="10635479" y="7112850"/>
                <a:ext cx="13029" cy="4190"/>
              </a:xfrm>
              <a:custGeom>
                <a:avLst/>
                <a:gdLst>
                  <a:gd name="connsiteX0" fmla="*/ 3628 w 13029"/>
                  <a:gd name="connsiteY0" fmla="*/ 44 h 4190"/>
                  <a:gd name="connsiteX1" fmla="*/ 9400 w 13029"/>
                  <a:gd name="connsiteY1" fmla="*/ 4147 h 4190"/>
                  <a:gd name="connsiteX2" fmla="*/ 3628 w 13029"/>
                  <a:gd name="connsiteY2" fmla="*/ 44 h 4190"/>
                </a:gdLst>
                <a:ahLst/>
                <a:cxnLst>
                  <a:cxn ang="0">
                    <a:pos x="connsiteX0" y="connsiteY0"/>
                  </a:cxn>
                  <a:cxn ang="0">
                    <a:pos x="connsiteX1" y="connsiteY1"/>
                  </a:cxn>
                  <a:cxn ang="0">
                    <a:pos x="connsiteX2" y="connsiteY2"/>
                  </a:cxn>
                </a:cxnLst>
                <a:rect l="l" t="t" r="r" b="b"/>
                <a:pathLst>
                  <a:path w="13029" h="4190">
                    <a:moveTo>
                      <a:pt x="3628" y="44"/>
                    </a:moveTo>
                    <a:cubicBezTo>
                      <a:pt x="-5682" y="752"/>
                      <a:pt x="5399" y="4645"/>
                      <a:pt x="9400" y="4147"/>
                    </a:cubicBezTo>
                    <a:cubicBezTo>
                      <a:pt x="18715" y="3438"/>
                      <a:pt x="7628" y="-453"/>
                      <a:pt x="3628" y="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3" name="Freeform: Shape 1992">
                <a:extLst>
                  <a:ext uri="{FF2B5EF4-FFF2-40B4-BE49-F238E27FC236}">
                    <a16:creationId xmlns:a16="http://schemas.microsoft.com/office/drawing/2014/main" id="{2D384983-5867-D7E0-8D3B-112AB73A7563}"/>
                  </a:ext>
                </a:extLst>
              </p:cNvPr>
              <p:cNvSpPr/>
              <p:nvPr/>
            </p:nvSpPr>
            <p:spPr>
              <a:xfrm>
                <a:off x="8728093" y="4793628"/>
                <a:ext cx="7863" cy="8708"/>
              </a:xfrm>
              <a:custGeom>
                <a:avLst/>
                <a:gdLst>
                  <a:gd name="connsiteX0" fmla="*/ 2798 w 7863"/>
                  <a:gd name="connsiteY0" fmla="*/ 736 h 8708"/>
                  <a:gd name="connsiteX1" fmla="*/ 180 w 7863"/>
                  <a:gd name="connsiteY1" fmla="*/ 6743 h 8708"/>
                  <a:gd name="connsiteX2" fmla="*/ 2798 w 7863"/>
                  <a:gd name="connsiteY2" fmla="*/ 736 h 8708"/>
                </a:gdLst>
                <a:ahLst/>
                <a:cxnLst>
                  <a:cxn ang="0">
                    <a:pos x="connsiteX0" y="connsiteY0"/>
                  </a:cxn>
                  <a:cxn ang="0">
                    <a:pos x="connsiteX1" y="connsiteY1"/>
                  </a:cxn>
                  <a:cxn ang="0">
                    <a:pos x="connsiteX2" y="connsiteY2"/>
                  </a:cxn>
                </a:cxnLst>
                <a:rect l="l" t="t" r="r" b="b"/>
                <a:pathLst>
                  <a:path w="7863" h="8708">
                    <a:moveTo>
                      <a:pt x="2798" y="736"/>
                    </a:moveTo>
                    <a:cubicBezTo>
                      <a:pt x="700" y="2108"/>
                      <a:pt x="-471" y="4805"/>
                      <a:pt x="180" y="6743"/>
                    </a:cubicBezTo>
                    <a:cubicBezTo>
                      <a:pt x="5124" y="14572"/>
                      <a:pt x="13216" y="-3819"/>
                      <a:pt x="2798" y="7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4" name="Freeform: Shape 1993">
                <a:extLst>
                  <a:ext uri="{FF2B5EF4-FFF2-40B4-BE49-F238E27FC236}">
                    <a16:creationId xmlns:a16="http://schemas.microsoft.com/office/drawing/2014/main" id="{7A964847-7CDB-D882-AB72-1F2549308557}"/>
                  </a:ext>
                </a:extLst>
              </p:cNvPr>
              <p:cNvSpPr/>
              <p:nvPr/>
            </p:nvSpPr>
            <p:spPr>
              <a:xfrm>
                <a:off x="8801834" y="4998991"/>
                <a:ext cx="8001" cy="7693"/>
              </a:xfrm>
              <a:custGeom>
                <a:avLst/>
                <a:gdLst>
                  <a:gd name="connsiteX0" fmla="*/ 2758 w 8001"/>
                  <a:gd name="connsiteY0" fmla="*/ 702 h 7693"/>
                  <a:gd name="connsiteX1" fmla="*/ 5243 w 8001"/>
                  <a:gd name="connsiteY1" fmla="*/ 6988 h 7693"/>
                  <a:gd name="connsiteX2" fmla="*/ 2758 w 8001"/>
                  <a:gd name="connsiteY2" fmla="*/ 702 h 7693"/>
                </a:gdLst>
                <a:ahLst/>
                <a:cxnLst>
                  <a:cxn ang="0">
                    <a:pos x="connsiteX0" y="connsiteY0"/>
                  </a:cxn>
                  <a:cxn ang="0">
                    <a:pos x="connsiteX1" y="connsiteY1"/>
                  </a:cxn>
                  <a:cxn ang="0">
                    <a:pos x="connsiteX2" y="connsiteY2"/>
                  </a:cxn>
                </a:cxnLst>
                <a:rect l="l" t="t" r="r" b="b"/>
                <a:pathLst>
                  <a:path w="8001" h="7693">
                    <a:moveTo>
                      <a:pt x="2758" y="702"/>
                    </a:moveTo>
                    <a:cubicBezTo>
                      <a:pt x="-2032" y="3125"/>
                      <a:pt x="-186" y="9875"/>
                      <a:pt x="5243" y="6988"/>
                    </a:cubicBezTo>
                    <a:cubicBezTo>
                      <a:pt x="10044" y="4582"/>
                      <a:pt x="8170" y="-2178"/>
                      <a:pt x="2758" y="7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5" name="Freeform: Shape 1994">
                <a:extLst>
                  <a:ext uri="{FF2B5EF4-FFF2-40B4-BE49-F238E27FC236}">
                    <a16:creationId xmlns:a16="http://schemas.microsoft.com/office/drawing/2014/main" id="{7C8E0AF3-1DFA-6EB7-846F-7509F00A8340}"/>
                  </a:ext>
                </a:extLst>
              </p:cNvPr>
              <p:cNvSpPr/>
              <p:nvPr/>
            </p:nvSpPr>
            <p:spPr>
              <a:xfrm>
                <a:off x="9421115" y="6204926"/>
                <a:ext cx="9773" cy="7340"/>
              </a:xfrm>
              <a:custGeom>
                <a:avLst/>
                <a:gdLst>
                  <a:gd name="connsiteX0" fmla="*/ 3320 w 9773"/>
                  <a:gd name="connsiteY0" fmla="*/ 9 h 7340"/>
                  <a:gd name="connsiteX1" fmla="*/ 9623 w 9773"/>
                  <a:gd name="connsiteY1" fmla="*/ 3427 h 7340"/>
                  <a:gd name="connsiteX2" fmla="*/ 3320 w 9773"/>
                  <a:gd name="connsiteY2" fmla="*/ 9 h 7340"/>
                </a:gdLst>
                <a:ahLst/>
                <a:cxnLst>
                  <a:cxn ang="0">
                    <a:pos x="connsiteX0" y="connsiteY0"/>
                  </a:cxn>
                  <a:cxn ang="0">
                    <a:pos x="connsiteX1" y="connsiteY1"/>
                  </a:cxn>
                  <a:cxn ang="0">
                    <a:pos x="connsiteX2" y="connsiteY2"/>
                  </a:cxn>
                </a:cxnLst>
                <a:rect l="l" t="t" r="r" b="b"/>
                <a:pathLst>
                  <a:path w="9773" h="7340">
                    <a:moveTo>
                      <a:pt x="3320" y="9"/>
                    </a:moveTo>
                    <a:cubicBezTo>
                      <a:pt x="-7459" y="2632"/>
                      <a:pt x="11635" y="12850"/>
                      <a:pt x="9623" y="3427"/>
                    </a:cubicBezTo>
                    <a:cubicBezTo>
                      <a:pt x="8669" y="1415"/>
                      <a:pt x="5846" y="-134"/>
                      <a:pt x="3320"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6" name="Freeform: Shape 1995">
                <a:extLst>
                  <a:ext uri="{FF2B5EF4-FFF2-40B4-BE49-F238E27FC236}">
                    <a16:creationId xmlns:a16="http://schemas.microsoft.com/office/drawing/2014/main" id="{5C74F670-2B94-2835-6928-2FD383FE3BC4}"/>
                  </a:ext>
                </a:extLst>
              </p:cNvPr>
              <p:cNvSpPr/>
              <p:nvPr/>
            </p:nvSpPr>
            <p:spPr>
              <a:xfrm>
                <a:off x="8657575" y="4584819"/>
                <a:ext cx="7620" cy="8645"/>
              </a:xfrm>
              <a:custGeom>
                <a:avLst/>
                <a:gdLst>
                  <a:gd name="connsiteX0" fmla="*/ 2666 w 7620"/>
                  <a:gd name="connsiteY0" fmla="*/ 1056 h 8645"/>
                  <a:gd name="connsiteX1" fmla="*/ 4952 w 7620"/>
                  <a:gd name="connsiteY1" fmla="*/ 7595 h 8645"/>
                  <a:gd name="connsiteX2" fmla="*/ 2666 w 7620"/>
                  <a:gd name="connsiteY2" fmla="*/ 1056 h 8645"/>
                </a:gdLst>
                <a:ahLst/>
                <a:cxnLst>
                  <a:cxn ang="0">
                    <a:pos x="connsiteX0" y="connsiteY0"/>
                  </a:cxn>
                  <a:cxn ang="0">
                    <a:pos x="connsiteX1" y="connsiteY1"/>
                  </a:cxn>
                  <a:cxn ang="0">
                    <a:pos x="connsiteX2" y="connsiteY2"/>
                  </a:cxn>
                </a:cxnLst>
                <a:rect l="l" t="t" r="r" b="b"/>
                <a:pathLst>
                  <a:path w="7620" h="8645">
                    <a:moveTo>
                      <a:pt x="2666" y="1056"/>
                    </a:moveTo>
                    <a:cubicBezTo>
                      <a:pt x="-1557" y="3760"/>
                      <a:pt x="-740" y="11424"/>
                      <a:pt x="4952" y="7595"/>
                    </a:cubicBezTo>
                    <a:cubicBezTo>
                      <a:pt x="9181" y="4903"/>
                      <a:pt x="8358" y="-2790"/>
                      <a:pt x="2666" y="105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7" name="Freeform: Shape 1996">
                <a:extLst>
                  <a:ext uri="{FF2B5EF4-FFF2-40B4-BE49-F238E27FC236}">
                    <a16:creationId xmlns:a16="http://schemas.microsoft.com/office/drawing/2014/main" id="{8CD68388-84E0-5E48-A185-B1BA16E9B405}"/>
                  </a:ext>
                </a:extLst>
              </p:cNvPr>
              <p:cNvSpPr/>
              <p:nvPr/>
            </p:nvSpPr>
            <p:spPr>
              <a:xfrm>
                <a:off x="8589829" y="4410577"/>
                <a:ext cx="7459" cy="7830"/>
              </a:xfrm>
              <a:custGeom>
                <a:avLst/>
                <a:gdLst>
                  <a:gd name="connsiteX0" fmla="*/ 2633 w 7459"/>
                  <a:gd name="connsiteY0" fmla="*/ 1528 h 7830"/>
                  <a:gd name="connsiteX1" fmla="*/ 4827 w 7459"/>
                  <a:gd name="connsiteY1" fmla="*/ 6312 h 7830"/>
                  <a:gd name="connsiteX2" fmla="*/ 2633 w 7459"/>
                  <a:gd name="connsiteY2" fmla="*/ 1528 h 7830"/>
                </a:gdLst>
                <a:ahLst/>
                <a:cxnLst>
                  <a:cxn ang="0">
                    <a:pos x="connsiteX0" y="connsiteY0"/>
                  </a:cxn>
                  <a:cxn ang="0">
                    <a:pos x="connsiteX1" y="connsiteY1"/>
                  </a:cxn>
                  <a:cxn ang="0">
                    <a:pos x="connsiteX2" y="connsiteY2"/>
                  </a:cxn>
                </a:cxnLst>
                <a:rect l="l" t="t" r="r" b="b"/>
                <a:pathLst>
                  <a:path w="7459" h="7830">
                    <a:moveTo>
                      <a:pt x="2633" y="1528"/>
                    </a:moveTo>
                    <a:cubicBezTo>
                      <a:pt x="-1648" y="4803"/>
                      <a:pt x="-562" y="10592"/>
                      <a:pt x="4827" y="6312"/>
                    </a:cubicBezTo>
                    <a:cubicBezTo>
                      <a:pt x="9108" y="3042"/>
                      <a:pt x="8022" y="-2775"/>
                      <a:pt x="2633" y="15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8" name="Freeform: Shape 1997">
                <a:extLst>
                  <a:ext uri="{FF2B5EF4-FFF2-40B4-BE49-F238E27FC236}">
                    <a16:creationId xmlns:a16="http://schemas.microsoft.com/office/drawing/2014/main" id="{C855C69B-AC50-FDAC-B5AB-6696A8C10AF9}"/>
                  </a:ext>
                </a:extLst>
              </p:cNvPr>
              <p:cNvSpPr/>
              <p:nvPr/>
            </p:nvSpPr>
            <p:spPr>
              <a:xfrm>
                <a:off x="8878723" y="5163221"/>
                <a:ext cx="8231" cy="5820"/>
              </a:xfrm>
              <a:custGeom>
                <a:avLst/>
                <a:gdLst>
                  <a:gd name="connsiteX0" fmla="*/ 2815 w 8231"/>
                  <a:gd name="connsiteY0" fmla="*/ 761 h 5820"/>
                  <a:gd name="connsiteX1" fmla="*/ 5415 w 8231"/>
                  <a:gd name="connsiteY1" fmla="*/ 5047 h 5820"/>
                  <a:gd name="connsiteX2" fmla="*/ 2815 w 8231"/>
                  <a:gd name="connsiteY2" fmla="*/ 761 h 5820"/>
                </a:gdLst>
                <a:ahLst/>
                <a:cxnLst>
                  <a:cxn ang="0">
                    <a:pos x="connsiteX0" y="connsiteY0"/>
                  </a:cxn>
                  <a:cxn ang="0">
                    <a:pos x="connsiteX1" y="connsiteY1"/>
                  </a:cxn>
                  <a:cxn ang="0">
                    <a:pos x="connsiteX2" y="connsiteY2"/>
                  </a:cxn>
                </a:cxnLst>
                <a:rect l="l" t="t" r="r" b="b"/>
                <a:pathLst>
                  <a:path w="8231" h="5820">
                    <a:moveTo>
                      <a:pt x="2815" y="761"/>
                    </a:moveTo>
                    <a:cubicBezTo>
                      <a:pt x="-2534" y="3401"/>
                      <a:pt x="535" y="7550"/>
                      <a:pt x="5415" y="5047"/>
                    </a:cubicBezTo>
                    <a:cubicBezTo>
                      <a:pt x="10781" y="2436"/>
                      <a:pt x="7673" y="-1719"/>
                      <a:pt x="2815" y="7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9" name="Freeform: Shape 1998">
                <a:extLst>
                  <a:ext uri="{FF2B5EF4-FFF2-40B4-BE49-F238E27FC236}">
                    <a16:creationId xmlns:a16="http://schemas.microsoft.com/office/drawing/2014/main" id="{C61748E2-3A1F-36A5-DE33-7B32D5D471F2}"/>
                  </a:ext>
                </a:extLst>
              </p:cNvPr>
              <p:cNvSpPr/>
              <p:nvPr/>
            </p:nvSpPr>
            <p:spPr>
              <a:xfrm>
                <a:off x="8958795" y="5256853"/>
                <a:ext cx="8569" cy="4778"/>
              </a:xfrm>
              <a:custGeom>
                <a:avLst/>
                <a:gdLst>
                  <a:gd name="connsiteX0" fmla="*/ 3039 w 8569"/>
                  <a:gd name="connsiteY0" fmla="*/ 792 h 4778"/>
                  <a:gd name="connsiteX1" fmla="*/ 8451 w 8569"/>
                  <a:gd name="connsiteY1" fmla="*/ 661 h 4778"/>
                  <a:gd name="connsiteX2" fmla="*/ 3039 w 8569"/>
                  <a:gd name="connsiteY2" fmla="*/ 792 h 4778"/>
                </a:gdLst>
                <a:ahLst/>
                <a:cxnLst>
                  <a:cxn ang="0">
                    <a:pos x="connsiteX0" y="connsiteY0"/>
                  </a:cxn>
                  <a:cxn ang="0">
                    <a:pos x="connsiteX1" y="connsiteY1"/>
                  </a:cxn>
                  <a:cxn ang="0">
                    <a:pos x="connsiteX2" y="connsiteY2"/>
                  </a:cxn>
                </a:cxnLst>
                <a:rect l="l" t="t" r="r" b="b"/>
                <a:pathLst>
                  <a:path w="8569" h="4778">
                    <a:moveTo>
                      <a:pt x="3039" y="792"/>
                    </a:moveTo>
                    <a:cubicBezTo>
                      <a:pt x="-6666" y="6415"/>
                      <a:pt x="10126" y="5833"/>
                      <a:pt x="8451" y="661"/>
                    </a:cubicBezTo>
                    <a:cubicBezTo>
                      <a:pt x="7702" y="-271"/>
                      <a:pt x="5279" y="-208"/>
                      <a:pt x="3039" y="7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0" name="Freeform: Shape 1999">
                <a:extLst>
                  <a:ext uri="{FF2B5EF4-FFF2-40B4-BE49-F238E27FC236}">
                    <a16:creationId xmlns:a16="http://schemas.microsoft.com/office/drawing/2014/main" id="{78835C54-E154-BB0A-2ED7-E2590EA13CFA}"/>
                  </a:ext>
                </a:extLst>
              </p:cNvPr>
              <p:cNvSpPr/>
              <p:nvPr/>
            </p:nvSpPr>
            <p:spPr>
              <a:xfrm>
                <a:off x="9130184" y="5630659"/>
                <a:ext cx="8844" cy="7754"/>
              </a:xfrm>
              <a:custGeom>
                <a:avLst/>
                <a:gdLst>
                  <a:gd name="connsiteX0" fmla="*/ 2940 w 8844"/>
                  <a:gd name="connsiteY0" fmla="*/ 387 h 7754"/>
                  <a:gd name="connsiteX1" fmla="*/ 5906 w 8844"/>
                  <a:gd name="connsiteY1" fmla="*/ 7365 h 7754"/>
                  <a:gd name="connsiteX2" fmla="*/ 2940 w 8844"/>
                  <a:gd name="connsiteY2" fmla="*/ 387 h 7754"/>
                </a:gdLst>
                <a:ahLst/>
                <a:cxnLst>
                  <a:cxn ang="0">
                    <a:pos x="connsiteX0" y="connsiteY0"/>
                  </a:cxn>
                  <a:cxn ang="0">
                    <a:pos x="connsiteX1" y="connsiteY1"/>
                  </a:cxn>
                  <a:cxn ang="0">
                    <a:pos x="connsiteX2" y="connsiteY2"/>
                  </a:cxn>
                </a:cxnLst>
                <a:rect l="l" t="t" r="r" b="b"/>
                <a:pathLst>
                  <a:path w="8844" h="7754">
                    <a:moveTo>
                      <a:pt x="2940" y="387"/>
                    </a:moveTo>
                    <a:cubicBezTo>
                      <a:pt x="-2695" y="2473"/>
                      <a:pt x="591" y="9468"/>
                      <a:pt x="5906" y="7365"/>
                    </a:cubicBezTo>
                    <a:cubicBezTo>
                      <a:pt x="11547" y="5302"/>
                      <a:pt x="8238" y="-1710"/>
                      <a:pt x="2940" y="3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1" name="Freeform: Shape 2000">
                <a:extLst>
                  <a:ext uri="{FF2B5EF4-FFF2-40B4-BE49-F238E27FC236}">
                    <a16:creationId xmlns:a16="http://schemas.microsoft.com/office/drawing/2014/main" id="{668592EB-E44C-CF16-6908-DED71E2E2A1B}"/>
                  </a:ext>
                </a:extLst>
              </p:cNvPr>
              <p:cNvSpPr/>
              <p:nvPr/>
            </p:nvSpPr>
            <p:spPr>
              <a:xfrm>
                <a:off x="9318790" y="5949058"/>
                <a:ext cx="9544" cy="7944"/>
              </a:xfrm>
              <a:custGeom>
                <a:avLst/>
                <a:gdLst>
                  <a:gd name="connsiteX0" fmla="*/ 3278 w 9544"/>
                  <a:gd name="connsiteY0" fmla="*/ 160 h 7944"/>
                  <a:gd name="connsiteX1" fmla="*/ 9370 w 9544"/>
                  <a:gd name="connsiteY1" fmla="*/ 2914 h 7944"/>
                  <a:gd name="connsiteX2" fmla="*/ 3278 w 9544"/>
                  <a:gd name="connsiteY2" fmla="*/ 160 h 7944"/>
                </a:gdLst>
                <a:ahLst/>
                <a:cxnLst>
                  <a:cxn ang="0">
                    <a:pos x="connsiteX0" y="connsiteY0"/>
                  </a:cxn>
                  <a:cxn ang="0">
                    <a:pos x="connsiteX1" y="connsiteY1"/>
                  </a:cxn>
                  <a:cxn ang="0">
                    <a:pos x="connsiteX2" y="connsiteY2"/>
                  </a:cxn>
                </a:cxnLst>
                <a:rect l="l" t="t" r="r" b="b"/>
                <a:pathLst>
                  <a:path w="9544" h="7944">
                    <a:moveTo>
                      <a:pt x="3278" y="160"/>
                    </a:moveTo>
                    <a:cubicBezTo>
                      <a:pt x="-7375" y="4914"/>
                      <a:pt x="11536" y="13441"/>
                      <a:pt x="9370" y="2914"/>
                    </a:cubicBezTo>
                    <a:cubicBezTo>
                      <a:pt x="8461" y="766"/>
                      <a:pt x="5735" y="-457"/>
                      <a:pt x="3278" y="1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2" name="Freeform: Shape 2001">
                <a:extLst>
                  <a:ext uri="{FF2B5EF4-FFF2-40B4-BE49-F238E27FC236}">
                    <a16:creationId xmlns:a16="http://schemas.microsoft.com/office/drawing/2014/main" id="{90216409-D640-1ADA-9D7F-2E5870EE1B75}"/>
                  </a:ext>
                </a:extLst>
              </p:cNvPr>
              <p:cNvSpPr/>
              <p:nvPr/>
            </p:nvSpPr>
            <p:spPr>
              <a:xfrm>
                <a:off x="9042611" y="5415903"/>
                <a:ext cx="8620" cy="7612"/>
              </a:xfrm>
              <a:custGeom>
                <a:avLst/>
                <a:gdLst>
                  <a:gd name="connsiteX0" fmla="*/ 2896 w 8620"/>
                  <a:gd name="connsiteY0" fmla="*/ 459 h 7612"/>
                  <a:gd name="connsiteX1" fmla="*/ 5725 w 8620"/>
                  <a:gd name="connsiteY1" fmla="*/ 7157 h 7612"/>
                  <a:gd name="connsiteX2" fmla="*/ 2896 w 8620"/>
                  <a:gd name="connsiteY2" fmla="*/ 459 h 7612"/>
                </a:gdLst>
                <a:ahLst/>
                <a:cxnLst>
                  <a:cxn ang="0">
                    <a:pos x="connsiteX0" y="connsiteY0"/>
                  </a:cxn>
                  <a:cxn ang="0">
                    <a:pos x="connsiteX1" y="connsiteY1"/>
                  </a:cxn>
                  <a:cxn ang="0">
                    <a:pos x="connsiteX2" y="connsiteY2"/>
                  </a:cxn>
                </a:cxnLst>
                <a:rect l="l" t="t" r="r" b="b"/>
                <a:pathLst>
                  <a:path w="8620" h="7612">
                    <a:moveTo>
                      <a:pt x="2896" y="459"/>
                    </a:moveTo>
                    <a:cubicBezTo>
                      <a:pt x="-2539" y="2631"/>
                      <a:pt x="404" y="9420"/>
                      <a:pt x="5725" y="7157"/>
                    </a:cubicBezTo>
                    <a:cubicBezTo>
                      <a:pt x="11154" y="4991"/>
                      <a:pt x="8222" y="-1816"/>
                      <a:pt x="2896" y="45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3" name="Freeform: Shape 2002">
                <a:extLst>
                  <a:ext uri="{FF2B5EF4-FFF2-40B4-BE49-F238E27FC236}">
                    <a16:creationId xmlns:a16="http://schemas.microsoft.com/office/drawing/2014/main" id="{17B4C19E-18A5-D238-E59C-F77146E9840F}"/>
                  </a:ext>
                </a:extLst>
              </p:cNvPr>
              <p:cNvSpPr/>
              <p:nvPr/>
            </p:nvSpPr>
            <p:spPr>
              <a:xfrm>
                <a:off x="9222008" y="5809347"/>
                <a:ext cx="9112" cy="5227"/>
              </a:xfrm>
              <a:custGeom>
                <a:avLst/>
                <a:gdLst>
                  <a:gd name="connsiteX0" fmla="*/ 3002 w 9112"/>
                  <a:gd name="connsiteY0" fmla="*/ 492 h 5227"/>
                  <a:gd name="connsiteX1" fmla="*/ 6111 w 9112"/>
                  <a:gd name="connsiteY1" fmla="*/ 4722 h 5227"/>
                  <a:gd name="connsiteX2" fmla="*/ 3002 w 9112"/>
                  <a:gd name="connsiteY2" fmla="*/ 492 h 5227"/>
                </a:gdLst>
                <a:ahLst/>
                <a:cxnLst>
                  <a:cxn ang="0">
                    <a:pos x="connsiteX0" y="connsiteY0"/>
                  </a:cxn>
                  <a:cxn ang="0">
                    <a:pos x="connsiteX1" y="connsiteY1"/>
                  </a:cxn>
                  <a:cxn ang="0">
                    <a:pos x="connsiteX2" y="connsiteY2"/>
                  </a:cxn>
                </a:cxnLst>
                <a:rect l="l" t="t" r="r" b="b"/>
                <a:pathLst>
                  <a:path w="9112" h="5227">
                    <a:moveTo>
                      <a:pt x="3002" y="492"/>
                    </a:moveTo>
                    <a:cubicBezTo>
                      <a:pt x="-3227" y="2853"/>
                      <a:pt x="1448" y="6590"/>
                      <a:pt x="6111" y="4722"/>
                    </a:cubicBezTo>
                    <a:cubicBezTo>
                      <a:pt x="12357" y="2395"/>
                      <a:pt x="7631" y="-1348"/>
                      <a:pt x="3002" y="4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4" name="Freeform: Shape 2003">
                <a:extLst>
                  <a:ext uri="{FF2B5EF4-FFF2-40B4-BE49-F238E27FC236}">
                    <a16:creationId xmlns:a16="http://schemas.microsoft.com/office/drawing/2014/main" id="{269A0EDE-E89A-E2FC-3DC5-32DF28490D8E}"/>
                  </a:ext>
                </a:extLst>
              </p:cNvPr>
              <p:cNvSpPr/>
              <p:nvPr/>
            </p:nvSpPr>
            <p:spPr>
              <a:xfrm>
                <a:off x="11217224" y="7526146"/>
                <a:ext cx="14305" cy="5166"/>
              </a:xfrm>
              <a:custGeom>
                <a:avLst/>
                <a:gdLst>
                  <a:gd name="connsiteX0" fmla="*/ 3561 w 14305"/>
                  <a:gd name="connsiteY0" fmla="*/ 0 h 5166"/>
                  <a:gd name="connsiteX1" fmla="*/ 14271 w 14305"/>
                  <a:gd name="connsiteY1" fmla="*/ 4303 h 5166"/>
                  <a:gd name="connsiteX2" fmla="*/ 3561 w 14305"/>
                  <a:gd name="connsiteY2" fmla="*/ 0 h 5166"/>
                </a:gdLst>
                <a:ahLst/>
                <a:cxnLst>
                  <a:cxn ang="0">
                    <a:pos x="connsiteX0" y="connsiteY0"/>
                  </a:cxn>
                  <a:cxn ang="0">
                    <a:pos x="connsiteX1" y="connsiteY1"/>
                  </a:cxn>
                  <a:cxn ang="0">
                    <a:pos x="connsiteX2" y="connsiteY2"/>
                  </a:cxn>
                </a:cxnLst>
                <a:rect l="l" t="t" r="r" b="b"/>
                <a:pathLst>
                  <a:path w="14305" h="5166">
                    <a:moveTo>
                      <a:pt x="3561" y="0"/>
                    </a:moveTo>
                    <a:cubicBezTo>
                      <a:pt x="-7761" y="1314"/>
                      <a:pt x="11270" y="7389"/>
                      <a:pt x="14271" y="4303"/>
                    </a:cubicBezTo>
                    <a:cubicBezTo>
                      <a:pt x="14916" y="777"/>
                      <a:pt x="6378" y="211"/>
                      <a:pt x="356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5" name="Freeform: Shape 2004">
                <a:extLst>
                  <a:ext uri="{FF2B5EF4-FFF2-40B4-BE49-F238E27FC236}">
                    <a16:creationId xmlns:a16="http://schemas.microsoft.com/office/drawing/2014/main" id="{746026E3-EEC2-AB5C-AD62-1550815D4A23}"/>
                  </a:ext>
                </a:extLst>
              </p:cNvPr>
              <p:cNvSpPr/>
              <p:nvPr/>
            </p:nvSpPr>
            <p:spPr>
              <a:xfrm>
                <a:off x="8329204" y="4493155"/>
                <a:ext cx="7136" cy="6678"/>
              </a:xfrm>
              <a:custGeom>
                <a:avLst/>
                <a:gdLst>
                  <a:gd name="connsiteX0" fmla="*/ 2545 w 7136"/>
                  <a:gd name="connsiteY0" fmla="*/ 2681 h 6678"/>
                  <a:gd name="connsiteX1" fmla="*/ 7117 w 7136"/>
                  <a:gd name="connsiteY1" fmla="*/ 46 h 6678"/>
                  <a:gd name="connsiteX2" fmla="*/ 2545 w 7136"/>
                  <a:gd name="connsiteY2" fmla="*/ 2681 h 6678"/>
                </a:gdLst>
                <a:ahLst/>
                <a:cxnLst>
                  <a:cxn ang="0">
                    <a:pos x="connsiteX0" y="connsiteY0"/>
                  </a:cxn>
                  <a:cxn ang="0">
                    <a:pos x="connsiteX1" y="connsiteY1"/>
                  </a:cxn>
                  <a:cxn ang="0">
                    <a:pos x="connsiteX2" y="connsiteY2"/>
                  </a:cxn>
                </a:cxnLst>
                <a:rect l="l" t="t" r="r" b="b"/>
                <a:pathLst>
                  <a:path w="7136" h="6678">
                    <a:moveTo>
                      <a:pt x="2545" y="2681"/>
                    </a:moveTo>
                    <a:cubicBezTo>
                      <a:pt x="-5353" y="10996"/>
                      <a:pt x="7706" y="4447"/>
                      <a:pt x="7117" y="46"/>
                    </a:cubicBezTo>
                    <a:cubicBezTo>
                      <a:pt x="5757" y="-319"/>
                      <a:pt x="3831" y="1561"/>
                      <a:pt x="2545" y="26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6" name="Freeform: Shape 2005">
                <a:extLst>
                  <a:ext uri="{FF2B5EF4-FFF2-40B4-BE49-F238E27FC236}">
                    <a16:creationId xmlns:a16="http://schemas.microsoft.com/office/drawing/2014/main" id="{D142FDE8-893E-4FD0-68AD-A5AB03F82F9B}"/>
                  </a:ext>
                </a:extLst>
              </p:cNvPr>
              <p:cNvSpPr/>
              <p:nvPr/>
            </p:nvSpPr>
            <p:spPr>
              <a:xfrm>
                <a:off x="10004158" y="6880098"/>
                <a:ext cx="11968" cy="3678"/>
              </a:xfrm>
              <a:custGeom>
                <a:avLst/>
                <a:gdLst>
                  <a:gd name="connsiteX0" fmla="*/ 3596 w 11968"/>
                  <a:gd name="connsiteY0" fmla="*/ 36 h 3678"/>
                  <a:gd name="connsiteX1" fmla="*/ 8367 w 11968"/>
                  <a:gd name="connsiteY1" fmla="*/ 3642 h 3678"/>
                  <a:gd name="connsiteX2" fmla="*/ 3596 w 11968"/>
                  <a:gd name="connsiteY2" fmla="*/ 36 h 3678"/>
                </a:gdLst>
                <a:ahLst/>
                <a:cxnLst>
                  <a:cxn ang="0">
                    <a:pos x="connsiteX0" y="connsiteY0"/>
                  </a:cxn>
                  <a:cxn ang="0">
                    <a:pos x="connsiteX1" y="connsiteY1"/>
                  </a:cxn>
                  <a:cxn ang="0">
                    <a:pos x="connsiteX2" y="connsiteY2"/>
                  </a:cxn>
                </a:cxnLst>
                <a:rect l="l" t="t" r="r" b="b"/>
                <a:pathLst>
                  <a:path w="11968" h="3678">
                    <a:moveTo>
                      <a:pt x="3596" y="36"/>
                    </a:moveTo>
                    <a:cubicBezTo>
                      <a:pt x="-5165" y="613"/>
                      <a:pt x="4333" y="4070"/>
                      <a:pt x="8367" y="3642"/>
                    </a:cubicBezTo>
                    <a:cubicBezTo>
                      <a:pt x="17140" y="3071"/>
                      <a:pt x="7630" y="-388"/>
                      <a:pt x="3596" y="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7" name="Freeform: Shape 2006">
                <a:extLst>
                  <a:ext uri="{FF2B5EF4-FFF2-40B4-BE49-F238E27FC236}">
                    <a16:creationId xmlns:a16="http://schemas.microsoft.com/office/drawing/2014/main" id="{1E6CC55E-97AC-AA36-EF6C-A671AA62701D}"/>
                  </a:ext>
                </a:extLst>
              </p:cNvPr>
              <p:cNvSpPr/>
              <p:nvPr/>
            </p:nvSpPr>
            <p:spPr>
              <a:xfrm>
                <a:off x="9731825" y="6674047"/>
                <a:ext cx="11178" cy="3274"/>
              </a:xfrm>
              <a:custGeom>
                <a:avLst/>
                <a:gdLst>
                  <a:gd name="connsiteX0" fmla="*/ 3465 w 11178"/>
                  <a:gd name="connsiteY0" fmla="*/ 32 h 3274"/>
                  <a:gd name="connsiteX1" fmla="*/ 7712 w 11178"/>
                  <a:gd name="connsiteY1" fmla="*/ 3244 h 3274"/>
                  <a:gd name="connsiteX2" fmla="*/ 3465 w 11178"/>
                  <a:gd name="connsiteY2" fmla="*/ 32 h 3274"/>
                </a:gdLst>
                <a:ahLst/>
                <a:cxnLst>
                  <a:cxn ang="0">
                    <a:pos x="connsiteX0" y="connsiteY0"/>
                  </a:cxn>
                  <a:cxn ang="0">
                    <a:pos x="connsiteX1" y="connsiteY1"/>
                  </a:cxn>
                  <a:cxn ang="0">
                    <a:pos x="connsiteX2" y="connsiteY2"/>
                  </a:cxn>
                </a:cxnLst>
                <a:rect l="l" t="t" r="r" b="b"/>
                <a:pathLst>
                  <a:path w="11178" h="3274">
                    <a:moveTo>
                      <a:pt x="3465" y="32"/>
                    </a:moveTo>
                    <a:cubicBezTo>
                      <a:pt x="-4798" y="529"/>
                      <a:pt x="3808" y="3615"/>
                      <a:pt x="7712" y="3244"/>
                    </a:cubicBezTo>
                    <a:cubicBezTo>
                      <a:pt x="15981" y="2741"/>
                      <a:pt x="7363" y="-346"/>
                      <a:pt x="3465" y="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8" name="Freeform: Shape 2007">
                <a:extLst>
                  <a:ext uri="{FF2B5EF4-FFF2-40B4-BE49-F238E27FC236}">
                    <a16:creationId xmlns:a16="http://schemas.microsoft.com/office/drawing/2014/main" id="{B63E0F32-77DF-70C8-CB35-6285719E3EEA}"/>
                  </a:ext>
                </a:extLst>
              </p:cNvPr>
              <p:cNvSpPr/>
              <p:nvPr/>
            </p:nvSpPr>
            <p:spPr>
              <a:xfrm>
                <a:off x="9864007" y="6774058"/>
                <a:ext cx="11559" cy="3467"/>
              </a:xfrm>
              <a:custGeom>
                <a:avLst/>
                <a:gdLst>
                  <a:gd name="connsiteX0" fmla="*/ 3528 w 11559"/>
                  <a:gd name="connsiteY0" fmla="*/ 34 h 3467"/>
                  <a:gd name="connsiteX1" fmla="*/ 8026 w 11559"/>
                  <a:gd name="connsiteY1" fmla="*/ 3434 h 3467"/>
                  <a:gd name="connsiteX2" fmla="*/ 3528 w 11559"/>
                  <a:gd name="connsiteY2" fmla="*/ 34 h 3467"/>
                </a:gdLst>
                <a:ahLst/>
                <a:cxnLst>
                  <a:cxn ang="0">
                    <a:pos x="connsiteX0" y="connsiteY0"/>
                  </a:cxn>
                  <a:cxn ang="0">
                    <a:pos x="connsiteX1" y="connsiteY1"/>
                  </a:cxn>
                  <a:cxn ang="0">
                    <a:pos x="connsiteX2" y="connsiteY2"/>
                  </a:cxn>
                </a:cxnLst>
                <a:rect l="l" t="t" r="r" b="b"/>
                <a:pathLst>
                  <a:path w="11559" h="3467">
                    <a:moveTo>
                      <a:pt x="3528" y="34"/>
                    </a:moveTo>
                    <a:cubicBezTo>
                      <a:pt x="-4975" y="571"/>
                      <a:pt x="4060" y="3834"/>
                      <a:pt x="8026" y="3434"/>
                    </a:cubicBezTo>
                    <a:cubicBezTo>
                      <a:pt x="16541" y="2902"/>
                      <a:pt x="7494" y="-366"/>
                      <a:pt x="3528" y="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9" name="Freeform: Shape 2008">
                <a:extLst>
                  <a:ext uri="{FF2B5EF4-FFF2-40B4-BE49-F238E27FC236}">
                    <a16:creationId xmlns:a16="http://schemas.microsoft.com/office/drawing/2014/main" id="{789AF78A-90A9-FD2E-C8C9-8337AF2CACE7}"/>
                  </a:ext>
                </a:extLst>
              </p:cNvPr>
              <p:cNvSpPr/>
              <p:nvPr/>
            </p:nvSpPr>
            <p:spPr>
              <a:xfrm>
                <a:off x="9607077" y="6579661"/>
                <a:ext cx="10817" cy="3088"/>
              </a:xfrm>
              <a:custGeom>
                <a:avLst/>
                <a:gdLst>
                  <a:gd name="connsiteX0" fmla="*/ 3403 w 10817"/>
                  <a:gd name="connsiteY0" fmla="*/ 30 h 3088"/>
                  <a:gd name="connsiteX1" fmla="*/ 7410 w 10817"/>
                  <a:gd name="connsiteY1" fmla="*/ 3059 h 3088"/>
                  <a:gd name="connsiteX2" fmla="*/ 3403 w 10817"/>
                  <a:gd name="connsiteY2" fmla="*/ 30 h 3088"/>
                </a:gdLst>
                <a:ahLst/>
                <a:cxnLst>
                  <a:cxn ang="0">
                    <a:pos x="connsiteX0" y="connsiteY0"/>
                  </a:cxn>
                  <a:cxn ang="0">
                    <a:pos x="connsiteX1" y="connsiteY1"/>
                  </a:cxn>
                  <a:cxn ang="0">
                    <a:pos x="connsiteX2" y="connsiteY2"/>
                  </a:cxn>
                </a:cxnLst>
                <a:rect l="l" t="t" r="r" b="b"/>
                <a:pathLst>
                  <a:path w="10817" h="3088">
                    <a:moveTo>
                      <a:pt x="3403" y="30"/>
                    </a:moveTo>
                    <a:cubicBezTo>
                      <a:pt x="-4627" y="493"/>
                      <a:pt x="3569" y="3413"/>
                      <a:pt x="7410" y="3059"/>
                    </a:cubicBezTo>
                    <a:cubicBezTo>
                      <a:pt x="15451" y="2596"/>
                      <a:pt x="7244" y="-325"/>
                      <a:pt x="3403"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0" name="Freeform: Shape 2009">
                <a:extLst>
                  <a:ext uri="{FF2B5EF4-FFF2-40B4-BE49-F238E27FC236}">
                    <a16:creationId xmlns:a16="http://schemas.microsoft.com/office/drawing/2014/main" id="{E58C9ECB-4600-74E3-4F6C-18DF3D9435D6}"/>
                  </a:ext>
                </a:extLst>
              </p:cNvPr>
              <p:cNvSpPr/>
              <p:nvPr/>
            </p:nvSpPr>
            <p:spPr>
              <a:xfrm>
                <a:off x="9489091" y="6490514"/>
                <a:ext cx="10427" cy="2929"/>
              </a:xfrm>
              <a:custGeom>
                <a:avLst/>
                <a:gdLst>
                  <a:gd name="connsiteX0" fmla="*/ 3483 w 10427"/>
                  <a:gd name="connsiteY0" fmla="*/ 0 h 2929"/>
                  <a:gd name="connsiteX1" fmla="*/ 10330 w 10427"/>
                  <a:gd name="connsiteY1" fmla="*/ 1434 h 2929"/>
                  <a:gd name="connsiteX2" fmla="*/ 3483 w 10427"/>
                  <a:gd name="connsiteY2" fmla="*/ 0 h 2929"/>
                </a:gdLst>
                <a:ahLst/>
                <a:cxnLst>
                  <a:cxn ang="0">
                    <a:pos x="connsiteX0" y="connsiteY0"/>
                  </a:cxn>
                  <a:cxn ang="0">
                    <a:pos x="connsiteX1" y="connsiteY1"/>
                  </a:cxn>
                  <a:cxn ang="0">
                    <a:pos x="connsiteX2" y="connsiteY2"/>
                  </a:cxn>
                </a:cxnLst>
                <a:rect l="l" t="t" r="r" b="b"/>
                <a:pathLst>
                  <a:path w="10427" h="2929">
                    <a:moveTo>
                      <a:pt x="3483" y="0"/>
                    </a:moveTo>
                    <a:cubicBezTo>
                      <a:pt x="-7764" y="726"/>
                      <a:pt x="11970" y="5212"/>
                      <a:pt x="10330" y="1434"/>
                    </a:cubicBezTo>
                    <a:cubicBezTo>
                      <a:pt x="9278" y="640"/>
                      <a:pt x="6215" y="0"/>
                      <a:pt x="348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1" name="Freeform: Shape 2010">
                <a:extLst>
                  <a:ext uri="{FF2B5EF4-FFF2-40B4-BE49-F238E27FC236}">
                    <a16:creationId xmlns:a16="http://schemas.microsoft.com/office/drawing/2014/main" id="{29A2E45B-DB7C-38F5-65B9-DE862E4A410B}"/>
                  </a:ext>
                </a:extLst>
              </p:cNvPr>
              <p:cNvSpPr/>
              <p:nvPr/>
            </p:nvSpPr>
            <p:spPr>
              <a:xfrm>
                <a:off x="10663165" y="7378690"/>
                <a:ext cx="13965" cy="4802"/>
              </a:xfrm>
              <a:custGeom>
                <a:avLst/>
                <a:gdLst>
                  <a:gd name="connsiteX0" fmla="*/ 3870 w 13965"/>
                  <a:gd name="connsiteY0" fmla="*/ 49 h 4802"/>
                  <a:gd name="connsiteX1" fmla="*/ 10088 w 13965"/>
                  <a:gd name="connsiteY1" fmla="*/ 4753 h 4802"/>
                  <a:gd name="connsiteX2" fmla="*/ 3870 w 13965"/>
                  <a:gd name="connsiteY2" fmla="*/ 49 h 4802"/>
                </a:gdLst>
                <a:ahLst/>
                <a:cxnLst>
                  <a:cxn ang="0">
                    <a:pos x="connsiteX0" y="connsiteY0"/>
                  </a:cxn>
                  <a:cxn ang="0">
                    <a:pos x="connsiteX1" y="connsiteY1"/>
                  </a:cxn>
                  <a:cxn ang="0">
                    <a:pos x="connsiteX2" y="connsiteY2"/>
                  </a:cxn>
                </a:cxnLst>
                <a:rect l="l" t="t" r="r" b="b"/>
                <a:pathLst>
                  <a:path w="13965" h="4802">
                    <a:moveTo>
                      <a:pt x="3870" y="49"/>
                    </a:moveTo>
                    <a:cubicBezTo>
                      <a:pt x="-6068" y="855"/>
                      <a:pt x="5768" y="5319"/>
                      <a:pt x="10088" y="4753"/>
                    </a:cubicBezTo>
                    <a:cubicBezTo>
                      <a:pt x="20043" y="3947"/>
                      <a:pt x="8190" y="-516"/>
                      <a:pt x="3870" y="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2" name="Freeform: Shape 2011">
                <a:extLst>
                  <a:ext uri="{FF2B5EF4-FFF2-40B4-BE49-F238E27FC236}">
                    <a16:creationId xmlns:a16="http://schemas.microsoft.com/office/drawing/2014/main" id="{145F8325-A397-AA3E-A257-6B61C0002575}"/>
                  </a:ext>
                </a:extLst>
              </p:cNvPr>
              <p:cNvSpPr/>
              <p:nvPr/>
            </p:nvSpPr>
            <p:spPr>
              <a:xfrm>
                <a:off x="10153059" y="6992755"/>
                <a:ext cx="12408" cy="3918"/>
              </a:xfrm>
              <a:custGeom>
                <a:avLst/>
                <a:gdLst>
                  <a:gd name="connsiteX0" fmla="*/ 3662 w 12408"/>
                  <a:gd name="connsiteY0" fmla="*/ 38 h 3918"/>
                  <a:gd name="connsiteX1" fmla="*/ 8742 w 12408"/>
                  <a:gd name="connsiteY1" fmla="*/ 3879 h 3918"/>
                  <a:gd name="connsiteX2" fmla="*/ 3662 w 12408"/>
                  <a:gd name="connsiteY2" fmla="*/ 38 h 3918"/>
                </a:gdLst>
                <a:ahLst/>
                <a:cxnLst>
                  <a:cxn ang="0">
                    <a:pos x="connsiteX0" y="connsiteY0"/>
                  </a:cxn>
                  <a:cxn ang="0">
                    <a:pos x="connsiteX1" y="connsiteY1"/>
                  </a:cxn>
                  <a:cxn ang="0">
                    <a:pos x="connsiteX2" y="connsiteY2"/>
                  </a:cxn>
                </a:cxnLst>
                <a:rect l="l" t="t" r="r" b="b"/>
                <a:pathLst>
                  <a:path w="12408" h="3918">
                    <a:moveTo>
                      <a:pt x="3662" y="38"/>
                    </a:moveTo>
                    <a:cubicBezTo>
                      <a:pt x="-5368" y="661"/>
                      <a:pt x="4639" y="4336"/>
                      <a:pt x="8742" y="3879"/>
                    </a:cubicBezTo>
                    <a:cubicBezTo>
                      <a:pt x="17783" y="3261"/>
                      <a:pt x="7765" y="-414"/>
                      <a:pt x="3662"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3" name="Freeform: Shape 2012">
                <a:extLst>
                  <a:ext uri="{FF2B5EF4-FFF2-40B4-BE49-F238E27FC236}">
                    <a16:creationId xmlns:a16="http://schemas.microsoft.com/office/drawing/2014/main" id="{06A21B4F-BD13-B89B-E019-C0BD8E6DFA44}"/>
                  </a:ext>
                </a:extLst>
              </p:cNvPr>
              <p:cNvSpPr/>
              <p:nvPr/>
            </p:nvSpPr>
            <p:spPr>
              <a:xfrm>
                <a:off x="9377589" y="6406143"/>
                <a:ext cx="10117" cy="2773"/>
              </a:xfrm>
              <a:custGeom>
                <a:avLst/>
                <a:gdLst>
                  <a:gd name="connsiteX0" fmla="*/ 3422 w 10117"/>
                  <a:gd name="connsiteY0" fmla="*/ 0 h 2773"/>
                  <a:gd name="connsiteX1" fmla="*/ 10035 w 10117"/>
                  <a:gd name="connsiteY1" fmla="*/ 1354 h 2773"/>
                  <a:gd name="connsiteX2" fmla="*/ 3422 w 10117"/>
                  <a:gd name="connsiteY2" fmla="*/ 0 h 2773"/>
                </a:gdLst>
                <a:ahLst/>
                <a:cxnLst>
                  <a:cxn ang="0">
                    <a:pos x="connsiteX0" y="connsiteY0"/>
                  </a:cxn>
                  <a:cxn ang="0">
                    <a:pos x="connsiteX1" y="connsiteY1"/>
                  </a:cxn>
                  <a:cxn ang="0">
                    <a:pos x="connsiteX2" y="connsiteY2"/>
                  </a:cxn>
                </a:cxnLst>
                <a:rect l="l" t="t" r="r" b="b"/>
                <a:pathLst>
                  <a:path w="10117" h="2773">
                    <a:moveTo>
                      <a:pt x="3422" y="0"/>
                    </a:moveTo>
                    <a:cubicBezTo>
                      <a:pt x="-7556" y="691"/>
                      <a:pt x="11521" y="4937"/>
                      <a:pt x="10035" y="1354"/>
                    </a:cubicBezTo>
                    <a:cubicBezTo>
                      <a:pt x="9041" y="606"/>
                      <a:pt x="6080" y="0"/>
                      <a:pt x="342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4" name="Freeform: Shape 2013">
                <a:extLst>
                  <a:ext uri="{FF2B5EF4-FFF2-40B4-BE49-F238E27FC236}">
                    <a16:creationId xmlns:a16="http://schemas.microsoft.com/office/drawing/2014/main" id="{78E327A1-96B2-A4AD-F807-F86C42513D89}"/>
                  </a:ext>
                </a:extLst>
              </p:cNvPr>
              <p:cNvSpPr/>
              <p:nvPr/>
            </p:nvSpPr>
            <p:spPr>
              <a:xfrm>
                <a:off x="10481466" y="7241220"/>
                <a:ext cx="13402" cy="4478"/>
              </a:xfrm>
              <a:custGeom>
                <a:avLst/>
                <a:gdLst>
                  <a:gd name="connsiteX0" fmla="*/ 3798 w 13402"/>
                  <a:gd name="connsiteY0" fmla="*/ 45 h 4478"/>
                  <a:gd name="connsiteX1" fmla="*/ 9599 w 13402"/>
                  <a:gd name="connsiteY1" fmla="*/ 4434 h 4478"/>
                  <a:gd name="connsiteX2" fmla="*/ 3798 w 13402"/>
                  <a:gd name="connsiteY2" fmla="*/ 45 h 4478"/>
                </a:gdLst>
                <a:ahLst/>
                <a:cxnLst>
                  <a:cxn ang="0">
                    <a:pos x="connsiteX0" y="connsiteY0"/>
                  </a:cxn>
                  <a:cxn ang="0">
                    <a:pos x="connsiteX1" y="connsiteY1"/>
                  </a:cxn>
                  <a:cxn ang="0">
                    <a:pos x="connsiteX2" y="connsiteY2"/>
                  </a:cxn>
                </a:cxnLst>
                <a:rect l="l" t="t" r="r" b="b"/>
                <a:pathLst>
                  <a:path w="13402" h="4478">
                    <a:moveTo>
                      <a:pt x="3798" y="45"/>
                    </a:moveTo>
                    <a:cubicBezTo>
                      <a:pt x="-5820" y="788"/>
                      <a:pt x="5359" y="4954"/>
                      <a:pt x="9599" y="4434"/>
                    </a:cubicBezTo>
                    <a:cubicBezTo>
                      <a:pt x="19229" y="3697"/>
                      <a:pt x="8039" y="-475"/>
                      <a:pt x="3798" y="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5" name="Freeform: Shape 2014">
                <a:extLst>
                  <a:ext uri="{FF2B5EF4-FFF2-40B4-BE49-F238E27FC236}">
                    <a16:creationId xmlns:a16="http://schemas.microsoft.com/office/drawing/2014/main" id="{8A028EFC-3EA7-8060-8521-A6CFD884170C}"/>
                  </a:ext>
                </a:extLst>
              </p:cNvPr>
              <p:cNvSpPr/>
              <p:nvPr/>
            </p:nvSpPr>
            <p:spPr>
              <a:xfrm>
                <a:off x="10311794" y="7112852"/>
                <a:ext cx="12886" cy="4186"/>
              </a:xfrm>
              <a:custGeom>
                <a:avLst/>
                <a:gdLst>
                  <a:gd name="connsiteX0" fmla="*/ 3729 w 12886"/>
                  <a:gd name="connsiteY0" fmla="*/ 42 h 4186"/>
                  <a:gd name="connsiteX1" fmla="*/ 9152 w 12886"/>
                  <a:gd name="connsiteY1" fmla="*/ 4145 h 4186"/>
                  <a:gd name="connsiteX2" fmla="*/ 3729 w 12886"/>
                  <a:gd name="connsiteY2" fmla="*/ 42 h 4186"/>
                </a:gdLst>
                <a:ahLst/>
                <a:cxnLst>
                  <a:cxn ang="0">
                    <a:pos x="connsiteX0" y="connsiteY0"/>
                  </a:cxn>
                  <a:cxn ang="0">
                    <a:pos x="connsiteX1" y="connsiteY1"/>
                  </a:cxn>
                  <a:cxn ang="0">
                    <a:pos x="connsiteX2" y="connsiteY2"/>
                  </a:cxn>
                </a:cxnLst>
                <a:rect l="l" t="t" r="r" b="b"/>
                <a:pathLst>
                  <a:path w="12886" h="4186">
                    <a:moveTo>
                      <a:pt x="3729" y="42"/>
                    </a:moveTo>
                    <a:cubicBezTo>
                      <a:pt x="-5586" y="722"/>
                      <a:pt x="4981" y="4631"/>
                      <a:pt x="9152" y="4145"/>
                    </a:cubicBezTo>
                    <a:cubicBezTo>
                      <a:pt x="18479" y="3465"/>
                      <a:pt x="7901" y="-444"/>
                      <a:pt x="3729" y="4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6" name="Freeform: Shape 2015">
                <a:extLst>
                  <a:ext uri="{FF2B5EF4-FFF2-40B4-BE49-F238E27FC236}">
                    <a16:creationId xmlns:a16="http://schemas.microsoft.com/office/drawing/2014/main" id="{A50F3406-246A-045A-E464-C174229014DA}"/>
                  </a:ext>
                </a:extLst>
              </p:cNvPr>
              <p:cNvSpPr/>
              <p:nvPr/>
            </p:nvSpPr>
            <p:spPr>
              <a:xfrm>
                <a:off x="8390235" y="4586070"/>
                <a:ext cx="7418" cy="7824"/>
              </a:xfrm>
              <a:custGeom>
                <a:avLst/>
                <a:gdLst>
                  <a:gd name="connsiteX0" fmla="*/ 2677 w 7418"/>
                  <a:gd name="connsiteY0" fmla="*/ 1744 h 7824"/>
                  <a:gd name="connsiteX1" fmla="*/ 4740 w 7418"/>
                  <a:gd name="connsiteY1" fmla="*/ 6098 h 7824"/>
                  <a:gd name="connsiteX2" fmla="*/ 2677 w 7418"/>
                  <a:gd name="connsiteY2" fmla="*/ 1744 h 7824"/>
                </a:gdLst>
                <a:ahLst/>
                <a:cxnLst>
                  <a:cxn ang="0">
                    <a:pos x="connsiteX0" y="connsiteY0"/>
                  </a:cxn>
                  <a:cxn ang="0">
                    <a:pos x="connsiteX1" y="connsiteY1"/>
                  </a:cxn>
                  <a:cxn ang="0">
                    <a:pos x="connsiteX2" y="connsiteY2"/>
                  </a:cxn>
                </a:cxnLst>
                <a:rect l="l" t="t" r="r" b="b"/>
                <a:pathLst>
                  <a:path w="7418" h="7824">
                    <a:moveTo>
                      <a:pt x="2677" y="1744"/>
                    </a:moveTo>
                    <a:cubicBezTo>
                      <a:pt x="-1598" y="5224"/>
                      <a:pt x="-638" y="10619"/>
                      <a:pt x="4740" y="6098"/>
                    </a:cubicBezTo>
                    <a:cubicBezTo>
                      <a:pt x="9015" y="2618"/>
                      <a:pt x="8060" y="-2817"/>
                      <a:pt x="2677" y="17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7" name="Freeform: Shape 2016">
                <a:extLst>
                  <a:ext uri="{FF2B5EF4-FFF2-40B4-BE49-F238E27FC236}">
                    <a16:creationId xmlns:a16="http://schemas.microsoft.com/office/drawing/2014/main" id="{3F49BF90-43D6-ACDE-2AC5-605E766461AB}"/>
                  </a:ext>
                </a:extLst>
              </p:cNvPr>
              <p:cNvSpPr/>
              <p:nvPr/>
            </p:nvSpPr>
            <p:spPr>
              <a:xfrm>
                <a:off x="8589385" y="5122246"/>
                <a:ext cx="7946" cy="7394"/>
              </a:xfrm>
              <a:custGeom>
                <a:avLst/>
                <a:gdLst>
                  <a:gd name="connsiteX0" fmla="*/ 2803 w 7946"/>
                  <a:gd name="connsiteY0" fmla="*/ 829 h 7394"/>
                  <a:gd name="connsiteX1" fmla="*/ 5140 w 7946"/>
                  <a:gd name="connsiteY1" fmla="*/ 6566 h 7394"/>
                  <a:gd name="connsiteX2" fmla="*/ 2803 w 7946"/>
                  <a:gd name="connsiteY2" fmla="*/ 829 h 7394"/>
                </a:gdLst>
                <a:ahLst/>
                <a:cxnLst>
                  <a:cxn ang="0">
                    <a:pos x="connsiteX0" y="connsiteY0"/>
                  </a:cxn>
                  <a:cxn ang="0">
                    <a:pos x="connsiteX1" y="connsiteY1"/>
                  </a:cxn>
                  <a:cxn ang="0">
                    <a:pos x="connsiteX2" y="connsiteY2"/>
                  </a:cxn>
                </a:cxnLst>
                <a:rect l="l" t="t" r="r" b="b"/>
                <a:pathLst>
                  <a:path w="7946" h="7394">
                    <a:moveTo>
                      <a:pt x="2803" y="829"/>
                    </a:moveTo>
                    <a:cubicBezTo>
                      <a:pt x="-1958" y="3395"/>
                      <a:pt x="-306" y="9630"/>
                      <a:pt x="5140" y="6566"/>
                    </a:cubicBezTo>
                    <a:cubicBezTo>
                      <a:pt x="9912" y="4018"/>
                      <a:pt x="8244" y="-2240"/>
                      <a:pt x="2803" y="8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8" name="Freeform: Shape 2017">
                <a:extLst>
                  <a:ext uri="{FF2B5EF4-FFF2-40B4-BE49-F238E27FC236}">
                    <a16:creationId xmlns:a16="http://schemas.microsoft.com/office/drawing/2014/main" id="{180DC852-8240-8D9A-8A7C-7565D7D60E8A}"/>
                  </a:ext>
                </a:extLst>
              </p:cNvPr>
              <p:cNvSpPr/>
              <p:nvPr/>
            </p:nvSpPr>
            <p:spPr>
              <a:xfrm>
                <a:off x="8661609" y="5272316"/>
                <a:ext cx="8169" cy="5693"/>
              </a:xfrm>
              <a:custGeom>
                <a:avLst/>
                <a:gdLst>
                  <a:gd name="connsiteX0" fmla="*/ 2862 w 8169"/>
                  <a:gd name="connsiteY0" fmla="*/ 880 h 5693"/>
                  <a:gd name="connsiteX1" fmla="*/ 5302 w 8169"/>
                  <a:gd name="connsiteY1" fmla="*/ 4806 h 5693"/>
                  <a:gd name="connsiteX2" fmla="*/ 2862 w 8169"/>
                  <a:gd name="connsiteY2" fmla="*/ 880 h 5693"/>
                </a:gdLst>
                <a:ahLst/>
                <a:cxnLst>
                  <a:cxn ang="0">
                    <a:pos x="connsiteX0" y="connsiteY0"/>
                  </a:cxn>
                  <a:cxn ang="0">
                    <a:pos x="connsiteX1" y="connsiteY1"/>
                  </a:cxn>
                  <a:cxn ang="0">
                    <a:pos x="connsiteX2" y="connsiteY2"/>
                  </a:cxn>
                </a:cxnLst>
                <a:rect l="l" t="t" r="r" b="b"/>
                <a:pathLst>
                  <a:path w="8169" h="5693">
                    <a:moveTo>
                      <a:pt x="2862" y="880"/>
                    </a:moveTo>
                    <a:cubicBezTo>
                      <a:pt x="-2458" y="3635"/>
                      <a:pt x="388" y="7441"/>
                      <a:pt x="5302" y="4806"/>
                    </a:cubicBezTo>
                    <a:cubicBezTo>
                      <a:pt x="10641" y="2075"/>
                      <a:pt x="7766" y="-1743"/>
                      <a:pt x="2862" y="88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9" name="Freeform: Shape 2018">
                <a:extLst>
                  <a:ext uri="{FF2B5EF4-FFF2-40B4-BE49-F238E27FC236}">
                    <a16:creationId xmlns:a16="http://schemas.microsoft.com/office/drawing/2014/main" id="{71FCF8B6-94BE-34DD-1897-D1258606377A}"/>
                  </a:ext>
                </a:extLst>
              </p:cNvPr>
              <p:cNvSpPr/>
              <p:nvPr/>
            </p:nvSpPr>
            <p:spPr>
              <a:xfrm>
                <a:off x="8737083" y="5359298"/>
                <a:ext cx="8383" cy="5045"/>
              </a:xfrm>
              <a:custGeom>
                <a:avLst/>
                <a:gdLst>
                  <a:gd name="connsiteX0" fmla="*/ 2912 w 8383"/>
                  <a:gd name="connsiteY0" fmla="*/ 903 h 5045"/>
                  <a:gd name="connsiteX1" fmla="*/ 5466 w 8383"/>
                  <a:gd name="connsiteY1" fmla="*/ 4166 h 5045"/>
                  <a:gd name="connsiteX2" fmla="*/ 2912 w 8383"/>
                  <a:gd name="connsiteY2" fmla="*/ 903 h 5045"/>
                </a:gdLst>
                <a:ahLst/>
                <a:cxnLst>
                  <a:cxn ang="0">
                    <a:pos x="connsiteX0" y="connsiteY0"/>
                  </a:cxn>
                  <a:cxn ang="0">
                    <a:pos x="connsiteX1" y="connsiteY1"/>
                  </a:cxn>
                  <a:cxn ang="0">
                    <a:pos x="connsiteX2" y="connsiteY2"/>
                  </a:cxn>
                </a:cxnLst>
                <a:rect l="l" t="t" r="r" b="b"/>
                <a:pathLst>
                  <a:path w="8383" h="5045">
                    <a:moveTo>
                      <a:pt x="2912" y="903"/>
                    </a:moveTo>
                    <a:cubicBezTo>
                      <a:pt x="-2758" y="3674"/>
                      <a:pt x="814" y="6532"/>
                      <a:pt x="5466" y="4166"/>
                    </a:cubicBezTo>
                    <a:cubicBezTo>
                      <a:pt x="11130" y="1371"/>
                      <a:pt x="7598" y="-1509"/>
                      <a:pt x="2912" y="90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0" name="Freeform: Shape 2019">
                <a:extLst>
                  <a:ext uri="{FF2B5EF4-FFF2-40B4-BE49-F238E27FC236}">
                    <a16:creationId xmlns:a16="http://schemas.microsoft.com/office/drawing/2014/main" id="{8738C0C1-5A33-56C1-3F2F-92BF4816A6C0}"/>
                  </a:ext>
                </a:extLst>
              </p:cNvPr>
              <p:cNvSpPr/>
              <p:nvPr/>
            </p:nvSpPr>
            <p:spPr>
              <a:xfrm>
                <a:off x="8453873" y="4744726"/>
                <a:ext cx="7578" cy="8419"/>
              </a:xfrm>
              <a:custGeom>
                <a:avLst/>
                <a:gdLst>
                  <a:gd name="connsiteX0" fmla="*/ 2715 w 7578"/>
                  <a:gd name="connsiteY0" fmla="*/ 1238 h 8419"/>
                  <a:gd name="connsiteX1" fmla="*/ 4863 w 7578"/>
                  <a:gd name="connsiteY1" fmla="*/ 7193 h 8419"/>
                  <a:gd name="connsiteX2" fmla="*/ 2715 w 7578"/>
                  <a:gd name="connsiteY2" fmla="*/ 1238 h 8419"/>
                </a:gdLst>
                <a:ahLst/>
                <a:cxnLst>
                  <a:cxn ang="0">
                    <a:pos x="connsiteX0" y="connsiteY0"/>
                  </a:cxn>
                  <a:cxn ang="0">
                    <a:pos x="connsiteX1" y="connsiteY1"/>
                  </a:cxn>
                  <a:cxn ang="0">
                    <a:pos x="connsiteX2" y="connsiteY2"/>
                  </a:cxn>
                </a:cxnLst>
                <a:rect l="l" t="t" r="r" b="b"/>
                <a:pathLst>
                  <a:path w="7578" h="8419">
                    <a:moveTo>
                      <a:pt x="2715" y="1238"/>
                    </a:moveTo>
                    <a:cubicBezTo>
                      <a:pt x="-1497" y="4124"/>
                      <a:pt x="-829" y="11268"/>
                      <a:pt x="4863" y="7193"/>
                    </a:cubicBezTo>
                    <a:cubicBezTo>
                      <a:pt x="9076" y="4307"/>
                      <a:pt x="8407" y="-2866"/>
                      <a:pt x="2715" y="12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1" name="Freeform: Shape 2020">
                <a:extLst>
                  <a:ext uri="{FF2B5EF4-FFF2-40B4-BE49-F238E27FC236}">
                    <a16:creationId xmlns:a16="http://schemas.microsoft.com/office/drawing/2014/main" id="{F3E0CB7D-9E5D-B6BF-D68E-93A849B07469}"/>
                  </a:ext>
                </a:extLst>
              </p:cNvPr>
              <p:cNvSpPr/>
              <p:nvPr/>
            </p:nvSpPr>
            <p:spPr>
              <a:xfrm>
                <a:off x="8520103" y="4934945"/>
                <a:ext cx="7833" cy="8379"/>
              </a:xfrm>
              <a:custGeom>
                <a:avLst/>
                <a:gdLst>
                  <a:gd name="connsiteX0" fmla="*/ 2848 w 7833"/>
                  <a:gd name="connsiteY0" fmla="*/ 911 h 8379"/>
                  <a:gd name="connsiteX1" fmla="*/ 162 w 7833"/>
                  <a:gd name="connsiteY1" fmla="*/ 6740 h 8379"/>
                  <a:gd name="connsiteX2" fmla="*/ 2848 w 7833"/>
                  <a:gd name="connsiteY2" fmla="*/ 911 h 8379"/>
                </a:gdLst>
                <a:ahLst/>
                <a:cxnLst>
                  <a:cxn ang="0">
                    <a:pos x="connsiteX0" y="connsiteY0"/>
                  </a:cxn>
                  <a:cxn ang="0">
                    <a:pos x="connsiteX1" y="connsiteY1"/>
                  </a:cxn>
                  <a:cxn ang="0">
                    <a:pos x="connsiteX2" y="connsiteY2"/>
                  </a:cxn>
                </a:cxnLst>
                <a:rect l="l" t="t" r="r" b="b"/>
                <a:pathLst>
                  <a:path w="7833" h="8379">
                    <a:moveTo>
                      <a:pt x="2848" y="911"/>
                    </a:moveTo>
                    <a:cubicBezTo>
                      <a:pt x="750" y="2363"/>
                      <a:pt x="-456" y="4969"/>
                      <a:pt x="162" y="6740"/>
                    </a:cubicBezTo>
                    <a:cubicBezTo>
                      <a:pt x="4905" y="13713"/>
                      <a:pt x="13237" y="-4130"/>
                      <a:pt x="2848" y="9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2" name="Freeform: Shape 2021">
                <a:extLst>
                  <a:ext uri="{FF2B5EF4-FFF2-40B4-BE49-F238E27FC236}">
                    <a16:creationId xmlns:a16="http://schemas.microsoft.com/office/drawing/2014/main" id="{4108B01D-6257-0DF9-C49B-0F1063F0A7A2}"/>
                  </a:ext>
                </a:extLst>
              </p:cNvPr>
              <p:cNvSpPr/>
              <p:nvPr/>
            </p:nvSpPr>
            <p:spPr>
              <a:xfrm>
                <a:off x="8898686" y="5719150"/>
                <a:ext cx="8769" cy="7585"/>
              </a:xfrm>
              <a:custGeom>
                <a:avLst/>
                <a:gdLst>
                  <a:gd name="connsiteX0" fmla="*/ 2985 w 8769"/>
                  <a:gd name="connsiteY0" fmla="*/ 433 h 7585"/>
                  <a:gd name="connsiteX1" fmla="*/ 5780 w 8769"/>
                  <a:gd name="connsiteY1" fmla="*/ 7154 h 7585"/>
                  <a:gd name="connsiteX2" fmla="*/ 2985 w 8769"/>
                  <a:gd name="connsiteY2" fmla="*/ 433 h 7585"/>
                </a:gdLst>
                <a:ahLst/>
                <a:cxnLst>
                  <a:cxn ang="0">
                    <a:pos x="connsiteX0" y="connsiteY0"/>
                  </a:cxn>
                  <a:cxn ang="0">
                    <a:pos x="connsiteX1" y="connsiteY1"/>
                  </a:cxn>
                  <a:cxn ang="0">
                    <a:pos x="connsiteX2" y="connsiteY2"/>
                  </a:cxn>
                </a:cxnLst>
                <a:rect l="l" t="t" r="r" b="b"/>
                <a:pathLst>
                  <a:path w="8769" h="7585">
                    <a:moveTo>
                      <a:pt x="2985" y="433"/>
                    </a:moveTo>
                    <a:cubicBezTo>
                      <a:pt x="-2587" y="2564"/>
                      <a:pt x="391" y="9348"/>
                      <a:pt x="5780" y="7154"/>
                    </a:cubicBezTo>
                    <a:cubicBezTo>
                      <a:pt x="11364" y="5033"/>
                      <a:pt x="8369" y="-1768"/>
                      <a:pt x="2985" y="4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3" name="Freeform: Shape 2022">
                <a:extLst>
                  <a:ext uri="{FF2B5EF4-FFF2-40B4-BE49-F238E27FC236}">
                    <a16:creationId xmlns:a16="http://schemas.microsoft.com/office/drawing/2014/main" id="{07B26C11-31E5-1C5F-EFAB-8BA1C7528267}"/>
                  </a:ext>
                </a:extLst>
              </p:cNvPr>
              <p:cNvSpPr/>
              <p:nvPr/>
            </p:nvSpPr>
            <p:spPr>
              <a:xfrm>
                <a:off x="9075985" y="6011910"/>
                <a:ext cx="9442" cy="6577"/>
              </a:xfrm>
              <a:custGeom>
                <a:avLst/>
                <a:gdLst>
                  <a:gd name="connsiteX0" fmla="*/ 3320 w 9442"/>
                  <a:gd name="connsiteY0" fmla="*/ 212 h 6577"/>
                  <a:gd name="connsiteX1" fmla="*/ 9304 w 9442"/>
                  <a:gd name="connsiteY1" fmla="*/ 2183 h 6577"/>
                  <a:gd name="connsiteX2" fmla="*/ 3320 w 9442"/>
                  <a:gd name="connsiteY2" fmla="*/ 212 h 6577"/>
                </a:gdLst>
                <a:ahLst/>
                <a:cxnLst>
                  <a:cxn ang="0">
                    <a:pos x="connsiteX0" y="connsiteY0"/>
                  </a:cxn>
                  <a:cxn ang="0">
                    <a:pos x="connsiteX1" y="connsiteY1"/>
                  </a:cxn>
                  <a:cxn ang="0">
                    <a:pos x="connsiteX2" y="connsiteY2"/>
                  </a:cxn>
                </a:cxnLst>
                <a:rect l="l" t="t" r="r" b="b"/>
                <a:pathLst>
                  <a:path w="9442" h="6577">
                    <a:moveTo>
                      <a:pt x="3320" y="212"/>
                    </a:moveTo>
                    <a:cubicBezTo>
                      <a:pt x="-7327" y="4830"/>
                      <a:pt x="11207" y="10831"/>
                      <a:pt x="9304" y="2183"/>
                    </a:cubicBezTo>
                    <a:cubicBezTo>
                      <a:pt x="8452" y="446"/>
                      <a:pt x="5778" y="-434"/>
                      <a:pt x="3320" y="2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4" name="Freeform: Shape 2023">
                <a:extLst>
                  <a:ext uri="{FF2B5EF4-FFF2-40B4-BE49-F238E27FC236}">
                    <a16:creationId xmlns:a16="http://schemas.microsoft.com/office/drawing/2014/main" id="{B4D0C17F-1764-93C9-D8C1-82C1C9BFE564}"/>
                  </a:ext>
                </a:extLst>
              </p:cNvPr>
              <p:cNvSpPr/>
              <p:nvPr/>
            </p:nvSpPr>
            <p:spPr>
              <a:xfrm>
                <a:off x="8816037" y="5512474"/>
                <a:ext cx="8552" cy="7470"/>
              </a:xfrm>
              <a:custGeom>
                <a:avLst/>
                <a:gdLst>
                  <a:gd name="connsiteX0" fmla="*/ 2939 w 8552"/>
                  <a:gd name="connsiteY0" fmla="*/ 517 h 7470"/>
                  <a:gd name="connsiteX1" fmla="*/ 5608 w 8552"/>
                  <a:gd name="connsiteY1" fmla="*/ 6964 h 7470"/>
                  <a:gd name="connsiteX2" fmla="*/ 2939 w 8552"/>
                  <a:gd name="connsiteY2" fmla="*/ 517 h 7470"/>
                </a:gdLst>
                <a:ahLst/>
                <a:cxnLst>
                  <a:cxn ang="0">
                    <a:pos x="connsiteX0" y="connsiteY0"/>
                  </a:cxn>
                  <a:cxn ang="0">
                    <a:pos x="connsiteX1" y="connsiteY1"/>
                  </a:cxn>
                  <a:cxn ang="0">
                    <a:pos x="connsiteX2" y="connsiteY2"/>
                  </a:cxn>
                </a:cxnLst>
                <a:rect l="l" t="t" r="r" b="b"/>
                <a:pathLst>
                  <a:path w="8552" h="7470">
                    <a:moveTo>
                      <a:pt x="2939" y="517"/>
                    </a:moveTo>
                    <a:cubicBezTo>
                      <a:pt x="-2427" y="2746"/>
                      <a:pt x="207" y="9335"/>
                      <a:pt x="5608" y="6964"/>
                    </a:cubicBezTo>
                    <a:cubicBezTo>
                      <a:pt x="10980" y="4729"/>
                      <a:pt x="8351" y="-1883"/>
                      <a:pt x="2939" y="5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5" name="Freeform: Shape 2024">
                <a:extLst>
                  <a:ext uri="{FF2B5EF4-FFF2-40B4-BE49-F238E27FC236}">
                    <a16:creationId xmlns:a16="http://schemas.microsoft.com/office/drawing/2014/main" id="{141E8EA8-B55D-940C-8414-E7DE06F849D7}"/>
                  </a:ext>
                </a:extLst>
              </p:cNvPr>
              <p:cNvSpPr/>
              <p:nvPr/>
            </p:nvSpPr>
            <p:spPr>
              <a:xfrm>
                <a:off x="8985136" y="5891368"/>
                <a:ext cx="9152" cy="4937"/>
              </a:xfrm>
              <a:custGeom>
                <a:avLst/>
                <a:gdLst>
                  <a:gd name="connsiteX0" fmla="*/ 3233 w 9152"/>
                  <a:gd name="connsiteY0" fmla="*/ 500 h 4937"/>
                  <a:gd name="connsiteX1" fmla="*/ 9034 w 9152"/>
                  <a:gd name="connsiteY1" fmla="*/ 1037 h 4937"/>
                  <a:gd name="connsiteX2" fmla="*/ 3233 w 9152"/>
                  <a:gd name="connsiteY2" fmla="*/ 500 h 4937"/>
                </a:gdLst>
                <a:ahLst/>
                <a:cxnLst>
                  <a:cxn ang="0">
                    <a:pos x="connsiteX0" y="connsiteY0"/>
                  </a:cxn>
                  <a:cxn ang="0">
                    <a:pos x="connsiteX1" y="connsiteY1"/>
                  </a:cxn>
                  <a:cxn ang="0">
                    <a:pos x="connsiteX2" y="connsiteY2"/>
                  </a:cxn>
                </a:cxnLst>
                <a:rect l="l" t="t" r="r" b="b"/>
                <a:pathLst>
                  <a:path w="9152" h="4937">
                    <a:moveTo>
                      <a:pt x="3233" y="500"/>
                    </a:moveTo>
                    <a:cubicBezTo>
                      <a:pt x="-7089" y="5597"/>
                      <a:pt x="10759" y="6975"/>
                      <a:pt x="9034" y="1037"/>
                    </a:cubicBezTo>
                    <a:cubicBezTo>
                      <a:pt x="8222" y="-95"/>
                      <a:pt x="5627" y="-340"/>
                      <a:pt x="3233" y="5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6" name="Freeform: Shape 2025">
                <a:extLst>
                  <a:ext uri="{FF2B5EF4-FFF2-40B4-BE49-F238E27FC236}">
                    <a16:creationId xmlns:a16="http://schemas.microsoft.com/office/drawing/2014/main" id="{DB7F1855-07E7-A90D-0B0E-BF3048E20A07}"/>
                  </a:ext>
                </a:extLst>
              </p:cNvPr>
              <p:cNvSpPr/>
              <p:nvPr/>
            </p:nvSpPr>
            <p:spPr>
              <a:xfrm>
                <a:off x="9171614" y="6219491"/>
                <a:ext cx="9627" cy="6057"/>
              </a:xfrm>
              <a:custGeom>
                <a:avLst/>
                <a:gdLst>
                  <a:gd name="connsiteX0" fmla="*/ 3195 w 9627"/>
                  <a:gd name="connsiteY0" fmla="*/ 63 h 6057"/>
                  <a:gd name="connsiteX1" fmla="*/ 6429 w 9627"/>
                  <a:gd name="connsiteY1" fmla="*/ 5995 h 6057"/>
                  <a:gd name="connsiteX2" fmla="*/ 3195 w 9627"/>
                  <a:gd name="connsiteY2" fmla="*/ 63 h 6057"/>
                </a:gdLst>
                <a:ahLst/>
                <a:cxnLst>
                  <a:cxn ang="0">
                    <a:pos x="connsiteX0" y="connsiteY0"/>
                  </a:cxn>
                  <a:cxn ang="0">
                    <a:pos x="connsiteX1" y="connsiteY1"/>
                  </a:cxn>
                  <a:cxn ang="0">
                    <a:pos x="connsiteX2" y="connsiteY2"/>
                  </a:cxn>
                </a:cxnLst>
                <a:rect l="l" t="t" r="r" b="b"/>
                <a:pathLst>
                  <a:path w="9627" h="6057">
                    <a:moveTo>
                      <a:pt x="3195" y="63"/>
                    </a:moveTo>
                    <a:cubicBezTo>
                      <a:pt x="-3674" y="1017"/>
                      <a:pt x="2018" y="6715"/>
                      <a:pt x="6429" y="5995"/>
                    </a:cubicBezTo>
                    <a:cubicBezTo>
                      <a:pt x="13322" y="5115"/>
                      <a:pt x="7573" y="-663"/>
                      <a:pt x="3195" y="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7" name="Freeform: Shape 2026">
                <a:extLst>
                  <a:ext uri="{FF2B5EF4-FFF2-40B4-BE49-F238E27FC236}">
                    <a16:creationId xmlns:a16="http://schemas.microsoft.com/office/drawing/2014/main" id="{0BD17245-995E-47E7-34D3-43F1252D963D}"/>
                  </a:ext>
                </a:extLst>
              </p:cNvPr>
              <p:cNvSpPr/>
              <p:nvPr/>
            </p:nvSpPr>
            <p:spPr>
              <a:xfrm>
                <a:off x="9271885" y="6326161"/>
                <a:ext cx="9830" cy="2635"/>
              </a:xfrm>
              <a:custGeom>
                <a:avLst/>
                <a:gdLst>
                  <a:gd name="connsiteX0" fmla="*/ 3365 w 9830"/>
                  <a:gd name="connsiteY0" fmla="*/ 0 h 2635"/>
                  <a:gd name="connsiteX1" fmla="*/ 9760 w 9830"/>
                  <a:gd name="connsiteY1" fmla="*/ 1286 h 2635"/>
                  <a:gd name="connsiteX2" fmla="*/ 3365 w 9830"/>
                  <a:gd name="connsiteY2" fmla="*/ 0 h 2635"/>
                </a:gdLst>
                <a:ahLst/>
                <a:cxnLst>
                  <a:cxn ang="0">
                    <a:pos x="connsiteX0" y="connsiteY0"/>
                  </a:cxn>
                  <a:cxn ang="0">
                    <a:pos x="connsiteX1" y="connsiteY1"/>
                  </a:cxn>
                  <a:cxn ang="0">
                    <a:pos x="connsiteX2" y="connsiteY2"/>
                  </a:cxn>
                </a:cxnLst>
                <a:rect l="l" t="t" r="r" b="b"/>
                <a:pathLst>
                  <a:path w="9830" h="2635">
                    <a:moveTo>
                      <a:pt x="3365" y="0"/>
                    </a:moveTo>
                    <a:cubicBezTo>
                      <a:pt x="-7362" y="652"/>
                      <a:pt x="11108" y="4692"/>
                      <a:pt x="9760" y="1286"/>
                    </a:cubicBezTo>
                    <a:cubicBezTo>
                      <a:pt x="8822" y="578"/>
                      <a:pt x="5959" y="0"/>
                      <a:pt x="336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8" name="Freeform: Shape 2027">
                <a:extLst>
                  <a:ext uri="{FF2B5EF4-FFF2-40B4-BE49-F238E27FC236}">
                    <a16:creationId xmlns:a16="http://schemas.microsoft.com/office/drawing/2014/main" id="{519E94BC-8A9D-73BC-E97D-908448F217C4}"/>
                  </a:ext>
                </a:extLst>
              </p:cNvPr>
              <p:cNvSpPr/>
              <p:nvPr/>
            </p:nvSpPr>
            <p:spPr>
              <a:xfrm>
                <a:off x="10858262" y="7526146"/>
                <a:ext cx="14103" cy="5174"/>
              </a:xfrm>
              <a:custGeom>
                <a:avLst/>
                <a:gdLst>
                  <a:gd name="connsiteX0" fmla="*/ 3684 w 14103"/>
                  <a:gd name="connsiteY0" fmla="*/ 0 h 5174"/>
                  <a:gd name="connsiteX1" fmla="*/ 14028 w 14103"/>
                  <a:gd name="connsiteY1" fmla="*/ 4303 h 5174"/>
                  <a:gd name="connsiteX2" fmla="*/ 3684 w 14103"/>
                  <a:gd name="connsiteY2" fmla="*/ 0 h 5174"/>
                </a:gdLst>
                <a:ahLst/>
                <a:cxnLst>
                  <a:cxn ang="0">
                    <a:pos x="connsiteX0" y="connsiteY0"/>
                  </a:cxn>
                  <a:cxn ang="0">
                    <a:pos x="connsiteX1" y="connsiteY1"/>
                  </a:cxn>
                  <a:cxn ang="0">
                    <a:pos x="connsiteX2" y="connsiteY2"/>
                  </a:cxn>
                </a:cxnLst>
                <a:rect l="l" t="t" r="r" b="b"/>
                <a:pathLst>
                  <a:path w="14103" h="5174">
                    <a:moveTo>
                      <a:pt x="3684" y="0"/>
                    </a:moveTo>
                    <a:cubicBezTo>
                      <a:pt x="-7781" y="1297"/>
                      <a:pt x="10890" y="7412"/>
                      <a:pt x="14028" y="4303"/>
                    </a:cubicBezTo>
                    <a:cubicBezTo>
                      <a:pt x="14994" y="800"/>
                      <a:pt x="6410" y="183"/>
                      <a:pt x="368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9" name="Freeform: Shape 2028">
                <a:extLst>
                  <a:ext uri="{FF2B5EF4-FFF2-40B4-BE49-F238E27FC236}">
                    <a16:creationId xmlns:a16="http://schemas.microsoft.com/office/drawing/2014/main" id="{D5447D58-9937-4C37-9D53-9EFCD77A3816}"/>
                  </a:ext>
                </a:extLst>
              </p:cNvPr>
              <p:cNvSpPr/>
              <p:nvPr/>
            </p:nvSpPr>
            <p:spPr>
              <a:xfrm>
                <a:off x="8133627" y="4675698"/>
                <a:ext cx="7070" cy="6107"/>
              </a:xfrm>
              <a:custGeom>
                <a:avLst/>
                <a:gdLst>
                  <a:gd name="connsiteX0" fmla="*/ 2526 w 7070"/>
                  <a:gd name="connsiteY0" fmla="*/ 2504 h 6107"/>
                  <a:gd name="connsiteX1" fmla="*/ 6635 w 7070"/>
                  <a:gd name="connsiteY1" fmla="*/ 1509 h 6107"/>
                  <a:gd name="connsiteX2" fmla="*/ 2526 w 7070"/>
                  <a:gd name="connsiteY2" fmla="*/ 2504 h 6107"/>
                </a:gdLst>
                <a:ahLst/>
                <a:cxnLst>
                  <a:cxn ang="0">
                    <a:pos x="connsiteX0" y="connsiteY0"/>
                  </a:cxn>
                  <a:cxn ang="0">
                    <a:pos x="connsiteX1" y="connsiteY1"/>
                  </a:cxn>
                  <a:cxn ang="0">
                    <a:pos x="connsiteX2" y="connsiteY2"/>
                  </a:cxn>
                </a:cxnLst>
                <a:rect l="l" t="t" r="r" b="b"/>
                <a:pathLst>
                  <a:path w="7070" h="6107">
                    <a:moveTo>
                      <a:pt x="2526" y="2504"/>
                    </a:moveTo>
                    <a:cubicBezTo>
                      <a:pt x="-4343" y="9145"/>
                      <a:pt x="4772" y="5276"/>
                      <a:pt x="6635" y="1509"/>
                    </a:cubicBezTo>
                    <a:cubicBezTo>
                      <a:pt x="8549" y="-1885"/>
                      <a:pt x="3600" y="1344"/>
                      <a:pt x="2526" y="25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0" name="Freeform: Shape 2029">
                <a:extLst>
                  <a:ext uri="{FF2B5EF4-FFF2-40B4-BE49-F238E27FC236}">
                    <a16:creationId xmlns:a16="http://schemas.microsoft.com/office/drawing/2014/main" id="{021482C1-EE26-E099-1E7A-14458243E430}"/>
                  </a:ext>
                </a:extLst>
              </p:cNvPr>
              <p:cNvSpPr/>
              <p:nvPr/>
            </p:nvSpPr>
            <p:spPr>
              <a:xfrm>
                <a:off x="9569073" y="6774092"/>
                <a:ext cx="11393" cy="3477"/>
              </a:xfrm>
              <a:custGeom>
                <a:avLst/>
                <a:gdLst>
                  <a:gd name="connsiteX0" fmla="*/ 3775 w 11393"/>
                  <a:gd name="connsiteY0" fmla="*/ 0 h 3477"/>
                  <a:gd name="connsiteX1" fmla="*/ 11273 w 11393"/>
                  <a:gd name="connsiteY1" fmla="*/ 1703 h 3477"/>
                  <a:gd name="connsiteX2" fmla="*/ 3775 w 11393"/>
                  <a:gd name="connsiteY2" fmla="*/ 0 h 3477"/>
                </a:gdLst>
                <a:ahLst/>
                <a:cxnLst>
                  <a:cxn ang="0">
                    <a:pos x="connsiteX0" y="connsiteY0"/>
                  </a:cxn>
                  <a:cxn ang="0">
                    <a:pos x="connsiteX1" y="connsiteY1"/>
                  </a:cxn>
                  <a:cxn ang="0">
                    <a:pos x="connsiteX2" y="connsiteY2"/>
                  </a:cxn>
                </a:cxnLst>
                <a:rect l="l" t="t" r="r" b="b"/>
                <a:pathLst>
                  <a:path w="11393" h="3477">
                    <a:moveTo>
                      <a:pt x="3775" y="0"/>
                    </a:moveTo>
                    <a:cubicBezTo>
                      <a:pt x="-8478" y="886"/>
                      <a:pt x="13187" y="6178"/>
                      <a:pt x="11273" y="1703"/>
                    </a:cubicBezTo>
                    <a:cubicBezTo>
                      <a:pt x="10113" y="760"/>
                      <a:pt x="6758" y="0"/>
                      <a:pt x="377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1" name="Freeform: Shape 2030">
                <a:extLst>
                  <a:ext uri="{FF2B5EF4-FFF2-40B4-BE49-F238E27FC236}">
                    <a16:creationId xmlns:a16="http://schemas.microsoft.com/office/drawing/2014/main" id="{93514FB6-71AA-94F7-2540-048EB45BAE6B}"/>
                  </a:ext>
                </a:extLst>
              </p:cNvPr>
              <p:cNvSpPr/>
              <p:nvPr/>
            </p:nvSpPr>
            <p:spPr>
              <a:xfrm>
                <a:off x="9445433" y="6674079"/>
                <a:ext cx="11027" cy="3279"/>
              </a:xfrm>
              <a:custGeom>
                <a:avLst/>
                <a:gdLst>
                  <a:gd name="connsiteX0" fmla="*/ 3702 w 11027"/>
                  <a:gd name="connsiteY0" fmla="*/ 0 h 3279"/>
                  <a:gd name="connsiteX1" fmla="*/ 10925 w 11027"/>
                  <a:gd name="connsiteY1" fmla="*/ 1606 h 3279"/>
                  <a:gd name="connsiteX2" fmla="*/ 3702 w 11027"/>
                  <a:gd name="connsiteY2" fmla="*/ 0 h 3279"/>
                </a:gdLst>
                <a:ahLst/>
                <a:cxnLst>
                  <a:cxn ang="0">
                    <a:pos x="connsiteX0" y="connsiteY0"/>
                  </a:cxn>
                  <a:cxn ang="0">
                    <a:pos x="connsiteX1" y="connsiteY1"/>
                  </a:cxn>
                  <a:cxn ang="0">
                    <a:pos x="connsiteX2" y="connsiteY2"/>
                  </a:cxn>
                </a:cxnLst>
                <a:rect l="l" t="t" r="r" b="b"/>
                <a:pathLst>
                  <a:path w="11027" h="3279">
                    <a:moveTo>
                      <a:pt x="3702" y="0"/>
                    </a:moveTo>
                    <a:cubicBezTo>
                      <a:pt x="-8231" y="829"/>
                      <a:pt x="12657" y="5829"/>
                      <a:pt x="10925" y="1606"/>
                    </a:cubicBezTo>
                    <a:cubicBezTo>
                      <a:pt x="9828" y="714"/>
                      <a:pt x="6599" y="0"/>
                      <a:pt x="370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2" name="Freeform: Shape 2031">
                <a:extLst>
                  <a:ext uri="{FF2B5EF4-FFF2-40B4-BE49-F238E27FC236}">
                    <a16:creationId xmlns:a16="http://schemas.microsoft.com/office/drawing/2014/main" id="{4C77D8F8-CB12-816F-BF92-31411888CC13}"/>
                  </a:ext>
                </a:extLst>
              </p:cNvPr>
              <p:cNvSpPr/>
              <p:nvPr/>
            </p:nvSpPr>
            <p:spPr>
              <a:xfrm>
                <a:off x="9700174" y="6880134"/>
                <a:ext cx="11782" cy="3686"/>
              </a:xfrm>
              <a:custGeom>
                <a:avLst/>
                <a:gdLst>
                  <a:gd name="connsiteX0" fmla="*/ 3850 w 11782"/>
                  <a:gd name="connsiteY0" fmla="*/ 0 h 3686"/>
                  <a:gd name="connsiteX1" fmla="*/ 11639 w 11782"/>
                  <a:gd name="connsiteY1" fmla="*/ 1805 h 3686"/>
                  <a:gd name="connsiteX2" fmla="*/ 3850 w 11782"/>
                  <a:gd name="connsiteY2" fmla="*/ 0 h 3686"/>
                </a:gdLst>
                <a:ahLst/>
                <a:cxnLst>
                  <a:cxn ang="0">
                    <a:pos x="connsiteX0" y="connsiteY0"/>
                  </a:cxn>
                  <a:cxn ang="0">
                    <a:pos x="connsiteX1" y="connsiteY1"/>
                  </a:cxn>
                  <a:cxn ang="0">
                    <a:pos x="connsiteX2" y="connsiteY2"/>
                  </a:cxn>
                </a:cxnLst>
                <a:rect l="l" t="t" r="r" b="b"/>
                <a:pathLst>
                  <a:path w="11782" h="3686">
                    <a:moveTo>
                      <a:pt x="3850" y="0"/>
                    </a:moveTo>
                    <a:cubicBezTo>
                      <a:pt x="-8741" y="937"/>
                      <a:pt x="13765" y="6549"/>
                      <a:pt x="11639" y="1805"/>
                    </a:cubicBezTo>
                    <a:cubicBezTo>
                      <a:pt x="10405" y="811"/>
                      <a:pt x="6919" y="0"/>
                      <a:pt x="385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3" name="Freeform: Shape 2032">
                <a:extLst>
                  <a:ext uri="{FF2B5EF4-FFF2-40B4-BE49-F238E27FC236}">
                    <a16:creationId xmlns:a16="http://schemas.microsoft.com/office/drawing/2014/main" id="{57DC1AC4-C2F1-3F9C-A64C-C229CE7C8165}"/>
                  </a:ext>
                </a:extLst>
              </p:cNvPr>
              <p:cNvSpPr/>
              <p:nvPr/>
            </p:nvSpPr>
            <p:spPr>
              <a:xfrm>
                <a:off x="9328749" y="6579690"/>
                <a:ext cx="10685" cy="3098"/>
              </a:xfrm>
              <a:custGeom>
                <a:avLst/>
                <a:gdLst>
                  <a:gd name="connsiteX0" fmla="*/ 3633 w 10685"/>
                  <a:gd name="connsiteY0" fmla="*/ 0 h 3098"/>
                  <a:gd name="connsiteX1" fmla="*/ 10600 w 10685"/>
                  <a:gd name="connsiteY1" fmla="*/ 1515 h 3098"/>
                  <a:gd name="connsiteX2" fmla="*/ 3633 w 10685"/>
                  <a:gd name="connsiteY2" fmla="*/ 0 h 3098"/>
                </a:gdLst>
                <a:ahLst/>
                <a:cxnLst>
                  <a:cxn ang="0">
                    <a:pos x="connsiteX0" y="connsiteY0"/>
                  </a:cxn>
                  <a:cxn ang="0">
                    <a:pos x="connsiteX1" y="connsiteY1"/>
                  </a:cxn>
                  <a:cxn ang="0">
                    <a:pos x="connsiteX2" y="connsiteY2"/>
                  </a:cxn>
                </a:cxnLst>
                <a:rect l="l" t="t" r="r" b="b"/>
                <a:pathLst>
                  <a:path w="10685" h="3098">
                    <a:moveTo>
                      <a:pt x="3633" y="0"/>
                    </a:moveTo>
                    <a:cubicBezTo>
                      <a:pt x="-7996" y="783"/>
                      <a:pt x="12149" y="5509"/>
                      <a:pt x="10600" y="1515"/>
                    </a:cubicBezTo>
                    <a:cubicBezTo>
                      <a:pt x="9560" y="675"/>
                      <a:pt x="6445" y="0"/>
                      <a:pt x="363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4" name="Freeform: Shape 2033">
                <a:extLst>
                  <a:ext uri="{FF2B5EF4-FFF2-40B4-BE49-F238E27FC236}">
                    <a16:creationId xmlns:a16="http://schemas.microsoft.com/office/drawing/2014/main" id="{29983E23-794B-8F5F-1913-E76A5258E123}"/>
                  </a:ext>
                </a:extLst>
              </p:cNvPr>
              <p:cNvSpPr/>
              <p:nvPr/>
            </p:nvSpPr>
            <p:spPr>
              <a:xfrm>
                <a:off x="9218510" y="6490514"/>
                <a:ext cx="10366" cy="2931"/>
              </a:xfrm>
              <a:custGeom>
                <a:avLst/>
                <a:gdLst>
                  <a:gd name="connsiteX0" fmla="*/ 3568 w 10366"/>
                  <a:gd name="connsiteY0" fmla="*/ 0 h 2931"/>
                  <a:gd name="connsiteX1" fmla="*/ 10295 w 10366"/>
                  <a:gd name="connsiteY1" fmla="*/ 1434 h 2931"/>
                  <a:gd name="connsiteX2" fmla="*/ 3568 w 10366"/>
                  <a:gd name="connsiteY2" fmla="*/ 0 h 2931"/>
                </a:gdLst>
                <a:ahLst/>
                <a:cxnLst>
                  <a:cxn ang="0">
                    <a:pos x="connsiteX0" y="connsiteY0"/>
                  </a:cxn>
                  <a:cxn ang="0">
                    <a:pos x="connsiteX1" y="connsiteY1"/>
                  </a:cxn>
                  <a:cxn ang="0">
                    <a:pos x="connsiteX2" y="connsiteY2"/>
                  </a:cxn>
                </a:cxnLst>
                <a:rect l="l" t="t" r="r" b="b"/>
                <a:pathLst>
                  <a:path w="10366" h="2931">
                    <a:moveTo>
                      <a:pt x="3568" y="0"/>
                    </a:moveTo>
                    <a:cubicBezTo>
                      <a:pt x="-7777" y="737"/>
                      <a:pt x="11683" y="5212"/>
                      <a:pt x="10295" y="1434"/>
                    </a:cubicBezTo>
                    <a:cubicBezTo>
                      <a:pt x="9312" y="640"/>
                      <a:pt x="6306" y="0"/>
                      <a:pt x="356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5" name="Freeform: Shape 2034">
                <a:extLst>
                  <a:ext uri="{FF2B5EF4-FFF2-40B4-BE49-F238E27FC236}">
                    <a16:creationId xmlns:a16="http://schemas.microsoft.com/office/drawing/2014/main" id="{CDC3041C-1079-B92A-6FD8-27E5269D2977}"/>
                  </a:ext>
                </a:extLst>
              </p:cNvPr>
              <p:cNvSpPr/>
              <p:nvPr/>
            </p:nvSpPr>
            <p:spPr>
              <a:xfrm>
                <a:off x="10316772" y="7378693"/>
                <a:ext cx="13814" cy="4796"/>
              </a:xfrm>
              <a:custGeom>
                <a:avLst/>
                <a:gdLst>
                  <a:gd name="connsiteX0" fmla="*/ 3998 w 13814"/>
                  <a:gd name="connsiteY0" fmla="*/ 46 h 4796"/>
                  <a:gd name="connsiteX1" fmla="*/ 9815 w 13814"/>
                  <a:gd name="connsiteY1" fmla="*/ 4750 h 4796"/>
                  <a:gd name="connsiteX2" fmla="*/ 3998 w 13814"/>
                  <a:gd name="connsiteY2" fmla="*/ 46 h 4796"/>
                </a:gdLst>
                <a:ahLst/>
                <a:cxnLst>
                  <a:cxn ang="0">
                    <a:pos x="connsiteX0" y="connsiteY0"/>
                  </a:cxn>
                  <a:cxn ang="0">
                    <a:pos x="connsiteX1" y="connsiteY1"/>
                  </a:cxn>
                  <a:cxn ang="0">
                    <a:pos x="connsiteX2" y="connsiteY2"/>
                  </a:cxn>
                </a:cxnLst>
                <a:rect l="l" t="t" r="r" b="b"/>
                <a:pathLst>
                  <a:path w="13814" h="4796">
                    <a:moveTo>
                      <a:pt x="3998" y="46"/>
                    </a:moveTo>
                    <a:cubicBezTo>
                      <a:pt x="-5964" y="812"/>
                      <a:pt x="5278" y="5298"/>
                      <a:pt x="9815" y="4750"/>
                    </a:cubicBezTo>
                    <a:cubicBezTo>
                      <a:pt x="19782" y="3984"/>
                      <a:pt x="8529" y="-503"/>
                      <a:pt x="3998"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6" name="Freeform: Shape 2035">
                <a:extLst>
                  <a:ext uri="{FF2B5EF4-FFF2-40B4-BE49-F238E27FC236}">
                    <a16:creationId xmlns:a16="http://schemas.microsoft.com/office/drawing/2014/main" id="{CCEF3FE0-3F81-DE09-D671-5E0AF50C2C1E}"/>
                  </a:ext>
                </a:extLst>
              </p:cNvPr>
              <p:cNvSpPr/>
              <p:nvPr/>
            </p:nvSpPr>
            <p:spPr>
              <a:xfrm>
                <a:off x="9114211" y="6406143"/>
                <a:ext cx="10063" cy="2775"/>
              </a:xfrm>
              <a:custGeom>
                <a:avLst/>
                <a:gdLst>
                  <a:gd name="connsiteX0" fmla="*/ 3505 w 10063"/>
                  <a:gd name="connsiteY0" fmla="*/ 0 h 2775"/>
                  <a:gd name="connsiteX1" fmla="*/ 10003 w 10063"/>
                  <a:gd name="connsiteY1" fmla="*/ 1354 h 2775"/>
                  <a:gd name="connsiteX2" fmla="*/ 3505 w 10063"/>
                  <a:gd name="connsiteY2" fmla="*/ 0 h 2775"/>
                </a:gdLst>
                <a:ahLst/>
                <a:cxnLst>
                  <a:cxn ang="0">
                    <a:pos x="connsiteX0" y="connsiteY0"/>
                  </a:cxn>
                  <a:cxn ang="0">
                    <a:pos x="connsiteX1" y="connsiteY1"/>
                  </a:cxn>
                  <a:cxn ang="0">
                    <a:pos x="connsiteX2" y="connsiteY2"/>
                  </a:cxn>
                </a:cxnLst>
                <a:rect l="l" t="t" r="r" b="b"/>
                <a:pathLst>
                  <a:path w="10063" h="2775">
                    <a:moveTo>
                      <a:pt x="3505" y="0"/>
                    </a:moveTo>
                    <a:cubicBezTo>
                      <a:pt x="-7571" y="703"/>
                      <a:pt x="11255" y="4937"/>
                      <a:pt x="10003" y="1354"/>
                    </a:cubicBezTo>
                    <a:cubicBezTo>
                      <a:pt x="9071" y="606"/>
                      <a:pt x="6163" y="0"/>
                      <a:pt x="350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7" name="Freeform: Shape 2036">
                <a:extLst>
                  <a:ext uri="{FF2B5EF4-FFF2-40B4-BE49-F238E27FC236}">
                    <a16:creationId xmlns:a16="http://schemas.microsoft.com/office/drawing/2014/main" id="{486264E4-7901-923A-43B8-86A5B6CCE650}"/>
                  </a:ext>
                </a:extLst>
              </p:cNvPr>
              <p:cNvSpPr/>
              <p:nvPr/>
            </p:nvSpPr>
            <p:spPr>
              <a:xfrm>
                <a:off x="10146806" y="7241222"/>
                <a:ext cx="13263" cy="4474"/>
              </a:xfrm>
              <a:custGeom>
                <a:avLst/>
                <a:gdLst>
                  <a:gd name="connsiteX0" fmla="*/ 3920 w 13263"/>
                  <a:gd name="connsiteY0" fmla="*/ 43 h 4474"/>
                  <a:gd name="connsiteX1" fmla="*/ 9349 w 13263"/>
                  <a:gd name="connsiteY1" fmla="*/ 4432 h 4474"/>
                  <a:gd name="connsiteX2" fmla="*/ 3920 w 13263"/>
                  <a:gd name="connsiteY2" fmla="*/ 43 h 4474"/>
                </a:gdLst>
                <a:ahLst/>
                <a:cxnLst>
                  <a:cxn ang="0">
                    <a:pos x="connsiteX0" y="connsiteY0"/>
                  </a:cxn>
                  <a:cxn ang="0">
                    <a:pos x="connsiteX1" y="connsiteY1"/>
                  </a:cxn>
                  <a:cxn ang="0">
                    <a:pos x="connsiteX2" y="connsiteY2"/>
                  </a:cxn>
                </a:cxnLst>
                <a:rect l="l" t="t" r="r" b="b"/>
                <a:pathLst>
                  <a:path w="13263" h="4474">
                    <a:moveTo>
                      <a:pt x="3920" y="43"/>
                    </a:moveTo>
                    <a:cubicBezTo>
                      <a:pt x="-5722" y="746"/>
                      <a:pt x="4908" y="4941"/>
                      <a:pt x="9349" y="4432"/>
                    </a:cubicBezTo>
                    <a:cubicBezTo>
                      <a:pt x="18984" y="3729"/>
                      <a:pt x="8349" y="-466"/>
                      <a:pt x="3920" y="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8" name="Freeform: Shape 2037">
                <a:extLst>
                  <a:ext uri="{FF2B5EF4-FFF2-40B4-BE49-F238E27FC236}">
                    <a16:creationId xmlns:a16="http://schemas.microsoft.com/office/drawing/2014/main" id="{82370154-2C1E-622C-17C5-B8C8B29F25B0}"/>
                  </a:ext>
                </a:extLst>
              </p:cNvPr>
              <p:cNvSpPr/>
              <p:nvPr/>
            </p:nvSpPr>
            <p:spPr>
              <a:xfrm>
                <a:off x="9988093" y="7112854"/>
                <a:ext cx="12759" cy="4182"/>
              </a:xfrm>
              <a:custGeom>
                <a:avLst/>
                <a:gdLst>
                  <a:gd name="connsiteX0" fmla="*/ 3841 w 12759"/>
                  <a:gd name="connsiteY0" fmla="*/ 40 h 4182"/>
                  <a:gd name="connsiteX1" fmla="*/ 8916 w 12759"/>
                  <a:gd name="connsiteY1" fmla="*/ 4143 h 4182"/>
                  <a:gd name="connsiteX2" fmla="*/ 3841 w 12759"/>
                  <a:gd name="connsiteY2" fmla="*/ 40 h 4182"/>
                </a:gdLst>
                <a:ahLst/>
                <a:cxnLst>
                  <a:cxn ang="0">
                    <a:pos x="connsiteX0" y="connsiteY0"/>
                  </a:cxn>
                  <a:cxn ang="0">
                    <a:pos x="connsiteX1" y="connsiteY1"/>
                  </a:cxn>
                  <a:cxn ang="0">
                    <a:pos x="connsiteX2" y="connsiteY2"/>
                  </a:cxn>
                </a:cxnLst>
                <a:rect l="l" t="t" r="r" b="b"/>
                <a:pathLst>
                  <a:path w="12759" h="4182">
                    <a:moveTo>
                      <a:pt x="3841" y="40"/>
                    </a:moveTo>
                    <a:cubicBezTo>
                      <a:pt x="-5486" y="686"/>
                      <a:pt x="4555" y="4617"/>
                      <a:pt x="8916" y="4143"/>
                    </a:cubicBezTo>
                    <a:cubicBezTo>
                      <a:pt x="18249" y="3498"/>
                      <a:pt x="8196" y="-435"/>
                      <a:pt x="3841" y="4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9" name="Freeform: Shape 2038">
                <a:extLst>
                  <a:ext uri="{FF2B5EF4-FFF2-40B4-BE49-F238E27FC236}">
                    <a16:creationId xmlns:a16="http://schemas.microsoft.com/office/drawing/2014/main" id="{B3438908-730F-FBE1-3537-3F12AB348867}"/>
                  </a:ext>
                </a:extLst>
              </p:cNvPr>
              <p:cNvSpPr/>
              <p:nvPr/>
            </p:nvSpPr>
            <p:spPr>
              <a:xfrm>
                <a:off x="9839456" y="6992794"/>
                <a:ext cx="12206" cy="3922"/>
              </a:xfrm>
              <a:custGeom>
                <a:avLst/>
                <a:gdLst>
                  <a:gd name="connsiteX0" fmla="*/ 3923 w 12206"/>
                  <a:gd name="connsiteY0" fmla="*/ 0 h 3922"/>
                  <a:gd name="connsiteX1" fmla="*/ 12038 w 12206"/>
                  <a:gd name="connsiteY1" fmla="*/ 1920 h 3922"/>
                  <a:gd name="connsiteX2" fmla="*/ 3923 w 12206"/>
                  <a:gd name="connsiteY2" fmla="*/ 0 h 3922"/>
                </a:gdLst>
                <a:ahLst/>
                <a:cxnLst>
                  <a:cxn ang="0">
                    <a:pos x="connsiteX0" y="connsiteY0"/>
                  </a:cxn>
                  <a:cxn ang="0">
                    <a:pos x="connsiteX1" y="connsiteY1"/>
                  </a:cxn>
                  <a:cxn ang="0">
                    <a:pos x="connsiteX2" y="connsiteY2"/>
                  </a:cxn>
                </a:cxnLst>
                <a:rect l="l" t="t" r="r" b="b"/>
                <a:pathLst>
                  <a:path w="12206" h="3922">
                    <a:moveTo>
                      <a:pt x="3923" y="0"/>
                    </a:moveTo>
                    <a:cubicBezTo>
                      <a:pt x="-9016" y="1005"/>
                      <a:pt x="14398" y="6967"/>
                      <a:pt x="12038" y="1920"/>
                    </a:cubicBezTo>
                    <a:cubicBezTo>
                      <a:pt x="10718" y="863"/>
                      <a:pt x="7089" y="0"/>
                      <a:pt x="392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0" name="Freeform: Shape 2039">
                <a:extLst>
                  <a:ext uri="{FF2B5EF4-FFF2-40B4-BE49-F238E27FC236}">
                    <a16:creationId xmlns:a16="http://schemas.microsoft.com/office/drawing/2014/main" id="{CC4B0777-94DB-29FC-D4B6-E6B13BD5CE11}"/>
                  </a:ext>
                </a:extLst>
              </p:cNvPr>
              <p:cNvSpPr/>
              <p:nvPr/>
            </p:nvSpPr>
            <p:spPr>
              <a:xfrm>
                <a:off x="8515018" y="5460564"/>
                <a:ext cx="8473" cy="4551"/>
              </a:xfrm>
              <a:custGeom>
                <a:avLst/>
                <a:gdLst>
                  <a:gd name="connsiteX0" fmla="*/ 3138 w 8473"/>
                  <a:gd name="connsiteY0" fmla="*/ 798 h 4551"/>
                  <a:gd name="connsiteX1" fmla="*/ 8395 w 8473"/>
                  <a:gd name="connsiteY1" fmla="*/ 592 h 4551"/>
                  <a:gd name="connsiteX2" fmla="*/ 3138 w 8473"/>
                  <a:gd name="connsiteY2" fmla="*/ 798 h 4551"/>
                </a:gdLst>
                <a:ahLst/>
                <a:cxnLst>
                  <a:cxn ang="0">
                    <a:pos x="connsiteX0" y="connsiteY0"/>
                  </a:cxn>
                  <a:cxn ang="0">
                    <a:pos x="connsiteX1" y="connsiteY1"/>
                  </a:cxn>
                  <a:cxn ang="0">
                    <a:pos x="connsiteX2" y="connsiteY2"/>
                  </a:cxn>
                </a:cxnLst>
                <a:rect l="l" t="t" r="r" b="b"/>
                <a:pathLst>
                  <a:path w="8473" h="4551">
                    <a:moveTo>
                      <a:pt x="3138" y="798"/>
                    </a:moveTo>
                    <a:cubicBezTo>
                      <a:pt x="-6658" y="6238"/>
                      <a:pt x="9732" y="5410"/>
                      <a:pt x="8395" y="592"/>
                    </a:cubicBezTo>
                    <a:cubicBezTo>
                      <a:pt x="7732" y="-276"/>
                      <a:pt x="5378" y="-174"/>
                      <a:pt x="3138" y="79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1" name="Freeform: Shape 2040">
                <a:extLst>
                  <a:ext uri="{FF2B5EF4-FFF2-40B4-BE49-F238E27FC236}">
                    <a16:creationId xmlns:a16="http://schemas.microsoft.com/office/drawing/2014/main" id="{A2EA57D0-17CD-DF77-3255-396F627F6918}"/>
                  </a:ext>
                </a:extLst>
              </p:cNvPr>
              <p:cNvSpPr/>
              <p:nvPr/>
            </p:nvSpPr>
            <p:spPr>
              <a:xfrm>
                <a:off x="8376923" y="5243925"/>
                <a:ext cx="7907" cy="6743"/>
              </a:xfrm>
              <a:custGeom>
                <a:avLst/>
                <a:gdLst>
                  <a:gd name="connsiteX0" fmla="*/ 2861 w 7907"/>
                  <a:gd name="connsiteY0" fmla="*/ 776 h 6743"/>
                  <a:gd name="connsiteX1" fmla="*/ 5050 w 7907"/>
                  <a:gd name="connsiteY1" fmla="*/ 5971 h 6743"/>
                  <a:gd name="connsiteX2" fmla="*/ 2861 w 7907"/>
                  <a:gd name="connsiteY2" fmla="*/ 776 h 6743"/>
                </a:gdLst>
                <a:ahLst/>
                <a:cxnLst>
                  <a:cxn ang="0">
                    <a:pos x="connsiteX0" y="connsiteY0"/>
                  </a:cxn>
                  <a:cxn ang="0">
                    <a:pos x="connsiteX1" y="connsiteY1"/>
                  </a:cxn>
                  <a:cxn ang="0">
                    <a:pos x="connsiteX2" y="connsiteY2"/>
                  </a:cxn>
                </a:cxnLst>
                <a:rect l="l" t="t" r="r" b="b"/>
                <a:pathLst>
                  <a:path w="7907" h="6743">
                    <a:moveTo>
                      <a:pt x="2861" y="776"/>
                    </a:moveTo>
                    <a:cubicBezTo>
                      <a:pt x="-2008" y="3245"/>
                      <a:pt x="-254" y="8771"/>
                      <a:pt x="5050" y="5971"/>
                    </a:cubicBezTo>
                    <a:cubicBezTo>
                      <a:pt x="9919" y="3514"/>
                      <a:pt x="8153" y="-2036"/>
                      <a:pt x="2861" y="77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2" name="Freeform: Shape 2041">
                <a:extLst>
                  <a:ext uri="{FF2B5EF4-FFF2-40B4-BE49-F238E27FC236}">
                    <a16:creationId xmlns:a16="http://schemas.microsoft.com/office/drawing/2014/main" id="{92C658E3-05CD-0C85-D16F-3B82579FBF69}"/>
                  </a:ext>
                </a:extLst>
              </p:cNvPr>
              <p:cNvSpPr/>
              <p:nvPr/>
            </p:nvSpPr>
            <p:spPr>
              <a:xfrm>
                <a:off x="8312113" y="5074539"/>
                <a:ext cx="7798" cy="7644"/>
              </a:xfrm>
              <a:custGeom>
                <a:avLst/>
                <a:gdLst>
                  <a:gd name="connsiteX0" fmla="*/ 2902 w 7798"/>
                  <a:gd name="connsiteY0" fmla="*/ 855 h 7644"/>
                  <a:gd name="connsiteX1" fmla="*/ 142 w 7798"/>
                  <a:gd name="connsiteY1" fmla="*/ 6164 h 7644"/>
                  <a:gd name="connsiteX2" fmla="*/ 2902 w 7798"/>
                  <a:gd name="connsiteY2" fmla="*/ 855 h 7644"/>
                </a:gdLst>
                <a:ahLst/>
                <a:cxnLst>
                  <a:cxn ang="0">
                    <a:pos x="connsiteX0" y="connsiteY0"/>
                  </a:cxn>
                  <a:cxn ang="0">
                    <a:pos x="connsiteX1" y="connsiteY1"/>
                  </a:cxn>
                  <a:cxn ang="0">
                    <a:pos x="connsiteX2" y="connsiteY2"/>
                  </a:cxn>
                </a:cxnLst>
                <a:rect l="l" t="t" r="r" b="b"/>
                <a:pathLst>
                  <a:path w="7798" h="7644">
                    <a:moveTo>
                      <a:pt x="2902" y="855"/>
                    </a:moveTo>
                    <a:cubicBezTo>
                      <a:pt x="799" y="2192"/>
                      <a:pt x="-435" y="4569"/>
                      <a:pt x="142" y="6164"/>
                    </a:cubicBezTo>
                    <a:cubicBezTo>
                      <a:pt x="4617" y="12496"/>
                      <a:pt x="13281" y="-3820"/>
                      <a:pt x="2902" y="8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3" name="Freeform: Shape 2042">
                <a:extLst>
                  <a:ext uri="{FF2B5EF4-FFF2-40B4-BE49-F238E27FC236}">
                    <a16:creationId xmlns:a16="http://schemas.microsoft.com/office/drawing/2014/main" id="{BB701BD1-B7C8-41FD-0DEC-8492E29239C9}"/>
                  </a:ext>
                </a:extLst>
              </p:cNvPr>
              <p:cNvSpPr/>
              <p:nvPr/>
            </p:nvSpPr>
            <p:spPr>
              <a:xfrm>
                <a:off x="8250160" y="4902735"/>
                <a:ext cx="7547" cy="7696"/>
              </a:xfrm>
              <a:custGeom>
                <a:avLst/>
                <a:gdLst>
                  <a:gd name="connsiteX0" fmla="*/ 2768 w 7547"/>
                  <a:gd name="connsiteY0" fmla="*/ 1168 h 7696"/>
                  <a:gd name="connsiteX1" fmla="*/ 4780 w 7547"/>
                  <a:gd name="connsiteY1" fmla="*/ 6541 h 7696"/>
                  <a:gd name="connsiteX2" fmla="*/ 2768 w 7547"/>
                  <a:gd name="connsiteY2" fmla="*/ 1168 h 7696"/>
                </a:gdLst>
                <a:ahLst/>
                <a:cxnLst>
                  <a:cxn ang="0">
                    <a:pos x="connsiteX0" y="connsiteY0"/>
                  </a:cxn>
                  <a:cxn ang="0">
                    <a:pos x="connsiteX1" y="connsiteY1"/>
                  </a:cxn>
                  <a:cxn ang="0">
                    <a:pos x="connsiteX2" y="connsiteY2"/>
                  </a:cxn>
                </a:cxnLst>
                <a:rect l="l" t="t" r="r" b="b"/>
                <a:pathLst>
                  <a:path w="7547" h="7696">
                    <a:moveTo>
                      <a:pt x="2768" y="1168"/>
                    </a:moveTo>
                    <a:cubicBezTo>
                      <a:pt x="-1558" y="3980"/>
                      <a:pt x="-758" y="10284"/>
                      <a:pt x="4780" y="6541"/>
                    </a:cubicBezTo>
                    <a:cubicBezTo>
                      <a:pt x="9100" y="3740"/>
                      <a:pt x="8311" y="-2609"/>
                      <a:pt x="2768" y="116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4" name="Freeform: Shape 2043">
                <a:extLst>
                  <a:ext uri="{FF2B5EF4-FFF2-40B4-BE49-F238E27FC236}">
                    <a16:creationId xmlns:a16="http://schemas.microsoft.com/office/drawing/2014/main" id="{6F4262CB-09EF-8A80-86F6-E409622E51F0}"/>
                  </a:ext>
                </a:extLst>
              </p:cNvPr>
              <p:cNvSpPr/>
              <p:nvPr/>
            </p:nvSpPr>
            <p:spPr>
              <a:xfrm>
                <a:off x="8190554" y="4759488"/>
                <a:ext cx="7471" cy="7251"/>
              </a:xfrm>
              <a:custGeom>
                <a:avLst/>
                <a:gdLst>
                  <a:gd name="connsiteX0" fmla="*/ 2812 w 7471"/>
                  <a:gd name="connsiteY0" fmla="*/ 1696 h 7251"/>
                  <a:gd name="connsiteX1" fmla="*/ 126 w 7471"/>
                  <a:gd name="connsiteY1" fmla="*/ 6656 h 7251"/>
                  <a:gd name="connsiteX2" fmla="*/ 2812 w 7471"/>
                  <a:gd name="connsiteY2" fmla="*/ 1696 h 7251"/>
                </a:gdLst>
                <a:ahLst/>
                <a:cxnLst>
                  <a:cxn ang="0">
                    <a:pos x="connsiteX0" y="connsiteY0"/>
                  </a:cxn>
                  <a:cxn ang="0">
                    <a:pos x="connsiteX1" y="connsiteY1"/>
                  </a:cxn>
                  <a:cxn ang="0">
                    <a:pos x="connsiteX2" y="connsiteY2"/>
                  </a:cxn>
                </a:cxnLst>
                <a:rect l="l" t="t" r="r" b="b"/>
                <a:pathLst>
                  <a:path w="7471" h="7251">
                    <a:moveTo>
                      <a:pt x="2812" y="1696"/>
                    </a:moveTo>
                    <a:cubicBezTo>
                      <a:pt x="794" y="3358"/>
                      <a:pt x="-406" y="5570"/>
                      <a:pt x="126" y="6656"/>
                    </a:cubicBezTo>
                    <a:cubicBezTo>
                      <a:pt x="4206" y="10394"/>
                      <a:pt x="12819" y="-4963"/>
                      <a:pt x="2812" y="16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5" name="Freeform: Shape 2044">
                <a:extLst>
                  <a:ext uri="{FF2B5EF4-FFF2-40B4-BE49-F238E27FC236}">
                    <a16:creationId xmlns:a16="http://schemas.microsoft.com/office/drawing/2014/main" id="{65299859-23AB-ABC4-B803-BF2B25E06B0A}"/>
                  </a:ext>
                </a:extLst>
              </p:cNvPr>
              <p:cNvSpPr/>
              <p:nvPr/>
            </p:nvSpPr>
            <p:spPr>
              <a:xfrm>
                <a:off x="8444300" y="5380056"/>
                <a:ext cx="8293" cy="4959"/>
              </a:xfrm>
              <a:custGeom>
                <a:avLst/>
                <a:gdLst>
                  <a:gd name="connsiteX0" fmla="*/ 3104 w 8293"/>
                  <a:gd name="connsiteY0" fmla="*/ 793 h 4959"/>
                  <a:gd name="connsiteX1" fmla="*/ 8219 w 8293"/>
                  <a:gd name="connsiteY1" fmla="*/ 725 h 4959"/>
                  <a:gd name="connsiteX2" fmla="*/ 3104 w 8293"/>
                  <a:gd name="connsiteY2" fmla="*/ 793 h 4959"/>
                </a:gdLst>
                <a:ahLst/>
                <a:cxnLst>
                  <a:cxn ang="0">
                    <a:pos x="connsiteX0" y="connsiteY0"/>
                  </a:cxn>
                  <a:cxn ang="0">
                    <a:pos x="connsiteX1" y="connsiteY1"/>
                  </a:cxn>
                  <a:cxn ang="0">
                    <a:pos x="connsiteX2" y="connsiteY2"/>
                  </a:cxn>
                </a:cxnLst>
                <a:rect l="l" t="t" r="r" b="b"/>
                <a:pathLst>
                  <a:path w="8293" h="4959">
                    <a:moveTo>
                      <a:pt x="3104" y="793"/>
                    </a:moveTo>
                    <a:cubicBezTo>
                      <a:pt x="-6549" y="6663"/>
                      <a:pt x="9516" y="6046"/>
                      <a:pt x="8219" y="725"/>
                    </a:cubicBezTo>
                    <a:cubicBezTo>
                      <a:pt x="7590" y="-264"/>
                      <a:pt x="5298" y="-241"/>
                      <a:pt x="3104" y="79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6" name="Freeform: Shape 2045">
                <a:extLst>
                  <a:ext uri="{FF2B5EF4-FFF2-40B4-BE49-F238E27FC236}">
                    <a16:creationId xmlns:a16="http://schemas.microsoft.com/office/drawing/2014/main" id="{DA5E656D-2424-3C81-77F2-9731A482BA24}"/>
                  </a:ext>
                </a:extLst>
              </p:cNvPr>
              <p:cNvSpPr/>
              <p:nvPr/>
            </p:nvSpPr>
            <p:spPr>
              <a:xfrm>
                <a:off x="9015337" y="6326161"/>
                <a:ext cx="9778" cy="2634"/>
              </a:xfrm>
              <a:custGeom>
                <a:avLst/>
                <a:gdLst>
                  <a:gd name="connsiteX0" fmla="*/ 3441 w 9778"/>
                  <a:gd name="connsiteY0" fmla="*/ 0 h 2634"/>
                  <a:gd name="connsiteX1" fmla="*/ 9728 w 9778"/>
                  <a:gd name="connsiteY1" fmla="*/ 1286 h 2634"/>
                  <a:gd name="connsiteX2" fmla="*/ 3441 w 9778"/>
                  <a:gd name="connsiteY2" fmla="*/ 0 h 2634"/>
                </a:gdLst>
                <a:ahLst/>
                <a:cxnLst>
                  <a:cxn ang="0">
                    <a:pos x="connsiteX0" y="connsiteY0"/>
                  </a:cxn>
                  <a:cxn ang="0">
                    <a:pos x="connsiteX1" y="connsiteY1"/>
                  </a:cxn>
                  <a:cxn ang="0">
                    <a:pos x="connsiteX2" y="connsiteY2"/>
                  </a:cxn>
                </a:cxnLst>
                <a:rect l="l" t="t" r="r" b="b"/>
                <a:pathLst>
                  <a:path w="9778" h="2634">
                    <a:moveTo>
                      <a:pt x="3441" y="0"/>
                    </a:moveTo>
                    <a:cubicBezTo>
                      <a:pt x="-7372" y="663"/>
                      <a:pt x="10854" y="4687"/>
                      <a:pt x="9728" y="1286"/>
                    </a:cubicBezTo>
                    <a:cubicBezTo>
                      <a:pt x="8847" y="578"/>
                      <a:pt x="6036" y="0"/>
                      <a:pt x="344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7" name="Freeform: Shape 2046">
                <a:extLst>
                  <a:ext uri="{FF2B5EF4-FFF2-40B4-BE49-F238E27FC236}">
                    <a16:creationId xmlns:a16="http://schemas.microsoft.com/office/drawing/2014/main" id="{A2793E68-7BC9-63F0-56FD-AFCA3DCCC984}"/>
                  </a:ext>
                </a:extLst>
              </p:cNvPr>
              <p:cNvSpPr/>
              <p:nvPr/>
            </p:nvSpPr>
            <p:spPr>
              <a:xfrm>
                <a:off x="8833318" y="6073938"/>
                <a:ext cx="9231" cy="5428"/>
              </a:xfrm>
              <a:custGeom>
                <a:avLst/>
                <a:gdLst>
                  <a:gd name="connsiteX0" fmla="*/ 3186 w 9231"/>
                  <a:gd name="connsiteY0" fmla="*/ 300 h 5428"/>
                  <a:gd name="connsiteX1" fmla="*/ 6043 w 9231"/>
                  <a:gd name="connsiteY1" fmla="*/ 5147 h 5428"/>
                  <a:gd name="connsiteX2" fmla="*/ 3186 w 9231"/>
                  <a:gd name="connsiteY2" fmla="*/ 300 h 5428"/>
                </a:gdLst>
                <a:ahLst/>
                <a:cxnLst>
                  <a:cxn ang="0">
                    <a:pos x="connsiteX0" y="connsiteY0"/>
                  </a:cxn>
                  <a:cxn ang="0">
                    <a:pos x="connsiteX1" y="connsiteY1"/>
                  </a:cxn>
                  <a:cxn ang="0">
                    <a:pos x="connsiteX2" y="connsiteY2"/>
                  </a:cxn>
                </a:cxnLst>
                <a:rect l="l" t="t" r="r" b="b"/>
                <a:pathLst>
                  <a:path w="9231" h="5428">
                    <a:moveTo>
                      <a:pt x="3186" y="300"/>
                    </a:moveTo>
                    <a:cubicBezTo>
                      <a:pt x="-3220" y="2123"/>
                      <a:pt x="1237" y="6587"/>
                      <a:pt x="6043" y="5147"/>
                    </a:cubicBezTo>
                    <a:cubicBezTo>
                      <a:pt x="12444" y="3335"/>
                      <a:pt x="8009" y="-1203"/>
                      <a:pt x="3186" y="3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0" name="Freeform: Shape 959">
                <a:extLst>
                  <a:ext uri="{FF2B5EF4-FFF2-40B4-BE49-F238E27FC236}">
                    <a16:creationId xmlns:a16="http://schemas.microsoft.com/office/drawing/2014/main" id="{139818A5-1839-9487-3B2B-407E81495B6C}"/>
                  </a:ext>
                </a:extLst>
              </p:cNvPr>
              <p:cNvSpPr/>
              <p:nvPr/>
            </p:nvSpPr>
            <p:spPr>
              <a:xfrm>
                <a:off x="8921737" y="6233892"/>
                <a:ext cx="9575" cy="4684"/>
              </a:xfrm>
              <a:custGeom>
                <a:avLst/>
                <a:gdLst>
                  <a:gd name="connsiteX0" fmla="*/ 3429 w 9575"/>
                  <a:gd name="connsiteY0" fmla="*/ 12 h 4684"/>
                  <a:gd name="connsiteX1" fmla="*/ 9504 w 9575"/>
                  <a:gd name="connsiteY1" fmla="*/ 2098 h 4684"/>
                  <a:gd name="connsiteX2" fmla="*/ 3429 w 9575"/>
                  <a:gd name="connsiteY2" fmla="*/ 12 h 4684"/>
                </a:gdLst>
                <a:ahLst/>
                <a:cxnLst>
                  <a:cxn ang="0">
                    <a:pos x="connsiteX0" y="connsiteY0"/>
                  </a:cxn>
                  <a:cxn ang="0">
                    <a:pos x="connsiteX1" y="connsiteY1"/>
                  </a:cxn>
                  <a:cxn ang="0">
                    <a:pos x="connsiteX2" y="connsiteY2"/>
                  </a:cxn>
                </a:cxnLst>
                <a:rect l="l" t="t" r="r" b="b"/>
                <a:pathLst>
                  <a:path w="9575" h="4684">
                    <a:moveTo>
                      <a:pt x="3429" y="12"/>
                    </a:moveTo>
                    <a:cubicBezTo>
                      <a:pt x="-7350" y="1926"/>
                      <a:pt x="10847" y="8156"/>
                      <a:pt x="9504" y="2098"/>
                    </a:cubicBezTo>
                    <a:cubicBezTo>
                      <a:pt x="8670" y="824"/>
                      <a:pt x="5955" y="-119"/>
                      <a:pt x="3429" y="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1" name="Freeform: Shape 960">
                <a:extLst>
                  <a:ext uri="{FF2B5EF4-FFF2-40B4-BE49-F238E27FC236}">
                    <a16:creationId xmlns:a16="http://schemas.microsoft.com/office/drawing/2014/main" id="{A23BBC7F-D345-158D-C74D-F61B48300279}"/>
                  </a:ext>
                </a:extLst>
              </p:cNvPr>
              <p:cNvSpPr/>
              <p:nvPr/>
            </p:nvSpPr>
            <p:spPr>
              <a:xfrm>
                <a:off x="8748556" y="5972261"/>
                <a:ext cx="8983" cy="4934"/>
              </a:xfrm>
              <a:custGeom>
                <a:avLst/>
                <a:gdLst>
                  <a:gd name="connsiteX0" fmla="*/ 3115 w 8983"/>
                  <a:gd name="connsiteY0" fmla="*/ 490 h 4934"/>
                  <a:gd name="connsiteX1" fmla="*/ 5869 w 8983"/>
                  <a:gd name="connsiteY1" fmla="*/ 4434 h 4934"/>
                  <a:gd name="connsiteX2" fmla="*/ 3115 w 8983"/>
                  <a:gd name="connsiteY2" fmla="*/ 490 h 4934"/>
                </a:gdLst>
                <a:ahLst/>
                <a:cxnLst>
                  <a:cxn ang="0">
                    <a:pos x="connsiteX0" y="connsiteY0"/>
                  </a:cxn>
                  <a:cxn ang="0">
                    <a:pos x="connsiteX1" y="connsiteY1"/>
                  </a:cxn>
                  <a:cxn ang="0">
                    <a:pos x="connsiteX2" y="connsiteY2"/>
                  </a:cxn>
                </a:cxnLst>
                <a:rect l="l" t="t" r="r" b="b"/>
                <a:pathLst>
                  <a:path w="8983" h="4934">
                    <a:moveTo>
                      <a:pt x="3115" y="490"/>
                    </a:moveTo>
                    <a:cubicBezTo>
                      <a:pt x="-3092" y="2731"/>
                      <a:pt x="1115" y="6245"/>
                      <a:pt x="5869" y="4434"/>
                    </a:cubicBezTo>
                    <a:cubicBezTo>
                      <a:pt x="12087" y="2222"/>
                      <a:pt x="7847" y="-1299"/>
                      <a:pt x="3115" y="49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2" name="Freeform: Shape 961">
                <a:extLst>
                  <a:ext uri="{FF2B5EF4-FFF2-40B4-BE49-F238E27FC236}">
                    <a16:creationId xmlns:a16="http://schemas.microsoft.com/office/drawing/2014/main" id="{1B51A96E-E4F6-9935-8D19-5036E0382A45}"/>
                  </a:ext>
                </a:extLst>
              </p:cNvPr>
              <p:cNvSpPr/>
              <p:nvPr/>
            </p:nvSpPr>
            <p:spPr>
              <a:xfrm>
                <a:off x="8667127" y="5806503"/>
                <a:ext cx="8725" cy="7239"/>
              </a:xfrm>
              <a:custGeom>
                <a:avLst/>
                <a:gdLst>
                  <a:gd name="connsiteX0" fmla="*/ 3048 w 8725"/>
                  <a:gd name="connsiteY0" fmla="*/ 388 h 7239"/>
                  <a:gd name="connsiteX1" fmla="*/ 5676 w 8725"/>
                  <a:gd name="connsiteY1" fmla="*/ 6852 h 7239"/>
                  <a:gd name="connsiteX2" fmla="*/ 3048 w 8725"/>
                  <a:gd name="connsiteY2" fmla="*/ 388 h 7239"/>
                </a:gdLst>
                <a:ahLst/>
                <a:cxnLst>
                  <a:cxn ang="0">
                    <a:pos x="connsiteX0" y="connsiteY0"/>
                  </a:cxn>
                  <a:cxn ang="0">
                    <a:pos x="connsiteX1" y="connsiteY1"/>
                  </a:cxn>
                  <a:cxn ang="0">
                    <a:pos x="connsiteX2" y="connsiteY2"/>
                  </a:cxn>
                </a:cxnLst>
                <a:rect l="l" t="t" r="r" b="b"/>
                <a:pathLst>
                  <a:path w="8725" h="7239">
                    <a:moveTo>
                      <a:pt x="3048" y="388"/>
                    </a:moveTo>
                    <a:cubicBezTo>
                      <a:pt x="-2576" y="2394"/>
                      <a:pt x="339" y="8880"/>
                      <a:pt x="5676" y="6852"/>
                    </a:cubicBezTo>
                    <a:cubicBezTo>
                      <a:pt x="11306" y="4857"/>
                      <a:pt x="8380" y="-1641"/>
                      <a:pt x="3048" y="38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3" name="Freeform: Shape 962">
                <a:extLst>
                  <a:ext uri="{FF2B5EF4-FFF2-40B4-BE49-F238E27FC236}">
                    <a16:creationId xmlns:a16="http://schemas.microsoft.com/office/drawing/2014/main" id="{8BA6ABFE-024D-54D8-3FF9-622B2D554238}"/>
                  </a:ext>
                </a:extLst>
              </p:cNvPr>
              <p:cNvSpPr/>
              <p:nvPr/>
            </p:nvSpPr>
            <p:spPr>
              <a:xfrm>
                <a:off x="8589431" y="5607837"/>
                <a:ext cx="8511" cy="7116"/>
              </a:xfrm>
              <a:custGeom>
                <a:avLst/>
                <a:gdLst>
                  <a:gd name="connsiteX0" fmla="*/ 3002 w 8511"/>
                  <a:gd name="connsiteY0" fmla="*/ 464 h 7116"/>
                  <a:gd name="connsiteX1" fmla="*/ 5511 w 8511"/>
                  <a:gd name="connsiteY1" fmla="*/ 6658 h 7116"/>
                  <a:gd name="connsiteX2" fmla="*/ 3002 w 8511"/>
                  <a:gd name="connsiteY2" fmla="*/ 464 h 7116"/>
                </a:gdLst>
                <a:ahLst/>
                <a:cxnLst>
                  <a:cxn ang="0">
                    <a:pos x="connsiteX0" y="connsiteY0"/>
                  </a:cxn>
                  <a:cxn ang="0">
                    <a:pos x="connsiteX1" y="connsiteY1"/>
                  </a:cxn>
                  <a:cxn ang="0">
                    <a:pos x="connsiteX2" y="connsiteY2"/>
                  </a:cxn>
                </a:cxnLst>
                <a:rect l="l" t="t" r="r" b="b"/>
                <a:pathLst>
                  <a:path w="8511" h="7116">
                    <a:moveTo>
                      <a:pt x="3002" y="464"/>
                    </a:moveTo>
                    <a:cubicBezTo>
                      <a:pt x="-2427" y="2561"/>
                      <a:pt x="173" y="8853"/>
                      <a:pt x="5511" y="6658"/>
                    </a:cubicBezTo>
                    <a:cubicBezTo>
                      <a:pt x="10929" y="4561"/>
                      <a:pt x="8352" y="-1748"/>
                      <a:pt x="3002" y="4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4" name="Freeform: Shape 963">
                <a:extLst>
                  <a:ext uri="{FF2B5EF4-FFF2-40B4-BE49-F238E27FC236}">
                    <a16:creationId xmlns:a16="http://schemas.microsoft.com/office/drawing/2014/main" id="{EA31FC5C-F435-E5D4-338E-3F497233B92F}"/>
                  </a:ext>
                </a:extLst>
              </p:cNvPr>
              <p:cNvSpPr/>
              <p:nvPr/>
            </p:nvSpPr>
            <p:spPr>
              <a:xfrm>
                <a:off x="10499290" y="7526146"/>
                <a:ext cx="13923" cy="5179"/>
              </a:xfrm>
              <a:custGeom>
                <a:avLst/>
                <a:gdLst>
                  <a:gd name="connsiteX0" fmla="*/ 3817 w 13923"/>
                  <a:gd name="connsiteY0" fmla="*/ 0 h 5179"/>
                  <a:gd name="connsiteX1" fmla="*/ 13790 w 13923"/>
                  <a:gd name="connsiteY1" fmla="*/ 4303 h 5179"/>
                  <a:gd name="connsiteX2" fmla="*/ 3817 w 13923"/>
                  <a:gd name="connsiteY2" fmla="*/ 0 h 5179"/>
                </a:gdLst>
                <a:ahLst/>
                <a:cxnLst>
                  <a:cxn ang="0">
                    <a:pos x="connsiteX0" y="connsiteY0"/>
                  </a:cxn>
                  <a:cxn ang="0">
                    <a:pos x="connsiteX1" y="connsiteY1"/>
                  </a:cxn>
                  <a:cxn ang="0">
                    <a:pos x="connsiteX2" y="connsiteY2"/>
                  </a:cxn>
                </a:cxnLst>
                <a:rect l="l" t="t" r="r" b="b"/>
                <a:pathLst>
                  <a:path w="13923" h="5179">
                    <a:moveTo>
                      <a:pt x="3817" y="0"/>
                    </a:moveTo>
                    <a:cubicBezTo>
                      <a:pt x="-7802" y="1280"/>
                      <a:pt x="10503" y="7430"/>
                      <a:pt x="13790" y="4303"/>
                    </a:cubicBezTo>
                    <a:cubicBezTo>
                      <a:pt x="15098" y="840"/>
                      <a:pt x="6451" y="154"/>
                      <a:pt x="381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5" name="Freeform: Shape 964">
                <a:extLst>
                  <a:ext uri="{FF2B5EF4-FFF2-40B4-BE49-F238E27FC236}">
                    <a16:creationId xmlns:a16="http://schemas.microsoft.com/office/drawing/2014/main" id="{D7EB9C35-1B95-B6CC-D827-D46C2F5D3E8B}"/>
                  </a:ext>
                </a:extLst>
              </p:cNvPr>
              <p:cNvSpPr/>
              <p:nvPr/>
            </p:nvSpPr>
            <p:spPr>
              <a:xfrm>
                <a:off x="7937751" y="4831816"/>
                <a:ext cx="7096" cy="4627"/>
              </a:xfrm>
              <a:custGeom>
                <a:avLst/>
                <a:gdLst>
                  <a:gd name="connsiteX0" fmla="*/ 2802 w 7096"/>
                  <a:gd name="connsiteY0" fmla="*/ 1548 h 4627"/>
                  <a:gd name="connsiteX1" fmla="*/ 5584 w 7096"/>
                  <a:gd name="connsiteY1" fmla="*/ 10 h 4627"/>
                  <a:gd name="connsiteX2" fmla="*/ 2802 w 7096"/>
                  <a:gd name="connsiteY2" fmla="*/ 1548 h 4627"/>
                </a:gdLst>
                <a:ahLst/>
                <a:cxnLst>
                  <a:cxn ang="0">
                    <a:pos x="connsiteX0" y="connsiteY0"/>
                  </a:cxn>
                  <a:cxn ang="0">
                    <a:pos x="connsiteX1" y="connsiteY1"/>
                  </a:cxn>
                  <a:cxn ang="0">
                    <a:pos x="connsiteX2" y="connsiteY2"/>
                  </a:cxn>
                </a:cxnLst>
                <a:rect l="l" t="t" r="r" b="b"/>
                <a:pathLst>
                  <a:path w="7096" h="4627">
                    <a:moveTo>
                      <a:pt x="2802" y="1548"/>
                    </a:moveTo>
                    <a:cubicBezTo>
                      <a:pt x="-6960" y="9434"/>
                      <a:pt x="12472" y="-361"/>
                      <a:pt x="5584" y="10"/>
                    </a:cubicBezTo>
                    <a:cubicBezTo>
                      <a:pt x="4756" y="348"/>
                      <a:pt x="3739" y="908"/>
                      <a:pt x="2802" y="15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6" name="Freeform: Shape 965">
                <a:extLst>
                  <a:ext uri="{FF2B5EF4-FFF2-40B4-BE49-F238E27FC236}">
                    <a16:creationId xmlns:a16="http://schemas.microsoft.com/office/drawing/2014/main" id="{1B70032D-1192-42A8-4FA6-CF902627A849}"/>
                  </a:ext>
                </a:extLst>
              </p:cNvPr>
              <p:cNvSpPr/>
              <p:nvPr/>
            </p:nvSpPr>
            <p:spPr>
              <a:xfrm>
                <a:off x="9159340" y="6674051"/>
                <a:ext cx="10986" cy="3267"/>
              </a:xfrm>
              <a:custGeom>
                <a:avLst/>
                <a:gdLst>
                  <a:gd name="connsiteX0" fmla="*/ 3645 w 10986"/>
                  <a:gd name="connsiteY0" fmla="*/ 28 h 3267"/>
                  <a:gd name="connsiteX1" fmla="*/ 7342 w 10986"/>
                  <a:gd name="connsiteY1" fmla="*/ 3240 h 3267"/>
                  <a:gd name="connsiteX2" fmla="*/ 3645 w 10986"/>
                  <a:gd name="connsiteY2" fmla="*/ 28 h 3267"/>
                </a:gdLst>
                <a:ahLst/>
                <a:cxnLst>
                  <a:cxn ang="0">
                    <a:pos x="connsiteX0" y="connsiteY0"/>
                  </a:cxn>
                  <a:cxn ang="0">
                    <a:pos x="connsiteX1" y="connsiteY1"/>
                  </a:cxn>
                  <a:cxn ang="0">
                    <a:pos x="connsiteX2" y="connsiteY2"/>
                  </a:cxn>
                </a:cxnLst>
                <a:rect l="l" t="t" r="r" b="b"/>
                <a:pathLst>
                  <a:path w="10986" h="3267">
                    <a:moveTo>
                      <a:pt x="3645" y="28"/>
                    </a:moveTo>
                    <a:cubicBezTo>
                      <a:pt x="-4597" y="474"/>
                      <a:pt x="3130" y="3589"/>
                      <a:pt x="7342" y="3240"/>
                    </a:cubicBezTo>
                    <a:cubicBezTo>
                      <a:pt x="15583" y="2789"/>
                      <a:pt x="7857" y="-326"/>
                      <a:pt x="3645" y="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7" name="Freeform: Shape 966">
                <a:extLst>
                  <a:ext uri="{FF2B5EF4-FFF2-40B4-BE49-F238E27FC236}">
                    <a16:creationId xmlns:a16="http://schemas.microsoft.com/office/drawing/2014/main" id="{A848C94B-2175-6B4B-223A-2B907747559A}"/>
                  </a:ext>
                </a:extLst>
              </p:cNvPr>
              <p:cNvSpPr/>
              <p:nvPr/>
            </p:nvSpPr>
            <p:spPr>
              <a:xfrm>
                <a:off x="9050707" y="6579665"/>
                <a:ext cx="10639" cy="3080"/>
              </a:xfrm>
              <a:custGeom>
                <a:avLst/>
                <a:gdLst>
                  <a:gd name="connsiteX0" fmla="*/ 3573 w 10639"/>
                  <a:gd name="connsiteY0" fmla="*/ 26 h 3080"/>
                  <a:gd name="connsiteX1" fmla="*/ 7065 w 10639"/>
                  <a:gd name="connsiteY1" fmla="*/ 3055 h 3080"/>
                  <a:gd name="connsiteX2" fmla="*/ 3573 w 10639"/>
                  <a:gd name="connsiteY2" fmla="*/ 26 h 3080"/>
                </a:gdLst>
                <a:ahLst/>
                <a:cxnLst>
                  <a:cxn ang="0">
                    <a:pos x="connsiteX0" y="connsiteY0"/>
                  </a:cxn>
                  <a:cxn ang="0">
                    <a:pos x="connsiteX1" y="connsiteY1"/>
                  </a:cxn>
                  <a:cxn ang="0">
                    <a:pos x="connsiteX2" y="connsiteY2"/>
                  </a:cxn>
                </a:cxnLst>
                <a:rect l="l" t="t" r="r" b="b"/>
                <a:pathLst>
                  <a:path w="10639" h="3080">
                    <a:moveTo>
                      <a:pt x="3573" y="26"/>
                    </a:moveTo>
                    <a:cubicBezTo>
                      <a:pt x="-4429" y="443"/>
                      <a:pt x="2927" y="3386"/>
                      <a:pt x="7065" y="3055"/>
                    </a:cubicBezTo>
                    <a:cubicBezTo>
                      <a:pt x="15072" y="2643"/>
                      <a:pt x="7710" y="-305"/>
                      <a:pt x="3573" y="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8" name="Freeform: Shape 967">
                <a:extLst>
                  <a:ext uri="{FF2B5EF4-FFF2-40B4-BE49-F238E27FC236}">
                    <a16:creationId xmlns:a16="http://schemas.microsoft.com/office/drawing/2014/main" id="{9E6E53EB-6FCB-9984-D11F-F608FE3CF8E1}"/>
                  </a:ext>
                </a:extLst>
              </p:cNvPr>
              <p:cNvSpPr/>
              <p:nvPr/>
            </p:nvSpPr>
            <p:spPr>
              <a:xfrm>
                <a:off x="9274448" y="6774062"/>
                <a:ext cx="11356" cy="3460"/>
              </a:xfrm>
              <a:custGeom>
                <a:avLst/>
                <a:gdLst>
                  <a:gd name="connsiteX0" fmla="*/ 3717 w 11356"/>
                  <a:gd name="connsiteY0" fmla="*/ 30 h 3460"/>
                  <a:gd name="connsiteX1" fmla="*/ 7637 w 11356"/>
                  <a:gd name="connsiteY1" fmla="*/ 3430 h 3460"/>
                  <a:gd name="connsiteX2" fmla="*/ 3717 w 11356"/>
                  <a:gd name="connsiteY2" fmla="*/ 30 h 3460"/>
                </a:gdLst>
                <a:ahLst/>
                <a:cxnLst>
                  <a:cxn ang="0">
                    <a:pos x="connsiteX0" y="connsiteY0"/>
                  </a:cxn>
                  <a:cxn ang="0">
                    <a:pos x="connsiteX1" y="connsiteY1"/>
                  </a:cxn>
                  <a:cxn ang="0">
                    <a:pos x="connsiteX2" y="connsiteY2"/>
                  </a:cxn>
                </a:cxnLst>
                <a:rect l="l" t="t" r="r" b="b"/>
                <a:pathLst>
                  <a:path w="11356" h="3460">
                    <a:moveTo>
                      <a:pt x="3717" y="30"/>
                    </a:moveTo>
                    <a:cubicBezTo>
                      <a:pt x="-4770" y="510"/>
                      <a:pt x="3345" y="3808"/>
                      <a:pt x="7637" y="3430"/>
                    </a:cubicBezTo>
                    <a:cubicBezTo>
                      <a:pt x="16130" y="2950"/>
                      <a:pt x="8008" y="-347"/>
                      <a:pt x="3717"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9" name="Freeform: Shape 968">
                <a:extLst>
                  <a:ext uri="{FF2B5EF4-FFF2-40B4-BE49-F238E27FC236}">
                    <a16:creationId xmlns:a16="http://schemas.microsoft.com/office/drawing/2014/main" id="{285BFB51-D6E8-EE89-18DE-0B274E121D2D}"/>
                  </a:ext>
                </a:extLst>
              </p:cNvPr>
              <p:cNvSpPr/>
              <p:nvPr/>
            </p:nvSpPr>
            <p:spPr>
              <a:xfrm>
                <a:off x="8850837" y="6406143"/>
                <a:ext cx="10008" cy="2772"/>
              </a:xfrm>
              <a:custGeom>
                <a:avLst/>
                <a:gdLst>
                  <a:gd name="connsiteX0" fmla="*/ 3584 w 10008"/>
                  <a:gd name="connsiteY0" fmla="*/ 0 h 2772"/>
                  <a:gd name="connsiteX1" fmla="*/ 9967 w 10008"/>
                  <a:gd name="connsiteY1" fmla="*/ 1354 h 2772"/>
                  <a:gd name="connsiteX2" fmla="*/ 3584 w 10008"/>
                  <a:gd name="connsiteY2" fmla="*/ 0 h 2772"/>
                </a:gdLst>
                <a:ahLst/>
                <a:cxnLst>
                  <a:cxn ang="0">
                    <a:pos x="connsiteX0" y="connsiteY0"/>
                  </a:cxn>
                  <a:cxn ang="0">
                    <a:pos x="connsiteX1" y="connsiteY1"/>
                  </a:cxn>
                  <a:cxn ang="0">
                    <a:pos x="connsiteX2" y="connsiteY2"/>
                  </a:cxn>
                </a:cxnLst>
                <a:rect l="l" t="t" r="r" b="b"/>
                <a:pathLst>
                  <a:path w="10008" h="2772">
                    <a:moveTo>
                      <a:pt x="3584" y="0"/>
                    </a:moveTo>
                    <a:cubicBezTo>
                      <a:pt x="-7578" y="714"/>
                      <a:pt x="10991" y="4926"/>
                      <a:pt x="9967" y="1354"/>
                    </a:cubicBezTo>
                    <a:cubicBezTo>
                      <a:pt x="9099" y="606"/>
                      <a:pt x="6241" y="0"/>
                      <a:pt x="358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0" name="Freeform: Shape 969">
                <a:extLst>
                  <a:ext uri="{FF2B5EF4-FFF2-40B4-BE49-F238E27FC236}">
                    <a16:creationId xmlns:a16="http://schemas.microsoft.com/office/drawing/2014/main" id="{99ADD161-7073-0E95-6EFC-E8E4DC4BDF09}"/>
                  </a:ext>
                </a:extLst>
              </p:cNvPr>
              <p:cNvSpPr/>
              <p:nvPr/>
            </p:nvSpPr>
            <p:spPr>
              <a:xfrm>
                <a:off x="8947933" y="6490514"/>
                <a:ext cx="10304" cy="2929"/>
              </a:xfrm>
              <a:custGeom>
                <a:avLst/>
                <a:gdLst>
                  <a:gd name="connsiteX0" fmla="*/ 3653 w 10304"/>
                  <a:gd name="connsiteY0" fmla="*/ 0 h 2929"/>
                  <a:gd name="connsiteX1" fmla="*/ 10254 w 10304"/>
                  <a:gd name="connsiteY1" fmla="*/ 1434 h 2929"/>
                  <a:gd name="connsiteX2" fmla="*/ 3653 w 10304"/>
                  <a:gd name="connsiteY2" fmla="*/ 0 h 2929"/>
                </a:gdLst>
                <a:ahLst/>
                <a:cxnLst>
                  <a:cxn ang="0">
                    <a:pos x="connsiteX0" y="connsiteY0"/>
                  </a:cxn>
                  <a:cxn ang="0">
                    <a:pos x="connsiteX1" y="connsiteY1"/>
                  </a:cxn>
                  <a:cxn ang="0">
                    <a:pos x="connsiteX2" y="connsiteY2"/>
                  </a:cxn>
                </a:cxnLst>
                <a:rect l="l" t="t" r="r" b="b"/>
                <a:pathLst>
                  <a:path w="10304" h="2929">
                    <a:moveTo>
                      <a:pt x="3653" y="0"/>
                    </a:moveTo>
                    <a:cubicBezTo>
                      <a:pt x="-7788" y="754"/>
                      <a:pt x="11403" y="5201"/>
                      <a:pt x="10254" y="1434"/>
                    </a:cubicBezTo>
                    <a:cubicBezTo>
                      <a:pt x="9340" y="640"/>
                      <a:pt x="6385" y="0"/>
                      <a:pt x="365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1" name="Freeform: Shape 970">
                <a:extLst>
                  <a:ext uri="{FF2B5EF4-FFF2-40B4-BE49-F238E27FC236}">
                    <a16:creationId xmlns:a16="http://schemas.microsoft.com/office/drawing/2014/main" id="{9BDF5D86-2B74-69EC-813C-CC7C74EFB625}"/>
                  </a:ext>
                </a:extLst>
              </p:cNvPr>
              <p:cNvSpPr/>
              <p:nvPr/>
            </p:nvSpPr>
            <p:spPr>
              <a:xfrm>
                <a:off x="8758788" y="6326161"/>
                <a:ext cx="9729" cy="2635"/>
              </a:xfrm>
              <a:custGeom>
                <a:avLst/>
                <a:gdLst>
                  <a:gd name="connsiteX0" fmla="*/ 3518 w 9729"/>
                  <a:gd name="connsiteY0" fmla="*/ 0 h 2635"/>
                  <a:gd name="connsiteX1" fmla="*/ 9696 w 9729"/>
                  <a:gd name="connsiteY1" fmla="*/ 1286 h 2635"/>
                  <a:gd name="connsiteX2" fmla="*/ 3518 w 9729"/>
                  <a:gd name="connsiteY2" fmla="*/ 0 h 2635"/>
                </a:gdLst>
                <a:ahLst/>
                <a:cxnLst>
                  <a:cxn ang="0">
                    <a:pos x="connsiteX0" y="connsiteY0"/>
                  </a:cxn>
                  <a:cxn ang="0">
                    <a:pos x="connsiteX1" y="connsiteY1"/>
                  </a:cxn>
                  <a:cxn ang="0">
                    <a:pos x="connsiteX2" y="connsiteY2"/>
                  </a:cxn>
                </a:cxnLst>
                <a:rect l="l" t="t" r="r" b="b"/>
                <a:pathLst>
                  <a:path w="9729" h="2635">
                    <a:moveTo>
                      <a:pt x="3518" y="0"/>
                    </a:moveTo>
                    <a:cubicBezTo>
                      <a:pt x="-7380" y="680"/>
                      <a:pt x="10605" y="4681"/>
                      <a:pt x="9696" y="1286"/>
                    </a:cubicBezTo>
                    <a:cubicBezTo>
                      <a:pt x="8879" y="578"/>
                      <a:pt x="6113" y="0"/>
                      <a:pt x="351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2" name="Freeform: Shape 971">
                <a:extLst>
                  <a:ext uri="{FF2B5EF4-FFF2-40B4-BE49-F238E27FC236}">
                    <a16:creationId xmlns:a16="http://schemas.microsoft.com/office/drawing/2014/main" id="{905FAFE4-C00C-97BB-CB38-A28F9014FF67}"/>
                  </a:ext>
                </a:extLst>
              </p:cNvPr>
              <p:cNvSpPr/>
              <p:nvPr/>
            </p:nvSpPr>
            <p:spPr>
              <a:xfrm>
                <a:off x="9396339" y="6880134"/>
                <a:ext cx="11695" cy="3686"/>
              </a:xfrm>
              <a:custGeom>
                <a:avLst/>
                <a:gdLst>
                  <a:gd name="connsiteX0" fmla="*/ 3950 w 11695"/>
                  <a:gd name="connsiteY0" fmla="*/ 0 h 3686"/>
                  <a:gd name="connsiteX1" fmla="*/ 11590 w 11695"/>
                  <a:gd name="connsiteY1" fmla="*/ 1805 h 3686"/>
                  <a:gd name="connsiteX2" fmla="*/ 3950 w 11695"/>
                  <a:gd name="connsiteY2" fmla="*/ 0 h 3686"/>
                </a:gdLst>
                <a:ahLst/>
                <a:cxnLst>
                  <a:cxn ang="0">
                    <a:pos x="connsiteX0" y="connsiteY0"/>
                  </a:cxn>
                  <a:cxn ang="0">
                    <a:pos x="connsiteX1" y="connsiteY1"/>
                  </a:cxn>
                  <a:cxn ang="0">
                    <a:pos x="connsiteX2" y="connsiteY2"/>
                  </a:cxn>
                </a:cxnLst>
                <a:rect l="l" t="t" r="r" b="b"/>
                <a:pathLst>
                  <a:path w="11695" h="3686">
                    <a:moveTo>
                      <a:pt x="3950" y="0"/>
                    </a:moveTo>
                    <a:cubicBezTo>
                      <a:pt x="-8749" y="954"/>
                      <a:pt x="13396" y="6543"/>
                      <a:pt x="11590" y="1805"/>
                    </a:cubicBezTo>
                    <a:cubicBezTo>
                      <a:pt x="10442" y="811"/>
                      <a:pt x="7024" y="0"/>
                      <a:pt x="395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3" name="Freeform: Shape 972">
                <a:extLst>
                  <a:ext uri="{FF2B5EF4-FFF2-40B4-BE49-F238E27FC236}">
                    <a16:creationId xmlns:a16="http://schemas.microsoft.com/office/drawing/2014/main" id="{C46EE01C-8398-9853-87BA-1AE442B9A86D}"/>
                  </a:ext>
                </a:extLst>
              </p:cNvPr>
              <p:cNvSpPr/>
              <p:nvPr/>
            </p:nvSpPr>
            <p:spPr>
              <a:xfrm>
                <a:off x="9970388" y="7378696"/>
                <a:ext cx="13655" cy="4790"/>
              </a:xfrm>
              <a:custGeom>
                <a:avLst/>
                <a:gdLst>
                  <a:gd name="connsiteX0" fmla="*/ 4121 w 13655"/>
                  <a:gd name="connsiteY0" fmla="*/ 43 h 4790"/>
                  <a:gd name="connsiteX1" fmla="*/ 9538 w 13655"/>
                  <a:gd name="connsiteY1" fmla="*/ 4747 h 4790"/>
                  <a:gd name="connsiteX2" fmla="*/ 4121 w 13655"/>
                  <a:gd name="connsiteY2" fmla="*/ 43 h 4790"/>
                </a:gdLst>
                <a:ahLst/>
                <a:cxnLst>
                  <a:cxn ang="0">
                    <a:pos x="connsiteX0" y="connsiteY0"/>
                  </a:cxn>
                  <a:cxn ang="0">
                    <a:pos x="connsiteX1" y="connsiteY1"/>
                  </a:cxn>
                  <a:cxn ang="0">
                    <a:pos x="connsiteX2" y="connsiteY2"/>
                  </a:cxn>
                </a:cxnLst>
                <a:rect l="l" t="t" r="r" b="b"/>
                <a:pathLst>
                  <a:path w="13655" h="4790">
                    <a:moveTo>
                      <a:pt x="4121" y="43"/>
                    </a:moveTo>
                    <a:cubicBezTo>
                      <a:pt x="-5846" y="769"/>
                      <a:pt x="4801" y="5278"/>
                      <a:pt x="9538" y="4747"/>
                    </a:cubicBezTo>
                    <a:cubicBezTo>
                      <a:pt x="19500" y="4021"/>
                      <a:pt x="8853" y="-488"/>
                      <a:pt x="4121" y="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4" name="Freeform: Shape 973">
                <a:extLst>
                  <a:ext uri="{FF2B5EF4-FFF2-40B4-BE49-F238E27FC236}">
                    <a16:creationId xmlns:a16="http://schemas.microsoft.com/office/drawing/2014/main" id="{54C3E59C-F85A-0709-2FC7-A8343F013265}"/>
                  </a:ext>
                </a:extLst>
              </p:cNvPr>
              <p:cNvSpPr/>
              <p:nvPr/>
            </p:nvSpPr>
            <p:spPr>
              <a:xfrm>
                <a:off x="9664233" y="7112894"/>
                <a:ext cx="12551" cy="4184"/>
              </a:xfrm>
              <a:custGeom>
                <a:avLst/>
                <a:gdLst>
                  <a:gd name="connsiteX0" fmla="*/ 4111 w 12551"/>
                  <a:gd name="connsiteY0" fmla="*/ 0 h 4184"/>
                  <a:gd name="connsiteX1" fmla="*/ 12399 w 12551"/>
                  <a:gd name="connsiteY1" fmla="*/ 2052 h 4184"/>
                  <a:gd name="connsiteX2" fmla="*/ 4111 w 12551"/>
                  <a:gd name="connsiteY2" fmla="*/ 0 h 4184"/>
                </a:gdLst>
                <a:ahLst/>
                <a:cxnLst>
                  <a:cxn ang="0">
                    <a:pos x="connsiteX0" y="connsiteY0"/>
                  </a:cxn>
                  <a:cxn ang="0">
                    <a:pos x="connsiteX1" y="connsiteY1"/>
                  </a:cxn>
                  <a:cxn ang="0">
                    <a:pos x="connsiteX2" y="connsiteY2"/>
                  </a:cxn>
                </a:cxnLst>
                <a:rect l="l" t="t" r="r" b="b"/>
                <a:pathLst>
                  <a:path w="12551" h="4184">
                    <a:moveTo>
                      <a:pt x="4111" y="0"/>
                    </a:moveTo>
                    <a:cubicBezTo>
                      <a:pt x="-9324" y="1086"/>
                      <a:pt x="14667" y="7424"/>
                      <a:pt x="12399" y="2052"/>
                    </a:cubicBezTo>
                    <a:cubicBezTo>
                      <a:pt x="11095" y="920"/>
                      <a:pt x="7386" y="0"/>
                      <a:pt x="411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5" name="Freeform: Shape 974">
                <a:extLst>
                  <a:ext uri="{FF2B5EF4-FFF2-40B4-BE49-F238E27FC236}">
                    <a16:creationId xmlns:a16="http://schemas.microsoft.com/office/drawing/2014/main" id="{1069E0F8-1AE9-2967-B147-897FBE00FBBB}"/>
                  </a:ext>
                </a:extLst>
              </p:cNvPr>
              <p:cNvSpPr/>
              <p:nvPr/>
            </p:nvSpPr>
            <p:spPr>
              <a:xfrm>
                <a:off x="9526163" y="6992759"/>
                <a:ext cx="12169" cy="3909"/>
              </a:xfrm>
              <a:custGeom>
                <a:avLst/>
                <a:gdLst>
                  <a:gd name="connsiteX0" fmla="*/ 3873 w 12169"/>
                  <a:gd name="connsiteY0" fmla="*/ 34 h 3909"/>
                  <a:gd name="connsiteX1" fmla="*/ 8296 w 12169"/>
                  <a:gd name="connsiteY1" fmla="*/ 3875 h 3909"/>
                  <a:gd name="connsiteX2" fmla="*/ 3873 w 12169"/>
                  <a:gd name="connsiteY2" fmla="*/ 34 h 3909"/>
                </a:gdLst>
                <a:ahLst/>
                <a:cxnLst>
                  <a:cxn ang="0">
                    <a:pos x="connsiteX0" y="connsiteY0"/>
                  </a:cxn>
                  <a:cxn ang="0">
                    <a:pos x="connsiteX1" y="connsiteY1"/>
                  </a:cxn>
                  <a:cxn ang="0">
                    <a:pos x="connsiteX2" y="connsiteY2"/>
                  </a:cxn>
                </a:cxnLst>
                <a:rect l="l" t="t" r="r" b="b"/>
                <a:pathLst>
                  <a:path w="12169" h="3909">
                    <a:moveTo>
                      <a:pt x="3873" y="34"/>
                    </a:moveTo>
                    <a:cubicBezTo>
                      <a:pt x="-5157" y="600"/>
                      <a:pt x="3839" y="4303"/>
                      <a:pt x="8296" y="3875"/>
                    </a:cubicBezTo>
                    <a:cubicBezTo>
                      <a:pt x="17327" y="3315"/>
                      <a:pt x="8331" y="-395"/>
                      <a:pt x="3873" y="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6" name="Freeform: Shape 975">
                <a:extLst>
                  <a:ext uri="{FF2B5EF4-FFF2-40B4-BE49-F238E27FC236}">
                    <a16:creationId xmlns:a16="http://schemas.microsoft.com/office/drawing/2014/main" id="{62BF1A31-C1A9-E6F4-A983-E895D1574722}"/>
                  </a:ext>
                </a:extLst>
              </p:cNvPr>
              <p:cNvSpPr/>
              <p:nvPr/>
            </p:nvSpPr>
            <p:spPr>
              <a:xfrm>
                <a:off x="9812154" y="7241225"/>
                <a:ext cx="13122" cy="4469"/>
              </a:xfrm>
              <a:custGeom>
                <a:avLst/>
                <a:gdLst>
                  <a:gd name="connsiteX0" fmla="*/ 4033 w 13122"/>
                  <a:gd name="connsiteY0" fmla="*/ 40 h 4469"/>
                  <a:gd name="connsiteX1" fmla="*/ 9090 w 13122"/>
                  <a:gd name="connsiteY1" fmla="*/ 4429 h 4469"/>
                  <a:gd name="connsiteX2" fmla="*/ 4033 w 13122"/>
                  <a:gd name="connsiteY2" fmla="*/ 40 h 4469"/>
                </a:gdLst>
                <a:ahLst/>
                <a:cxnLst>
                  <a:cxn ang="0">
                    <a:pos x="connsiteX0" y="connsiteY0"/>
                  </a:cxn>
                  <a:cxn ang="0">
                    <a:pos x="connsiteX1" y="connsiteY1"/>
                  </a:cxn>
                  <a:cxn ang="0">
                    <a:pos x="connsiteX2" y="connsiteY2"/>
                  </a:cxn>
                </a:cxnLst>
                <a:rect l="l" t="t" r="r" b="b"/>
                <a:pathLst>
                  <a:path w="13122" h="4469">
                    <a:moveTo>
                      <a:pt x="4033" y="40"/>
                    </a:moveTo>
                    <a:cubicBezTo>
                      <a:pt x="-5597" y="702"/>
                      <a:pt x="4444" y="4926"/>
                      <a:pt x="9090" y="4429"/>
                    </a:cubicBezTo>
                    <a:cubicBezTo>
                      <a:pt x="18721" y="3766"/>
                      <a:pt x="8673" y="-451"/>
                      <a:pt x="4033" y="4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7" name="Freeform: Shape 976">
                <a:extLst>
                  <a:ext uri="{FF2B5EF4-FFF2-40B4-BE49-F238E27FC236}">
                    <a16:creationId xmlns:a16="http://schemas.microsoft.com/office/drawing/2014/main" id="{2EC21731-D251-DD4A-379E-6552845E42F9}"/>
                  </a:ext>
                </a:extLst>
              </p:cNvPr>
              <p:cNvSpPr/>
              <p:nvPr/>
            </p:nvSpPr>
            <p:spPr>
              <a:xfrm>
                <a:off x="8227357" y="5471169"/>
                <a:ext cx="8086" cy="4405"/>
              </a:xfrm>
              <a:custGeom>
                <a:avLst/>
                <a:gdLst>
                  <a:gd name="connsiteX0" fmla="*/ 2980 w 8086"/>
                  <a:gd name="connsiteY0" fmla="*/ 560 h 4405"/>
                  <a:gd name="connsiteX1" fmla="*/ 5106 w 8086"/>
                  <a:gd name="connsiteY1" fmla="*/ 3846 h 4405"/>
                  <a:gd name="connsiteX2" fmla="*/ 2980 w 8086"/>
                  <a:gd name="connsiteY2" fmla="*/ 560 h 4405"/>
                </a:gdLst>
                <a:ahLst/>
                <a:cxnLst>
                  <a:cxn ang="0">
                    <a:pos x="connsiteX0" y="connsiteY0"/>
                  </a:cxn>
                  <a:cxn ang="0">
                    <a:pos x="connsiteX1" y="connsiteY1"/>
                  </a:cxn>
                  <a:cxn ang="0">
                    <a:pos x="connsiteX2" y="connsiteY2"/>
                  </a:cxn>
                </a:cxnLst>
                <a:rect l="l" t="t" r="r" b="b"/>
                <a:pathLst>
                  <a:path w="8086" h="4405">
                    <a:moveTo>
                      <a:pt x="2980" y="560"/>
                    </a:moveTo>
                    <a:cubicBezTo>
                      <a:pt x="-2587" y="2669"/>
                      <a:pt x="534" y="5658"/>
                      <a:pt x="5106" y="3846"/>
                    </a:cubicBezTo>
                    <a:cubicBezTo>
                      <a:pt x="10678" y="1749"/>
                      <a:pt x="7546" y="-1257"/>
                      <a:pt x="2980" y="5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8" name="Freeform: Shape 977">
                <a:extLst>
                  <a:ext uri="{FF2B5EF4-FFF2-40B4-BE49-F238E27FC236}">
                    <a16:creationId xmlns:a16="http://schemas.microsoft.com/office/drawing/2014/main" id="{14C013AD-7671-135D-B18D-D86F8A8355A7}"/>
                  </a:ext>
                </a:extLst>
              </p:cNvPr>
              <p:cNvSpPr/>
              <p:nvPr/>
            </p:nvSpPr>
            <p:spPr>
              <a:xfrm>
                <a:off x="8164459" y="5346935"/>
                <a:ext cx="7875" cy="5782"/>
              </a:xfrm>
              <a:custGeom>
                <a:avLst/>
                <a:gdLst>
                  <a:gd name="connsiteX0" fmla="*/ 2921 w 7875"/>
                  <a:gd name="connsiteY0" fmla="*/ 533 h 5782"/>
                  <a:gd name="connsiteX1" fmla="*/ 4956 w 7875"/>
                  <a:gd name="connsiteY1" fmla="*/ 5253 h 5782"/>
                  <a:gd name="connsiteX2" fmla="*/ 2921 w 7875"/>
                  <a:gd name="connsiteY2" fmla="*/ 533 h 5782"/>
                </a:gdLst>
                <a:ahLst/>
                <a:cxnLst>
                  <a:cxn ang="0">
                    <a:pos x="connsiteX0" y="connsiteY0"/>
                  </a:cxn>
                  <a:cxn ang="0">
                    <a:pos x="connsiteX1" y="connsiteY1"/>
                  </a:cxn>
                  <a:cxn ang="0">
                    <a:pos x="connsiteX2" y="connsiteY2"/>
                  </a:cxn>
                </a:cxnLst>
                <a:rect l="l" t="t" r="r" b="b"/>
                <a:pathLst>
                  <a:path w="7875" h="5782">
                    <a:moveTo>
                      <a:pt x="2921" y="533"/>
                    </a:moveTo>
                    <a:cubicBezTo>
                      <a:pt x="-2176" y="2601"/>
                      <a:pt x="-28" y="7368"/>
                      <a:pt x="4956" y="5253"/>
                    </a:cubicBezTo>
                    <a:cubicBezTo>
                      <a:pt x="10054" y="3196"/>
                      <a:pt x="7899" y="-1594"/>
                      <a:pt x="2921" y="5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9" name="Freeform: Shape 978">
                <a:extLst>
                  <a:ext uri="{FF2B5EF4-FFF2-40B4-BE49-F238E27FC236}">
                    <a16:creationId xmlns:a16="http://schemas.microsoft.com/office/drawing/2014/main" id="{DD74F69D-434E-92D7-9EAE-13EB1490FF66}"/>
                  </a:ext>
                </a:extLst>
              </p:cNvPr>
              <p:cNvSpPr/>
              <p:nvPr/>
            </p:nvSpPr>
            <p:spPr>
              <a:xfrm>
                <a:off x="7991037" y="4908259"/>
                <a:ext cx="7357" cy="5903"/>
              </a:xfrm>
              <a:custGeom>
                <a:avLst/>
                <a:gdLst>
                  <a:gd name="connsiteX0" fmla="*/ 2779 w 7357"/>
                  <a:gd name="connsiteY0" fmla="*/ 1177 h 5903"/>
                  <a:gd name="connsiteX1" fmla="*/ 4573 w 7357"/>
                  <a:gd name="connsiteY1" fmla="*/ 4748 h 5903"/>
                  <a:gd name="connsiteX2" fmla="*/ 2779 w 7357"/>
                  <a:gd name="connsiteY2" fmla="*/ 1177 h 5903"/>
                </a:gdLst>
                <a:ahLst/>
                <a:cxnLst>
                  <a:cxn ang="0">
                    <a:pos x="connsiteX0" y="connsiteY0"/>
                  </a:cxn>
                  <a:cxn ang="0">
                    <a:pos x="connsiteX1" y="connsiteY1"/>
                  </a:cxn>
                  <a:cxn ang="0">
                    <a:pos x="connsiteX2" y="connsiteY2"/>
                  </a:cxn>
                </a:cxnLst>
                <a:rect l="l" t="t" r="r" b="b"/>
                <a:pathLst>
                  <a:path w="7357" h="5903">
                    <a:moveTo>
                      <a:pt x="2779" y="1177"/>
                    </a:moveTo>
                    <a:cubicBezTo>
                      <a:pt x="-1810" y="3982"/>
                      <a:pt x="-370" y="7869"/>
                      <a:pt x="4573" y="4748"/>
                    </a:cubicBezTo>
                    <a:cubicBezTo>
                      <a:pt x="9163" y="1931"/>
                      <a:pt x="7740" y="-1990"/>
                      <a:pt x="2779" y="117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0" name="Freeform: Shape 979">
                <a:extLst>
                  <a:ext uri="{FF2B5EF4-FFF2-40B4-BE49-F238E27FC236}">
                    <a16:creationId xmlns:a16="http://schemas.microsoft.com/office/drawing/2014/main" id="{FA1489F5-9FA5-DA8D-A70E-B7E4CF251E3D}"/>
                  </a:ext>
                </a:extLst>
              </p:cNvPr>
              <p:cNvSpPr/>
              <p:nvPr/>
            </p:nvSpPr>
            <p:spPr>
              <a:xfrm>
                <a:off x="8672023" y="6245293"/>
                <a:ext cx="9456" cy="3572"/>
              </a:xfrm>
              <a:custGeom>
                <a:avLst/>
                <a:gdLst>
                  <a:gd name="connsiteX0" fmla="*/ 3335 w 9456"/>
                  <a:gd name="connsiteY0" fmla="*/ 47 h 3572"/>
                  <a:gd name="connsiteX1" fmla="*/ 6119 w 9456"/>
                  <a:gd name="connsiteY1" fmla="*/ 3527 h 3572"/>
                  <a:gd name="connsiteX2" fmla="*/ 3335 w 9456"/>
                  <a:gd name="connsiteY2" fmla="*/ 47 h 3572"/>
                </a:gdLst>
                <a:ahLst/>
                <a:cxnLst>
                  <a:cxn ang="0">
                    <a:pos x="connsiteX0" y="connsiteY0"/>
                  </a:cxn>
                  <a:cxn ang="0">
                    <a:pos x="connsiteX1" y="connsiteY1"/>
                  </a:cxn>
                  <a:cxn ang="0">
                    <a:pos x="connsiteX2" y="connsiteY2"/>
                  </a:cxn>
                </a:cxnLst>
                <a:rect l="l" t="t" r="r" b="b"/>
                <a:pathLst>
                  <a:path w="9456" h="3572">
                    <a:moveTo>
                      <a:pt x="3335" y="47"/>
                    </a:moveTo>
                    <a:cubicBezTo>
                      <a:pt x="-3705" y="698"/>
                      <a:pt x="1953" y="3996"/>
                      <a:pt x="6119" y="3527"/>
                    </a:cubicBezTo>
                    <a:cubicBezTo>
                      <a:pt x="13171" y="2922"/>
                      <a:pt x="7491" y="-433"/>
                      <a:pt x="3335" y="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1" name="Freeform: Shape 980">
                <a:extLst>
                  <a:ext uri="{FF2B5EF4-FFF2-40B4-BE49-F238E27FC236}">
                    <a16:creationId xmlns:a16="http://schemas.microsoft.com/office/drawing/2014/main" id="{66F6AFD4-D292-AEE4-7685-AB026CAD661F}"/>
                  </a:ext>
                </a:extLst>
              </p:cNvPr>
              <p:cNvSpPr/>
              <p:nvPr/>
            </p:nvSpPr>
            <p:spPr>
              <a:xfrm>
                <a:off x="8104207" y="5193366"/>
                <a:ext cx="7687" cy="6490"/>
              </a:xfrm>
              <a:custGeom>
                <a:avLst/>
                <a:gdLst>
                  <a:gd name="connsiteX0" fmla="*/ 2869 w 7687"/>
                  <a:gd name="connsiteY0" fmla="*/ 626 h 6490"/>
                  <a:gd name="connsiteX1" fmla="*/ 4818 w 7687"/>
                  <a:gd name="connsiteY1" fmla="*/ 5872 h 6490"/>
                  <a:gd name="connsiteX2" fmla="*/ 2869 w 7687"/>
                  <a:gd name="connsiteY2" fmla="*/ 626 h 6490"/>
                </a:gdLst>
                <a:ahLst/>
                <a:cxnLst>
                  <a:cxn ang="0">
                    <a:pos x="connsiteX0" y="connsiteY0"/>
                  </a:cxn>
                  <a:cxn ang="0">
                    <a:pos x="connsiteX1" y="connsiteY1"/>
                  </a:cxn>
                  <a:cxn ang="0">
                    <a:pos x="connsiteX2" y="connsiteY2"/>
                  </a:cxn>
                </a:cxnLst>
                <a:rect l="l" t="t" r="r" b="b"/>
                <a:pathLst>
                  <a:path w="7687" h="6490">
                    <a:moveTo>
                      <a:pt x="2869" y="626"/>
                    </a:moveTo>
                    <a:cubicBezTo>
                      <a:pt x="-1892" y="2786"/>
                      <a:pt x="-372" y="8335"/>
                      <a:pt x="4818" y="5872"/>
                    </a:cubicBezTo>
                    <a:cubicBezTo>
                      <a:pt x="9578" y="3717"/>
                      <a:pt x="8064" y="-1860"/>
                      <a:pt x="2869" y="6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2" name="Freeform: Shape 981">
                <a:extLst>
                  <a:ext uri="{FF2B5EF4-FFF2-40B4-BE49-F238E27FC236}">
                    <a16:creationId xmlns:a16="http://schemas.microsoft.com/office/drawing/2014/main" id="{4561C856-91DF-532D-F88E-9AE69CE75B83}"/>
                  </a:ext>
                </a:extLst>
              </p:cNvPr>
              <p:cNvSpPr/>
              <p:nvPr/>
            </p:nvSpPr>
            <p:spPr>
              <a:xfrm>
                <a:off x="8511002" y="6041104"/>
                <a:ext cx="9070" cy="4296"/>
              </a:xfrm>
              <a:custGeom>
                <a:avLst/>
                <a:gdLst>
                  <a:gd name="connsiteX0" fmla="*/ 3370 w 9070"/>
                  <a:gd name="connsiteY0" fmla="*/ 279 h 4296"/>
                  <a:gd name="connsiteX1" fmla="*/ 9011 w 9070"/>
                  <a:gd name="connsiteY1" fmla="*/ 1131 h 4296"/>
                  <a:gd name="connsiteX2" fmla="*/ 3370 w 9070"/>
                  <a:gd name="connsiteY2" fmla="*/ 279 h 4296"/>
                </a:gdLst>
                <a:ahLst/>
                <a:cxnLst>
                  <a:cxn ang="0">
                    <a:pos x="connsiteX0" y="connsiteY0"/>
                  </a:cxn>
                  <a:cxn ang="0">
                    <a:pos x="connsiteX1" y="connsiteY1"/>
                  </a:cxn>
                  <a:cxn ang="0">
                    <a:pos x="connsiteX2" y="connsiteY2"/>
                  </a:cxn>
                </a:cxnLst>
                <a:rect l="l" t="t" r="r" b="b"/>
                <a:pathLst>
                  <a:path w="9070" h="4296">
                    <a:moveTo>
                      <a:pt x="3370" y="279"/>
                    </a:moveTo>
                    <a:cubicBezTo>
                      <a:pt x="-7077" y="4154"/>
                      <a:pt x="10210" y="6560"/>
                      <a:pt x="9011" y="1131"/>
                    </a:cubicBezTo>
                    <a:cubicBezTo>
                      <a:pt x="8302" y="73"/>
                      <a:pt x="5776" y="-315"/>
                      <a:pt x="3370" y="27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26" name="Freeform: Shape 1025">
                <a:extLst>
                  <a:ext uri="{FF2B5EF4-FFF2-40B4-BE49-F238E27FC236}">
                    <a16:creationId xmlns:a16="http://schemas.microsoft.com/office/drawing/2014/main" id="{E909C60E-8E94-FF3D-67A8-89A7C23D9B62}"/>
                  </a:ext>
                </a:extLst>
              </p:cNvPr>
              <p:cNvSpPr/>
              <p:nvPr/>
            </p:nvSpPr>
            <p:spPr>
              <a:xfrm>
                <a:off x="8293074" y="5547013"/>
                <a:ext cx="8424" cy="3954"/>
              </a:xfrm>
              <a:custGeom>
                <a:avLst/>
                <a:gdLst>
                  <a:gd name="connsiteX0" fmla="*/ 3191 w 8424"/>
                  <a:gd name="connsiteY0" fmla="*/ 526 h 3954"/>
                  <a:gd name="connsiteX1" fmla="*/ 8375 w 8424"/>
                  <a:gd name="connsiteY1" fmla="*/ 675 h 3954"/>
                  <a:gd name="connsiteX2" fmla="*/ 3191 w 8424"/>
                  <a:gd name="connsiteY2" fmla="*/ 526 h 3954"/>
                </a:gdLst>
                <a:ahLst/>
                <a:cxnLst>
                  <a:cxn ang="0">
                    <a:pos x="connsiteX0" y="connsiteY0"/>
                  </a:cxn>
                  <a:cxn ang="0">
                    <a:pos x="connsiteX1" y="connsiteY1"/>
                  </a:cxn>
                  <a:cxn ang="0">
                    <a:pos x="connsiteX2" y="connsiteY2"/>
                  </a:cxn>
                </a:cxnLst>
                <a:rect l="l" t="t" r="r" b="b"/>
                <a:pathLst>
                  <a:path w="8424" h="3954">
                    <a:moveTo>
                      <a:pt x="3191" y="526"/>
                    </a:moveTo>
                    <a:cubicBezTo>
                      <a:pt x="-6622" y="4898"/>
                      <a:pt x="9427" y="5241"/>
                      <a:pt x="8375" y="675"/>
                    </a:cubicBezTo>
                    <a:cubicBezTo>
                      <a:pt x="7758" y="-171"/>
                      <a:pt x="5438" y="-223"/>
                      <a:pt x="3191" y="5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8" name="Freeform: Shape 2047">
                <a:extLst>
                  <a:ext uri="{FF2B5EF4-FFF2-40B4-BE49-F238E27FC236}">
                    <a16:creationId xmlns:a16="http://schemas.microsoft.com/office/drawing/2014/main" id="{380A8613-9E07-FE78-CBD4-9DD525CF389D}"/>
                  </a:ext>
                </a:extLst>
              </p:cNvPr>
              <p:cNvSpPr/>
              <p:nvPr/>
            </p:nvSpPr>
            <p:spPr>
              <a:xfrm>
                <a:off x="8589772" y="6127601"/>
                <a:ext cx="9277" cy="3908"/>
              </a:xfrm>
              <a:custGeom>
                <a:avLst/>
                <a:gdLst>
                  <a:gd name="connsiteX0" fmla="*/ 3438 w 9277"/>
                  <a:gd name="connsiteY0" fmla="*/ 193 h 3908"/>
                  <a:gd name="connsiteX1" fmla="*/ 9222 w 9277"/>
                  <a:gd name="connsiteY1" fmla="*/ 1131 h 3908"/>
                  <a:gd name="connsiteX2" fmla="*/ 3438 w 9277"/>
                  <a:gd name="connsiteY2" fmla="*/ 193 h 3908"/>
                </a:gdLst>
                <a:ahLst/>
                <a:cxnLst>
                  <a:cxn ang="0">
                    <a:pos x="connsiteX0" y="connsiteY0"/>
                  </a:cxn>
                  <a:cxn ang="0">
                    <a:pos x="connsiteX1" y="connsiteY1"/>
                  </a:cxn>
                  <a:cxn ang="0">
                    <a:pos x="connsiteX2" y="connsiteY2"/>
                  </a:cxn>
                </a:cxnLst>
                <a:rect l="l" t="t" r="r" b="b"/>
                <a:pathLst>
                  <a:path w="9277" h="3908">
                    <a:moveTo>
                      <a:pt x="3438" y="193"/>
                    </a:moveTo>
                    <a:cubicBezTo>
                      <a:pt x="-7208" y="3371"/>
                      <a:pt x="10376" y="6205"/>
                      <a:pt x="9222" y="1131"/>
                    </a:cubicBezTo>
                    <a:cubicBezTo>
                      <a:pt x="8490" y="136"/>
                      <a:pt x="5902" y="-276"/>
                      <a:pt x="3438" y="19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9" name="Freeform: Shape 2048">
                <a:extLst>
                  <a:ext uri="{FF2B5EF4-FFF2-40B4-BE49-F238E27FC236}">
                    <a16:creationId xmlns:a16="http://schemas.microsoft.com/office/drawing/2014/main" id="{80DFFE97-D034-3EDF-2AAB-CFB4CF60E968}"/>
                  </a:ext>
                </a:extLst>
              </p:cNvPr>
              <p:cNvSpPr/>
              <p:nvPr/>
            </p:nvSpPr>
            <p:spPr>
              <a:xfrm>
                <a:off x="8046364" y="5038020"/>
                <a:ext cx="7597" cy="6567"/>
              </a:xfrm>
              <a:custGeom>
                <a:avLst/>
                <a:gdLst>
                  <a:gd name="connsiteX0" fmla="*/ 2910 w 7597"/>
                  <a:gd name="connsiteY0" fmla="*/ 793 h 6567"/>
                  <a:gd name="connsiteX1" fmla="*/ 115 w 7597"/>
                  <a:gd name="connsiteY1" fmla="*/ 5342 h 6567"/>
                  <a:gd name="connsiteX2" fmla="*/ 2910 w 7597"/>
                  <a:gd name="connsiteY2" fmla="*/ 793 h 6567"/>
                </a:gdLst>
                <a:ahLst/>
                <a:cxnLst>
                  <a:cxn ang="0">
                    <a:pos x="connsiteX0" y="connsiteY0"/>
                  </a:cxn>
                  <a:cxn ang="0">
                    <a:pos x="connsiteX1" y="connsiteY1"/>
                  </a:cxn>
                  <a:cxn ang="0">
                    <a:pos x="connsiteX2" y="connsiteY2"/>
                  </a:cxn>
                </a:cxnLst>
                <a:rect l="l" t="t" r="r" b="b"/>
                <a:pathLst>
                  <a:path w="7597" h="6567">
                    <a:moveTo>
                      <a:pt x="2910" y="793"/>
                    </a:moveTo>
                    <a:cubicBezTo>
                      <a:pt x="853" y="1970"/>
                      <a:pt x="-399" y="3999"/>
                      <a:pt x="115" y="5342"/>
                    </a:cubicBezTo>
                    <a:cubicBezTo>
                      <a:pt x="4156" y="10679"/>
                      <a:pt x="13066" y="-3402"/>
                      <a:pt x="2910" y="79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0" name="Freeform: Shape 2049">
                <a:extLst>
                  <a:ext uri="{FF2B5EF4-FFF2-40B4-BE49-F238E27FC236}">
                    <a16:creationId xmlns:a16="http://schemas.microsoft.com/office/drawing/2014/main" id="{2C59031B-40A2-CC57-C44B-889E1A6B7239}"/>
                  </a:ext>
                </a:extLst>
              </p:cNvPr>
              <p:cNvSpPr/>
              <p:nvPr/>
            </p:nvSpPr>
            <p:spPr>
              <a:xfrm>
                <a:off x="8362584" y="5689223"/>
                <a:ext cx="8478" cy="6599"/>
              </a:xfrm>
              <a:custGeom>
                <a:avLst/>
                <a:gdLst>
                  <a:gd name="connsiteX0" fmla="*/ 3066 w 8478"/>
                  <a:gd name="connsiteY0" fmla="*/ 316 h 6599"/>
                  <a:gd name="connsiteX1" fmla="*/ 5410 w 8478"/>
                  <a:gd name="connsiteY1" fmla="*/ 6288 h 6599"/>
                  <a:gd name="connsiteX2" fmla="*/ 3066 w 8478"/>
                  <a:gd name="connsiteY2" fmla="*/ 316 h 6599"/>
                </a:gdLst>
                <a:ahLst/>
                <a:cxnLst>
                  <a:cxn ang="0">
                    <a:pos x="connsiteX0" y="connsiteY0"/>
                  </a:cxn>
                  <a:cxn ang="0">
                    <a:pos x="connsiteX1" y="connsiteY1"/>
                  </a:cxn>
                  <a:cxn ang="0">
                    <a:pos x="connsiteX2" y="connsiteY2"/>
                  </a:cxn>
                </a:cxnLst>
                <a:rect l="l" t="t" r="r" b="b"/>
                <a:pathLst>
                  <a:path w="8478" h="6599">
                    <a:moveTo>
                      <a:pt x="3066" y="316"/>
                    </a:moveTo>
                    <a:cubicBezTo>
                      <a:pt x="-2517" y="2070"/>
                      <a:pt x="284" y="8014"/>
                      <a:pt x="5410" y="6288"/>
                    </a:cubicBezTo>
                    <a:cubicBezTo>
                      <a:pt x="10987" y="4534"/>
                      <a:pt x="8210" y="-1427"/>
                      <a:pt x="3066" y="3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1" name="Freeform: Shape 2050">
                <a:extLst>
                  <a:ext uri="{FF2B5EF4-FFF2-40B4-BE49-F238E27FC236}">
                    <a16:creationId xmlns:a16="http://schemas.microsoft.com/office/drawing/2014/main" id="{9E2D4A5B-841B-3873-879E-6EFA1BE884B7}"/>
                  </a:ext>
                </a:extLst>
              </p:cNvPr>
              <p:cNvSpPr/>
              <p:nvPr/>
            </p:nvSpPr>
            <p:spPr>
              <a:xfrm>
                <a:off x="8435143" y="5880772"/>
                <a:ext cx="8705" cy="6763"/>
              </a:xfrm>
              <a:custGeom>
                <a:avLst/>
                <a:gdLst>
                  <a:gd name="connsiteX0" fmla="*/ 3123 w 8705"/>
                  <a:gd name="connsiteY0" fmla="*/ 265 h 6763"/>
                  <a:gd name="connsiteX1" fmla="*/ 5580 w 8705"/>
                  <a:gd name="connsiteY1" fmla="*/ 6501 h 6763"/>
                  <a:gd name="connsiteX2" fmla="*/ 3123 w 8705"/>
                  <a:gd name="connsiteY2" fmla="*/ 265 h 6763"/>
                </a:gdLst>
                <a:ahLst/>
                <a:cxnLst>
                  <a:cxn ang="0">
                    <a:pos x="connsiteX0" y="connsiteY0"/>
                  </a:cxn>
                  <a:cxn ang="0">
                    <a:pos x="connsiteX1" y="connsiteY1"/>
                  </a:cxn>
                  <a:cxn ang="0">
                    <a:pos x="connsiteX2" y="connsiteY2"/>
                  </a:cxn>
                </a:cxnLst>
                <a:rect l="l" t="t" r="r" b="b"/>
                <a:pathLst>
                  <a:path w="8705" h="6763">
                    <a:moveTo>
                      <a:pt x="3123" y="265"/>
                    </a:moveTo>
                    <a:cubicBezTo>
                      <a:pt x="-2661" y="1934"/>
                      <a:pt x="431" y="8101"/>
                      <a:pt x="5580" y="6501"/>
                    </a:cubicBezTo>
                    <a:cubicBezTo>
                      <a:pt x="11370" y="4838"/>
                      <a:pt x="8272" y="-1346"/>
                      <a:pt x="3123" y="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2" name="Freeform: Shape 2051">
                <a:extLst>
                  <a:ext uri="{FF2B5EF4-FFF2-40B4-BE49-F238E27FC236}">
                    <a16:creationId xmlns:a16="http://schemas.microsoft.com/office/drawing/2014/main" id="{C8120F47-C0EA-92CC-DF97-1823FC5B24D3}"/>
                  </a:ext>
                </a:extLst>
              </p:cNvPr>
              <p:cNvSpPr/>
              <p:nvPr/>
            </p:nvSpPr>
            <p:spPr>
              <a:xfrm>
                <a:off x="10140316" y="7526146"/>
                <a:ext cx="13757" cy="5183"/>
              </a:xfrm>
              <a:custGeom>
                <a:avLst/>
                <a:gdLst>
                  <a:gd name="connsiteX0" fmla="*/ 3951 w 13757"/>
                  <a:gd name="connsiteY0" fmla="*/ 0 h 5183"/>
                  <a:gd name="connsiteX1" fmla="*/ 13553 w 13757"/>
                  <a:gd name="connsiteY1" fmla="*/ 4303 h 5183"/>
                  <a:gd name="connsiteX2" fmla="*/ 3951 w 13757"/>
                  <a:gd name="connsiteY2" fmla="*/ 0 h 5183"/>
                </a:gdLst>
                <a:ahLst/>
                <a:cxnLst>
                  <a:cxn ang="0">
                    <a:pos x="connsiteX0" y="connsiteY0"/>
                  </a:cxn>
                  <a:cxn ang="0">
                    <a:pos x="connsiteX1" y="connsiteY1"/>
                  </a:cxn>
                  <a:cxn ang="0">
                    <a:pos x="connsiteX2" y="connsiteY2"/>
                  </a:cxn>
                </a:cxnLst>
                <a:rect l="l" t="t" r="r" b="b"/>
                <a:pathLst>
                  <a:path w="13757" h="5183">
                    <a:moveTo>
                      <a:pt x="3951" y="0"/>
                    </a:moveTo>
                    <a:cubicBezTo>
                      <a:pt x="-7816" y="1257"/>
                      <a:pt x="10117" y="7447"/>
                      <a:pt x="13553" y="4303"/>
                    </a:cubicBezTo>
                    <a:cubicBezTo>
                      <a:pt x="15193" y="880"/>
                      <a:pt x="6506" y="120"/>
                      <a:pt x="395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3" name="Freeform: Shape 2052">
                <a:extLst>
                  <a:ext uri="{FF2B5EF4-FFF2-40B4-BE49-F238E27FC236}">
                    <a16:creationId xmlns:a16="http://schemas.microsoft.com/office/drawing/2014/main" id="{87430DCE-06F9-59C5-F596-4DAC7BDF9263}"/>
                  </a:ext>
                </a:extLst>
              </p:cNvPr>
              <p:cNvSpPr/>
              <p:nvPr/>
            </p:nvSpPr>
            <p:spPr>
              <a:xfrm>
                <a:off x="7742338" y="4935899"/>
                <a:ext cx="6974" cy="2772"/>
              </a:xfrm>
              <a:custGeom>
                <a:avLst/>
                <a:gdLst>
                  <a:gd name="connsiteX0" fmla="*/ 2607 w 6974"/>
                  <a:gd name="connsiteY0" fmla="*/ 769 h 2772"/>
                  <a:gd name="connsiteX1" fmla="*/ 6505 w 6974"/>
                  <a:gd name="connsiteY1" fmla="*/ 1067 h 2772"/>
                  <a:gd name="connsiteX2" fmla="*/ 2607 w 6974"/>
                  <a:gd name="connsiteY2" fmla="*/ 769 h 2772"/>
                </a:gdLst>
                <a:ahLst/>
                <a:cxnLst>
                  <a:cxn ang="0">
                    <a:pos x="connsiteX0" y="connsiteY0"/>
                  </a:cxn>
                  <a:cxn ang="0">
                    <a:pos x="connsiteX1" y="connsiteY1"/>
                  </a:cxn>
                  <a:cxn ang="0">
                    <a:pos x="connsiteX2" y="connsiteY2"/>
                  </a:cxn>
                </a:cxnLst>
                <a:rect l="l" t="t" r="r" b="b"/>
                <a:pathLst>
                  <a:path w="6974" h="2772">
                    <a:moveTo>
                      <a:pt x="2607" y="769"/>
                    </a:moveTo>
                    <a:cubicBezTo>
                      <a:pt x="-4268" y="3621"/>
                      <a:pt x="4390" y="3158"/>
                      <a:pt x="6505" y="1067"/>
                    </a:cubicBezTo>
                    <a:cubicBezTo>
                      <a:pt x="8482" y="-860"/>
                      <a:pt x="3647" y="324"/>
                      <a:pt x="2607" y="76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4" name="Freeform: Shape 2053">
                <a:extLst>
                  <a:ext uri="{FF2B5EF4-FFF2-40B4-BE49-F238E27FC236}">
                    <a16:creationId xmlns:a16="http://schemas.microsoft.com/office/drawing/2014/main" id="{28425BC8-67B1-37B1-D7F1-94A48E06EB1A}"/>
                  </a:ext>
                </a:extLst>
              </p:cNvPr>
              <p:cNvSpPr/>
              <p:nvPr/>
            </p:nvSpPr>
            <p:spPr>
              <a:xfrm>
                <a:off x="8873100" y="6674053"/>
                <a:ext cx="10890" cy="3263"/>
              </a:xfrm>
              <a:custGeom>
                <a:avLst/>
                <a:gdLst>
                  <a:gd name="connsiteX0" fmla="*/ 3729 w 10890"/>
                  <a:gd name="connsiteY0" fmla="*/ 26 h 3263"/>
                  <a:gd name="connsiteX1" fmla="*/ 7153 w 10890"/>
                  <a:gd name="connsiteY1" fmla="*/ 3238 h 3263"/>
                  <a:gd name="connsiteX2" fmla="*/ 3729 w 10890"/>
                  <a:gd name="connsiteY2" fmla="*/ 26 h 3263"/>
                </a:gdLst>
                <a:ahLst/>
                <a:cxnLst>
                  <a:cxn ang="0">
                    <a:pos x="connsiteX0" y="connsiteY0"/>
                  </a:cxn>
                  <a:cxn ang="0">
                    <a:pos x="connsiteX1" y="connsiteY1"/>
                  </a:cxn>
                  <a:cxn ang="0">
                    <a:pos x="connsiteX2" y="connsiteY2"/>
                  </a:cxn>
                </a:cxnLst>
                <a:rect l="l" t="t" r="r" b="b"/>
                <a:pathLst>
                  <a:path w="10890" h="3263">
                    <a:moveTo>
                      <a:pt x="3729" y="26"/>
                    </a:moveTo>
                    <a:cubicBezTo>
                      <a:pt x="-4472" y="443"/>
                      <a:pt x="2781" y="3575"/>
                      <a:pt x="7153" y="3238"/>
                    </a:cubicBezTo>
                    <a:cubicBezTo>
                      <a:pt x="15371" y="2815"/>
                      <a:pt x="8107" y="-316"/>
                      <a:pt x="3729" y="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5" name="Freeform: Shape 2054">
                <a:extLst>
                  <a:ext uri="{FF2B5EF4-FFF2-40B4-BE49-F238E27FC236}">
                    <a16:creationId xmlns:a16="http://schemas.microsoft.com/office/drawing/2014/main" id="{33524C2B-EA1E-4593-B571-783BFBB46D73}"/>
                  </a:ext>
                </a:extLst>
              </p:cNvPr>
              <p:cNvSpPr/>
              <p:nvPr/>
            </p:nvSpPr>
            <p:spPr>
              <a:xfrm>
                <a:off x="8587459" y="6406143"/>
                <a:ext cx="9955" cy="2773"/>
              </a:xfrm>
              <a:custGeom>
                <a:avLst/>
                <a:gdLst>
                  <a:gd name="connsiteX0" fmla="*/ 3665 w 9955"/>
                  <a:gd name="connsiteY0" fmla="*/ 0 h 2773"/>
                  <a:gd name="connsiteX1" fmla="*/ 9930 w 9955"/>
                  <a:gd name="connsiteY1" fmla="*/ 1354 h 2773"/>
                  <a:gd name="connsiteX2" fmla="*/ 3665 w 9955"/>
                  <a:gd name="connsiteY2" fmla="*/ 0 h 2773"/>
                </a:gdLst>
                <a:ahLst/>
                <a:cxnLst>
                  <a:cxn ang="0">
                    <a:pos x="connsiteX0" y="connsiteY0"/>
                  </a:cxn>
                  <a:cxn ang="0">
                    <a:pos x="connsiteX1" y="connsiteY1"/>
                  </a:cxn>
                  <a:cxn ang="0">
                    <a:pos x="connsiteX2" y="connsiteY2"/>
                  </a:cxn>
                </a:cxnLst>
                <a:rect l="l" t="t" r="r" b="b"/>
                <a:pathLst>
                  <a:path w="9955" h="2773">
                    <a:moveTo>
                      <a:pt x="3665" y="0"/>
                    </a:moveTo>
                    <a:cubicBezTo>
                      <a:pt x="-7587" y="731"/>
                      <a:pt x="10735" y="4920"/>
                      <a:pt x="9930" y="1354"/>
                    </a:cubicBezTo>
                    <a:cubicBezTo>
                      <a:pt x="9129" y="606"/>
                      <a:pt x="6323" y="0"/>
                      <a:pt x="366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6" name="Freeform: Shape 2055">
                <a:extLst>
                  <a:ext uri="{FF2B5EF4-FFF2-40B4-BE49-F238E27FC236}">
                    <a16:creationId xmlns:a16="http://schemas.microsoft.com/office/drawing/2014/main" id="{F1245FB9-E6A0-FA88-D1C0-BFC479E20F6A}"/>
                  </a:ext>
                </a:extLst>
              </p:cNvPr>
              <p:cNvSpPr/>
              <p:nvPr/>
            </p:nvSpPr>
            <p:spPr>
              <a:xfrm>
                <a:off x="8979674" y="6774064"/>
                <a:ext cx="11251" cy="3456"/>
              </a:xfrm>
              <a:custGeom>
                <a:avLst/>
                <a:gdLst>
                  <a:gd name="connsiteX0" fmla="*/ 3809 w 11251"/>
                  <a:gd name="connsiteY0" fmla="*/ 28 h 3456"/>
                  <a:gd name="connsiteX1" fmla="*/ 7438 w 11251"/>
                  <a:gd name="connsiteY1" fmla="*/ 3428 h 3456"/>
                  <a:gd name="connsiteX2" fmla="*/ 3809 w 11251"/>
                  <a:gd name="connsiteY2" fmla="*/ 28 h 3456"/>
                </a:gdLst>
                <a:ahLst/>
                <a:cxnLst>
                  <a:cxn ang="0">
                    <a:pos x="connsiteX0" y="connsiteY0"/>
                  </a:cxn>
                  <a:cxn ang="0">
                    <a:pos x="connsiteX1" y="connsiteY1"/>
                  </a:cxn>
                  <a:cxn ang="0">
                    <a:pos x="connsiteX2" y="connsiteY2"/>
                  </a:cxn>
                </a:cxnLst>
                <a:rect l="l" t="t" r="r" b="b"/>
                <a:pathLst>
                  <a:path w="11251" h="3456">
                    <a:moveTo>
                      <a:pt x="3809" y="28"/>
                    </a:moveTo>
                    <a:cubicBezTo>
                      <a:pt x="-4644" y="479"/>
                      <a:pt x="2975" y="3795"/>
                      <a:pt x="7438" y="3428"/>
                    </a:cubicBezTo>
                    <a:cubicBezTo>
                      <a:pt x="15902" y="2977"/>
                      <a:pt x="8272" y="-337"/>
                      <a:pt x="3809" y="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7" name="Freeform: Shape 2056">
                <a:extLst>
                  <a:ext uri="{FF2B5EF4-FFF2-40B4-BE49-F238E27FC236}">
                    <a16:creationId xmlns:a16="http://schemas.microsoft.com/office/drawing/2014/main" id="{927FDF2F-22E3-10A9-3D35-11133E27BAE4}"/>
                  </a:ext>
                </a:extLst>
              </p:cNvPr>
              <p:cNvSpPr/>
              <p:nvPr/>
            </p:nvSpPr>
            <p:spPr>
              <a:xfrm>
                <a:off x="8677356" y="6490514"/>
                <a:ext cx="10247" cy="2930"/>
              </a:xfrm>
              <a:custGeom>
                <a:avLst/>
                <a:gdLst>
                  <a:gd name="connsiteX0" fmla="*/ 3735 w 10247"/>
                  <a:gd name="connsiteY0" fmla="*/ 0 h 2930"/>
                  <a:gd name="connsiteX1" fmla="*/ 10215 w 10247"/>
                  <a:gd name="connsiteY1" fmla="*/ 1434 h 2930"/>
                  <a:gd name="connsiteX2" fmla="*/ 3735 w 10247"/>
                  <a:gd name="connsiteY2" fmla="*/ 0 h 2930"/>
                </a:gdLst>
                <a:ahLst/>
                <a:cxnLst>
                  <a:cxn ang="0">
                    <a:pos x="connsiteX0" y="connsiteY0"/>
                  </a:cxn>
                  <a:cxn ang="0">
                    <a:pos x="connsiteX1" y="connsiteY1"/>
                  </a:cxn>
                  <a:cxn ang="0">
                    <a:pos x="connsiteX2" y="connsiteY2"/>
                  </a:cxn>
                </a:cxnLst>
                <a:rect l="l" t="t" r="r" b="b"/>
                <a:pathLst>
                  <a:path w="10247" h="2930">
                    <a:moveTo>
                      <a:pt x="3735" y="0"/>
                    </a:moveTo>
                    <a:cubicBezTo>
                      <a:pt x="-7793" y="772"/>
                      <a:pt x="11130" y="5195"/>
                      <a:pt x="10215" y="1434"/>
                    </a:cubicBezTo>
                    <a:cubicBezTo>
                      <a:pt x="9370" y="640"/>
                      <a:pt x="6472" y="0"/>
                      <a:pt x="373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8" name="Freeform: Shape 2057">
                <a:extLst>
                  <a:ext uri="{FF2B5EF4-FFF2-40B4-BE49-F238E27FC236}">
                    <a16:creationId xmlns:a16="http://schemas.microsoft.com/office/drawing/2014/main" id="{8D02FE32-CD03-224D-F739-BB09B5D04D84}"/>
                  </a:ext>
                </a:extLst>
              </p:cNvPr>
              <p:cNvSpPr/>
              <p:nvPr/>
            </p:nvSpPr>
            <p:spPr>
              <a:xfrm>
                <a:off x="9092506" y="6880134"/>
                <a:ext cx="11613" cy="3686"/>
              </a:xfrm>
              <a:custGeom>
                <a:avLst/>
                <a:gdLst>
                  <a:gd name="connsiteX0" fmla="*/ 4053 w 11613"/>
                  <a:gd name="connsiteY0" fmla="*/ 0 h 3686"/>
                  <a:gd name="connsiteX1" fmla="*/ 11539 w 11613"/>
                  <a:gd name="connsiteY1" fmla="*/ 1805 h 3686"/>
                  <a:gd name="connsiteX2" fmla="*/ 4053 w 11613"/>
                  <a:gd name="connsiteY2" fmla="*/ 0 h 3686"/>
                </a:gdLst>
                <a:ahLst/>
                <a:cxnLst>
                  <a:cxn ang="0">
                    <a:pos x="connsiteX0" y="connsiteY0"/>
                  </a:cxn>
                  <a:cxn ang="0">
                    <a:pos x="connsiteX1" y="connsiteY1"/>
                  </a:cxn>
                  <a:cxn ang="0">
                    <a:pos x="connsiteX2" y="connsiteY2"/>
                  </a:cxn>
                </a:cxnLst>
                <a:rect l="l" t="t" r="r" b="b"/>
                <a:pathLst>
                  <a:path w="11613" h="3686">
                    <a:moveTo>
                      <a:pt x="4053" y="0"/>
                    </a:moveTo>
                    <a:cubicBezTo>
                      <a:pt x="-8760" y="966"/>
                      <a:pt x="13037" y="6538"/>
                      <a:pt x="11539" y="1805"/>
                    </a:cubicBezTo>
                    <a:cubicBezTo>
                      <a:pt x="10471" y="811"/>
                      <a:pt x="7128" y="0"/>
                      <a:pt x="405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9" name="Freeform: Shape 2058">
                <a:extLst>
                  <a:ext uri="{FF2B5EF4-FFF2-40B4-BE49-F238E27FC236}">
                    <a16:creationId xmlns:a16="http://schemas.microsoft.com/office/drawing/2014/main" id="{A4422DE4-52AC-59DD-7803-9D53204D571F}"/>
                  </a:ext>
                </a:extLst>
              </p:cNvPr>
              <p:cNvSpPr/>
              <p:nvPr/>
            </p:nvSpPr>
            <p:spPr>
              <a:xfrm>
                <a:off x="8772526" y="6579666"/>
                <a:ext cx="10549" cy="3077"/>
              </a:xfrm>
              <a:custGeom>
                <a:avLst/>
                <a:gdLst>
                  <a:gd name="connsiteX0" fmla="*/ 3656 w 10549"/>
                  <a:gd name="connsiteY0" fmla="*/ 24 h 3077"/>
                  <a:gd name="connsiteX1" fmla="*/ 6891 w 10549"/>
                  <a:gd name="connsiteY1" fmla="*/ 3053 h 3077"/>
                  <a:gd name="connsiteX2" fmla="*/ 3656 w 10549"/>
                  <a:gd name="connsiteY2" fmla="*/ 24 h 3077"/>
                </a:gdLst>
                <a:ahLst/>
                <a:cxnLst>
                  <a:cxn ang="0">
                    <a:pos x="connsiteX0" y="connsiteY0"/>
                  </a:cxn>
                  <a:cxn ang="0">
                    <a:pos x="connsiteX1" y="connsiteY1"/>
                  </a:cxn>
                  <a:cxn ang="0">
                    <a:pos x="connsiteX2" y="connsiteY2"/>
                  </a:cxn>
                </a:cxnLst>
                <a:rect l="l" t="t" r="r" b="b"/>
                <a:pathLst>
                  <a:path w="10549" h="3077">
                    <a:moveTo>
                      <a:pt x="3656" y="24"/>
                    </a:moveTo>
                    <a:cubicBezTo>
                      <a:pt x="-4311" y="413"/>
                      <a:pt x="2599" y="3373"/>
                      <a:pt x="6891" y="3053"/>
                    </a:cubicBezTo>
                    <a:cubicBezTo>
                      <a:pt x="14863" y="2665"/>
                      <a:pt x="7948" y="-296"/>
                      <a:pt x="3656" y="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0" name="Freeform: Shape 2059">
                <a:extLst>
                  <a:ext uri="{FF2B5EF4-FFF2-40B4-BE49-F238E27FC236}">
                    <a16:creationId xmlns:a16="http://schemas.microsoft.com/office/drawing/2014/main" id="{79F75E79-61AA-6E83-E33A-3836B5F1D60C}"/>
                  </a:ext>
                </a:extLst>
              </p:cNvPr>
              <p:cNvSpPr/>
              <p:nvPr/>
            </p:nvSpPr>
            <p:spPr>
              <a:xfrm>
                <a:off x="9212720" y="6992762"/>
                <a:ext cx="12050" cy="3904"/>
              </a:xfrm>
              <a:custGeom>
                <a:avLst/>
                <a:gdLst>
                  <a:gd name="connsiteX0" fmla="*/ 3975 w 12050"/>
                  <a:gd name="connsiteY0" fmla="*/ 32 h 3904"/>
                  <a:gd name="connsiteX1" fmla="*/ 8072 w 12050"/>
                  <a:gd name="connsiteY1" fmla="*/ 3872 h 3904"/>
                  <a:gd name="connsiteX2" fmla="*/ 3975 w 12050"/>
                  <a:gd name="connsiteY2" fmla="*/ 32 h 3904"/>
                </a:gdLst>
                <a:ahLst/>
                <a:cxnLst>
                  <a:cxn ang="0">
                    <a:pos x="connsiteX0" y="connsiteY0"/>
                  </a:cxn>
                  <a:cxn ang="0">
                    <a:pos x="connsiteX1" y="connsiteY1"/>
                  </a:cxn>
                  <a:cxn ang="0">
                    <a:pos x="connsiteX2" y="connsiteY2"/>
                  </a:cxn>
                </a:cxnLst>
                <a:rect l="l" t="t" r="r" b="b"/>
                <a:pathLst>
                  <a:path w="12050" h="3904">
                    <a:moveTo>
                      <a:pt x="3975" y="32"/>
                    </a:moveTo>
                    <a:cubicBezTo>
                      <a:pt x="-5021" y="557"/>
                      <a:pt x="3420" y="4289"/>
                      <a:pt x="8072" y="3872"/>
                    </a:cubicBezTo>
                    <a:cubicBezTo>
                      <a:pt x="17074" y="3352"/>
                      <a:pt x="8632" y="-380"/>
                      <a:pt x="3975" y="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1" name="Freeform: Shape 2060">
                <a:extLst>
                  <a:ext uri="{FF2B5EF4-FFF2-40B4-BE49-F238E27FC236}">
                    <a16:creationId xmlns:a16="http://schemas.microsoft.com/office/drawing/2014/main" id="{73AF2147-3E5C-129D-648E-688FE509154B}"/>
                  </a:ext>
                </a:extLst>
              </p:cNvPr>
              <p:cNvSpPr/>
              <p:nvPr/>
            </p:nvSpPr>
            <p:spPr>
              <a:xfrm>
                <a:off x="9477500" y="7241227"/>
                <a:ext cx="12980" cy="4464"/>
              </a:xfrm>
              <a:custGeom>
                <a:avLst/>
                <a:gdLst>
                  <a:gd name="connsiteX0" fmla="*/ 4148 w 12980"/>
                  <a:gd name="connsiteY0" fmla="*/ 38 h 4464"/>
                  <a:gd name="connsiteX1" fmla="*/ 8828 w 12980"/>
                  <a:gd name="connsiteY1" fmla="*/ 4427 h 4464"/>
                  <a:gd name="connsiteX2" fmla="*/ 4148 w 12980"/>
                  <a:gd name="connsiteY2" fmla="*/ 38 h 4464"/>
                </a:gdLst>
                <a:ahLst/>
                <a:cxnLst>
                  <a:cxn ang="0">
                    <a:pos x="connsiteX0" y="connsiteY0"/>
                  </a:cxn>
                  <a:cxn ang="0">
                    <a:pos x="connsiteX1" y="connsiteY1"/>
                  </a:cxn>
                  <a:cxn ang="0">
                    <a:pos x="connsiteX2" y="connsiteY2"/>
                  </a:cxn>
                </a:cxnLst>
                <a:rect l="l" t="t" r="r" b="b"/>
                <a:pathLst>
                  <a:path w="12980" h="4464">
                    <a:moveTo>
                      <a:pt x="4148" y="38"/>
                    </a:moveTo>
                    <a:cubicBezTo>
                      <a:pt x="-5459" y="661"/>
                      <a:pt x="3982" y="4907"/>
                      <a:pt x="8828" y="4427"/>
                    </a:cubicBezTo>
                    <a:cubicBezTo>
                      <a:pt x="18446" y="3804"/>
                      <a:pt x="8994" y="-442"/>
                      <a:pt x="4148"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2" name="Freeform: Shape 2061">
                <a:extLst>
                  <a:ext uri="{FF2B5EF4-FFF2-40B4-BE49-F238E27FC236}">
                    <a16:creationId xmlns:a16="http://schemas.microsoft.com/office/drawing/2014/main" id="{A14DCD0D-5969-855F-5D88-AD9B1DED1A06}"/>
                  </a:ext>
                </a:extLst>
              </p:cNvPr>
              <p:cNvSpPr/>
              <p:nvPr/>
            </p:nvSpPr>
            <p:spPr>
              <a:xfrm>
                <a:off x="9624002" y="7378698"/>
                <a:ext cx="13499" cy="4785"/>
              </a:xfrm>
              <a:custGeom>
                <a:avLst/>
                <a:gdLst>
                  <a:gd name="connsiteX0" fmla="*/ 4241 w 13499"/>
                  <a:gd name="connsiteY0" fmla="*/ 41 h 4785"/>
                  <a:gd name="connsiteX1" fmla="*/ 9253 w 13499"/>
                  <a:gd name="connsiteY1" fmla="*/ 4745 h 4785"/>
                  <a:gd name="connsiteX2" fmla="*/ 4241 w 13499"/>
                  <a:gd name="connsiteY2" fmla="*/ 41 h 4785"/>
                </a:gdLst>
                <a:ahLst/>
                <a:cxnLst>
                  <a:cxn ang="0">
                    <a:pos x="connsiteX0" y="connsiteY0"/>
                  </a:cxn>
                  <a:cxn ang="0">
                    <a:pos x="connsiteX1" y="connsiteY1"/>
                  </a:cxn>
                  <a:cxn ang="0">
                    <a:pos x="connsiteX2" y="connsiteY2"/>
                  </a:cxn>
                </a:cxnLst>
                <a:rect l="l" t="t" r="r" b="b"/>
                <a:pathLst>
                  <a:path w="13499" h="4785">
                    <a:moveTo>
                      <a:pt x="4241" y="41"/>
                    </a:moveTo>
                    <a:cubicBezTo>
                      <a:pt x="-5703" y="722"/>
                      <a:pt x="4304" y="5259"/>
                      <a:pt x="9253" y="4745"/>
                    </a:cubicBezTo>
                    <a:cubicBezTo>
                      <a:pt x="19209" y="4065"/>
                      <a:pt x="9190" y="-479"/>
                      <a:pt x="4241" y="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3" name="Freeform: Shape 2062">
                <a:extLst>
                  <a:ext uri="{FF2B5EF4-FFF2-40B4-BE49-F238E27FC236}">
                    <a16:creationId xmlns:a16="http://schemas.microsoft.com/office/drawing/2014/main" id="{6199FF63-76F7-BCA7-4F6C-0E54137FA47A}"/>
                  </a:ext>
                </a:extLst>
              </p:cNvPr>
              <p:cNvSpPr/>
              <p:nvPr/>
            </p:nvSpPr>
            <p:spPr>
              <a:xfrm>
                <a:off x="9340702" y="7112859"/>
                <a:ext cx="12499" cy="4173"/>
              </a:xfrm>
              <a:custGeom>
                <a:avLst/>
                <a:gdLst>
                  <a:gd name="connsiteX0" fmla="*/ 4059 w 12499"/>
                  <a:gd name="connsiteY0" fmla="*/ 35 h 4173"/>
                  <a:gd name="connsiteX1" fmla="*/ 8437 w 12499"/>
                  <a:gd name="connsiteY1" fmla="*/ 4138 h 4173"/>
                  <a:gd name="connsiteX2" fmla="*/ 4059 w 12499"/>
                  <a:gd name="connsiteY2" fmla="*/ 35 h 4173"/>
                </a:gdLst>
                <a:ahLst/>
                <a:cxnLst>
                  <a:cxn ang="0">
                    <a:pos x="connsiteX0" y="connsiteY0"/>
                  </a:cxn>
                  <a:cxn ang="0">
                    <a:pos x="connsiteX1" y="connsiteY1"/>
                  </a:cxn>
                  <a:cxn ang="0">
                    <a:pos x="connsiteX2" y="connsiteY2"/>
                  </a:cxn>
                </a:cxnLst>
                <a:rect l="l" t="t" r="r" b="b"/>
                <a:pathLst>
                  <a:path w="12499" h="4173">
                    <a:moveTo>
                      <a:pt x="4059" y="35"/>
                    </a:moveTo>
                    <a:cubicBezTo>
                      <a:pt x="-5233" y="607"/>
                      <a:pt x="3688" y="4584"/>
                      <a:pt x="8437" y="4138"/>
                    </a:cubicBezTo>
                    <a:cubicBezTo>
                      <a:pt x="17736" y="3567"/>
                      <a:pt x="8809" y="-411"/>
                      <a:pt x="4059"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4" name="Freeform: Shape 2063">
                <a:extLst>
                  <a:ext uri="{FF2B5EF4-FFF2-40B4-BE49-F238E27FC236}">
                    <a16:creationId xmlns:a16="http://schemas.microsoft.com/office/drawing/2014/main" id="{B2D0DD90-A68A-86A3-169D-78776E6C1D8F}"/>
                  </a:ext>
                </a:extLst>
              </p:cNvPr>
              <p:cNvSpPr/>
              <p:nvPr/>
            </p:nvSpPr>
            <p:spPr>
              <a:xfrm>
                <a:off x="8135079" y="5743868"/>
                <a:ext cx="8634" cy="5919"/>
              </a:xfrm>
              <a:custGeom>
                <a:avLst/>
                <a:gdLst>
                  <a:gd name="connsiteX0" fmla="*/ 3355 w 8634"/>
                  <a:gd name="connsiteY0" fmla="*/ 78 h 5919"/>
                  <a:gd name="connsiteX1" fmla="*/ 8601 w 8634"/>
                  <a:gd name="connsiteY1" fmla="*/ 2301 h 5919"/>
                  <a:gd name="connsiteX2" fmla="*/ 3355 w 8634"/>
                  <a:gd name="connsiteY2" fmla="*/ 78 h 5919"/>
                </a:gdLst>
                <a:ahLst/>
                <a:cxnLst>
                  <a:cxn ang="0">
                    <a:pos x="connsiteX0" y="connsiteY0"/>
                  </a:cxn>
                  <a:cxn ang="0">
                    <a:pos x="connsiteX1" y="connsiteY1"/>
                  </a:cxn>
                  <a:cxn ang="0">
                    <a:pos x="connsiteX2" y="connsiteY2"/>
                  </a:cxn>
                </a:cxnLst>
                <a:rect l="l" t="t" r="r" b="b"/>
                <a:pathLst>
                  <a:path w="8634" h="5919">
                    <a:moveTo>
                      <a:pt x="3355" y="78"/>
                    </a:moveTo>
                    <a:cubicBezTo>
                      <a:pt x="-6818" y="3336"/>
                      <a:pt x="9470" y="10108"/>
                      <a:pt x="8601" y="2301"/>
                    </a:cubicBezTo>
                    <a:cubicBezTo>
                      <a:pt x="8001" y="695"/>
                      <a:pt x="5652" y="-293"/>
                      <a:pt x="3355" y="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5" name="Freeform: Shape 2064">
                <a:extLst>
                  <a:ext uri="{FF2B5EF4-FFF2-40B4-BE49-F238E27FC236}">
                    <a16:creationId xmlns:a16="http://schemas.microsoft.com/office/drawing/2014/main" id="{CE88EBE4-163F-4325-BEB5-CAF816A26F31}"/>
                  </a:ext>
                </a:extLst>
              </p:cNvPr>
              <p:cNvSpPr/>
              <p:nvPr/>
            </p:nvSpPr>
            <p:spPr>
              <a:xfrm>
                <a:off x="8502239" y="6326161"/>
                <a:ext cx="9684" cy="2632"/>
              </a:xfrm>
              <a:custGeom>
                <a:avLst/>
                <a:gdLst>
                  <a:gd name="connsiteX0" fmla="*/ 3595 w 9684"/>
                  <a:gd name="connsiteY0" fmla="*/ 0 h 2632"/>
                  <a:gd name="connsiteX1" fmla="*/ 9665 w 9684"/>
                  <a:gd name="connsiteY1" fmla="*/ 1286 h 2632"/>
                  <a:gd name="connsiteX2" fmla="*/ 3595 w 9684"/>
                  <a:gd name="connsiteY2" fmla="*/ 0 h 2632"/>
                </a:gdLst>
                <a:ahLst/>
                <a:cxnLst>
                  <a:cxn ang="0">
                    <a:pos x="connsiteX0" y="connsiteY0"/>
                  </a:cxn>
                  <a:cxn ang="0">
                    <a:pos x="connsiteX1" y="connsiteY1"/>
                  </a:cxn>
                  <a:cxn ang="0">
                    <a:pos x="connsiteX2" y="connsiteY2"/>
                  </a:cxn>
                </a:cxnLst>
                <a:rect l="l" t="t" r="r" b="b"/>
                <a:pathLst>
                  <a:path w="9684" h="2632">
                    <a:moveTo>
                      <a:pt x="3595" y="0"/>
                    </a:moveTo>
                    <a:cubicBezTo>
                      <a:pt x="-7389" y="692"/>
                      <a:pt x="10367" y="4669"/>
                      <a:pt x="9665" y="1286"/>
                    </a:cubicBezTo>
                    <a:cubicBezTo>
                      <a:pt x="8904" y="578"/>
                      <a:pt x="6190" y="0"/>
                      <a:pt x="359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6" name="Freeform: Shape 2065">
                <a:extLst>
                  <a:ext uri="{FF2B5EF4-FFF2-40B4-BE49-F238E27FC236}">
                    <a16:creationId xmlns:a16="http://schemas.microsoft.com/office/drawing/2014/main" id="{D85FDDD6-DB1A-872A-1207-F7D31464E3AF}"/>
                  </a:ext>
                </a:extLst>
              </p:cNvPr>
              <p:cNvSpPr/>
              <p:nvPr/>
            </p:nvSpPr>
            <p:spPr>
              <a:xfrm>
                <a:off x="7951810" y="5414147"/>
                <a:ext cx="8018" cy="4578"/>
              </a:xfrm>
              <a:custGeom>
                <a:avLst/>
                <a:gdLst>
                  <a:gd name="connsiteX0" fmla="*/ 3166 w 8018"/>
                  <a:gd name="connsiteY0" fmla="*/ 141 h 4578"/>
                  <a:gd name="connsiteX1" fmla="*/ 7996 w 8018"/>
                  <a:gd name="connsiteY1" fmla="*/ 1535 h 4578"/>
                  <a:gd name="connsiteX2" fmla="*/ 3166 w 8018"/>
                  <a:gd name="connsiteY2" fmla="*/ 141 h 4578"/>
                </a:gdLst>
                <a:ahLst/>
                <a:cxnLst>
                  <a:cxn ang="0">
                    <a:pos x="connsiteX0" y="connsiteY0"/>
                  </a:cxn>
                  <a:cxn ang="0">
                    <a:pos x="connsiteX1" y="connsiteY1"/>
                  </a:cxn>
                  <a:cxn ang="0">
                    <a:pos x="connsiteX2" y="connsiteY2"/>
                  </a:cxn>
                </a:cxnLst>
                <a:rect l="l" t="t" r="r" b="b"/>
                <a:pathLst>
                  <a:path w="8018" h="4578">
                    <a:moveTo>
                      <a:pt x="3166" y="141"/>
                    </a:moveTo>
                    <a:cubicBezTo>
                      <a:pt x="-6349" y="3381"/>
                      <a:pt x="8682" y="7519"/>
                      <a:pt x="7996" y="1535"/>
                    </a:cubicBezTo>
                    <a:cubicBezTo>
                      <a:pt x="7475" y="324"/>
                      <a:pt x="5309" y="-299"/>
                      <a:pt x="3166" y="1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7" name="Freeform: Shape 2066">
                <a:extLst>
                  <a:ext uri="{FF2B5EF4-FFF2-40B4-BE49-F238E27FC236}">
                    <a16:creationId xmlns:a16="http://schemas.microsoft.com/office/drawing/2014/main" id="{6E11061C-BAC5-4412-F7B7-873BE5100F58}"/>
                  </a:ext>
                </a:extLst>
              </p:cNvPr>
              <p:cNvSpPr/>
              <p:nvPr/>
            </p:nvSpPr>
            <p:spPr>
              <a:xfrm>
                <a:off x="8071040" y="5604990"/>
                <a:ext cx="8368" cy="3283"/>
              </a:xfrm>
              <a:custGeom>
                <a:avLst/>
                <a:gdLst>
                  <a:gd name="connsiteX0" fmla="*/ 3249 w 8368"/>
                  <a:gd name="connsiteY0" fmla="*/ 162 h 3283"/>
                  <a:gd name="connsiteX1" fmla="*/ 8346 w 8368"/>
                  <a:gd name="connsiteY1" fmla="*/ 939 h 3283"/>
                  <a:gd name="connsiteX2" fmla="*/ 3249 w 8368"/>
                  <a:gd name="connsiteY2" fmla="*/ 162 h 3283"/>
                </a:gdLst>
                <a:ahLst/>
                <a:cxnLst>
                  <a:cxn ang="0">
                    <a:pos x="connsiteX0" y="connsiteY0"/>
                  </a:cxn>
                  <a:cxn ang="0">
                    <a:pos x="connsiteX1" y="connsiteY1"/>
                  </a:cxn>
                  <a:cxn ang="0">
                    <a:pos x="connsiteX2" y="connsiteY2"/>
                  </a:cxn>
                </a:cxnLst>
                <a:rect l="l" t="t" r="r" b="b"/>
                <a:pathLst>
                  <a:path w="8368" h="3283">
                    <a:moveTo>
                      <a:pt x="3249" y="162"/>
                    </a:moveTo>
                    <a:cubicBezTo>
                      <a:pt x="-6559" y="2831"/>
                      <a:pt x="9032" y="5220"/>
                      <a:pt x="8346" y="939"/>
                    </a:cubicBezTo>
                    <a:cubicBezTo>
                      <a:pt x="7775" y="105"/>
                      <a:pt x="5494" y="-227"/>
                      <a:pt x="3249" y="16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8" name="Freeform: Shape 2067">
                <a:extLst>
                  <a:ext uri="{FF2B5EF4-FFF2-40B4-BE49-F238E27FC236}">
                    <a16:creationId xmlns:a16="http://schemas.microsoft.com/office/drawing/2014/main" id="{58D651D9-0951-82D3-84DD-254753163DFC}"/>
                  </a:ext>
                </a:extLst>
              </p:cNvPr>
              <p:cNvSpPr/>
              <p:nvPr/>
            </p:nvSpPr>
            <p:spPr>
              <a:xfrm>
                <a:off x="8010067" y="5530492"/>
                <a:ext cx="8175" cy="3376"/>
              </a:xfrm>
              <a:custGeom>
                <a:avLst/>
                <a:gdLst>
                  <a:gd name="connsiteX0" fmla="*/ 3203 w 8175"/>
                  <a:gd name="connsiteY0" fmla="*/ 147 h 3376"/>
                  <a:gd name="connsiteX1" fmla="*/ 8158 w 8175"/>
                  <a:gd name="connsiteY1" fmla="*/ 1022 h 3376"/>
                  <a:gd name="connsiteX2" fmla="*/ 3203 w 8175"/>
                  <a:gd name="connsiteY2" fmla="*/ 147 h 3376"/>
                </a:gdLst>
                <a:ahLst/>
                <a:cxnLst>
                  <a:cxn ang="0">
                    <a:pos x="connsiteX0" y="connsiteY0"/>
                  </a:cxn>
                  <a:cxn ang="0">
                    <a:pos x="connsiteX1" y="connsiteY1"/>
                  </a:cxn>
                  <a:cxn ang="0">
                    <a:pos x="connsiteX2" y="connsiteY2"/>
                  </a:cxn>
                </a:cxnLst>
                <a:rect l="l" t="t" r="r" b="b"/>
                <a:pathLst>
                  <a:path w="8175" h="3376">
                    <a:moveTo>
                      <a:pt x="3203" y="147"/>
                    </a:moveTo>
                    <a:cubicBezTo>
                      <a:pt x="-6421" y="2839"/>
                      <a:pt x="8770" y="5388"/>
                      <a:pt x="8158" y="1022"/>
                    </a:cubicBezTo>
                    <a:cubicBezTo>
                      <a:pt x="7615" y="153"/>
                      <a:pt x="5397" y="-236"/>
                      <a:pt x="3203" y="1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9" name="Freeform: Shape 2068">
                <a:extLst>
                  <a:ext uri="{FF2B5EF4-FFF2-40B4-BE49-F238E27FC236}">
                    <a16:creationId xmlns:a16="http://schemas.microsoft.com/office/drawing/2014/main" id="{129BEBB8-9CE2-0B60-24E5-84FF88C7F593}"/>
                  </a:ext>
                </a:extLst>
              </p:cNvPr>
              <p:cNvSpPr/>
              <p:nvPr/>
            </p:nvSpPr>
            <p:spPr>
              <a:xfrm>
                <a:off x="7842739" y="5129501"/>
                <a:ext cx="7496" cy="5108"/>
              </a:xfrm>
              <a:custGeom>
                <a:avLst/>
                <a:gdLst>
                  <a:gd name="connsiteX0" fmla="*/ 2881 w 7496"/>
                  <a:gd name="connsiteY0" fmla="*/ 317 h 5108"/>
                  <a:gd name="connsiteX1" fmla="*/ 4612 w 7496"/>
                  <a:gd name="connsiteY1" fmla="*/ 4803 h 5108"/>
                  <a:gd name="connsiteX2" fmla="*/ 2881 w 7496"/>
                  <a:gd name="connsiteY2" fmla="*/ 317 h 5108"/>
                </a:gdLst>
                <a:ahLst/>
                <a:cxnLst>
                  <a:cxn ang="0">
                    <a:pos x="connsiteX0" y="connsiteY0"/>
                  </a:cxn>
                  <a:cxn ang="0">
                    <a:pos x="connsiteX1" y="connsiteY1"/>
                  </a:cxn>
                  <a:cxn ang="0">
                    <a:pos x="connsiteX2" y="connsiteY2"/>
                  </a:cxn>
                </a:cxnLst>
                <a:rect l="l" t="t" r="r" b="b"/>
                <a:pathLst>
                  <a:path w="7496" h="5108">
                    <a:moveTo>
                      <a:pt x="2881" y="317"/>
                    </a:moveTo>
                    <a:cubicBezTo>
                      <a:pt x="-2120" y="1854"/>
                      <a:pt x="-5" y="6306"/>
                      <a:pt x="4612" y="4803"/>
                    </a:cubicBezTo>
                    <a:cubicBezTo>
                      <a:pt x="9602" y="3254"/>
                      <a:pt x="7527" y="-1221"/>
                      <a:pt x="2881" y="3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0" name="Freeform: Shape 2069">
                <a:extLst>
                  <a:ext uri="{FF2B5EF4-FFF2-40B4-BE49-F238E27FC236}">
                    <a16:creationId xmlns:a16="http://schemas.microsoft.com/office/drawing/2014/main" id="{DAA3523D-D18F-4EED-8421-65B442B75E23}"/>
                  </a:ext>
                </a:extLst>
              </p:cNvPr>
              <p:cNvSpPr/>
              <p:nvPr/>
            </p:nvSpPr>
            <p:spPr>
              <a:xfrm>
                <a:off x="7791268" y="5009375"/>
                <a:ext cx="7512" cy="4033"/>
              </a:xfrm>
              <a:custGeom>
                <a:avLst/>
                <a:gdLst>
                  <a:gd name="connsiteX0" fmla="*/ 3003 w 7512"/>
                  <a:gd name="connsiteY0" fmla="*/ 428 h 4033"/>
                  <a:gd name="connsiteX1" fmla="*/ 7489 w 7512"/>
                  <a:gd name="connsiteY1" fmla="*/ 822 h 4033"/>
                  <a:gd name="connsiteX2" fmla="*/ 3003 w 7512"/>
                  <a:gd name="connsiteY2" fmla="*/ 428 h 4033"/>
                </a:gdLst>
                <a:ahLst/>
                <a:cxnLst>
                  <a:cxn ang="0">
                    <a:pos x="connsiteX0" y="connsiteY0"/>
                  </a:cxn>
                  <a:cxn ang="0">
                    <a:pos x="connsiteX1" y="connsiteY1"/>
                  </a:cxn>
                  <a:cxn ang="0">
                    <a:pos x="connsiteX2" y="connsiteY2"/>
                  </a:cxn>
                </a:cxnLst>
                <a:rect l="l" t="t" r="r" b="b"/>
                <a:pathLst>
                  <a:path w="7512" h="4033">
                    <a:moveTo>
                      <a:pt x="3003" y="428"/>
                    </a:moveTo>
                    <a:cubicBezTo>
                      <a:pt x="-5992" y="4645"/>
                      <a:pt x="8152" y="5640"/>
                      <a:pt x="7489" y="822"/>
                    </a:cubicBezTo>
                    <a:cubicBezTo>
                      <a:pt x="7027" y="-98"/>
                      <a:pt x="5020" y="-269"/>
                      <a:pt x="3003" y="4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1" name="Freeform: Shape 2070">
                <a:extLst>
                  <a:ext uri="{FF2B5EF4-FFF2-40B4-BE49-F238E27FC236}">
                    <a16:creationId xmlns:a16="http://schemas.microsoft.com/office/drawing/2014/main" id="{B1CDDDF1-D8B9-67F5-A888-C3D194922AEB}"/>
                  </a:ext>
                </a:extLst>
              </p:cNvPr>
              <p:cNvSpPr/>
              <p:nvPr/>
            </p:nvSpPr>
            <p:spPr>
              <a:xfrm>
                <a:off x="7896209" y="5272434"/>
                <a:ext cx="7672" cy="5280"/>
              </a:xfrm>
              <a:custGeom>
                <a:avLst/>
                <a:gdLst>
                  <a:gd name="connsiteX0" fmla="*/ 2932 w 7672"/>
                  <a:gd name="connsiteY0" fmla="*/ 230 h 5280"/>
                  <a:gd name="connsiteX1" fmla="*/ 4738 w 7672"/>
                  <a:gd name="connsiteY1" fmla="*/ 5059 h 5280"/>
                  <a:gd name="connsiteX2" fmla="*/ 2932 w 7672"/>
                  <a:gd name="connsiteY2" fmla="*/ 230 h 5280"/>
                </a:gdLst>
                <a:ahLst/>
                <a:cxnLst>
                  <a:cxn ang="0">
                    <a:pos x="connsiteX0" y="connsiteY0"/>
                  </a:cxn>
                  <a:cxn ang="0">
                    <a:pos x="connsiteX1" y="connsiteY1"/>
                  </a:cxn>
                  <a:cxn ang="0">
                    <a:pos x="connsiteX2" y="connsiteY2"/>
                  </a:cxn>
                </a:cxnLst>
                <a:rect l="l" t="t" r="r" b="b"/>
                <a:pathLst>
                  <a:path w="7672" h="5280">
                    <a:moveTo>
                      <a:pt x="2932" y="230"/>
                    </a:moveTo>
                    <a:cubicBezTo>
                      <a:pt x="-2252" y="1590"/>
                      <a:pt x="126" y="6356"/>
                      <a:pt x="4738" y="5059"/>
                    </a:cubicBezTo>
                    <a:cubicBezTo>
                      <a:pt x="9916" y="3687"/>
                      <a:pt x="7561" y="-1096"/>
                      <a:pt x="2932" y="2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2" name="Freeform: Shape 2071">
                <a:extLst>
                  <a:ext uri="{FF2B5EF4-FFF2-40B4-BE49-F238E27FC236}">
                    <a16:creationId xmlns:a16="http://schemas.microsoft.com/office/drawing/2014/main" id="{D6F30F16-27ED-1C7B-519F-310A5EC7E25F}"/>
                  </a:ext>
                </a:extLst>
              </p:cNvPr>
              <p:cNvSpPr/>
              <p:nvPr/>
            </p:nvSpPr>
            <p:spPr>
              <a:xfrm>
                <a:off x="8345495" y="6164964"/>
                <a:ext cx="9234" cy="2842"/>
              </a:xfrm>
              <a:custGeom>
                <a:avLst/>
                <a:gdLst>
                  <a:gd name="connsiteX0" fmla="*/ 3502 w 9234"/>
                  <a:gd name="connsiteY0" fmla="*/ 87 h 2842"/>
                  <a:gd name="connsiteX1" fmla="*/ 9212 w 9234"/>
                  <a:gd name="connsiteY1" fmla="*/ 938 h 2842"/>
                  <a:gd name="connsiteX2" fmla="*/ 3502 w 9234"/>
                  <a:gd name="connsiteY2" fmla="*/ 87 h 2842"/>
                </a:gdLst>
                <a:ahLst/>
                <a:cxnLst>
                  <a:cxn ang="0">
                    <a:pos x="connsiteX0" y="connsiteY0"/>
                  </a:cxn>
                  <a:cxn ang="0">
                    <a:pos x="connsiteX1" y="connsiteY1"/>
                  </a:cxn>
                  <a:cxn ang="0">
                    <a:pos x="connsiteX2" y="connsiteY2"/>
                  </a:cxn>
                </a:cxnLst>
                <a:rect l="l" t="t" r="r" b="b"/>
                <a:pathLst>
                  <a:path w="9234" h="2842">
                    <a:moveTo>
                      <a:pt x="3502" y="87"/>
                    </a:moveTo>
                    <a:cubicBezTo>
                      <a:pt x="-7139" y="2052"/>
                      <a:pt x="9932" y="4704"/>
                      <a:pt x="9212" y="938"/>
                    </a:cubicBezTo>
                    <a:cubicBezTo>
                      <a:pt x="8532" y="195"/>
                      <a:pt x="5977" y="-182"/>
                      <a:pt x="3502" y="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3" name="Freeform: Shape 2072">
                <a:extLst>
                  <a:ext uri="{FF2B5EF4-FFF2-40B4-BE49-F238E27FC236}">
                    <a16:creationId xmlns:a16="http://schemas.microsoft.com/office/drawing/2014/main" id="{C2B41D43-B86C-7975-F6ED-1A40528CFEFF}"/>
                  </a:ext>
                </a:extLst>
              </p:cNvPr>
              <p:cNvSpPr/>
              <p:nvPr/>
            </p:nvSpPr>
            <p:spPr>
              <a:xfrm>
                <a:off x="8421689" y="6251226"/>
                <a:ext cx="9438" cy="2759"/>
              </a:xfrm>
              <a:custGeom>
                <a:avLst/>
                <a:gdLst>
                  <a:gd name="connsiteX0" fmla="*/ 3546 w 9438"/>
                  <a:gd name="connsiteY0" fmla="*/ 1 h 2759"/>
                  <a:gd name="connsiteX1" fmla="*/ 9421 w 9438"/>
                  <a:gd name="connsiteY1" fmla="*/ 1321 h 2759"/>
                  <a:gd name="connsiteX2" fmla="*/ 3546 w 9438"/>
                  <a:gd name="connsiteY2" fmla="*/ 1 h 2759"/>
                </a:gdLst>
                <a:ahLst/>
                <a:cxnLst>
                  <a:cxn ang="0">
                    <a:pos x="connsiteX0" y="connsiteY0"/>
                  </a:cxn>
                  <a:cxn ang="0">
                    <a:pos x="connsiteX1" y="connsiteY1"/>
                  </a:cxn>
                  <a:cxn ang="0">
                    <a:pos x="connsiteX2" y="connsiteY2"/>
                  </a:cxn>
                </a:cxnLst>
                <a:rect l="l" t="t" r="r" b="b"/>
                <a:pathLst>
                  <a:path w="9438" h="2759">
                    <a:moveTo>
                      <a:pt x="3546" y="1"/>
                    </a:moveTo>
                    <a:cubicBezTo>
                      <a:pt x="-7232" y="841"/>
                      <a:pt x="10056" y="4870"/>
                      <a:pt x="9421" y="1321"/>
                    </a:cubicBezTo>
                    <a:cubicBezTo>
                      <a:pt x="8701" y="566"/>
                      <a:pt x="6078" y="-22"/>
                      <a:pt x="3546"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4" name="Freeform: Shape 2073">
                <a:extLst>
                  <a:ext uri="{FF2B5EF4-FFF2-40B4-BE49-F238E27FC236}">
                    <a16:creationId xmlns:a16="http://schemas.microsoft.com/office/drawing/2014/main" id="{EBD757B1-1314-D17D-B3A1-DCD1BF142389}"/>
                  </a:ext>
                </a:extLst>
              </p:cNvPr>
              <p:cNvSpPr/>
              <p:nvPr/>
            </p:nvSpPr>
            <p:spPr>
              <a:xfrm>
                <a:off x="8272654" y="6086511"/>
                <a:ext cx="8949" cy="4039"/>
              </a:xfrm>
              <a:custGeom>
                <a:avLst/>
                <a:gdLst>
                  <a:gd name="connsiteX0" fmla="*/ 3283 w 8949"/>
                  <a:gd name="connsiteY0" fmla="*/ 130 h 4039"/>
                  <a:gd name="connsiteX1" fmla="*/ 5666 w 8949"/>
                  <a:gd name="connsiteY1" fmla="*/ 3907 h 4039"/>
                  <a:gd name="connsiteX2" fmla="*/ 3283 w 8949"/>
                  <a:gd name="connsiteY2" fmla="*/ 130 h 4039"/>
                </a:gdLst>
                <a:ahLst/>
                <a:cxnLst>
                  <a:cxn ang="0">
                    <a:pos x="connsiteX0" y="connsiteY0"/>
                  </a:cxn>
                  <a:cxn ang="0">
                    <a:pos x="connsiteX1" y="connsiteY1"/>
                  </a:cxn>
                  <a:cxn ang="0">
                    <a:pos x="connsiteX2" y="connsiteY2"/>
                  </a:cxn>
                </a:cxnLst>
                <a:rect l="l" t="t" r="r" b="b"/>
                <a:pathLst>
                  <a:path w="8949" h="4039">
                    <a:moveTo>
                      <a:pt x="3283" y="130"/>
                    </a:moveTo>
                    <a:cubicBezTo>
                      <a:pt x="-3215" y="1244"/>
                      <a:pt x="1197" y="4764"/>
                      <a:pt x="5666" y="3907"/>
                    </a:cubicBezTo>
                    <a:cubicBezTo>
                      <a:pt x="12175" y="2810"/>
                      <a:pt x="7735" y="-716"/>
                      <a:pt x="3283" y="1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5" name="Freeform: Shape 2074">
                <a:extLst>
                  <a:ext uri="{FF2B5EF4-FFF2-40B4-BE49-F238E27FC236}">
                    <a16:creationId xmlns:a16="http://schemas.microsoft.com/office/drawing/2014/main" id="{E4222EE6-C43F-5B0C-B8E4-90F701670A50}"/>
                  </a:ext>
                </a:extLst>
              </p:cNvPr>
              <p:cNvSpPr/>
              <p:nvPr/>
            </p:nvSpPr>
            <p:spPr>
              <a:xfrm>
                <a:off x="8202146" y="5930024"/>
                <a:ext cx="8864" cy="6152"/>
              </a:xfrm>
              <a:custGeom>
                <a:avLst/>
                <a:gdLst>
                  <a:gd name="connsiteX0" fmla="*/ 3422 w 8864"/>
                  <a:gd name="connsiteY0" fmla="*/ 59 h 6152"/>
                  <a:gd name="connsiteX1" fmla="*/ 8829 w 8864"/>
                  <a:gd name="connsiteY1" fmla="*/ 2494 h 6152"/>
                  <a:gd name="connsiteX2" fmla="*/ 3422 w 8864"/>
                  <a:gd name="connsiteY2" fmla="*/ 59 h 6152"/>
                </a:gdLst>
                <a:ahLst/>
                <a:cxnLst>
                  <a:cxn ang="0">
                    <a:pos x="connsiteX0" y="connsiteY0"/>
                  </a:cxn>
                  <a:cxn ang="0">
                    <a:pos x="connsiteX1" y="connsiteY1"/>
                  </a:cxn>
                  <a:cxn ang="0">
                    <a:pos x="connsiteX2" y="connsiteY2"/>
                  </a:cxn>
                </a:cxnLst>
                <a:rect l="l" t="t" r="r" b="b"/>
                <a:pathLst>
                  <a:path w="8864" h="6152">
                    <a:moveTo>
                      <a:pt x="3422" y="59"/>
                    </a:moveTo>
                    <a:cubicBezTo>
                      <a:pt x="-6979" y="3191"/>
                      <a:pt x="9732" y="10580"/>
                      <a:pt x="8829" y="2494"/>
                    </a:cubicBezTo>
                    <a:cubicBezTo>
                      <a:pt x="8200" y="819"/>
                      <a:pt x="5777" y="-272"/>
                      <a:pt x="3422" y="5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6" name="Freeform: Shape 2075">
                <a:extLst>
                  <a:ext uri="{FF2B5EF4-FFF2-40B4-BE49-F238E27FC236}">
                    <a16:creationId xmlns:a16="http://schemas.microsoft.com/office/drawing/2014/main" id="{FA8F9869-1483-D98E-3CEB-839FFB9F0883}"/>
                  </a:ext>
                </a:extLst>
              </p:cNvPr>
              <p:cNvSpPr/>
              <p:nvPr/>
            </p:nvSpPr>
            <p:spPr>
              <a:xfrm>
                <a:off x="9781341" y="7526146"/>
                <a:ext cx="13607" cy="5189"/>
              </a:xfrm>
              <a:custGeom>
                <a:avLst/>
                <a:gdLst>
                  <a:gd name="connsiteX0" fmla="*/ 4087 w 13607"/>
                  <a:gd name="connsiteY0" fmla="*/ 0 h 5189"/>
                  <a:gd name="connsiteX1" fmla="*/ 13328 w 13607"/>
                  <a:gd name="connsiteY1" fmla="*/ 4303 h 5189"/>
                  <a:gd name="connsiteX2" fmla="*/ 4087 w 13607"/>
                  <a:gd name="connsiteY2" fmla="*/ 0 h 5189"/>
                </a:gdLst>
                <a:ahLst/>
                <a:cxnLst>
                  <a:cxn ang="0">
                    <a:pos x="connsiteX0" y="connsiteY0"/>
                  </a:cxn>
                  <a:cxn ang="0">
                    <a:pos x="connsiteX1" y="connsiteY1"/>
                  </a:cxn>
                  <a:cxn ang="0">
                    <a:pos x="connsiteX2" y="connsiteY2"/>
                  </a:cxn>
                </a:cxnLst>
                <a:rect l="l" t="t" r="r" b="b"/>
                <a:pathLst>
                  <a:path w="13607" h="5189">
                    <a:moveTo>
                      <a:pt x="4087" y="0"/>
                    </a:moveTo>
                    <a:cubicBezTo>
                      <a:pt x="-7823" y="1234"/>
                      <a:pt x="9728" y="7470"/>
                      <a:pt x="13328" y="4303"/>
                    </a:cubicBezTo>
                    <a:cubicBezTo>
                      <a:pt x="15266" y="920"/>
                      <a:pt x="6591" y="91"/>
                      <a:pt x="408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7" name="Freeform: Shape 2076">
                <a:extLst>
                  <a:ext uri="{FF2B5EF4-FFF2-40B4-BE49-F238E27FC236}">
                    <a16:creationId xmlns:a16="http://schemas.microsoft.com/office/drawing/2014/main" id="{02B841B6-62B3-00E4-5455-8649806827CD}"/>
                  </a:ext>
                </a:extLst>
              </p:cNvPr>
              <p:cNvSpPr/>
              <p:nvPr/>
            </p:nvSpPr>
            <p:spPr>
              <a:xfrm>
                <a:off x="7546629" y="4965580"/>
                <a:ext cx="7011" cy="1918"/>
              </a:xfrm>
              <a:custGeom>
                <a:avLst/>
                <a:gdLst>
                  <a:gd name="connsiteX0" fmla="*/ 2703 w 7011"/>
                  <a:gd name="connsiteY0" fmla="*/ 0 h 1918"/>
                  <a:gd name="connsiteX1" fmla="*/ 7012 w 7011"/>
                  <a:gd name="connsiteY1" fmla="*/ 874 h 1918"/>
                  <a:gd name="connsiteX2" fmla="*/ 2703 w 7011"/>
                  <a:gd name="connsiteY2" fmla="*/ 0 h 1918"/>
                </a:gdLst>
                <a:ahLst/>
                <a:cxnLst>
                  <a:cxn ang="0">
                    <a:pos x="connsiteX0" y="connsiteY0"/>
                  </a:cxn>
                  <a:cxn ang="0">
                    <a:pos x="connsiteX1" y="connsiteY1"/>
                  </a:cxn>
                  <a:cxn ang="0">
                    <a:pos x="connsiteX2" y="connsiteY2"/>
                  </a:cxn>
                </a:cxnLst>
                <a:rect l="l" t="t" r="r" b="b"/>
                <a:pathLst>
                  <a:path w="7011" h="1918">
                    <a:moveTo>
                      <a:pt x="2703" y="0"/>
                    </a:moveTo>
                    <a:cubicBezTo>
                      <a:pt x="-5007" y="383"/>
                      <a:pt x="6137" y="3504"/>
                      <a:pt x="7012" y="874"/>
                    </a:cubicBezTo>
                    <a:cubicBezTo>
                      <a:pt x="6155" y="132"/>
                      <a:pt x="4051" y="23"/>
                      <a:pt x="270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8" name="Freeform: Shape 2077">
                <a:extLst>
                  <a:ext uri="{FF2B5EF4-FFF2-40B4-BE49-F238E27FC236}">
                    <a16:creationId xmlns:a16="http://schemas.microsoft.com/office/drawing/2014/main" id="{D7D8B5CA-5702-BE9B-2ACD-A68DAC5CE9FE}"/>
                  </a:ext>
                </a:extLst>
              </p:cNvPr>
              <p:cNvSpPr/>
              <p:nvPr/>
            </p:nvSpPr>
            <p:spPr>
              <a:xfrm>
                <a:off x="8685196" y="6770800"/>
                <a:ext cx="11035" cy="3640"/>
              </a:xfrm>
              <a:custGeom>
                <a:avLst/>
                <a:gdLst>
                  <a:gd name="connsiteX0" fmla="*/ 4004 w 11035"/>
                  <a:gd name="connsiteY0" fmla="*/ 17 h 3640"/>
                  <a:gd name="connsiteX1" fmla="*/ 11005 w 11035"/>
                  <a:gd name="connsiteY1" fmla="*/ 2240 h 3640"/>
                  <a:gd name="connsiteX2" fmla="*/ 4004 w 11035"/>
                  <a:gd name="connsiteY2" fmla="*/ 17 h 3640"/>
                </a:gdLst>
                <a:ahLst/>
                <a:cxnLst>
                  <a:cxn ang="0">
                    <a:pos x="connsiteX0" y="connsiteY0"/>
                  </a:cxn>
                  <a:cxn ang="0">
                    <a:pos x="connsiteX1" y="connsiteY1"/>
                  </a:cxn>
                  <a:cxn ang="0">
                    <a:pos x="connsiteX2" y="connsiteY2"/>
                  </a:cxn>
                </a:cxnLst>
                <a:rect l="l" t="t" r="r" b="b"/>
                <a:pathLst>
                  <a:path w="11035" h="3640">
                    <a:moveTo>
                      <a:pt x="4004" y="17"/>
                    </a:moveTo>
                    <a:cubicBezTo>
                      <a:pt x="-8358" y="-383"/>
                      <a:pt x="11937" y="6509"/>
                      <a:pt x="11005" y="2240"/>
                    </a:cubicBezTo>
                    <a:cubicBezTo>
                      <a:pt x="10079" y="1286"/>
                      <a:pt x="6942" y="303"/>
                      <a:pt x="4004"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9" name="Freeform: Shape 2078">
                <a:extLst>
                  <a:ext uri="{FF2B5EF4-FFF2-40B4-BE49-F238E27FC236}">
                    <a16:creationId xmlns:a16="http://schemas.microsoft.com/office/drawing/2014/main" id="{5409E1F3-7BA4-C453-2B16-179A42162A82}"/>
                  </a:ext>
                </a:extLst>
              </p:cNvPr>
              <p:cNvSpPr/>
              <p:nvPr/>
            </p:nvSpPr>
            <p:spPr>
              <a:xfrm>
                <a:off x="8789187" y="6876336"/>
                <a:ext cx="11397" cy="3780"/>
              </a:xfrm>
              <a:custGeom>
                <a:avLst/>
                <a:gdLst>
                  <a:gd name="connsiteX0" fmla="*/ 4088 w 11397"/>
                  <a:gd name="connsiteY0" fmla="*/ 20 h 3780"/>
                  <a:gd name="connsiteX1" fmla="*/ 11358 w 11397"/>
                  <a:gd name="connsiteY1" fmla="*/ 2340 h 3780"/>
                  <a:gd name="connsiteX2" fmla="*/ 4088 w 11397"/>
                  <a:gd name="connsiteY2" fmla="*/ 20 h 3780"/>
                </a:gdLst>
                <a:ahLst/>
                <a:cxnLst>
                  <a:cxn ang="0">
                    <a:pos x="connsiteX0" y="connsiteY0"/>
                  </a:cxn>
                  <a:cxn ang="0">
                    <a:pos x="connsiteX1" y="connsiteY1"/>
                  </a:cxn>
                  <a:cxn ang="0">
                    <a:pos x="connsiteX2" y="connsiteY2"/>
                  </a:cxn>
                </a:cxnLst>
                <a:rect l="l" t="t" r="r" b="b"/>
                <a:pathLst>
                  <a:path w="11397" h="3780">
                    <a:moveTo>
                      <a:pt x="4088" y="20"/>
                    </a:moveTo>
                    <a:cubicBezTo>
                      <a:pt x="-8611" y="-426"/>
                      <a:pt x="12427" y="6752"/>
                      <a:pt x="11358" y="2340"/>
                    </a:cubicBezTo>
                    <a:cubicBezTo>
                      <a:pt x="10375" y="1346"/>
                      <a:pt x="7117" y="317"/>
                      <a:pt x="4088"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0" name="Freeform: Shape 2079">
                <a:extLst>
                  <a:ext uri="{FF2B5EF4-FFF2-40B4-BE49-F238E27FC236}">
                    <a16:creationId xmlns:a16="http://schemas.microsoft.com/office/drawing/2014/main" id="{FC52110B-9F52-82D7-6E05-50F30F5B6F8E}"/>
                  </a:ext>
                </a:extLst>
              </p:cNvPr>
              <p:cNvSpPr/>
              <p:nvPr/>
            </p:nvSpPr>
            <p:spPr>
              <a:xfrm>
                <a:off x="8587234" y="6670269"/>
                <a:ext cx="10692" cy="3384"/>
              </a:xfrm>
              <a:custGeom>
                <a:avLst/>
                <a:gdLst>
                  <a:gd name="connsiteX0" fmla="*/ 3914 w 10692"/>
                  <a:gd name="connsiteY0" fmla="*/ 27 h 3384"/>
                  <a:gd name="connsiteX1" fmla="*/ 10669 w 10692"/>
                  <a:gd name="connsiteY1" fmla="*/ 2131 h 3384"/>
                  <a:gd name="connsiteX2" fmla="*/ 3914 w 10692"/>
                  <a:gd name="connsiteY2" fmla="*/ 27 h 3384"/>
                </a:gdLst>
                <a:ahLst/>
                <a:cxnLst>
                  <a:cxn ang="0">
                    <a:pos x="connsiteX0" y="connsiteY0"/>
                  </a:cxn>
                  <a:cxn ang="0">
                    <a:pos x="connsiteX1" y="connsiteY1"/>
                  </a:cxn>
                  <a:cxn ang="0">
                    <a:pos x="connsiteX2" y="connsiteY2"/>
                  </a:cxn>
                </a:cxnLst>
                <a:rect l="l" t="t" r="r" b="b"/>
                <a:pathLst>
                  <a:path w="10692" h="3384">
                    <a:moveTo>
                      <a:pt x="3914" y="27"/>
                    </a:moveTo>
                    <a:cubicBezTo>
                      <a:pt x="-8105" y="-470"/>
                      <a:pt x="11469" y="6034"/>
                      <a:pt x="10669" y="2131"/>
                    </a:cubicBezTo>
                    <a:cubicBezTo>
                      <a:pt x="9795" y="1250"/>
                      <a:pt x="6771" y="319"/>
                      <a:pt x="3914"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1" name="Freeform: Shape 2080">
                <a:extLst>
                  <a:ext uri="{FF2B5EF4-FFF2-40B4-BE49-F238E27FC236}">
                    <a16:creationId xmlns:a16="http://schemas.microsoft.com/office/drawing/2014/main" id="{A61CB56A-C418-8DF3-13D3-BB23F72A0FCD}"/>
                  </a:ext>
                </a:extLst>
              </p:cNvPr>
              <p:cNvSpPr/>
              <p:nvPr/>
            </p:nvSpPr>
            <p:spPr>
              <a:xfrm>
                <a:off x="8406860" y="6489999"/>
                <a:ext cx="10162" cy="2881"/>
              </a:xfrm>
              <a:custGeom>
                <a:avLst/>
                <a:gdLst>
                  <a:gd name="connsiteX0" fmla="*/ 3802 w 10162"/>
                  <a:gd name="connsiteY0" fmla="*/ 0 h 2881"/>
                  <a:gd name="connsiteX1" fmla="*/ 10146 w 10162"/>
                  <a:gd name="connsiteY1" fmla="*/ 1543 h 2881"/>
                  <a:gd name="connsiteX2" fmla="*/ 3802 w 10162"/>
                  <a:gd name="connsiteY2" fmla="*/ 0 h 2881"/>
                </a:gdLst>
                <a:ahLst/>
                <a:cxnLst>
                  <a:cxn ang="0">
                    <a:pos x="connsiteX0" y="connsiteY0"/>
                  </a:cxn>
                  <a:cxn ang="0">
                    <a:pos x="connsiteX1" y="connsiteY1"/>
                  </a:cxn>
                  <a:cxn ang="0">
                    <a:pos x="connsiteX2" y="connsiteY2"/>
                  </a:cxn>
                </a:cxnLst>
                <a:rect l="l" t="t" r="r" b="b"/>
                <a:pathLst>
                  <a:path w="10162" h="2881">
                    <a:moveTo>
                      <a:pt x="3802" y="0"/>
                    </a:moveTo>
                    <a:cubicBezTo>
                      <a:pt x="-7759" y="366"/>
                      <a:pt x="10797" y="5149"/>
                      <a:pt x="10146" y="1543"/>
                    </a:cubicBezTo>
                    <a:cubicBezTo>
                      <a:pt x="9363" y="765"/>
                      <a:pt x="6522" y="80"/>
                      <a:pt x="380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2" name="Freeform: Shape 2081">
                <a:extLst>
                  <a:ext uri="{FF2B5EF4-FFF2-40B4-BE49-F238E27FC236}">
                    <a16:creationId xmlns:a16="http://schemas.microsoft.com/office/drawing/2014/main" id="{79F9A2B8-B52A-B2A5-B35D-6BC1D1D66C62}"/>
                  </a:ext>
                </a:extLst>
              </p:cNvPr>
              <p:cNvSpPr/>
              <p:nvPr/>
            </p:nvSpPr>
            <p:spPr>
              <a:xfrm>
                <a:off x="8494544" y="6577201"/>
                <a:ext cx="10406" cy="3096"/>
              </a:xfrm>
              <a:custGeom>
                <a:avLst/>
                <a:gdLst>
                  <a:gd name="connsiteX0" fmla="*/ 3849 w 10406"/>
                  <a:gd name="connsiteY0" fmla="*/ 3 h 3096"/>
                  <a:gd name="connsiteX1" fmla="*/ 10386 w 10406"/>
                  <a:gd name="connsiteY1" fmla="*/ 1843 h 3096"/>
                  <a:gd name="connsiteX2" fmla="*/ 3849 w 10406"/>
                  <a:gd name="connsiteY2" fmla="*/ 3 h 3096"/>
                </a:gdLst>
                <a:ahLst/>
                <a:cxnLst>
                  <a:cxn ang="0">
                    <a:pos x="connsiteX0" y="connsiteY0"/>
                  </a:cxn>
                  <a:cxn ang="0">
                    <a:pos x="connsiteX1" y="connsiteY1"/>
                  </a:cxn>
                  <a:cxn ang="0">
                    <a:pos x="connsiteX2" y="connsiteY2"/>
                  </a:cxn>
                </a:cxnLst>
                <a:rect l="l" t="t" r="r" b="b"/>
                <a:pathLst>
                  <a:path w="10406" h="3096">
                    <a:moveTo>
                      <a:pt x="3849" y="3"/>
                    </a:moveTo>
                    <a:cubicBezTo>
                      <a:pt x="-7912" y="-151"/>
                      <a:pt x="11101" y="5547"/>
                      <a:pt x="10386" y="1843"/>
                    </a:cubicBezTo>
                    <a:cubicBezTo>
                      <a:pt x="9558" y="1021"/>
                      <a:pt x="6632" y="203"/>
                      <a:pt x="3849"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3" name="Freeform: Shape 2082">
                <a:extLst>
                  <a:ext uri="{FF2B5EF4-FFF2-40B4-BE49-F238E27FC236}">
                    <a16:creationId xmlns:a16="http://schemas.microsoft.com/office/drawing/2014/main" id="{28C27035-5766-E439-B044-9D60E46E0BD7}"/>
                  </a:ext>
                </a:extLst>
              </p:cNvPr>
              <p:cNvSpPr/>
              <p:nvPr/>
            </p:nvSpPr>
            <p:spPr>
              <a:xfrm>
                <a:off x="8323944" y="6407143"/>
                <a:ext cx="9928" cy="2740"/>
              </a:xfrm>
              <a:custGeom>
                <a:avLst/>
                <a:gdLst>
                  <a:gd name="connsiteX0" fmla="*/ 3753 w 9928"/>
                  <a:gd name="connsiteY0" fmla="*/ 0 h 2740"/>
                  <a:gd name="connsiteX1" fmla="*/ 9914 w 9928"/>
                  <a:gd name="connsiteY1" fmla="*/ 1309 h 2740"/>
                  <a:gd name="connsiteX2" fmla="*/ 3753 w 9928"/>
                  <a:gd name="connsiteY2" fmla="*/ 0 h 2740"/>
                </a:gdLst>
                <a:ahLst/>
                <a:cxnLst>
                  <a:cxn ang="0">
                    <a:pos x="connsiteX0" y="connsiteY0"/>
                  </a:cxn>
                  <a:cxn ang="0">
                    <a:pos x="connsiteX1" y="connsiteY1"/>
                  </a:cxn>
                  <a:cxn ang="0">
                    <a:pos x="connsiteX2" y="connsiteY2"/>
                  </a:cxn>
                </a:cxnLst>
                <a:rect l="l" t="t" r="r" b="b"/>
                <a:pathLst>
                  <a:path w="9928" h="2740">
                    <a:moveTo>
                      <a:pt x="3753" y="0"/>
                    </a:moveTo>
                    <a:cubicBezTo>
                      <a:pt x="-7608" y="801"/>
                      <a:pt x="10503" y="4852"/>
                      <a:pt x="9914" y="1309"/>
                    </a:cubicBezTo>
                    <a:cubicBezTo>
                      <a:pt x="9171" y="561"/>
                      <a:pt x="6417" y="-16"/>
                      <a:pt x="375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4" name="Freeform: Shape 2083">
                <a:extLst>
                  <a:ext uri="{FF2B5EF4-FFF2-40B4-BE49-F238E27FC236}">
                    <a16:creationId xmlns:a16="http://schemas.microsoft.com/office/drawing/2014/main" id="{F2322A2C-0A3B-FB8F-E07A-5481083B1670}"/>
                  </a:ext>
                </a:extLst>
              </p:cNvPr>
              <p:cNvSpPr/>
              <p:nvPr/>
            </p:nvSpPr>
            <p:spPr>
              <a:xfrm>
                <a:off x="8899721" y="6989399"/>
                <a:ext cx="11828" cy="3900"/>
              </a:xfrm>
              <a:custGeom>
                <a:avLst/>
                <a:gdLst>
                  <a:gd name="connsiteX0" fmla="*/ 4031 w 11828"/>
                  <a:gd name="connsiteY0" fmla="*/ 11 h 3900"/>
                  <a:gd name="connsiteX1" fmla="*/ 7792 w 11828"/>
                  <a:gd name="connsiteY1" fmla="*/ 3892 h 3900"/>
                  <a:gd name="connsiteX2" fmla="*/ 4031 w 11828"/>
                  <a:gd name="connsiteY2" fmla="*/ 11 h 3900"/>
                </a:gdLst>
                <a:ahLst/>
                <a:cxnLst>
                  <a:cxn ang="0">
                    <a:pos x="connsiteX0" y="connsiteY0"/>
                  </a:cxn>
                  <a:cxn ang="0">
                    <a:pos x="connsiteX1" y="connsiteY1"/>
                  </a:cxn>
                  <a:cxn ang="0">
                    <a:pos x="connsiteX2" y="connsiteY2"/>
                  </a:cxn>
                </a:cxnLst>
                <a:rect l="l" t="t" r="r" b="b"/>
                <a:pathLst>
                  <a:path w="11828" h="3900">
                    <a:moveTo>
                      <a:pt x="4031" y="11"/>
                    </a:moveTo>
                    <a:cubicBezTo>
                      <a:pt x="-4941" y="-246"/>
                      <a:pt x="3215" y="3909"/>
                      <a:pt x="7792" y="3892"/>
                    </a:cubicBezTo>
                    <a:cubicBezTo>
                      <a:pt x="16770" y="4109"/>
                      <a:pt x="8621" y="-12"/>
                      <a:pt x="4031" y="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5" name="Freeform: Shape 2084">
                <a:extLst>
                  <a:ext uri="{FF2B5EF4-FFF2-40B4-BE49-F238E27FC236}">
                    <a16:creationId xmlns:a16="http://schemas.microsoft.com/office/drawing/2014/main" id="{C92E40BA-867C-4E87-B486-B3553EDB1B05}"/>
                  </a:ext>
                </a:extLst>
              </p:cNvPr>
              <p:cNvSpPr/>
              <p:nvPr/>
            </p:nvSpPr>
            <p:spPr>
              <a:xfrm>
                <a:off x="9142836" y="7241488"/>
                <a:ext cx="12831" cy="4496"/>
              </a:xfrm>
              <a:custGeom>
                <a:avLst/>
                <a:gdLst>
                  <a:gd name="connsiteX0" fmla="*/ 4267 w 12831"/>
                  <a:gd name="connsiteY0" fmla="*/ 28 h 4496"/>
                  <a:gd name="connsiteX1" fmla="*/ 8564 w 12831"/>
                  <a:gd name="connsiteY1" fmla="*/ 4469 h 4496"/>
                  <a:gd name="connsiteX2" fmla="*/ 4267 w 12831"/>
                  <a:gd name="connsiteY2" fmla="*/ 28 h 4496"/>
                </a:gdLst>
                <a:ahLst/>
                <a:cxnLst>
                  <a:cxn ang="0">
                    <a:pos x="connsiteX0" y="connsiteY0"/>
                  </a:cxn>
                  <a:cxn ang="0">
                    <a:pos x="connsiteX1" y="connsiteY1"/>
                  </a:cxn>
                  <a:cxn ang="0">
                    <a:pos x="connsiteX2" y="connsiteY2"/>
                  </a:cxn>
                </a:cxnLst>
                <a:rect l="l" t="t" r="r" b="b"/>
                <a:pathLst>
                  <a:path w="12831" h="4496">
                    <a:moveTo>
                      <a:pt x="4267" y="28"/>
                    </a:moveTo>
                    <a:cubicBezTo>
                      <a:pt x="-5312" y="514"/>
                      <a:pt x="3524" y="4886"/>
                      <a:pt x="8564" y="4469"/>
                    </a:cubicBezTo>
                    <a:cubicBezTo>
                      <a:pt x="18148" y="3954"/>
                      <a:pt x="9301" y="-389"/>
                      <a:pt x="4267" y="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6" name="Freeform: Shape 2085">
                <a:extLst>
                  <a:ext uri="{FF2B5EF4-FFF2-40B4-BE49-F238E27FC236}">
                    <a16:creationId xmlns:a16="http://schemas.microsoft.com/office/drawing/2014/main" id="{59C81131-5656-2E43-93E7-4684627F11DA}"/>
                  </a:ext>
                </a:extLst>
              </p:cNvPr>
              <p:cNvSpPr/>
              <p:nvPr/>
            </p:nvSpPr>
            <p:spPr>
              <a:xfrm>
                <a:off x="9277470" y="7379921"/>
                <a:ext cx="13374" cy="4798"/>
              </a:xfrm>
              <a:custGeom>
                <a:avLst/>
                <a:gdLst>
                  <a:gd name="connsiteX0" fmla="*/ 4381 w 13374"/>
                  <a:gd name="connsiteY0" fmla="*/ 47 h 4798"/>
                  <a:gd name="connsiteX1" fmla="*/ 8993 w 13374"/>
                  <a:gd name="connsiteY1" fmla="*/ 4751 h 4798"/>
                  <a:gd name="connsiteX2" fmla="*/ 4381 w 13374"/>
                  <a:gd name="connsiteY2" fmla="*/ 47 h 4798"/>
                </a:gdLst>
                <a:ahLst/>
                <a:cxnLst>
                  <a:cxn ang="0">
                    <a:pos x="connsiteX0" y="connsiteY0"/>
                  </a:cxn>
                  <a:cxn ang="0">
                    <a:pos x="connsiteX1" y="connsiteY1"/>
                  </a:cxn>
                  <a:cxn ang="0">
                    <a:pos x="connsiteX2" y="connsiteY2"/>
                  </a:cxn>
                </a:cxnLst>
                <a:rect l="l" t="t" r="r" b="b"/>
                <a:pathLst>
                  <a:path w="13374" h="4798">
                    <a:moveTo>
                      <a:pt x="4381" y="47"/>
                    </a:moveTo>
                    <a:cubicBezTo>
                      <a:pt x="-5541" y="784"/>
                      <a:pt x="3769" y="5311"/>
                      <a:pt x="8993" y="4751"/>
                    </a:cubicBezTo>
                    <a:cubicBezTo>
                      <a:pt x="18920" y="4008"/>
                      <a:pt x="9599" y="-508"/>
                      <a:pt x="4381" y="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7" name="Freeform: Shape 2086">
                <a:extLst>
                  <a:ext uri="{FF2B5EF4-FFF2-40B4-BE49-F238E27FC236}">
                    <a16:creationId xmlns:a16="http://schemas.microsoft.com/office/drawing/2014/main" id="{600A4495-2E2D-A930-6B62-C742A646E165}"/>
                  </a:ext>
                </a:extLst>
              </p:cNvPr>
              <p:cNvSpPr/>
              <p:nvPr/>
            </p:nvSpPr>
            <p:spPr>
              <a:xfrm>
                <a:off x="9017231" y="7111224"/>
                <a:ext cx="12314" cy="4180"/>
              </a:xfrm>
              <a:custGeom>
                <a:avLst/>
                <a:gdLst>
                  <a:gd name="connsiteX0" fmla="*/ 4147 w 12314"/>
                  <a:gd name="connsiteY0" fmla="*/ 8 h 4180"/>
                  <a:gd name="connsiteX1" fmla="*/ 8165 w 12314"/>
                  <a:gd name="connsiteY1" fmla="*/ 4173 h 4180"/>
                  <a:gd name="connsiteX2" fmla="*/ 4147 w 12314"/>
                  <a:gd name="connsiteY2" fmla="*/ 8 h 4180"/>
                </a:gdLst>
                <a:ahLst/>
                <a:cxnLst>
                  <a:cxn ang="0">
                    <a:pos x="connsiteX0" y="connsiteY0"/>
                  </a:cxn>
                  <a:cxn ang="0">
                    <a:pos x="connsiteX1" y="connsiteY1"/>
                  </a:cxn>
                  <a:cxn ang="0">
                    <a:pos x="connsiteX2" y="connsiteY2"/>
                  </a:cxn>
                </a:cxnLst>
                <a:rect l="l" t="t" r="r" b="b"/>
                <a:pathLst>
                  <a:path w="12314" h="4180">
                    <a:moveTo>
                      <a:pt x="4147" y="8"/>
                    </a:moveTo>
                    <a:cubicBezTo>
                      <a:pt x="-5116" y="110"/>
                      <a:pt x="3353" y="4385"/>
                      <a:pt x="8165" y="4173"/>
                    </a:cubicBezTo>
                    <a:cubicBezTo>
                      <a:pt x="17434" y="4037"/>
                      <a:pt x="8960" y="-204"/>
                      <a:pt x="4147"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8" name="Freeform: Shape 2087">
                <a:extLst>
                  <a:ext uri="{FF2B5EF4-FFF2-40B4-BE49-F238E27FC236}">
                    <a16:creationId xmlns:a16="http://schemas.microsoft.com/office/drawing/2014/main" id="{95870A79-A392-2883-8D51-FBA113283E0F}"/>
                  </a:ext>
                </a:extLst>
              </p:cNvPr>
              <p:cNvSpPr/>
              <p:nvPr/>
            </p:nvSpPr>
            <p:spPr>
              <a:xfrm>
                <a:off x="7591373" y="5043613"/>
                <a:ext cx="7503" cy="3335"/>
              </a:xfrm>
              <a:custGeom>
                <a:avLst/>
                <a:gdLst>
                  <a:gd name="connsiteX0" fmla="*/ 3067 w 7503"/>
                  <a:gd name="connsiteY0" fmla="*/ 11 h 3335"/>
                  <a:gd name="connsiteX1" fmla="*/ 7502 w 7503"/>
                  <a:gd name="connsiteY1" fmla="*/ 1457 h 3335"/>
                  <a:gd name="connsiteX2" fmla="*/ 3067 w 7503"/>
                  <a:gd name="connsiteY2" fmla="*/ 11 h 3335"/>
                </a:gdLst>
                <a:ahLst/>
                <a:cxnLst>
                  <a:cxn ang="0">
                    <a:pos x="connsiteX0" y="connsiteY0"/>
                  </a:cxn>
                  <a:cxn ang="0">
                    <a:pos x="connsiteX1" y="connsiteY1"/>
                  </a:cxn>
                  <a:cxn ang="0">
                    <a:pos x="connsiteX2" y="connsiteY2"/>
                  </a:cxn>
                </a:cxnLst>
                <a:rect l="l" t="t" r="r" b="b"/>
                <a:pathLst>
                  <a:path w="7503" h="3335">
                    <a:moveTo>
                      <a:pt x="3067" y="11"/>
                    </a:moveTo>
                    <a:cubicBezTo>
                      <a:pt x="-5906" y="1423"/>
                      <a:pt x="7684" y="5812"/>
                      <a:pt x="7502" y="1457"/>
                    </a:cubicBezTo>
                    <a:cubicBezTo>
                      <a:pt x="7078" y="543"/>
                      <a:pt x="5090" y="-92"/>
                      <a:pt x="3067" y="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9" name="Freeform: Shape 2088">
                <a:extLst>
                  <a:ext uri="{FF2B5EF4-FFF2-40B4-BE49-F238E27FC236}">
                    <a16:creationId xmlns:a16="http://schemas.microsoft.com/office/drawing/2014/main" id="{35EA02CD-8D59-D402-EE53-38A61DC2AD99}"/>
                  </a:ext>
                </a:extLst>
              </p:cNvPr>
              <p:cNvSpPr/>
              <p:nvPr/>
            </p:nvSpPr>
            <p:spPr>
              <a:xfrm>
                <a:off x="7740366" y="5421082"/>
                <a:ext cx="7675" cy="4712"/>
              </a:xfrm>
              <a:custGeom>
                <a:avLst/>
                <a:gdLst>
                  <a:gd name="connsiteX0" fmla="*/ 2962 w 7675"/>
                  <a:gd name="connsiteY0" fmla="*/ 304 h 4712"/>
                  <a:gd name="connsiteX1" fmla="*/ 4705 w 7675"/>
                  <a:gd name="connsiteY1" fmla="*/ 4430 h 4712"/>
                  <a:gd name="connsiteX2" fmla="*/ 2962 w 7675"/>
                  <a:gd name="connsiteY2" fmla="*/ 304 h 4712"/>
                </a:gdLst>
                <a:ahLst/>
                <a:cxnLst>
                  <a:cxn ang="0">
                    <a:pos x="connsiteX0" y="connsiteY0"/>
                  </a:cxn>
                  <a:cxn ang="0">
                    <a:pos x="connsiteX1" y="connsiteY1"/>
                  </a:cxn>
                  <a:cxn ang="0">
                    <a:pos x="connsiteX2" y="connsiteY2"/>
                  </a:cxn>
                </a:cxnLst>
                <a:rect l="l" t="t" r="r" b="b"/>
                <a:pathLst>
                  <a:path w="7675" h="4712">
                    <a:moveTo>
                      <a:pt x="2962" y="304"/>
                    </a:moveTo>
                    <a:cubicBezTo>
                      <a:pt x="-3090" y="-1263"/>
                      <a:pt x="1493" y="3704"/>
                      <a:pt x="4705" y="4430"/>
                    </a:cubicBezTo>
                    <a:cubicBezTo>
                      <a:pt x="10751" y="5933"/>
                      <a:pt x="6219" y="995"/>
                      <a:pt x="2962" y="3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0" name="Freeform: Shape 2089">
                <a:extLst>
                  <a:ext uri="{FF2B5EF4-FFF2-40B4-BE49-F238E27FC236}">
                    <a16:creationId xmlns:a16="http://schemas.microsoft.com/office/drawing/2014/main" id="{0AE74330-BA14-08DD-B722-52A605B250DD}"/>
                  </a:ext>
                </a:extLst>
              </p:cNvPr>
              <p:cNvSpPr/>
              <p:nvPr/>
            </p:nvSpPr>
            <p:spPr>
              <a:xfrm>
                <a:off x="7638800" y="5157781"/>
                <a:ext cx="7614" cy="4245"/>
              </a:xfrm>
              <a:custGeom>
                <a:avLst/>
                <a:gdLst>
                  <a:gd name="connsiteX0" fmla="*/ 3092 w 7614"/>
                  <a:gd name="connsiteY0" fmla="*/ 0 h 4245"/>
                  <a:gd name="connsiteX1" fmla="*/ 7613 w 7614"/>
                  <a:gd name="connsiteY1" fmla="*/ 2217 h 4245"/>
                  <a:gd name="connsiteX2" fmla="*/ 3092 w 7614"/>
                  <a:gd name="connsiteY2" fmla="*/ 0 h 4245"/>
                </a:gdLst>
                <a:ahLst/>
                <a:cxnLst>
                  <a:cxn ang="0">
                    <a:pos x="connsiteX0" y="connsiteY0"/>
                  </a:cxn>
                  <a:cxn ang="0">
                    <a:pos x="connsiteX1" y="connsiteY1"/>
                  </a:cxn>
                  <a:cxn ang="0">
                    <a:pos x="connsiteX2" y="connsiteY2"/>
                  </a:cxn>
                </a:cxnLst>
                <a:rect l="l" t="t" r="r" b="b"/>
                <a:pathLst>
                  <a:path w="7614" h="4245">
                    <a:moveTo>
                      <a:pt x="3092" y="0"/>
                    </a:moveTo>
                    <a:cubicBezTo>
                      <a:pt x="-5972" y="754"/>
                      <a:pt x="7795" y="7555"/>
                      <a:pt x="7613" y="2217"/>
                    </a:cubicBezTo>
                    <a:cubicBezTo>
                      <a:pt x="7172" y="1063"/>
                      <a:pt x="5144" y="80"/>
                      <a:pt x="309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1" name="Freeform: Shape 2090">
                <a:extLst>
                  <a:ext uri="{FF2B5EF4-FFF2-40B4-BE49-F238E27FC236}">
                    <a16:creationId xmlns:a16="http://schemas.microsoft.com/office/drawing/2014/main" id="{1D10A8E0-489F-B9A2-BD60-E1421CC3E081}"/>
                  </a:ext>
                </a:extLst>
              </p:cNvPr>
              <p:cNvSpPr/>
              <p:nvPr/>
            </p:nvSpPr>
            <p:spPr>
              <a:xfrm>
                <a:off x="8245552" y="6327092"/>
                <a:ext cx="9662" cy="2668"/>
              </a:xfrm>
              <a:custGeom>
                <a:avLst/>
                <a:gdLst>
                  <a:gd name="connsiteX0" fmla="*/ 3690 w 9662"/>
                  <a:gd name="connsiteY0" fmla="*/ 2 h 2668"/>
                  <a:gd name="connsiteX1" fmla="*/ 9651 w 9662"/>
                  <a:gd name="connsiteY1" fmla="*/ 1241 h 2668"/>
                  <a:gd name="connsiteX2" fmla="*/ 3690 w 9662"/>
                  <a:gd name="connsiteY2" fmla="*/ 2 h 2668"/>
                </a:gdLst>
                <a:ahLst/>
                <a:cxnLst>
                  <a:cxn ang="0">
                    <a:pos x="connsiteX0" y="connsiteY0"/>
                  </a:cxn>
                  <a:cxn ang="0">
                    <a:pos x="connsiteX1" y="connsiteY1"/>
                  </a:cxn>
                  <a:cxn ang="0">
                    <a:pos x="connsiteX2" y="connsiteY2"/>
                  </a:cxn>
                </a:cxnLst>
                <a:rect l="l" t="t" r="r" b="b"/>
                <a:pathLst>
                  <a:path w="9662" h="2668">
                    <a:moveTo>
                      <a:pt x="3690" y="2"/>
                    </a:moveTo>
                    <a:cubicBezTo>
                      <a:pt x="-7426" y="887"/>
                      <a:pt x="10165" y="4705"/>
                      <a:pt x="9651" y="1241"/>
                    </a:cubicBezTo>
                    <a:cubicBezTo>
                      <a:pt x="8959" y="521"/>
                      <a:pt x="6285" y="-33"/>
                      <a:pt x="3690"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2" name="Freeform: Shape 2091">
                <a:extLst>
                  <a:ext uri="{FF2B5EF4-FFF2-40B4-BE49-F238E27FC236}">
                    <a16:creationId xmlns:a16="http://schemas.microsoft.com/office/drawing/2014/main" id="{28D6FAC9-3CA1-A0A2-8081-B48D5F0D1562}"/>
                  </a:ext>
                </a:extLst>
              </p:cNvPr>
              <p:cNvSpPr/>
              <p:nvPr/>
            </p:nvSpPr>
            <p:spPr>
              <a:xfrm>
                <a:off x="7688612" y="5289714"/>
                <a:ext cx="7587" cy="4589"/>
              </a:xfrm>
              <a:custGeom>
                <a:avLst/>
                <a:gdLst>
                  <a:gd name="connsiteX0" fmla="*/ 2954 w 7587"/>
                  <a:gd name="connsiteY0" fmla="*/ 72 h 4589"/>
                  <a:gd name="connsiteX1" fmla="*/ 4629 w 7587"/>
                  <a:gd name="connsiteY1" fmla="*/ 4524 h 4589"/>
                  <a:gd name="connsiteX2" fmla="*/ 2954 w 7587"/>
                  <a:gd name="connsiteY2" fmla="*/ 72 h 4589"/>
                </a:gdLst>
                <a:ahLst/>
                <a:cxnLst>
                  <a:cxn ang="0">
                    <a:pos x="connsiteX0" y="connsiteY0"/>
                  </a:cxn>
                  <a:cxn ang="0">
                    <a:pos x="connsiteX1" y="connsiteY1"/>
                  </a:cxn>
                  <a:cxn ang="0">
                    <a:pos x="connsiteX2" y="connsiteY2"/>
                  </a:cxn>
                </a:cxnLst>
                <a:rect l="l" t="t" r="r" b="b"/>
                <a:pathLst>
                  <a:path w="7587" h="4589">
                    <a:moveTo>
                      <a:pt x="2954" y="72"/>
                    </a:moveTo>
                    <a:cubicBezTo>
                      <a:pt x="-2886" y="-642"/>
                      <a:pt x="1154" y="4187"/>
                      <a:pt x="4629" y="4524"/>
                    </a:cubicBezTo>
                    <a:cubicBezTo>
                      <a:pt x="10452" y="5204"/>
                      <a:pt x="6475" y="364"/>
                      <a:pt x="2954" y="7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3" name="Freeform: Shape 2092">
                <a:extLst>
                  <a:ext uri="{FF2B5EF4-FFF2-40B4-BE49-F238E27FC236}">
                    <a16:creationId xmlns:a16="http://schemas.microsoft.com/office/drawing/2014/main" id="{B7075240-499A-7F5B-2FA1-3D7F992F1D1E}"/>
                  </a:ext>
                </a:extLst>
              </p:cNvPr>
              <p:cNvSpPr/>
              <p:nvPr/>
            </p:nvSpPr>
            <p:spPr>
              <a:xfrm>
                <a:off x="7849840" y="5613971"/>
                <a:ext cx="8015" cy="3884"/>
              </a:xfrm>
              <a:custGeom>
                <a:avLst/>
                <a:gdLst>
                  <a:gd name="connsiteX0" fmla="*/ 3055 w 8015"/>
                  <a:gd name="connsiteY0" fmla="*/ 450 h 3884"/>
                  <a:gd name="connsiteX1" fmla="*/ 4952 w 8015"/>
                  <a:gd name="connsiteY1" fmla="*/ 3502 h 3884"/>
                  <a:gd name="connsiteX2" fmla="*/ 3055 w 8015"/>
                  <a:gd name="connsiteY2" fmla="*/ 450 h 3884"/>
                </a:gdLst>
                <a:ahLst/>
                <a:cxnLst>
                  <a:cxn ang="0">
                    <a:pos x="connsiteX0" y="connsiteY0"/>
                  </a:cxn>
                  <a:cxn ang="0">
                    <a:pos x="connsiteX1" y="connsiteY1"/>
                  </a:cxn>
                  <a:cxn ang="0">
                    <a:pos x="connsiteX2" y="connsiteY2"/>
                  </a:cxn>
                </a:cxnLst>
                <a:rect l="l" t="t" r="r" b="b"/>
                <a:pathLst>
                  <a:path w="8015" h="3884">
                    <a:moveTo>
                      <a:pt x="3055" y="450"/>
                    </a:moveTo>
                    <a:cubicBezTo>
                      <a:pt x="-3260" y="-1327"/>
                      <a:pt x="1654" y="2679"/>
                      <a:pt x="4952" y="3502"/>
                    </a:cubicBezTo>
                    <a:cubicBezTo>
                      <a:pt x="11250" y="5102"/>
                      <a:pt x="6421" y="1221"/>
                      <a:pt x="3055" y="4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4" name="Freeform: Shape 2093">
                <a:extLst>
                  <a:ext uri="{FF2B5EF4-FFF2-40B4-BE49-F238E27FC236}">
                    <a16:creationId xmlns:a16="http://schemas.microsoft.com/office/drawing/2014/main" id="{7F325A71-A36F-6AE4-F1EC-F964CF8927F8}"/>
                  </a:ext>
                </a:extLst>
              </p:cNvPr>
              <p:cNvSpPr/>
              <p:nvPr/>
            </p:nvSpPr>
            <p:spPr>
              <a:xfrm>
                <a:off x="7794066" y="5533769"/>
                <a:ext cx="7800" cy="4256"/>
              </a:xfrm>
              <a:custGeom>
                <a:avLst/>
                <a:gdLst>
                  <a:gd name="connsiteX0" fmla="*/ 2994 w 7800"/>
                  <a:gd name="connsiteY0" fmla="*/ 550 h 4256"/>
                  <a:gd name="connsiteX1" fmla="*/ 4800 w 7800"/>
                  <a:gd name="connsiteY1" fmla="*/ 3751 h 4256"/>
                  <a:gd name="connsiteX2" fmla="*/ 2994 w 7800"/>
                  <a:gd name="connsiteY2" fmla="*/ 550 h 4256"/>
                </a:gdLst>
                <a:ahLst/>
                <a:cxnLst>
                  <a:cxn ang="0">
                    <a:pos x="connsiteX0" y="connsiteY0"/>
                  </a:cxn>
                  <a:cxn ang="0">
                    <a:pos x="connsiteX1" y="connsiteY1"/>
                  </a:cxn>
                  <a:cxn ang="0">
                    <a:pos x="connsiteX2" y="connsiteY2"/>
                  </a:cxn>
                </a:cxnLst>
                <a:rect l="l" t="t" r="r" b="b"/>
                <a:pathLst>
                  <a:path w="7800" h="4256">
                    <a:moveTo>
                      <a:pt x="2994" y="550"/>
                    </a:moveTo>
                    <a:cubicBezTo>
                      <a:pt x="-3184" y="-1507"/>
                      <a:pt x="1611" y="2796"/>
                      <a:pt x="4800" y="3751"/>
                    </a:cubicBezTo>
                    <a:cubicBezTo>
                      <a:pt x="10972" y="5694"/>
                      <a:pt x="6223" y="1476"/>
                      <a:pt x="2994" y="5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5" name="Freeform: Shape 2094">
                <a:extLst>
                  <a:ext uri="{FF2B5EF4-FFF2-40B4-BE49-F238E27FC236}">
                    <a16:creationId xmlns:a16="http://schemas.microsoft.com/office/drawing/2014/main" id="{29A8F7F5-1A38-6B96-F44B-F776208A79A5}"/>
                  </a:ext>
                </a:extLst>
              </p:cNvPr>
              <p:cNvSpPr/>
              <p:nvPr/>
            </p:nvSpPr>
            <p:spPr>
              <a:xfrm>
                <a:off x="7908077" y="5752273"/>
                <a:ext cx="8308" cy="6113"/>
              </a:xfrm>
              <a:custGeom>
                <a:avLst/>
                <a:gdLst>
                  <a:gd name="connsiteX0" fmla="*/ 3169 w 8308"/>
                  <a:gd name="connsiteY0" fmla="*/ 200 h 6113"/>
                  <a:gd name="connsiteX1" fmla="*/ 5129 w 8308"/>
                  <a:gd name="connsiteY1" fmla="*/ 5944 h 6113"/>
                  <a:gd name="connsiteX2" fmla="*/ 3169 w 8308"/>
                  <a:gd name="connsiteY2" fmla="*/ 200 h 6113"/>
                </a:gdLst>
                <a:ahLst/>
                <a:cxnLst>
                  <a:cxn ang="0">
                    <a:pos x="connsiteX0" y="connsiteY0"/>
                  </a:cxn>
                  <a:cxn ang="0">
                    <a:pos x="connsiteX1" y="connsiteY1"/>
                  </a:cxn>
                  <a:cxn ang="0">
                    <a:pos x="connsiteX2" y="connsiteY2"/>
                  </a:cxn>
                </a:cxnLst>
                <a:rect l="l" t="t" r="r" b="b"/>
                <a:pathLst>
                  <a:path w="8308" h="6113">
                    <a:moveTo>
                      <a:pt x="3169" y="200"/>
                    </a:moveTo>
                    <a:cubicBezTo>
                      <a:pt x="-3341" y="-1217"/>
                      <a:pt x="1643" y="5332"/>
                      <a:pt x="5129" y="5944"/>
                    </a:cubicBezTo>
                    <a:cubicBezTo>
                      <a:pt x="11615" y="7230"/>
                      <a:pt x="6740" y="783"/>
                      <a:pt x="3169" y="2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6" name="Freeform: Shape 2095">
                <a:extLst>
                  <a:ext uri="{FF2B5EF4-FFF2-40B4-BE49-F238E27FC236}">
                    <a16:creationId xmlns:a16="http://schemas.microsoft.com/office/drawing/2014/main" id="{31F0BC90-807F-711D-7724-3FB8502A3B47}"/>
                  </a:ext>
                </a:extLst>
              </p:cNvPr>
              <p:cNvSpPr/>
              <p:nvPr/>
            </p:nvSpPr>
            <p:spPr>
              <a:xfrm>
                <a:off x="8100279" y="6168118"/>
                <a:ext cx="9116" cy="3630"/>
              </a:xfrm>
              <a:custGeom>
                <a:avLst/>
                <a:gdLst>
                  <a:gd name="connsiteX0" fmla="*/ 3516 w 9116"/>
                  <a:gd name="connsiteY0" fmla="*/ 521 h 3630"/>
                  <a:gd name="connsiteX1" fmla="*/ 9116 w 9116"/>
                  <a:gd name="connsiteY1" fmla="*/ 3042 h 3630"/>
                  <a:gd name="connsiteX2" fmla="*/ 3516 w 9116"/>
                  <a:gd name="connsiteY2" fmla="*/ 521 h 3630"/>
                </a:gdLst>
                <a:ahLst/>
                <a:cxnLst>
                  <a:cxn ang="0">
                    <a:pos x="connsiteX0" y="connsiteY0"/>
                  </a:cxn>
                  <a:cxn ang="0">
                    <a:pos x="connsiteX1" y="connsiteY1"/>
                  </a:cxn>
                  <a:cxn ang="0">
                    <a:pos x="connsiteX2" y="connsiteY2"/>
                  </a:cxn>
                </a:cxnLst>
                <a:rect l="l" t="t" r="r" b="b"/>
                <a:pathLst>
                  <a:path w="9116" h="3630">
                    <a:moveTo>
                      <a:pt x="3516" y="521"/>
                    </a:moveTo>
                    <a:cubicBezTo>
                      <a:pt x="-6908" y="-2033"/>
                      <a:pt x="9174" y="5774"/>
                      <a:pt x="9116" y="3042"/>
                    </a:cubicBezTo>
                    <a:cubicBezTo>
                      <a:pt x="8477" y="2333"/>
                      <a:pt x="5967" y="1224"/>
                      <a:pt x="3516" y="5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7" name="Freeform: Shape 2096">
                <a:extLst>
                  <a:ext uri="{FF2B5EF4-FFF2-40B4-BE49-F238E27FC236}">
                    <a16:creationId xmlns:a16="http://schemas.microsoft.com/office/drawing/2014/main" id="{B9B299A0-C587-C76E-EF71-22D596A21CE4}"/>
                  </a:ext>
                </a:extLst>
              </p:cNvPr>
              <p:cNvSpPr/>
              <p:nvPr/>
            </p:nvSpPr>
            <p:spPr>
              <a:xfrm>
                <a:off x="8170976" y="6252959"/>
                <a:ext cx="9426" cy="2671"/>
              </a:xfrm>
              <a:custGeom>
                <a:avLst/>
                <a:gdLst>
                  <a:gd name="connsiteX0" fmla="*/ 3623 w 9426"/>
                  <a:gd name="connsiteY0" fmla="*/ 4 h 2671"/>
                  <a:gd name="connsiteX1" fmla="*/ 9417 w 9426"/>
                  <a:gd name="connsiteY1" fmla="*/ 1187 h 2671"/>
                  <a:gd name="connsiteX2" fmla="*/ 3623 w 9426"/>
                  <a:gd name="connsiteY2" fmla="*/ 4 h 2671"/>
                </a:gdLst>
                <a:ahLst/>
                <a:cxnLst>
                  <a:cxn ang="0">
                    <a:pos x="connsiteX0" y="connsiteY0"/>
                  </a:cxn>
                  <a:cxn ang="0">
                    <a:pos x="connsiteX1" y="connsiteY1"/>
                  </a:cxn>
                  <a:cxn ang="0">
                    <a:pos x="connsiteX2" y="connsiteY2"/>
                  </a:cxn>
                </a:cxnLst>
                <a:rect l="l" t="t" r="r" b="b"/>
                <a:pathLst>
                  <a:path w="9426" h="2671">
                    <a:moveTo>
                      <a:pt x="3623" y="4"/>
                    </a:moveTo>
                    <a:cubicBezTo>
                      <a:pt x="-7259" y="1016"/>
                      <a:pt x="9886" y="4697"/>
                      <a:pt x="9417" y="1187"/>
                    </a:cubicBezTo>
                    <a:cubicBezTo>
                      <a:pt x="8749" y="473"/>
                      <a:pt x="6155" y="-53"/>
                      <a:pt x="3623"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8" name="Freeform: Shape 2097">
                <a:extLst>
                  <a:ext uri="{FF2B5EF4-FFF2-40B4-BE49-F238E27FC236}">
                    <a16:creationId xmlns:a16="http://schemas.microsoft.com/office/drawing/2014/main" id="{DBD882C5-4E2D-CD35-4EB8-7662B0CD0920}"/>
                  </a:ext>
                </a:extLst>
              </p:cNvPr>
              <p:cNvSpPr/>
              <p:nvPr/>
            </p:nvSpPr>
            <p:spPr>
              <a:xfrm>
                <a:off x="8032498" y="6091324"/>
                <a:ext cx="8935" cy="4523"/>
              </a:xfrm>
              <a:custGeom>
                <a:avLst/>
                <a:gdLst>
                  <a:gd name="connsiteX0" fmla="*/ 3477 w 8935"/>
                  <a:gd name="connsiteY0" fmla="*/ 317 h 4523"/>
                  <a:gd name="connsiteX1" fmla="*/ 8935 w 8935"/>
                  <a:gd name="connsiteY1" fmla="*/ 3408 h 4523"/>
                  <a:gd name="connsiteX2" fmla="*/ 3477 w 8935"/>
                  <a:gd name="connsiteY2" fmla="*/ 317 h 4523"/>
                </a:gdLst>
                <a:ahLst/>
                <a:cxnLst>
                  <a:cxn ang="0">
                    <a:pos x="connsiteX0" y="connsiteY0"/>
                  </a:cxn>
                  <a:cxn ang="0">
                    <a:pos x="connsiteX1" y="connsiteY1"/>
                  </a:cxn>
                  <a:cxn ang="0">
                    <a:pos x="connsiteX2" y="connsiteY2"/>
                  </a:cxn>
                </a:cxnLst>
                <a:rect l="l" t="t" r="r" b="b"/>
                <a:pathLst>
                  <a:path w="8935" h="4523">
                    <a:moveTo>
                      <a:pt x="3477" y="317"/>
                    </a:moveTo>
                    <a:cubicBezTo>
                      <a:pt x="-6816" y="-1815"/>
                      <a:pt x="9032" y="7672"/>
                      <a:pt x="8935" y="3408"/>
                    </a:cubicBezTo>
                    <a:cubicBezTo>
                      <a:pt x="8335" y="2362"/>
                      <a:pt x="5889" y="996"/>
                      <a:pt x="3477" y="3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9" name="Freeform: Shape 2098">
                <a:extLst>
                  <a:ext uri="{FF2B5EF4-FFF2-40B4-BE49-F238E27FC236}">
                    <a16:creationId xmlns:a16="http://schemas.microsoft.com/office/drawing/2014/main" id="{30225D7B-BBB6-DED9-97B4-E305EDA356A5}"/>
                  </a:ext>
                </a:extLst>
              </p:cNvPr>
              <p:cNvSpPr/>
              <p:nvPr/>
            </p:nvSpPr>
            <p:spPr>
              <a:xfrm>
                <a:off x="7968568" y="5936130"/>
                <a:ext cx="8687" cy="6470"/>
              </a:xfrm>
              <a:custGeom>
                <a:avLst/>
                <a:gdLst>
                  <a:gd name="connsiteX0" fmla="*/ 3423 w 8687"/>
                  <a:gd name="connsiteY0" fmla="*/ 126 h 6470"/>
                  <a:gd name="connsiteX1" fmla="*/ 8686 w 8687"/>
                  <a:gd name="connsiteY1" fmla="*/ 4315 h 6470"/>
                  <a:gd name="connsiteX2" fmla="*/ 3423 w 8687"/>
                  <a:gd name="connsiteY2" fmla="*/ 126 h 6470"/>
                </a:gdLst>
                <a:ahLst/>
                <a:cxnLst>
                  <a:cxn ang="0">
                    <a:pos x="connsiteX0" y="connsiteY0"/>
                  </a:cxn>
                  <a:cxn ang="0">
                    <a:pos x="connsiteX1" y="connsiteY1"/>
                  </a:cxn>
                  <a:cxn ang="0">
                    <a:pos x="connsiteX2" y="connsiteY2"/>
                  </a:cxn>
                </a:cxnLst>
                <a:rect l="l" t="t" r="r" b="b"/>
                <a:pathLst>
                  <a:path w="8687" h="6470">
                    <a:moveTo>
                      <a:pt x="3423" y="126"/>
                    </a:moveTo>
                    <a:cubicBezTo>
                      <a:pt x="-6699" y="-1389"/>
                      <a:pt x="8869" y="11402"/>
                      <a:pt x="8686" y="4315"/>
                    </a:cubicBezTo>
                    <a:cubicBezTo>
                      <a:pt x="8114" y="2664"/>
                      <a:pt x="5754" y="812"/>
                      <a:pt x="3423" y="1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0" name="Freeform: Shape 2099">
                <a:extLst>
                  <a:ext uri="{FF2B5EF4-FFF2-40B4-BE49-F238E27FC236}">
                    <a16:creationId xmlns:a16="http://schemas.microsoft.com/office/drawing/2014/main" id="{3897EF84-6C6A-FCFB-671D-54DCEC40F051}"/>
                  </a:ext>
                </a:extLst>
              </p:cNvPr>
              <p:cNvSpPr/>
              <p:nvPr/>
            </p:nvSpPr>
            <p:spPr>
              <a:xfrm>
                <a:off x="9422348" y="7526300"/>
                <a:ext cx="13472" cy="5108"/>
              </a:xfrm>
              <a:custGeom>
                <a:avLst/>
                <a:gdLst>
                  <a:gd name="connsiteX0" fmla="*/ 4224 w 13472"/>
                  <a:gd name="connsiteY0" fmla="*/ 0 h 5108"/>
                  <a:gd name="connsiteX1" fmla="*/ 13099 w 13472"/>
                  <a:gd name="connsiteY1" fmla="*/ 4229 h 5108"/>
                  <a:gd name="connsiteX2" fmla="*/ 4224 w 13472"/>
                  <a:gd name="connsiteY2" fmla="*/ 0 h 5108"/>
                </a:gdLst>
                <a:ahLst/>
                <a:cxnLst>
                  <a:cxn ang="0">
                    <a:pos x="connsiteX0" y="connsiteY0"/>
                  </a:cxn>
                  <a:cxn ang="0">
                    <a:pos x="connsiteX1" y="connsiteY1"/>
                  </a:cxn>
                  <a:cxn ang="0">
                    <a:pos x="connsiteX2" y="connsiteY2"/>
                  </a:cxn>
                </a:cxnLst>
                <a:rect l="l" t="t" r="r" b="b"/>
                <a:pathLst>
                  <a:path w="13472" h="5108">
                    <a:moveTo>
                      <a:pt x="4224" y="0"/>
                    </a:moveTo>
                    <a:cubicBezTo>
                      <a:pt x="-7829" y="1217"/>
                      <a:pt x="9362" y="7361"/>
                      <a:pt x="13099" y="4229"/>
                    </a:cubicBezTo>
                    <a:cubicBezTo>
                      <a:pt x="15368" y="931"/>
                      <a:pt x="6641" y="46"/>
                      <a:pt x="422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1" name="Freeform: Shape 2100">
                <a:extLst>
                  <a:ext uri="{FF2B5EF4-FFF2-40B4-BE49-F238E27FC236}">
                    <a16:creationId xmlns:a16="http://schemas.microsoft.com/office/drawing/2014/main" id="{71AA22DE-91B8-A8D3-FB36-B1F716E68150}"/>
                  </a:ext>
                </a:extLst>
              </p:cNvPr>
              <p:cNvSpPr/>
              <p:nvPr/>
            </p:nvSpPr>
            <p:spPr>
              <a:xfrm>
                <a:off x="7350894" y="4965740"/>
                <a:ext cx="6702" cy="1878"/>
              </a:xfrm>
              <a:custGeom>
                <a:avLst/>
                <a:gdLst>
                  <a:gd name="connsiteX0" fmla="*/ 2819 w 6702"/>
                  <a:gd name="connsiteY0" fmla="*/ 0 h 1878"/>
                  <a:gd name="connsiteX1" fmla="*/ 5539 w 6702"/>
                  <a:gd name="connsiteY1" fmla="*/ 292 h 1878"/>
                  <a:gd name="connsiteX2" fmla="*/ 2819 w 6702"/>
                  <a:gd name="connsiteY2" fmla="*/ 0 h 1878"/>
                </a:gdLst>
                <a:ahLst/>
                <a:cxnLst>
                  <a:cxn ang="0">
                    <a:pos x="connsiteX0" y="connsiteY0"/>
                  </a:cxn>
                  <a:cxn ang="0">
                    <a:pos x="connsiteX1" y="connsiteY1"/>
                  </a:cxn>
                  <a:cxn ang="0">
                    <a:pos x="connsiteX2" y="connsiteY2"/>
                  </a:cxn>
                </a:cxnLst>
                <a:rect l="l" t="t" r="r" b="b"/>
                <a:pathLst>
                  <a:path w="6702" h="1878">
                    <a:moveTo>
                      <a:pt x="2819" y="0"/>
                    </a:moveTo>
                    <a:cubicBezTo>
                      <a:pt x="-6662" y="1052"/>
                      <a:pt x="11294" y="3480"/>
                      <a:pt x="5539" y="292"/>
                    </a:cubicBezTo>
                    <a:cubicBezTo>
                      <a:pt x="4750" y="108"/>
                      <a:pt x="3762" y="6"/>
                      <a:pt x="281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2" name="Freeform: Shape 2101">
                <a:extLst>
                  <a:ext uri="{FF2B5EF4-FFF2-40B4-BE49-F238E27FC236}">
                    <a16:creationId xmlns:a16="http://schemas.microsoft.com/office/drawing/2014/main" id="{155CC7FB-11DD-EEA9-E638-66A82522CA01}"/>
                  </a:ext>
                </a:extLst>
              </p:cNvPr>
              <p:cNvSpPr/>
              <p:nvPr/>
            </p:nvSpPr>
            <p:spPr>
              <a:xfrm>
                <a:off x="8399587" y="6695204"/>
                <a:ext cx="10618" cy="5275"/>
              </a:xfrm>
              <a:custGeom>
                <a:avLst/>
                <a:gdLst>
                  <a:gd name="connsiteX0" fmla="*/ 3937 w 10618"/>
                  <a:gd name="connsiteY0" fmla="*/ 982 h 5275"/>
                  <a:gd name="connsiteX1" fmla="*/ 10612 w 10618"/>
                  <a:gd name="connsiteY1" fmla="*/ 4702 h 5275"/>
                  <a:gd name="connsiteX2" fmla="*/ 3937 w 10618"/>
                  <a:gd name="connsiteY2" fmla="*/ 982 h 5275"/>
                </a:gdLst>
                <a:ahLst/>
                <a:cxnLst>
                  <a:cxn ang="0">
                    <a:pos x="connsiteX0" y="connsiteY0"/>
                  </a:cxn>
                  <a:cxn ang="0">
                    <a:pos x="connsiteX1" y="connsiteY1"/>
                  </a:cxn>
                  <a:cxn ang="0">
                    <a:pos x="connsiteX2" y="connsiteY2"/>
                  </a:cxn>
                </a:cxnLst>
                <a:rect l="l" t="t" r="r" b="b"/>
                <a:pathLst>
                  <a:path w="10618" h="5275">
                    <a:moveTo>
                      <a:pt x="3937" y="982"/>
                    </a:moveTo>
                    <a:cubicBezTo>
                      <a:pt x="-7985" y="-3271"/>
                      <a:pt x="11006" y="7862"/>
                      <a:pt x="10612" y="4702"/>
                    </a:cubicBezTo>
                    <a:cubicBezTo>
                      <a:pt x="9766" y="3759"/>
                      <a:pt x="6783" y="2101"/>
                      <a:pt x="3937" y="9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3" name="Freeform: Shape 2102">
                <a:extLst>
                  <a:ext uri="{FF2B5EF4-FFF2-40B4-BE49-F238E27FC236}">
                    <a16:creationId xmlns:a16="http://schemas.microsoft.com/office/drawing/2014/main" id="{2CBDBA21-3D64-3D5C-4884-8F62CB973D34}"/>
                  </a:ext>
                </a:extLst>
              </p:cNvPr>
              <p:cNvSpPr/>
              <p:nvPr/>
            </p:nvSpPr>
            <p:spPr>
              <a:xfrm>
                <a:off x="8494178" y="6802928"/>
                <a:ext cx="10984" cy="5425"/>
              </a:xfrm>
              <a:custGeom>
                <a:avLst/>
                <a:gdLst>
                  <a:gd name="connsiteX0" fmla="*/ 4043 w 10984"/>
                  <a:gd name="connsiteY0" fmla="*/ 807 h 5425"/>
                  <a:gd name="connsiteX1" fmla="*/ 10976 w 10984"/>
                  <a:gd name="connsiteY1" fmla="*/ 4648 h 5425"/>
                  <a:gd name="connsiteX2" fmla="*/ 4043 w 10984"/>
                  <a:gd name="connsiteY2" fmla="*/ 807 h 5425"/>
                </a:gdLst>
                <a:ahLst/>
                <a:cxnLst>
                  <a:cxn ang="0">
                    <a:pos x="connsiteX0" y="connsiteY0"/>
                  </a:cxn>
                  <a:cxn ang="0">
                    <a:pos x="connsiteX1" y="connsiteY1"/>
                  </a:cxn>
                  <a:cxn ang="0">
                    <a:pos x="connsiteX2" y="connsiteY2"/>
                  </a:cxn>
                </a:cxnLst>
                <a:rect l="l" t="t" r="r" b="b"/>
                <a:pathLst>
                  <a:path w="10984" h="5425">
                    <a:moveTo>
                      <a:pt x="4043" y="807"/>
                    </a:moveTo>
                    <a:cubicBezTo>
                      <a:pt x="-8255" y="-3062"/>
                      <a:pt x="11473" y="8437"/>
                      <a:pt x="10976" y="4648"/>
                    </a:cubicBezTo>
                    <a:cubicBezTo>
                      <a:pt x="10090" y="3590"/>
                      <a:pt x="6987" y="1876"/>
                      <a:pt x="4043" y="80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4" name="Freeform: Shape 2103">
                <a:extLst>
                  <a:ext uri="{FF2B5EF4-FFF2-40B4-BE49-F238E27FC236}">
                    <a16:creationId xmlns:a16="http://schemas.microsoft.com/office/drawing/2014/main" id="{9FAA1134-7904-DC27-2ECC-5453289EB60B}"/>
                  </a:ext>
                </a:extLst>
              </p:cNvPr>
              <p:cNvSpPr/>
              <p:nvPr/>
            </p:nvSpPr>
            <p:spPr>
              <a:xfrm>
                <a:off x="8309202" y="6602900"/>
                <a:ext cx="10368" cy="4465"/>
              </a:xfrm>
              <a:custGeom>
                <a:avLst/>
                <a:gdLst>
                  <a:gd name="connsiteX0" fmla="*/ 3871 w 10368"/>
                  <a:gd name="connsiteY0" fmla="*/ 914 h 4465"/>
                  <a:gd name="connsiteX1" fmla="*/ 10363 w 10368"/>
                  <a:gd name="connsiteY1" fmla="*/ 4040 h 4465"/>
                  <a:gd name="connsiteX2" fmla="*/ 3871 w 10368"/>
                  <a:gd name="connsiteY2" fmla="*/ 914 h 4465"/>
                </a:gdLst>
                <a:ahLst/>
                <a:cxnLst>
                  <a:cxn ang="0">
                    <a:pos x="connsiteX0" y="connsiteY0"/>
                  </a:cxn>
                  <a:cxn ang="0">
                    <a:pos x="connsiteX1" y="connsiteY1"/>
                  </a:cxn>
                  <a:cxn ang="0">
                    <a:pos x="connsiteX2" y="connsiteY2"/>
                  </a:cxn>
                </a:cxnLst>
                <a:rect l="l" t="t" r="r" b="b"/>
                <a:pathLst>
                  <a:path w="10368" h="4465">
                    <a:moveTo>
                      <a:pt x="3871" y="914"/>
                    </a:moveTo>
                    <a:cubicBezTo>
                      <a:pt x="-7822" y="-2881"/>
                      <a:pt x="10740" y="6532"/>
                      <a:pt x="10363" y="4040"/>
                    </a:cubicBezTo>
                    <a:cubicBezTo>
                      <a:pt x="9552" y="3280"/>
                      <a:pt x="6648" y="1885"/>
                      <a:pt x="3871" y="9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5" name="Freeform: Shape 2104">
                <a:extLst>
                  <a:ext uri="{FF2B5EF4-FFF2-40B4-BE49-F238E27FC236}">
                    <a16:creationId xmlns:a16="http://schemas.microsoft.com/office/drawing/2014/main" id="{1F769AC2-55AF-A568-1C3E-D06C3414C3FB}"/>
                  </a:ext>
                </a:extLst>
              </p:cNvPr>
              <p:cNvSpPr/>
              <p:nvPr/>
            </p:nvSpPr>
            <p:spPr>
              <a:xfrm>
                <a:off x="8139890" y="6460699"/>
                <a:ext cx="9954" cy="2723"/>
              </a:xfrm>
              <a:custGeom>
                <a:avLst/>
                <a:gdLst>
                  <a:gd name="connsiteX0" fmla="*/ 3773 w 9954"/>
                  <a:gd name="connsiteY0" fmla="*/ 274 h 2723"/>
                  <a:gd name="connsiteX1" fmla="*/ 9951 w 9954"/>
                  <a:gd name="connsiteY1" fmla="*/ 2170 h 2723"/>
                  <a:gd name="connsiteX2" fmla="*/ 3773 w 9954"/>
                  <a:gd name="connsiteY2" fmla="*/ 274 h 2723"/>
                </a:gdLst>
                <a:ahLst/>
                <a:cxnLst>
                  <a:cxn ang="0">
                    <a:pos x="connsiteX0" y="connsiteY0"/>
                  </a:cxn>
                  <a:cxn ang="0">
                    <a:pos x="connsiteX1" y="connsiteY1"/>
                  </a:cxn>
                  <a:cxn ang="0">
                    <a:pos x="connsiteX2" y="connsiteY2"/>
                  </a:cxn>
                </a:cxnLst>
                <a:rect l="l" t="t" r="r" b="b"/>
                <a:pathLst>
                  <a:path w="9954" h="2723">
                    <a:moveTo>
                      <a:pt x="3773" y="274"/>
                    </a:moveTo>
                    <a:cubicBezTo>
                      <a:pt x="-7554" y="-1293"/>
                      <a:pt x="10265" y="4480"/>
                      <a:pt x="9951" y="2170"/>
                    </a:cubicBezTo>
                    <a:cubicBezTo>
                      <a:pt x="9219" y="1582"/>
                      <a:pt x="6453" y="731"/>
                      <a:pt x="3773" y="2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6" name="Freeform: Shape 2105">
                <a:extLst>
                  <a:ext uri="{FF2B5EF4-FFF2-40B4-BE49-F238E27FC236}">
                    <a16:creationId xmlns:a16="http://schemas.microsoft.com/office/drawing/2014/main" id="{33C5408D-7BE2-0394-C10B-D9A4C7ED97F7}"/>
                  </a:ext>
                </a:extLst>
              </p:cNvPr>
              <p:cNvSpPr/>
              <p:nvPr/>
            </p:nvSpPr>
            <p:spPr>
              <a:xfrm>
                <a:off x="8222477" y="6527149"/>
                <a:ext cx="10150" cy="3538"/>
              </a:xfrm>
              <a:custGeom>
                <a:avLst/>
                <a:gdLst>
                  <a:gd name="connsiteX0" fmla="*/ 3813 w 10150"/>
                  <a:gd name="connsiteY0" fmla="*/ 632 h 3538"/>
                  <a:gd name="connsiteX1" fmla="*/ 10145 w 10150"/>
                  <a:gd name="connsiteY1" fmla="*/ 3119 h 3538"/>
                  <a:gd name="connsiteX2" fmla="*/ 3813 w 10150"/>
                  <a:gd name="connsiteY2" fmla="*/ 632 h 3538"/>
                </a:gdLst>
                <a:ahLst/>
                <a:cxnLst>
                  <a:cxn ang="0">
                    <a:pos x="connsiteX0" y="connsiteY0"/>
                  </a:cxn>
                  <a:cxn ang="0">
                    <a:pos x="connsiteX1" y="connsiteY1"/>
                  </a:cxn>
                  <a:cxn ang="0">
                    <a:pos x="connsiteX2" y="connsiteY2"/>
                  </a:cxn>
                </a:cxnLst>
                <a:rect l="l" t="t" r="r" b="b"/>
                <a:pathLst>
                  <a:path w="10150" h="3538">
                    <a:moveTo>
                      <a:pt x="3813" y="632"/>
                    </a:moveTo>
                    <a:cubicBezTo>
                      <a:pt x="-7674" y="-2162"/>
                      <a:pt x="10489" y="5347"/>
                      <a:pt x="10145" y="3119"/>
                    </a:cubicBezTo>
                    <a:cubicBezTo>
                      <a:pt x="9374" y="2473"/>
                      <a:pt x="6539" y="1364"/>
                      <a:pt x="3813" y="6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7" name="Freeform: Shape 2106">
                <a:extLst>
                  <a:ext uri="{FF2B5EF4-FFF2-40B4-BE49-F238E27FC236}">
                    <a16:creationId xmlns:a16="http://schemas.microsoft.com/office/drawing/2014/main" id="{ED96DD7C-87A9-5C4E-7F67-603407732580}"/>
                  </a:ext>
                </a:extLst>
              </p:cNvPr>
              <p:cNvSpPr/>
              <p:nvPr/>
            </p:nvSpPr>
            <p:spPr>
              <a:xfrm>
                <a:off x="8931827" y="7374753"/>
                <a:ext cx="13160" cy="5103"/>
              </a:xfrm>
              <a:custGeom>
                <a:avLst/>
                <a:gdLst>
                  <a:gd name="connsiteX0" fmla="*/ 4495 w 13160"/>
                  <a:gd name="connsiteY0" fmla="*/ 13 h 5103"/>
                  <a:gd name="connsiteX1" fmla="*/ 8662 w 13160"/>
                  <a:gd name="connsiteY1" fmla="*/ 5089 h 5103"/>
                  <a:gd name="connsiteX2" fmla="*/ 4495 w 13160"/>
                  <a:gd name="connsiteY2" fmla="*/ 13 h 5103"/>
                </a:gdLst>
                <a:ahLst/>
                <a:cxnLst>
                  <a:cxn ang="0">
                    <a:pos x="connsiteX0" y="connsiteY0"/>
                  </a:cxn>
                  <a:cxn ang="0">
                    <a:pos x="connsiteX1" y="connsiteY1"/>
                  </a:cxn>
                  <a:cxn ang="0">
                    <a:pos x="connsiteX2" y="connsiteY2"/>
                  </a:cxn>
                </a:cxnLst>
                <a:rect l="l" t="t" r="r" b="b"/>
                <a:pathLst>
                  <a:path w="13160" h="5103">
                    <a:moveTo>
                      <a:pt x="4495" y="13"/>
                    </a:moveTo>
                    <a:cubicBezTo>
                      <a:pt x="-5363" y="288"/>
                      <a:pt x="3290" y="5408"/>
                      <a:pt x="8662" y="5089"/>
                    </a:cubicBezTo>
                    <a:cubicBezTo>
                      <a:pt x="18532" y="4797"/>
                      <a:pt x="9862" y="-295"/>
                      <a:pt x="4495" y="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8" name="Freeform: Shape 2107">
                <a:extLst>
                  <a:ext uri="{FF2B5EF4-FFF2-40B4-BE49-F238E27FC236}">
                    <a16:creationId xmlns:a16="http://schemas.microsoft.com/office/drawing/2014/main" id="{DD5AB5DB-72BE-BF39-EC26-ECB837AECE9D}"/>
                  </a:ext>
                </a:extLst>
              </p:cNvPr>
              <p:cNvSpPr/>
              <p:nvPr/>
            </p:nvSpPr>
            <p:spPr>
              <a:xfrm>
                <a:off x="8061915" y="6396249"/>
                <a:ext cx="9782" cy="2330"/>
              </a:xfrm>
              <a:custGeom>
                <a:avLst/>
                <a:gdLst>
                  <a:gd name="connsiteX0" fmla="*/ 3756 w 9782"/>
                  <a:gd name="connsiteY0" fmla="*/ 24 h 2330"/>
                  <a:gd name="connsiteX1" fmla="*/ 9779 w 9782"/>
                  <a:gd name="connsiteY1" fmla="*/ 1492 h 2330"/>
                  <a:gd name="connsiteX2" fmla="*/ 3756 w 9782"/>
                  <a:gd name="connsiteY2" fmla="*/ 24 h 2330"/>
                </a:gdLst>
                <a:ahLst/>
                <a:cxnLst>
                  <a:cxn ang="0">
                    <a:pos x="connsiteX0" y="connsiteY0"/>
                  </a:cxn>
                  <a:cxn ang="0">
                    <a:pos x="connsiteX1" y="connsiteY1"/>
                  </a:cxn>
                  <a:cxn ang="0">
                    <a:pos x="connsiteX2" y="connsiteY2"/>
                  </a:cxn>
                </a:cxnLst>
                <a:rect l="l" t="t" r="r" b="b"/>
                <a:pathLst>
                  <a:path w="9782" h="2330">
                    <a:moveTo>
                      <a:pt x="3756" y="24"/>
                    </a:moveTo>
                    <a:cubicBezTo>
                      <a:pt x="-7469" y="-365"/>
                      <a:pt x="10071" y="4139"/>
                      <a:pt x="9779" y="1492"/>
                    </a:cubicBezTo>
                    <a:cubicBezTo>
                      <a:pt x="9088" y="887"/>
                      <a:pt x="6396" y="230"/>
                      <a:pt x="3756" y="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9" name="Freeform: Shape 2108">
                <a:extLst>
                  <a:ext uri="{FF2B5EF4-FFF2-40B4-BE49-F238E27FC236}">
                    <a16:creationId xmlns:a16="http://schemas.microsoft.com/office/drawing/2014/main" id="{0A89D0DC-8390-3873-0162-E5A087DD72F5}"/>
                  </a:ext>
                </a:extLst>
              </p:cNvPr>
              <p:cNvSpPr/>
              <p:nvPr/>
            </p:nvSpPr>
            <p:spPr>
              <a:xfrm>
                <a:off x="8593550" y="6928974"/>
                <a:ext cx="11451" cy="5300"/>
              </a:xfrm>
              <a:custGeom>
                <a:avLst/>
                <a:gdLst>
                  <a:gd name="connsiteX0" fmla="*/ 4038 w 11451"/>
                  <a:gd name="connsiteY0" fmla="*/ 435 h 5300"/>
                  <a:gd name="connsiteX1" fmla="*/ 7411 w 11451"/>
                  <a:gd name="connsiteY1" fmla="*/ 4875 h 5300"/>
                  <a:gd name="connsiteX2" fmla="*/ 4038 w 11451"/>
                  <a:gd name="connsiteY2" fmla="*/ 435 h 5300"/>
                </a:gdLst>
                <a:ahLst/>
                <a:cxnLst>
                  <a:cxn ang="0">
                    <a:pos x="connsiteX0" y="connsiteY0"/>
                  </a:cxn>
                  <a:cxn ang="0">
                    <a:pos x="connsiteX1" y="connsiteY1"/>
                  </a:cxn>
                  <a:cxn ang="0">
                    <a:pos x="connsiteX2" y="connsiteY2"/>
                  </a:cxn>
                </a:cxnLst>
                <a:rect l="l" t="t" r="r" b="b"/>
                <a:pathLst>
                  <a:path w="11451" h="5300">
                    <a:moveTo>
                      <a:pt x="4038" y="435"/>
                    </a:moveTo>
                    <a:cubicBezTo>
                      <a:pt x="-4854" y="-1588"/>
                      <a:pt x="3089" y="4058"/>
                      <a:pt x="7411" y="4875"/>
                    </a:cubicBezTo>
                    <a:cubicBezTo>
                      <a:pt x="16309" y="6864"/>
                      <a:pt x="8359" y="1269"/>
                      <a:pt x="4038" y="4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0" name="Freeform: Shape 2109">
                <a:extLst>
                  <a:ext uri="{FF2B5EF4-FFF2-40B4-BE49-F238E27FC236}">
                    <a16:creationId xmlns:a16="http://schemas.microsoft.com/office/drawing/2014/main" id="{84190540-F3CB-2EB5-706C-959B535E84D3}"/>
                  </a:ext>
                </a:extLst>
              </p:cNvPr>
              <p:cNvSpPr/>
              <p:nvPr/>
            </p:nvSpPr>
            <p:spPr>
              <a:xfrm>
                <a:off x="8810803" y="7220775"/>
                <a:ext cx="12563" cy="5092"/>
              </a:xfrm>
              <a:custGeom>
                <a:avLst/>
                <a:gdLst>
                  <a:gd name="connsiteX0" fmla="*/ 4356 w 12563"/>
                  <a:gd name="connsiteY0" fmla="*/ 18 h 5092"/>
                  <a:gd name="connsiteX1" fmla="*/ 8207 w 12563"/>
                  <a:gd name="connsiteY1" fmla="*/ 5076 h 5092"/>
                  <a:gd name="connsiteX2" fmla="*/ 4356 w 12563"/>
                  <a:gd name="connsiteY2" fmla="*/ 18 h 5092"/>
                </a:gdLst>
                <a:ahLst/>
                <a:cxnLst>
                  <a:cxn ang="0">
                    <a:pos x="connsiteX0" y="connsiteY0"/>
                  </a:cxn>
                  <a:cxn ang="0">
                    <a:pos x="connsiteX1" y="connsiteY1"/>
                  </a:cxn>
                  <a:cxn ang="0">
                    <a:pos x="connsiteX2" y="connsiteY2"/>
                  </a:cxn>
                </a:cxnLst>
                <a:rect l="l" t="t" r="r" b="b"/>
                <a:pathLst>
                  <a:path w="12563" h="5092">
                    <a:moveTo>
                      <a:pt x="4356" y="18"/>
                    </a:moveTo>
                    <a:cubicBezTo>
                      <a:pt x="-5160" y="-353"/>
                      <a:pt x="3144" y="5054"/>
                      <a:pt x="8207" y="5076"/>
                    </a:cubicBezTo>
                    <a:cubicBezTo>
                      <a:pt x="17729" y="5425"/>
                      <a:pt x="9407" y="64"/>
                      <a:pt x="4356"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1" name="Freeform: Shape 2110">
                <a:extLst>
                  <a:ext uri="{FF2B5EF4-FFF2-40B4-BE49-F238E27FC236}">
                    <a16:creationId xmlns:a16="http://schemas.microsoft.com/office/drawing/2014/main" id="{99EDA227-2F7B-CDAA-E9E1-3002E99C0B4F}"/>
                  </a:ext>
                </a:extLst>
              </p:cNvPr>
              <p:cNvSpPr/>
              <p:nvPr/>
            </p:nvSpPr>
            <p:spPr>
              <a:xfrm>
                <a:off x="8698538" y="7070222"/>
                <a:ext cx="11988" cy="5167"/>
              </a:xfrm>
              <a:custGeom>
                <a:avLst/>
                <a:gdLst>
                  <a:gd name="connsiteX0" fmla="*/ 4200 w 11988"/>
                  <a:gd name="connsiteY0" fmla="*/ 164 h 5167"/>
                  <a:gd name="connsiteX1" fmla="*/ 7790 w 11988"/>
                  <a:gd name="connsiteY1" fmla="*/ 5010 h 5167"/>
                  <a:gd name="connsiteX2" fmla="*/ 4200 w 11988"/>
                  <a:gd name="connsiteY2" fmla="*/ 164 h 5167"/>
                </a:gdLst>
                <a:ahLst/>
                <a:cxnLst>
                  <a:cxn ang="0">
                    <a:pos x="connsiteX0" y="connsiteY0"/>
                  </a:cxn>
                  <a:cxn ang="0">
                    <a:pos x="connsiteX1" y="connsiteY1"/>
                  </a:cxn>
                  <a:cxn ang="0">
                    <a:pos x="connsiteX2" y="connsiteY2"/>
                  </a:cxn>
                </a:cxnLst>
                <a:rect l="l" t="t" r="r" b="b"/>
                <a:pathLst>
                  <a:path w="11988" h="5167">
                    <a:moveTo>
                      <a:pt x="4200" y="164"/>
                    </a:moveTo>
                    <a:cubicBezTo>
                      <a:pt x="-5001" y="-1019"/>
                      <a:pt x="3103" y="4582"/>
                      <a:pt x="7790" y="5010"/>
                    </a:cubicBezTo>
                    <a:cubicBezTo>
                      <a:pt x="16991" y="6165"/>
                      <a:pt x="8881" y="609"/>
                      <a:pt x="4200" y="1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2" name="Freeform: Shape 2111">
                <a:extLst>
                  <a:ext uri="{FF2B5EF4-FFF2-40B4-BE49-F238E27FC236}">
                    <a16:creationId xmlns:a16="http://schemas.microsoft.com/office/drawing/2014/main" id="{91F98E06-8F85-24F5-B494-E1FC3305739A}"/>
                  </a:ext>
                </a:extLst>
              </p:cNvPr>
              <p:cNvSpPr/>
              <p:nvPr/>
            </p:nvSpPr>
            <p:spPr>
              <a:xfrm>
                <a:off x="7644646" y="5409578"/>
                <a:ext cx="7384" cy="11373"/>
              </a:xfrm>
              <a:custGeom>
                <a:avLst/>
                <a:gdLst>
                  <a:gd name="connsiteX0" fmla="*/ 2921 w 7384"/>
                  <a:gd name="connsiteY0" fmla="*/ 4349 h 11373"/>
                  <a:gd name="connsiteX1" fmla="*/ 7384 w 7384"/>
                  <a:gd name="connsiteY1" fmla="*/ 11368 h 11373"/>
                  <a:gd name="connsiteX2" fmla="*/ 2921 w 7384"/>
                  <a:gd name="connsiteY2" fmla="*/ 4349 h 11373"/>
                </a:gdLst>
                <a:ahLst/>
                <a:cxnLst>
                  <a:cxn ang="0">
                    <a:pos x="connsiteX0" y="connsiteY0"/>
                  </a:cxn>
                  <a:cxn ang="0">
                    <a:pos x="connsiteX1" y="connsiteY1"/>
                  </a:cxn>
                  <a:cxn ang="0">
                    <a:pos x="connsiteX2" y="connsiteY2"/>
                  </a:cxn>
                </a:cxnLst>
                <a:rect l="l" t="t" r="r" b="b"/>
                <a:pathLst>
                  <a:path w="7384" h="11373">
                    <a:moveTo>
                      <a:pt x="2921" y="4349"/>
                    </a:moveTo>
                    <a:cubicBezTo>
                      <a:pt x="-5583" y="-8686"/>
                      <a:pt x="7167" y="11773"/>
                      <a:pt x="7384" y="11368"/>
                    </a:cubicBezTo>
                    <a:cubicBezTo>
                      <a:pt x="6910" y="10522"/>
                      <a:pt x="4915" y="7407"/>
                      <a:pt x="2921" y="43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3" name="Freeform: Shape 2112">
                <a:extLst>
                  <a:ext uri="{FF2B5EF4-FFF2-40B4-BE49-F238E27FC236}">
                    <a16:creationId xmlns:a16="http://schemas.microsoft.com/office/drawing/2014/main" id="{1F3D4DD3-4EC5-6F9F-743B-A8BA6C191D42}"/>
                  </a:ext>
                </a:extLst>
              </p:cNvPr>
              <p:cNvSpPr/>
              <p:nvPr/>
            </p:nvSpPr>
            <p:spPr>
              <a:xfrm>
                <a:off x="7989054" y="6326556"/>
                <a:ext cx="9594" cy="2518"/>
              </a:xfrm>
              <a:custGeom>
                <a:avLst/>
                <a:gdLst>
                  <a:gd name="connsiteX0" fmla="*/ 3745 w 9594"/>
                  <a:gd name="connsiteY0" fmla="*/ 0 h 2518"/>
                  <a:gd name="connsiteX1" fmla="*/ 9591 w 9594"/>
                  <a:gd name="connsiteY1" fmla="*/ 1297 h 2518"/>
                  <a:gd name="connsiteX2" fmla="*/ 3745 w 9594"/>
                  <a:gd name="connsiteY2" fmla="*/ 0 h 2518"/>
                </a:gdLst>
                <a:ahLst/>
                <a:cxnLst>
                  <a:cxn ang="0">
                    <a:pos x="connsiteX0" y="connsiteY0"/>
                  </a:cxn>
                  <a:cxn ang="0">
                    <a:pos x="connsiteX1" y="connsiteY1"/>
                  </a:cxn>
                  <a:cxn ang="0">
                    <a:pos x="connsiteX2" y="connsiteY2"/>
                  </a:cxn>
                </a:cxnLst>
                <a:rect l="l" t="t" r="r" b="b"/>
                <a:pathLst>
                  <a:path w="9594" h="2518">
                    <a:moveTo>
                      <a:pt x="3745" y="0"/>
                    </a:moveTo>
                    <a:cubicBezTo>
                      <a:pt x="-7388" y="509"/>
                      <a:pt x="9877" y="4475"/>
                      <a:pt x="9591" y="1297"/>
                    </a:cubicBezTo>
                    <a:cubicBezTo>
                      <a:pt x="8951" y="623"/>
                      <a:pt x="6339" y="40"/>
                      <a:pt x="374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4" name="Freeform: Shape 2113">
                <a:extLst>
                  <a:ext uri="{FF2B5EF4-FFF2-40B4-BE49-F238E27FC236}">
                    <a16:creationId xmlns:a16="http://schemas.microsoft.com/office/drawing/2014/main" id="{90B92B50-29F4-41B7-BAB2-1E8CC357CA49}"/>
                  </a:ext>
                </a:extLst>
              </p:cNvPr>
              <p:cNvSpPr/>
              <p:nvPr/>
            </p:nvSpPr>
            <p:spPr>
              <a:xfrm>
                <a:off x="7489768" y="5179753"/>
                <a:ext cx="7270" cy="6375"/>
              </a:xfrm>
              <a:custGeom>
                <a:avLst/>
                <a:gdLst>
                  <a:gd name="connsiteX0" fmla="*/ 2870 w 7270"/>
                  <a:gd name="connsiteY0" fmla="*/ 1997 h 6375"/>
                  <a:gd name="connsiteX1" fmla="*/ 7271 w 7270"/>
                  <a:gd name="connsiteY1" fmla="*/ 6272 h 6375"/>
                  <a:gd name="connsiteX2" fmla="*/ 2870 w 7270"/>
                  <a:gd name="connsiteY2" fmla="*/ 1997 h 6375"/>
                </a:gdLst>
                <a:ahLst/>
                <a:cxnLst>
                  <a:cxn ang="0">
                    <a:pos x="connsiteX0" y="connsiteY0"/>
                  </a:cxn>
                  <a:cxn ang="0">
                    <a:pos x="connsiteX1" y="connsiteY1"/>
                  </a:cxn>
                  <a:cxn ang="0">
                    <a:pos x="connsiteX2" y="connsiteY2"/>
                  </a:cxn>
                </a:cxnLst>
                <a:rect l="l" t="t" r="r" b="b"/>
                <a:pathLst>
                  <a:path w="7270" h="6375">
                    <a:moveTo>
                      <a:pt x="2870" y="1997"/>
                    </a:moveTo>
                    <a:cubicBezTo>
                      <a:pt x="-5462" y="-4673"/>
                      <a:pt x="6968" y="7615"/>
                      <a:pt x="7271" y="6272"/>
                    </a:cubicBezTo>
                    <a:cubicBezTo>
                      <a:pt x="6802" y="5535"/>
                      <a:pt x="4836" y="3631"/>
                      <a:pt x="2870" y="199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5" name="Freeform: Shape 2114">
                <a:extLst>
                  <a:ext uri="{FF2B5EF4-FFF2-40B4-BE49-F238E27FC236}">
                    <a16:creationId xmlns:a16="http://schemas.microsoft.com/office/drawing/2014/main" id="{0465946A-DA97-29E1-E6C3-0386A55E934C}"/>
                  </a:ext>
                </a:extLst>
              </p:cNvPr>
              <p:cNvSpPr/>
              <p:nvPr/>
            </p:nvSpPr>
            <p:spPr>
              <a:xfrm>
                <a:off x="7593403" y="5335494"/>
                <a:ext cx="7226" cy="10602"/>
              </a:xfrm>
              <a:custGeom>
                <a:avLst/>
                <a:gdLst>
                  <a:gd name="connsiteX0" fmla="*/ 2832 w 7226"/>
                  <a:gd name="connsiteY0" fmla="*/ 4167 h 10602"/>
                  <a:gd name="connsiteX1" fmla="*/ 7227 w 7226"/>
                  <a:gd name="connsiteY1" fmla="*/ 10603 h 10602"/>
                  <a:gd name="connsiteX2" fmla="*/ 2832 w 7226"/>
                  <a:gd name="connsiteY2" fmla="*/ 4167 h 10602"/>
                </a:gdLst>
                <a:ahLst/>
                <a:cxnLst>
                  <a:cxn ang="0">
                    <a:pos x="connsiteX0" y="connsiteY0"/>
                  </a:cxn>
                  <a:cxn ang="0">
                    <a:pos x="connsiteX1" y="connsiteY1"/>
                  </a:cxn>
                  <a:cxn ang="0">
                    <a:pos x="connsiteX2" y="connsiteY2"/>
                  </a:cxn>
                </a:cxnLst>
                <a:rect l="l" t="t" r="r" b="b"/>
                <a:pathLst>
                  <a:path w="7226" h="10602">
                    <a:moveTo>
                      <a:pt x="2832" y="4167"/>
                    </a:moveTo>
                    <a:cubicBezTo>
                      <a:pt x="-5489" y="-8091"/>
                      <a:pt x="7170" y="10597"/>
                      <a:pt x="7227" y="10603"/>
                    </a:cubicBezTo>
                    <a:cubicBezTo>
                      <a:pt x="6753" y="9900"/>
                      <a:pt x="4786" y="7036"/>
                      <a:pt x="2832" y="41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6" name="Freeform: Shape 2115">
                <a:extLst>
                  <a:ext uri="{FF2B5EF4-FFF2-40B4-BE49-F238E27FC236}">
                    <a16:creationId xmlns:a16="http://schemas.microsoft.com/office/drawing/2014/main" id="{5A2BB566-6697-1BA1-8117-53394DB3A1C4}"/>
                  </a:ext>
                </a:extLst>
              </p:cNvPr>
              <p:cNvSpPr/>
              <p:nvPr/>
            </p:nvSpPr>
            <p:spPr>
              <a:xfrm>
                <a:off x="7439804" y="5102860"/>
                <a:ext cx="7315" cy="4142"/>
              </a:xfrm>
              <a:custGeom>
                <a:avLst/>
                <a:gdLst>
                  <a:gd name="connsiteX0" fmla="*/ 2920 w 7315"/>
                  <a:gd name="connsiteY0" fmla="*/ 846 h 4142"/>
                  <a:gd name="connsiteX1" fmla="*/ 7315 w 7315"/>
                  <a:gd name="connsiteY1" fmla="*/ 3761 h 4142"/>
                  <a:gd name="connsiteX2" fmla="*/ 2920 w 7315"/>
                  <a:gd name="connsiteY2" fmla="*/ 846 h 4142"/>
                </a:gdLst>
                <a:ahLst/>
                <a:cxnLst>
                  <a:cxn ang="0">
                    <a:pos x="connsiteX0" y="connsiteY0"/>
                  </a:cxn>
                  <a:cxn ang="0">
                    <a:pos x="connsiteX1" y="connsiteY1"/>
                  </a:cxn>
                  <a:cxn ang="0">
                    <a:pos x="connsiteX2" y="connsiteY2"/>
                  </a:cxn>
                </a:cxnLst>
                <a:rect l="l" t="t" r="r" b="b"/>
                <a:pathLst>
                  <a:path w="7315" h="4142">
                    <a:moveTo>
                      <a:pt x="2920" y="846"/>
                    </a:moveTo>
                    <a:cubicBezTo>
                      <a:pt x="-5549" y="-2663"/>
                      <a:pt x="7075" y="6024"/>
                      <a:pt x="7315" y="3761"/>
                    </a:cubicBezTo>
                    <a:cubicBezTo>
                      <a:pt x="6869" y="3052"/>
                      <a:pt x="4904" y="1755"/>
                      <a:pt x="2920" y="8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7" name="Freeform: Shape 2116">
                <a:extLst>
                  <a:ext uri="{FF2B5EF4-FFF2-40B4-BE49-F238E27FC236}">
                    <a16:creationId xmlns:a16="http://schemas.microsoft.com/office/drawing/2014/main" id="{473F2EAF-0167-6743-B40B-E5D0B2A673C3}"/>
                  </a:ext>
                </a:extLst>
              </p:cNvPr>
              <p:cNvSpPr/>
              <p:nvPr/>
            </p:nvSpPr>
            <p:spPr>
              <a:xfrm>
                <a:off x="7392950" y="5030526"/>
                <a:ext cx="7340" cy="2587"/>
              </a:xfrm>
              <a:custGeom>
                <a:avLst/>
                <a:gdLst>
                  <a:gd name="connsiteX0" fmla="*/ 2997 w 7340"/>
                  <a:gd name="connsiteY0" fmla="*/ 91 h 2587"/>
                  <a:gd name="connsiteX1" fmla="*/ 7340 w 7340"/>
                  <a:gd name="connsiteY1" fmla="*/ 1817 h 2587"/>
                  <a:gd name="connsiteX2" fmla="*/ 2997 w 7340"/>
                  <a:gd name="connsiteY2" fmla="*/ 91 h 2587"/>
                </a:gdLst>
                <a:ahLst/>
                <a:cxnLst>
                  <a:cxn ang="0">
                    <a:pos x="connsiteX0" y="connsiteY0"/>
                  </a:cxn>
                  <a:cxn ang="0">
                    <a:pos x="connsiteX1" y="connsiteY1"/>
                  </a:cxn>
                  <a:cxn ang="0">
                    <a:pos x="connsiteX2" y="connsiteY2"/>
                  </a:cxn>
                </a:cxnLst>
                <a:rect l="l" t="t" r="r" b="b"/>
                <a:pathLst>
                  <a:path w="7340" h="2587">
                    <a:moveTo>
                      <a:pt x="2997" y="91"/>
                    </a:moveTo>
                    <a:cubicBezTo>
                      <a:pt x="-5667" y="-743"/>
                      <a:pt x="7197" y="4497"/>
                      <a:pt x="7340" y="1817"/>
                    </a:cubicBezTo>
                    <a:cubicBezTo>
                      <a:pt x="6934" y="1177"/>
                      <a:pt x="4991" y="405"/>
                      <a:pt x="2997" y="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8" name="Freeform: Shape 2117">
                <a:extLst>
                  <a:ext uri="{FF2B5EF4-FFF2-40B4-BE49-F238E27FC236}">
                    <a16:creationId xmlns:a16="http://schemas.microsoft.com/office/drawing/2014/main" id="{8662018A-8610-9EA2-D99C-5F7A727C952C}"/>
                  </a:ext>
                </a:extLst>
              </p:cNvPr>
              <p:cNvSpPr/>
              <p:nvPr/>
            </p:nvSpPr>
            <p:spPr>
              <a:xfrm>
                <a:off x="7541472" y="5258324"/>
                <a:ext cx="7196" cy="8719"/>
              </a:xfrm>
              <a:custGeom>
                <a:avLst/>
                <a:gdLst>
                  <a:gd name="connsiteX0" fmla="*/ 2801 w 7196"/>
                  <a:gd name="connsiteY0" fmla="*/ 3168 h 8719"/>
                  <a:gd name="connsiteX1" fmla="*/ 7196 w 7196"/>
                  <a:gd name="connsiteY1" fmla="*/ 8711 h 8719"/>
                  <a:gd name="connsiteX2" fmla="*/ 2801 w 7196"/>
                  <a:gd name="connsiteY2" fmla="*/ 3168 h 8719"/>
                </a:gdLst>
                <a:ahLst/>
                <a:cxnLst>
                  <a:cxn ang="0">
                    <a:pos x="connsiteX0" y="connsiteY0"/>
                  </a:cxn>
                  <a:cxn ang="0">
                    <a:pos x="connsiteX1" y="connsiteY1"/>
                  </a:cxn>
                  <a:cxn ang="0">
                    <a:pos x="connsiteX2" y="connsiteY2"/>
                  </a:cxn>
                </a:cxnLst>
                <a:rect l="l" t="t" r="r" b="b"/>
                <a:pathLst>
                  <a:path w="7196" h="8719">
                    <a:moveTo>
                      <a:pt x="2801" y="3168"/>
                    </a:moveTo>
                    <a:cubicBezTo>
                      <a:pt x="-5377" y="-6513"/>
                      <a:pt x="6928" y="9123"/>
                      <a:pt x="7196" y="8711"/>
                    </a:cubicBezTo>
                    <a:cubicBezTo>
                      <a:pt x="6722" y="7969"/>
                      <a:pt x="4756" y="5500"/>
                      <a:pt x="2801" y="316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9" name="Freeform: Shape 2118">
                <a:extLst>
                  <a:ext uri="{FF2B5EF4-FFF2-40B4-BE49-F238E27FC236}">
                    <a16:creationId xmlns:a16="http://schemas.microsoft.com/office/drawing/2014/main" id="{0903CA56-AAC5-74F4-04AA-86482BDFC631}"/>
                  </a:ext>
                </a:extLst>
              </p:cNvPr>
              <p:cNvSpPr/>
              <p:nvPr/>
            </p:nvSpPr>
            <p:spPr>
              <a:xfrm>
                <a:off x="7861089" y="6003850"/>
                <a:ext cx="8753" cy="10524"/>
              </a:xfrm>
              <a:custGeom>
                <a:avLst/>
                <a:gdLst>
                  <a:gd name="connsiteX0" fmla="*/ 3385 w 8753"/>
                  <a:gd name="connsiteY0" fmla="*/ 2026 h 10524"/>
                  <a:gd name="connsiteX1" fmla="*/ 5362 w 8753"/>
                  <a:gd name="connsiteY1" fmla="*/ 8575 h 10524"/>
                  <a:gd name="connsiteX2" fmla="*/ 3385 w 8753"/>
                  <a:gd name="connsiteY2" fmla="*/ 2026 h 10524"/>
                </a:gdLst>
                <a:ahLst/>
                <a:cxnLst>
                  <a:cxn ang="0">
                    <a:pos x="connsiteX0" y="connsiteY0"/>
                  </a:cxn>
                  <a:cxn ang="0">
                    <a:pos x="connsiteX1" y="connsiteY1"/>
                  </a:cxn>
                  <a:cxn ang="0">
                    <a:pos x="connsiteX2" y="connsiteY2"/>
                  </a:cxn>
                </a:cxnLst>
                <a:rect l="l" t="t" r="r" b="b"/>
                <a:pathLst>
                  <a:path w="8753" h="10524">
                    <a:moveTo>
                      <a:pt x="3385" y="2026"/>
                    </a:moveTo>
                    <a:cubicBezTo>
                      <a:pt x="-3845" y="-4369"/>
                      <a:pt x="2293" y="6209"/>
                      <a:pt x="5362" y="8575"/>
                    </a:cubicBezTo>
                    <a:cubicBezTo>
                      <a:pt x="12614" y="14753"/>
                      <a:pt x="6442" y="4489"/>
                      <a:pt x="3385" y="20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0" name="Freeform: Shape 2119">
                <a:extLst>
                  <a:ext uri="{FF2B5EF4-FFF2-40B4-BE49-F238E27FC236}">
                    <a16:creationId xmlns:a16="http://schemas.microsoft.com/office/drawing/2014/main" id="{7FFECB05-F459-4B6F-9ACE-0AAD168BA741}"/>
                  </a:ext>
                </a:extLst>
              </p:cNvPr>
              <p:cNvSpPr/>
              <p:nvPr/>
            </p:nvSpPr>
            <p:spPr>
              <a:xfrm>
                <a:off x="7800366" y="5890727"/>
                <a:ext cx="8415" cy="11139"/>
              </a:xfrm>
              <a:custGeom>
                <a:avLst/>
                <a:gdLst>
                  <a:gd name="connsiteX0" fmla="*/ 3277 w 8415"/>
                  <a:gd name="connsiteY0" fmla="*/ 3775 h 11139"/>
                  <a:gd name="connsiteX1" fmla="*/ 8415 w 8415"/>
                  <a:gd name="connsiteY1" fmla="*/ 11113 h 11139"/>
                  <a:gd name="connsiteX2" fmla="*/ 3277 w 8415"/>
                  <a:gd name="connsiteY2" fmla="*/ 3775 h 11139"/>
                </a:gdLst>
                <a:ahLst/>
                <a:cxnLst>
                  <a:cxn ang="0">
                    <a:pos x="connsiteX0" y="connsiteY0"/>
                  </a:cxn>
                  <a:cxn ang="0">
                    <a:pos x="connsiteX1" y="connsiteY1"/>
                  </a:cxn>
                  <a:cxn ang="0">
                    <a:pos x="connsiteX2" y="connsiteY2"/>
                  </a:cxn>
                </a:cxnLst>
                <a:rect l="l" t="t" r="r" b="b"/>
                <a:pathLst>
                  <a:path w="8415" h="11139">
                    <a:moveTo>
                      <a:pt x="3277" y="3775"/>
                    </a:moveTo>
                    <a:cubicBezTo>
                      <a:pt x="-6209" y="-8118"/>
                      <a:pt x="7861" y="11970"/>
                      <a:pt x="8415" y="11113"/>
                    </a:cubicBezTo>
                    <a:cubicBezTo>
                      <a:pt x="7878" y="10061"/>
                      <a:pt x="5581" y="6781"/>
                      <a:pt x="3277" y="37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1" name="Freeform: Shape 2120">
                <a:extLst>
                  <a:ext uri="{FF2B5EF4-FFF2-40B4-BE49-F238E27FC236}">
                    <a16:creationId xmlns:a16="http://schemas.microsoft.com/office/drawing/2014/main" id="{63ACED48-89CA-662C-C26D-34959D36AD5C}"/>
                  </a:ext>
                </a:extLst>
              </p:cNvPr>
              <p:cNvSpPr/>
              <p:nvPr/>
            </p:nvSpPr>
            <p:spPr>
              <a:xfrm>
                <a:off x="7921728" y="6226867"/>
                <a:ext cx="9231" cy="6155"/>
              </a:xfrm>
              <a:custGeom>
                <a:avLst/>
                <a:gdLst>
                  <a:gd name="connsiteX0" fmla="*/ 3565 w 9231"/>
                  <a:gd name="connsiteY0" fmla="*/ 71 h 6155"/>
                  <a:gd name="connsiteX1" fmla="*/ 5669 w 9231"/>
                  <a:gd name="connsiteY1" fmla="*/ 6095 h 6155"/>
                  <a:gd name="connsiteX2" fmla="*/ 3565 w 9231"/>
                  <a:gd name="connsiteY2" fmla="*/ 71 h 6155"/>
                </a:gdLst>
                <a:ahLst/>
                <a:cxnLst>
                  <a:cxn ang="0">
                    <a:pos x="connsiteX0" y="connsiteY0"/>
                  </a:cxn>
                  <a:cxn ang="0">
                    <a:pos x="connsiteX1" y="connsiteY1"/>
                  </a:cxn>
                  <a:cxn ang="0">
                    <a:pos x="connsiteX2" y="connsiteY2"/>
                  </a:cxn>
                </a:cxnLst>
                <a:rect l="l" t="t" r="r" b="b"/>
                <a:pathLst>
                  <a:path w="9231" h="6155">
                    <a:moveTo>
                      <a:pt x="3565" y="71"/>
                    </a:moveTo>
                    <a:cubicBezTo>
                      <a:pt x="-3493" y="-752"/>
                      <a:pt x="1393" y="5826"/>
                      <a:pt x="5669" y="6095"/>
                    </a:cubicBezTo>
                    <a:cubicBezTo>
                      <a:pt x="12755" y="6843"/>
                      <a:pt x="7783" y="477"/>
                      <a:pt x="3565" y="7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2" name="Freeform: Shape 2121">
                <a:extLst>
                  <a:ext uri="{FF2B5EF4-FFF2-40B4-BE49-F238E27FC236}">
                    <a16:creationId xmlns:a16="http://schemas.microsoft.com/office/drawing/2014/main" id="{FC3F1F5C-2038-A7C7-DA4D-9A83725CC4D7}"/>
                  </a:ext>
                </a:extLst>
              </p:cNvPr>
              <p:cNvSpPr/>
              <p:nvPr/>
            </p:nvSpPr>
            <p:spPr>
              <a:xfrm>
                <a:off x="7745309" y="5734729"/>
                <a:ext cx="8134" cy="12207"/>
              </a:xfrm>
              <a:custGeom>
                <a:avLst/>
                <a:gdLst>
                  <a:gd name="connsiteX0" fmla="*/ 3288 w 8134"/>
                  <a:gd name="connsiteY0" fmla="*/ 3359 h 12207"/>
                  <a:gd name="connsiteX1" fmla="*/ 8134 w 8134"/>
                  <a:gd name="connsiteY1" fmla="*/ 11828 h 12207"/>
                  <a:gd name="connsiteX2" fmla="*/ 3288 w 8134"/>
                  <a:gd name="connsiteY2" fmla="*/ 3359 h 12207"/>
                </a:gdLst>
                <a:ahLst/>
                <a:cxnLst>
                  <a:cxn ang="0">
                    <a:pos x="connsiteX0" y="connsiteY0"/>
                  </a:cxn>
                  <a:cxn ang="0">
                    <a:pos x="connsiteX1" y="connsiteY1"/>
                  </a:cxn>
                  <a:cxn ang="0">
                    <a:pos x="connsiteX2" y="connsiteY2"/>
                  </a:cxn>
                </a:cxnLst>
                <a:rect l="l" t="t" r="r" b="b"/>
                <a:pathLst>
                  <a:path w="8134" h="12207">
                    <a:moveTo>
                      <a:pt x="3288" y="3359"/>
                    </a:moveTo>
                    <a:cubicBezTo>
                      <a:pt x="-6016" y="-8591"/>
                      <a:pt x="7294" y="15469"/>
                      <a:pt x="8134" y="11828"/>
                    </a:cubicBezTo>
                    <a:cubicBezTo>
                      <a:pt x="7660" y="10160"/>
                      <a:pt x="5488" y="6382"/>
                      <a:pt x="3288" y="335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3" name="Freeform: Shape 2122">
                <a:extLst>
                  <a:ext uri="{FF2B5EF4-FFF2-40B4-BE49-F238E27FC236}">
                    <a16:creationId xmlns:a16="http://schemas.microsoft.com/office/drawing/2014/main" id="{F694DC2A-F472-6BA7-DA66-E1696D45FFFF}"/>
                  </a:ext>
                </a:extLst>
              </p:cNvPr>
              <p:cNvSpPr/>
              <p:nvPr/>
            </p:nvSpPr>
            <p:spPr>
              <a:xfrm>
                <a:off x="7694808" y="5549527"/>
                <a:ext cx="7697" cy="11978"/>
              </a:xfrm>
              <a:custGeom>
                <a:avLst/>
                <a:gdLst>
                  <a:gd name="connsiteX0" fmla="*/ 3091 w 7697"/>
                  <a:gd name="connsiteY0" fmla="*/ 3321 h 11978"/>
                  <a:gd name="connsiteX1" fmla="*/ 7697 w 7697"/>
                  <a:gd name="connsiteY1" fmla="*/ 11693 h 11978"/>
                  <a:gd name="connsiteX2" fmla="*/ 3091 w 7697"/>
                  <a:gd name="connsiteY2" fmla="*/ 3321 h 11978"/>
                </a:gdLst>
                <a:ahLst/>
                <a:cxnLst>
                  <a:cxn ang="0">
                    <a:pos x="connsiteX0" y="connsiteY0"/>
                  </a:cxn>
                  <a:cxn ang="0">
                    <a:pos x="connsiteX1" y="connsiteY1"/>
                  </a:cxn>
                  <a:cxn ang="0">
                    <a:pos x="connsiteX2" y="connsiteY2"/>
                  </a:cxn>
                </a:cxnLst>
                <a:rect l="l" t="t" r="r" b="b"/>
                <a:pathLst>
                  <a:path w="7697" h="11978">
                    <a:moveTo>
                      <a:pt x="3091" y="3321"/>
                    </a:moveTo>
                    <a:cubicBezTo>
                      <a:pt x="-5653" y="-8361"/>
                      <a:pt x="6845" y="14773"/>
                      <a:pt x="7697" y="11693"/>
                    </a:cubicBezTo>
                    <a:cubicBezTo>
                      <a:pt x="7240" y="10093"/>
                      <a:pt x="5177" y="6361"/>
                      <a:pt x="3091" y="33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4" name="Freeform: Shape 2123">
                <a:extLst>
                  <a:ext uri="{FF2B5EF4-FFF2-40B4-BE49-F238E27FC236}">
                    <a16:creationId xmlns:a16="http://schemas.microsoft.com/office/drawing/2014/main" id="{90AE16FD-BE45-C8C8-C33B-68FD352D5D7A}"/>
                  </a:ext>
                </a:extLst>
              </p:cNvPr>
              <p:cNvSpPr/>
              <p:nvPr/>
            </p:nvSpPr>
            <p:spPr>
              <a:xfrm>
                <a:off x="9063364" y="7526420"/>
                <a:ext cx="13342" cy="5051"/>
              </a:xfrm>
              <a:custGeom>
                <a:avLst/>
                <a:gdLst>
                  <a:gd name="connsiteX0" fmla="*/ 4363 w 13342"/>
                  <a:gd name="connsiteY0" fmla="*/ 0 h 5051"/>
                  <a:gd name="connsiteX1" fmla="*/ 12872 w 13342"/>
                  <a:gd name="connsiteY1" fmla="*/ 4184 h 5051"/>
                  <a:gd name="connsiteX2" fmla="*/ 4363 w 13342"/>
                  <a:gd name="connsiteY2" fmla="*/ 0 h 5051"/>
                </a:gdLst>
                <a:ahLst/>
                <a:cxnLst>
                  <a:cxn ang="0">
                    <a:pos x="connsiteX0" y="connsiteY0"/>
                  </a:cxn>
                  <a:cxn ang="0">
                    <a:pos x="connsiteX1" y="connsiteY1"/>
                  </a:cxn>
                  <a:cxn ang="0">
                    <a:pos x="connsiteX2" y="connsiteY2"/>
                  </a:cxn>
                </a:cxnLst>
                <a:rect l="l" t="t" r="r" b="b"/>
                <a:pathLst>
                  <a:path w="13342" h="5051">
                    <a:moveTo>
                      <a:pt x="4363" y="0"/>
                    </a:moveTo>
                    <a:cubicBezTo>
                      <a:pt x="-7822" y="1160"/>
                      <a:pt x="8975" y="7287"/>
                      <a:pt x="12872" y="4184"/>
                    </a:cubicBezTo>
                    <a:cubicBezTo>
                      <a:pt x="15449" y="989"/>
                      <a:pt x="6712" y="23"/>
                      <a:pt x="436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5" name="Freeform: Shape 2124">
                <a:extLst>
                  <a:ext uri="{FF2B5EF4-FFF2-40B4-BE49-F238E27FC236}">
                    <a16:creationId xmlns:a16="http://schemas.microsoft.com/office/drawing/2014/main" id="{156153A0-1E42-D0B9-4049-E09BDF95FCC2}"/>
                  </a:ext>
                </a:extLst>
              </p:cNvPr>
              <p:cNvSpPr/>
              <p:nvPr/>
            </p:nvSpPr>
            <p:spPr>
              <a:xfrm>
                <a:off x="7155442" y="4965260"/>
                <a:ext cx="6904" cy="1414"/>
              </a:xfrm>
              <a:custGeom>
                <a:avLst/>
                <a:gdLst>
                  <a:gd name="connsiteX0" fmla="*/ 2710 w 6904"/>
                  <a:gd name="connsiteY0" fmla="*/ 0 h 1414"/>
                  <a:gd name="connsiteX1" fmla="*/ 6904 w 6904"/>
                  <a:gd name="connsiteY1" fmla="*/ 680 h 1414"/>
                  <a:gd name="connsiteX2" fmla="*/ 2710 w 6904"/>
                  <a:gd name="connsiteY2" fmla="*/ 0 h 1414"/>
                </a:gdLst>
                <a:ahLst/>
                <a:cxnLst>
                  <a:cxn ang="0">
                    <a:pos x="connsiteX0" y="connsiteY0"/>
                  </a:cxn>
                  <a:cxn ang="0">
                    <a:pos x="connsiteX1" y="connsiteY1"/>
                  </a:cxn>
                  <a:cxn ang="0">
                    <a:pos x="connsiteX2" y="connsiteY2"/>
                  </a:cxn>
                </a:cxnLst>
                <a:rect l="l" t="t" r="r" b="b"/>
                <a:pathLst>
                  <a:path w="6904" h="1414">
                    <a:moveTo>
                      <a:pt x="2710" y="0"/>
                    </a:moveTo>
                    <a:cubicBezTo>
                      <a:pt x="-4829" y="211"/>
                      <a:pt x="5618" y="2583"/>
                      <a:pt x="6904" y="680"/>
                    </a:cubicBezTo>
                    <a:cubicBezTo>
                      <a:pt x="6041" y="91"/>
                      <a:pt x="4018" y="34"/>
                      <a:pt x="271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6" name="Freeform: Shape 2125">
                <a:extLst>
                  <a:ext uri="{FF2B5EF4-FFF2-40B4-BE49-F238E27FC236}">
                    <a16:creationId xmlns:a16="http://schemas.microsoft.com/office/drawing/2014/main" id="{6715D96C-317C-9905-A053-6F958B433565}"/>
                  </a:ext>
                </a:extLst>
              </p:cNvPr>
              <p:cNvSpPr/>
              <p:nvPr/>
            </p:nvSpPr>
            <p:spPr>
              <a:xfrm>
                <a:off x="7954285" y="6445001"/>
                <a:ext cx="10035" cy="3316"/>
              </a:xfrm>
              <a:custGeom>
                <a:avLst/>
                <a:gdLst>
                  <a:gd name="connsiteX0" fmla="*/ 3801 w 10035"/>
                  <a:gd name="connsiteY0" fmla="*/ 1027 h 3316"/>
                  <a:gd name="connsiteX1" fmla="*/ 10036 w 10035"/>
                  <a:gd name="connsiteY1" fmla="*/ 3268 h 3316"/>
                  <a:gd name="connsiteX2" fmla="*/ 3801 w 10035"/>
                  <a:gd name="connsiteY2" fmla="*/ 1027 h 3316"/>
                </a:gdLst>
                <a:ahLst/>
                <a:cxnLst>
                  <a:cxn ang="0">
                    <a:pos x="connsiteX0" y="connsiteY0"/>
                  </a:cxn>
                  <a:cxn ang="0">
                    <a:pos x="connsiteX1" y="connsiteY1"/>
                  </a:cxn>
                  <a:cxn ang="0">
                    <a:pos x="connsiteX2" y="connsiteY2"/>
                  </a:cxn>
                </a:cxnLst>
                <a:rect l="l" t="t" r="r" b="b"/>
                <a:pathLst>
                  <a:path w="10035" h="3316">
                    <a:moveTo>
                      <a:pt x="3801" y="1027"/>
                    </a:moveTo>
                    <a:cubicBezTo>
                      <a:pt x="-7515" y="-2408"/>
                      <a:pt x="10041" y="3930"/>
                      <a:pt x="10036" y="3268"/>
                    </a:cubicBezTo>
                    <a:cubicBezTo>
                      <a:pt x="9298" y="2885"/>
                      <a:pt x="6510" y="1879"/>
                      <a:pt x="3801" y="10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7" name="Freeform: Shape 2126">
                <a:extLst>
                  <a:ext uri="{FF2B5EF4-FFF2-40B4-BE49-F238E27FC236}">
                    <a16:creationId xmlns:a16="http://schemas.microsoft.com/office/drawing/2014/main" id="{E2704171-A770-6A60-8721-A533EF8A8635}"/>
                  </a:ext>
                </a:extLst>
              </p:cNvPr>
              <p:cNvSpPr/>
              <p:nvPr/>
            </p:nvSpPr>
            <p:spPr>
              <a:xfrm>
                <a:off x="8036157" y="6494427"/>
                <a:ext cx="10213" cy="4435"/>
              </a:xfrm>
              <a:custGeom>
                <a:avLst/>
                <a:gdLst>
                  <a:gd name="connsiteX0" fmla="*/ 3847 w 10213"/>
                  <a:gd name="connsiteY0" fmla="*/ 1287 h 4435"/>
                  <a:gd name="connsiteX1" fmla="*/ 10214 w 10213"/>
                  <a:gd name="connsiteY1" fmla="*/ 4339 h 4435"/>
                  <a:gd name="connsiteX2" fmla="*/ 3847 w 10213"/>
                  <a:gd name="connsiteY2" fmla="*/ 1287 h 4435"/>
                </a:gdLst>
                <a:ahLst/>
                <a:cxnLst>
                  <a:cxn ang="0">
                    <a:pos x="connsiteX0" y="connsiteY0"/>
                  </a:cxn>
                  <a:cxn ang="0">
                    <a:pos x="connsiteX1" y="connsiteY1"/>
                  </a:cxn>
                  <a:cxn ang="0">
                    <a:pos x="connsiteX2" y="connsiteY2"/>
                  </a:cxn>
                </a:cxnLst>
                <a:rect l="l" t="t" r="r" b="b"/>
                <a:pathLst>
                  <a:path w="10213" h="4435">
                    <a:moveTo>
                      <a:pt x="3847" y="1287"/>
                    </a:moveTo>
                    <a:cubicBezTo>
                      <a:pt x="-7623" y="-3160"/>
                      <a:pt x="10208" y="5430"/>
                      <a:pt x="10214" y="4339"/>
                    </a:cubicBezTo>
                    <a:cubicBezTo>
                      <a:pt x="9453" y="3785"/>
                      <a:pt x="6608" y="2419"/>
                      <a:pt x="3847" y="12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8" name="Freeform: Shape 2127">
                <a:extLst>
                  <a:ext uri="{FF2B5EF4-FFF2-40B4-BE49-F238E27FC236}">
                    <a16:creationId xmlns:a16="http://schemas.microsoft.com/office/drawing/2014/main" id="{22EBFC09-4171-0712-7BF5-EF80B4F2F73A}"/>
                  </a:ext>
                </a:extLst>
              </p:cNvPr>
              <p:cNvSpPr/>
              <p:nvPr/>
            </p:nvSpPr>
            <p:spPr>
              <a:xfrm>
                <a:off x="8119966" y="6569264"/>
                <a:ext cx="10513" cy="5638"/>
              </a:xfrm>
              <a:custGeom>
                <a:avLst/>
                <a:gdLst>
                  <a:gd name="connsiteX0" fmla="*/ 4009 w 10513"/>
                  <a:gd name="connsiteY0" fmla="*/ 1391 h 5638"/>
                  <a:gd name="connsiteX1" fmla="*/ 10513 w 10513"/>
                  <a:gd name="connsiteY1" fmla="*/ 5294 h 5638"/>
                  <a:gd name="connsiteX2" fmla="*/ 4009 w 10513"/>
                  <a:gd name="connsiteY2" fmla="*/ 1391 h 5638"/>
                </a:gdLst>
                <a:ahLst/>
                <a:cxnLst>
                  <a:cxn ang="0">
                    <a:pos x="connsiteX0" y="connsiteY0"/>
                  </a:cxn>
                  <a:cxn ang="0">
                    <a:pos x="connsiteX1" y="connsiteY1"/>
                  </a:cxn>
                  <a:cxn ang="0">
                    <a:pos x="connsiteX2" y="connsiteY2"/>
                  </a:cxn>
                </a:cxnLst>
                <a:rect l="l" t="t" r="r" b="b"/>
                <a:pathLst>
                  <a:path w="10513" h="5638">
                    <a:moveTo>
                      <a:pt x="4009" y="1391"/>
                    </a:moveTo>
                    <a:cubicBezTo>
                      <a:pt x="-7941" y="-3890"/>
                      <a:pt x="10644" y="7746"/>
                      <a:pt x="10513" y="5294"/>
                    </a:cubicBezTo>
                    <a:cubicBezTo>
                      <a:pt x="9735" y="4448"/>
                      <a:pt x="6827" y="2706"/>
                      <a:pt x="4009" y="13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9" name="Freeform: Shape 2128">
                <a:extLst>
                  <a:ext uri="{FF2B5EF4-FFF2-40B4-BE49-F238E27FC236}">
                    <a16:creationId xmlns:a16="http://schemas.microsoft.com/office/drawing/2014/main" id="{32348A46-5CFB-3BBB-3504-F0E31EC5C42F}"/>
                  </a:ext>
                </a:extLst>
              </p:cNvPr>
              <p:cNvSpPr/>
              <p:nvPr/>
            </p:nvSpPr>
            <p:spPr>
              <a:xfrm>
                <a:off x="7801510" y="6371496"/>
                <a:ext cx="9734" cy="1682"/>
              </a:xfrm>
              <a:custGeom>
                <a:avLst/>
                <a:gdLst>
                  <a:gd name="connsiteX0" fmla="*/ 3791 w 9734"/>
                  <a:gd name="connsiteY0" fmla="*/ 135 h 1682"/>
                  <a:gd name="connsiteX1" fmla="*/ 9734 w 9734"/>
                  <a:gd name="connsiteY1" fmla="*/ 1300 h 1682"/>
                  <a:gd name="connsiteX2" fmla="*/ 3791 w 9734"/>
                  <a:gd name="connsiteY2" fmla="*/ 135 h 1682"/>
                </a:gdLst>
                <a:ahLst/>
                <a:cxnLst>
                  <a:cxn ang="0">
                    <a:pos x="connsiteX0" y="connsiteY0"/>
                  </a:cxn>
                  <a:cxn ang="0">
                    <a:pos x="connsiteX1" y="connsiteY1"/>
                  </a:cxn>
                  <a:cxn ang="0">
                    <a:pos x="connsiteX2" y="connsiteY2"/>
                  </a:cxn>
                </a:cxnLst>
                <a:rect l="l" t="t" r="r" b="b"/>
                <a:pathLst>
                  <a:path w="9734" h="1682">
                    <a:moveTo>
                      <a:pt x="3791" y="135"/>
                    </a:moveTo>
                    <a:cubicBezTo>
                      <a:pt x="-7422" y="-717"/>
                      <a:pt x="9820" y="2815"/>
                      <a:pt x="9734" y="1300"/>
                    </a:cubicBezTo>
                    <a:cubicBezTo>
                      <a:pt x="9077" y="917"/>
                      <a:pt x="6419" y="398"/>
                      <a:pt x="3791" y="1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0" name="Freeform: Shape 2129">
                <a:extLst>
                  <a:ext uri="{FF2B5EF4-FFF2-40B4-BE49-F238E27FC236}">
                    <a16:creationId xmlns:a16="http://schemas.microsoft.com/office/drawing/2014/main" id="{F0A5250A-D949-55B9-8FBE-861571B3594F}"/>
                  </a:ext>
                </a:extLst>
              </p:cNvPr>
              <p:cNvSpPr/>
              <p:nvPr/>
            </p:nvSpPr>
            <p:spPr>
              <a:xfrm>
                <a:off x="7875624" y="6408305"/>
                <a:ext cx="9909" cy="2282"/>
              </a:xfrm>
              <a:custGeom>
                <a:avLst/>
                <a:gdLst>
                  <a:gd name="connsiteX0" fmla="*/ 3811 w 9909"/>
                  <a:gd name="connsiteY0" fmla="*/ 592 h 2282"/>
                  <a:gd name="connsiteX1" fmla="*/ 9909 w 9909"/>
                  <a:gd name="connsiteY1" fmla="*/ 2170 h 2282"/>
                  <a:gd name="connsiteX2" fmla="*/ 3811 w 9909"/>
                  <a:gd name="connsiteY2" fmla="*/ 592 h 2282"/>
                </a:gdLst>
                <a:ahLst/>
                <a:cxnLst>
                  <a:cxn ang="0">
                    <a:pos x="connsiteX0" y="connsiteY0"/>
                  </a:cxn>
                  <a:cxn ang="0">
                    <a:pos x="connsiteX1" y="connsiteY1"/>
                  </a:cxn>
                  <a:cxn ang="0">
                    <a:pos x="connsiteX2" y="connsiteY2"/>
                  </a:cxn>
                </a:cxnLst>
                <a:rect l="l" t="t" r="r" b="b"/>
                <a:pathLst>
                  <a:path w="9909" h="2282">
                    <a:moveTo>
                      <a:pt x="3811" y="592"/>
                    </a:moveTo>
                    <a:cubicBezTo>
                      <a:pt x="-7521" y="-1596"/>
                      <a:pt x="10041" y="3050"/>
                      <a:pt x="9909" y="2170"/>
                    </a:cubicBezTo>
                    <a:cubicBezTo>
                      <a:pt x="9212" y="1844"/>
                      <a:pt x="6480" y="1135"/>
                      <a:pt x="3811" y="5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1" name="Freeform: Shape 2130">
                <a:extLst>
                  <a:ext uri="{FF2B5EF4-FFF2-40B4-BE49-F238E27FC236}">
                    <a16:creationId xmlns:a16="http://schemas.microsoft.com/office/drawing/2014/main" id="{1E00A2A4-9FAD-282E-9F5C-0B05E2EC8DD6}"/>
                  </a:ext>
                </a:extLst>
              </p:cNvPr>
              <p:cNvSpPr/>
              <p:nvPr/>
            </p:nvSpPr>
            <p:spPr>
              <a:xfrm>
                <a:off x="7733099" y="6321532"/>
                <a:ext cx="9559" cy="2053"/>
              </a:xfrm>
              <a:custGeom>
                <a:avLst/>
                <a:gdLst>
                  <a:gd name="connsiteX0" fmla="*/ 3798 w 9559"/>
                  <a:gd name="connsiteY0" fmla="*/ 0 h 2053"/>
                  <a:gd name="connsiteX1" fmla="*/ 9559 w 9559"/>
                  <a:gd name="connsiteY1" fmla="*/ 1103 h 2053"/>
                  <a:gd name="connsiteX2" fmla="*/ 3798 w 9559"/>
                  <a:gd name="connsiteY2" fmla="*/ 0 h 2053"/>
                </a:gdLst>
                <a:ahLst/>
                <a:cxnLst>
                  <a:cxn ang="0">
                    <a:pos x="connsiteX0" y="connsiteY0"/>
                  </a:cxn>
                  <a:cxn ang="0">
                    <a:pos x="connsiteX1" y="connsiteY1"/>
                  </a:cxn>
                  <a:cxn ang="0">
                    <a:pos x="connsiteX2" y="connsiteY2"/>
                  </a:cxn>
                </a:cxnLst>
                <a:rect l="l" t="t" r="r" b="b"/>
                <a:pathLst>
                  <a:path w="9559" h="2053">
                    <a:moveTo>
                      <a:pt x="3798" y="0"/>
                    </a:moveTo>
                    <a:cubicBezTo>
                      <a:pt x="-7363" y="303"/>
                      <a:pt x="9634" y="3652"/>
                      <a:pt x="9559" y="1103"/>
                    </a:cubicBezTo>
                    <a:cubicBezTo>
                      <a:pt x="8965" y="548"/>
                      <a:pt x="6387" y="57"/>
                      <a:pt x="379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2" name="Freeform: Shape 2131">
                <a:extLst>
                  <a:ext uri="{FF2B5EF4-FFF2-40B4-BE49-F238E27FC236}">
                    <a16:creationId xmlns:a16="http://schemas.microsoft.com/office/drawing/2014/main" id="{554C49DC-A4C5-97A8-FFB0-FAA0569796D4}"/>
                  </a:ext>
                </a:extLst>
              </p:cNvPr>
              <p:cNvSpPr/>
              <p:nvPr/>
            </p:nvSpPr>
            <p:spPr>
              <a:xfrm>
                <a:off x="8480996" y="7180934"/>
                <a:ext cx="12397" cy="6044"/>
              </a:xfrm>
              <a:custGeom>
                <a:avLst/>
                <a:gdLst>
                  <a:gd name="connsiteX0" fmla="*/ 4516 w 12397"/>
                  <a:gd name="connsiteY0" fmla="*/ 31 h 6044"/>
                  <a:gd name="connsiteX1" fmla="*/ 7882 w 12397"/>
                  <a:gd name="connsiteY1" fmla="*/ 6015 h 6044"/>
                  <a:gd name="connsiteX2" fmla="*/ 4516 w 12397"/>
                  <a:gd name="connsiteY2" fmla="*/ 31 h 6044"/>
                </a:gdLst>
                <a:ahLst/>
                <a:cxnLst>
                  <a:cxn ang="0">
                    <a:pos x="connsiteX0" y="connsiteY0"/>
                  </a:cxn>
                  <a:cxn ang="0">
                    <a:pos x="connsiteX1" y="connsiteY1"/>
                  </a:cxn>
                  <a:cxn ang="0">
                    <a:pos x="connsiteX2" y="connsiteY2"/>
                  </a:cxn>
                </a:cxnLst>
                <a:rect l="l" t="t" r="r" b="b"/>
                <a:pathLst>
                  <a:path w="12397" h="6044">
                    <a:moveTo>
                      <a:pt x="4516" y="31"/>
                    </a:moveTo>
                    <a:cubicBezTo>
                      <a:pt x="-4908" y="-500"/>
                      <a:pt x="2510" y="5884"/>
                      <a:pt x="7882" y="6015"/>
                    </a:cubicBezTo>
                    <a:cubicBezTo>
                      <a:pt x="17312" y="6530"/>
                      <a:pt x="9876" y="186"/>
                      <a:pt x="4516" y="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3" name="Freeform: Shape 2132">
                <a:extLst>
                  <a:ext uri="{FF2B5EF4-FFF2-40B4-BE49-F238E27FC236}">
                    <a16:creationId xmlns:a16="http://schemas.microsoft.com/office/drawing/2014/main" id="{DE0004B1-4B37-0365-9A75-D38DE07948D1}"/>
                  </a:ext>
                </a:extLst>
              </p:cNvPr>
              <p:cNvSpPr/>
              <p:nvPr/>
            </p:nvSpPr>
            <p:spPr>
              <a:xfrm>
                <a:off x="8587324" y="7359723"/>
                <a:ext cx="12996" cy="5765"/>
              </a:xfrm>
              <a:custGeom>
                <a:avLst/>
                <a:gdLst>
                  <a:gd name="connsiteX0" fmla="*/ 4658 w 12996"/>
                  <a:gd name="connsiteY0" fmla="*/ 8 h 5765"/>
                  <a:gd name="connsiteX1" fmla="*/ 8339 w 12996"/>
                  <a:gd name="connsiteY1" fmla="*/ 5757 h 5765"/>
                  <a:gd name="connsiteX2" fmla="*/ 4658 w 12996"/>
                  <a:gd name="connsiteY2" fmla="*/ 8 h 5765"/>
                </a:gdLst>
                <a:ahLst/>
                <a:cxnLst>
                  <a:cxn ang="0">
                    <a:pos x="connsiteX0" y="connsiteY0"/>
                  </a:cxn>
                  <a:cxn ang="0">
                    <a:pos x="connsiteX1" y="connsiteY1"/>
                  </a:cxn>
                  <a:cxn ang="0">
                    <a:pos x="connsiteX2" y="connsiteY2"/>
                  </a:cxn>
                </a:cxnLst>
                <a:rect l="l" t="t" r="r" b="b"/>
                <a:pathLst>
                  <a:path w="12996" h="5765">
                    <a:moveTo>
                      <a:pt x="4658" y="8"/>
                    </a:moveTo>
                    <a:cubicBezTo>
                      <a:pt x="-5098" y="174"/>
                      <a:pt x="2617" y="6025"/>
                      <a:pt x="8339" y="5757"/>
                    </a:cubicBezTo>
                    <a:cubicBezTo>
                      <a:pt x="18100" y="5585"/>
                      <a:pt x="10367" y="-238"/>
                      <a:pt x="4658"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4" name="Freeform: Shape 2133">
                <a:extLst>
                  <a:ext uri="{FF2B5EF4-FFF2-40B4-BE49-F238E27FC236}">
                    <a16:creationId xmlns:a16="http://schemas.microsoft.com/office/drawing/2014/main" id="{0FBA7615-742D-1BF8-01D5-4345F13B9EDA}"/>
                  </a:ext>
                </a:extLst>
              </p:cNvPr>
              <p:cNvSpPr/>
              <p:nvPr/>
            </p:nvSpPr>
            <p:spPr>
              <a:xfrm>
                <a:off x="8291622" y="6831241"/>
                <a:ext cx="11319" cy="6430"/>
              </a:xfrm>
              <a:custGeom>
                <a:avLst/>
                <a:gdLst>
                  <a:gd name="connsiteX0" fmla="*/ 4329 w 11319"/>
                  <a:gd name="connsiteY0" fmla="*/ 486 h 6430"/>
                  <a:gd name="connsiteX1" fmla="*/ 11317 w 11319"/>
                  <a:gd name="connsiteY1" fmla="*/ 4978 h 6430"/>
                  <a:gd name="connsiteX2" fmla="*/ 4329 w 11319"/>
                  <a:gd name="connsiteY2" fmla="*/ 486 h 6430"/>
                </a:gdLst>
                <a:ahLst/>
                <a:cxnLst>
                  <a:cxn ang="0">
                    <a:pos x="connsiteX0" y="connsiteY0"/>
                  </a:cxn>
                  <a:cxn ang="0">
                    <a:pos x="connsiteX1" y="connsiteY1"/>
                  </a:cxn>
                  <a:cxn ang="0">
                    <a:pos x="connsiteX2" y="connsiteY2"/>
                  </a:cxn>
                </a:cxnLst>
                <a:rect l="l" t="t" r="r" b="b"/>
                <a:pathLst>
                  <a:path w="11319" h="6430">
                    <a:moveTo>
                      <a:pt x="4329" y="486"/>
                    </a:moveTo>
                    <a:cubicBezTo>
                      <a:pt x="-8599" y="-2662"/>
                      <a:pt x="11575" y="10728"/>
                      <a:pt x="11317" y="4978"/>
                    </a:cubicBezTo>
                    <a:cubicBezTo>
                      <a:pt x="10501" y="3521"/>
                      <a:pt x="7374" y="1510"/>
                      <a:pt x="4329" y="48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5" name="Freeform: Shape 2134">
                <a:extLst>
                  <a:ext uri="{FF2B5EF4-FFF2-40B4-BE49-F238E27FC236}">
                    <a16:creationId xmlns:a16="http://schemas.microsoft.com/office/drawing/2014/main" id="{186D7A7F-7691-0F1D-784E-4F8C6F1FB490}"/>
                  </a:ext>
                </a:extLst>
              </p:cNvPr>
              <p:cNvSpPr/>
              <p:nvPr/>
            </p:nvSpPr>
            <p:spPr>
              <a:xfrm>
                <a:off x="8382983" y="7000998"/>
                <a:ext cx="11864" cy="6383"/>
              </a:xfrm>
              <a:custGeom>
                <a:avLst/>
                <a:gdLst>
                  <a:gd name="connsiteX0" fmla="*/ 4528 w 11864"/>
                  <a:gd name="connsiteY0" fmla="*/ 150 h 6383"/>
                  <a:gd name="connsiteX1" fmla="*/ 11855 w 11864"/>
                  <a:gd name="connsiteY1" fmla="*/ 4368 h 6383"/>
                  <a:gd name="connsiteX2" fmla="*/ 4528 w 11864"/>
                  <a:gd name="connsiteY2" fmla="*/ 150 h 6383"/>
                </a:gdLst>
                <a:ahLst/>
                <a:cxnLst>
                  <a:cxn ang="0">
                    <a:pos x="connsiteX0" y="connsiteY0"/>
                  </a:cxn>
                  <a:cxn ang="0">
                    <a:pos x="connsiteX1" y="connsiteY1"/>
                  </a:cxn>
                  <a:cxn ang="0">
                    <a:pos x="connsiteX2" y="connsiteY2"/>
                  </a:cxn>
                </a:cxnLst>
                <a:rect l="l" t="t" r="r" b="b"/>
                <a:pathLst>
                  <a:path w="11864" h="6383">
                    <a:moveTo>
                      <a:pt x="4528" y="150"/>
                    </a:moveTo>
                    <a:cubicBezTo>
                      <a:pt x="-9080" y="-1501"/>
                      <a:pt x="12369" y="11152"/>
                      <a:pt x="11855" y="4368"/>
                    </a:cubicBezTo>
                    <a:cubicBezTo>
                      <a:pt x="10986" y="2762"/>
                      <a:pt x="7712" y="876"/>
                      <a:pt x="4528" y="1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6" name="Freeform: Shape 2135">
                <a:extLst>
                  <a:ext uri="{FF2B5EF4-FFF2-40B4-BE49-F238E27FC236}">
                    <a16:creationId xmlns:a16="http://schemas.microsoft.com/office/drawing/2014/main" id="{AC0C8EA7-3AD4-45C3-2E90-2E2B505BC185}"/>
                  </a:ext>
                </a:extLst>
              </p:cNvPr>
              <p:cNvSpPr/>
              <p:nvPr/>
            </p:nvSpPr>
            <p:spPr>
              <a:xfrm>
                <a:off x="8204831" y="6683268"/>
                <a:ext cx="10803" cy="6182"/>
              </a:xfrm>
              <a:custGeom>
                <a:avLst/>
                <a:gdLst>
                  <a:gd name="connsiteX0" fmla="*/ 3988 w 10803"/>
                  <a:gd name="connsiteY0" fmla="*/ 893 h 6182"/>
                  <a:gd name="connsiteX1" fmla="*/ 6817 w 10803"/>
                  <a:gd name="connsiteY1" fmla="*/ 5294 h 6182"/>
                  <a:gd name="connsiteX2" fmla="*/ 3988 w 10803"/>
                  <a:gd name="connsiteY2" fmla="*/ 893 h 6182"/>
                </a:gdLst>
                <a:ahLst/>
                <a:cxnLst>
                  <a:cxn ang="0">
                    <a:pos x="connsiteX0" y="connsiteY0"/>
                  </a:cxn>
                  <a:cxn ang="0">
                    <a:pos x="connsiteX1" y="connsiteY1"/>
                  </a:cxn>
                  <a:cxn ang="0">
                    <a:pos x="connsiteX2" y="connsiteY2"/>
                  </a:cxn>
                </a:cxnLst>
                <a:rect l="l" t="t" r="r" b="b"/>
                <a:pathLst>
                  <a:path w="10803" h="6182">
                    <a:moveTo>
                      <a:pt x="3988" y="893"/>
                    </a:moveTo>
                    <a:cubicBezTo>
                      <a:pt x="-4556" y="-2279"/>
                      <a:pt x="2663" y="3910"/>
                      <a:pt x="6817" y="5294"/>
                    </a:cubicBezTo>
                    <a:cubicBezTo>
                      <a:pt x="15361" y="8449"/>
                      <a:pt x="8132" y="2293"/>
                      <a:pt x="3988" y="89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7" name="Freeform: Shape 2136">
                <a:extLst>
                  <a:ext uri="{FF2B5EF4-FFF2-40B4-BE49-F238E27FC236}">
                    <a16:creationId xmlns:a16="http://schemas.microsoft.com/office/drawing/2014/main" id="{8F0BF770-B336-8E64-6F03-B1221FCEBE1E}"/>
                  </a:ext>
                </a:extLst>
              </p:cNvPr>
              <p:cNvSpPr/>
              <p:nvPr/>
            </p:nvSpPr>
            <p:spPr>
              <a:xfrm>
                <a:off x="7350814" y="4996182"/>
                <a:ext cx="7155" cy="9985"/>
              </a:xfrm>
              <a:custGeom>
                <a:avLst/>
                <a:gdLst>
                  <a:gd name="connsiteX0" fmla="*/ 2773 w 7155"/>
                  <a:gd name="connsiteY0" fmla="*/ 4888 h 9985"/>
                  <a:gd name="connsiteX1" fmla="*/ 7128 w 7155"/>
                  <a:gd name="connsiteY1" fmla="*/ 9985 h 9985"/>
                  <a:gd name="connsiteX2" fmla="*/ 2773 w 7155"/>
                  <a:gd name="connsiteY2" fmla="*/ 4888 h 9985"/>
                </a:gdLst>
                <a:ahLst/>
                <a:cxnLst>
                  <a:cxn ang="0">
                    <a:pos x="connsiteX0" y="connsiteY0"/>
                  </a:cxn>
                  <a:cxn ang="0">
                    <a:pos x="connsiteX1" y="connsiteY1"/>
                  </a:cxn>
                  <a:cxn ang="0">
                    <a:pos x="connsiteX2" y="connsiteY2"/>
                  </a:cxn>
                </a:cxnLst>
                <a:rect l="l" t="t" r="r" b="b"/>
                <a:pathLst>
                  <a:path w="7155" h="9985">
                    <a:moveTo>
                      <a:pt x="2773" y="4888"/>
                    </a:moveTo>
                    <a:cubicBezTo>
                      <a:pt x="-5640" y="-7874"/>
                      <a:pt x="7842" y="8180"/>
                      <a:pt x="7128" y="9985"/>
                    </a:cubicBezTo>
                    <a:cubicBezTo>
                      <a:pt x="6642" y="9888"/>
                      <a:pt x="4693" y="7608"/>
                      <a:pt x="2773" y="488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8" name="Freeform: Shape 2137">
                <a:extLst>
                  <a:ext uri="{FF2B5EF4-FFF2-40B4-BE49-F238E27FC236}">
                    <a16:creationId xmlns:a16="http://schemas.microsoft.com/office/drawing/2014/main" id="{4ECFE6EA-A82F-A814-5E4C-F2DAFEF9A9ED}"/>
                  </a:ext>
                </a:extLst>
              </p:cNvPr>
              <p:cNvSpPr/>
              <p:nvPr/>
            </p:nvSpPr>
            <p:spPr>
              <a:xfrm>
                <a:off x="7297190" y="4994600"/>
                <a:ext cx="7222" cy="7053"/>
              </a:xfrm>
              <a:custGeom>
                <a:avLst/>
                <a:gdLst>
                  <a:gd name="connsiteX0" fmla="*/ 2807 w 7222"/>
                  <a:gd name="connsiteY0" fmla="*/ 3562 h 7053"/>
                  <a:gd name="connsiteX1" fmla="*/ 7202 w 7222"/>
                  <a:gd name="connsiteY1" fmla="*/ 7054 h 7053"/>
                  <a:gd name="connsiteX2" fmla="*/ 2807 w 7222"/>
                  <a:gd name="connsiteY2" fmla="*/ 3562 h 7053"/>
                </a:gdLst>
                <a:ahLst/>
                <a:cxnLst>
                  <a:cxn ang="0">
                    <a:pos x="connsiteX0" y="connsiteY0"/>
                  </a:cxn>
                  <a:cxn ang="0">
                    <a:pos x="connsiteX1" y="connsiteY1"/>
                  </a:cxn>
                  <a:cxn ang="0">
                    <a:pos x="connsiteX2" y="connsiteY2"/>
                  </a:cxn>
                </a:cxnLst>
                <a:rect l="l" t="t" r="r" b="b"/>
                <a:pathLst>
                  <a:path w="7222" h="7053">
                    <a:moveTo>
                      <a:pt x="2807" y="3562"/>
                    </a:moveTo>
                    <a:cubicBezTo>
                      <a:pt x="-5668" y="-5491"/>
                      <a:pt x="7808" y="5368"/>
                      <a:pt x="7202" y="7054"/>
                    </a:cubicBezTo>
                    <a:cubicBezTo>
                      <a:pt x="6716" y="7048"/>
                      <a:pt x="4750" y="5488"/>
                      <a:pt x="2807" y="356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9" name="Freeform: Shape 2138">
                <a:extLst>
                  <a:ext uri="{FF2B5EF4-FFF2-40B4-BE49-F238E27FC236}">
                    <a16:creationId xmlns:a16="http://schemas.microsoft.com/office/drawing/2014/main" id="{A574BC61-74CA-E934-0992-47686EF470FF}"/>
                  </a:ext>
                </a:extLst>
              </p:cNvPr>
              <p:cNvSpPr/>
              <p:nvPr/>
            </p:nvSpPr>
            <p:spPr>
              <a:xfrm>
                <a:off x="7244897" y="4997040"/>
                <a:ext cx="7268" cy="4052"/>
              </a:xfrm>
              <a:custGeom>
                <a:avLst/>
                <a:gdLst>
                  <a:gd name="connsiteX0" fmla="*/ 2871 w 7268"/>
                  <a:gd name="connsiteY0" fmla="*/ 2012 h 4052"/>
                  <a:gd name="connsiteX1" fmla="*/ 7266 w 7268"/>
                  <a:gd name="connsiteY1" fmla="*/ 4053 h 4052"/>
                  <a:gd name="connsiteX2" fmla="*/ 2871 w 7268"/>
                  <a:gd name="connsiteY2" fmla="*/ 2012 h 4052"/>
                </a:gdLst>
                <a:ahLst/>
                <a:cxnLst>
                  <a:cxn ang="0">
                    <a:pos x="connsiteX0" y="connsiteY0"/>
                  </a:cxn>
                  <a:cxn ang="0">
                    <a:pos x="connsiteX1" y="connsiteY1"/>
                  </a:cxn>
                  <a:cxn ang="0">
                    <a:pos x="connsiteX2" y="connsiteY2"/>
                  </a:cxn>
                </a:cxnLst>
                <a:rect l="l" t="t" r="r" b="b"/>
                <a:pathLst>
                  <a:path w="7268" h="4052">
                    <a:moveTo>
                      <a:pt x="2871" y="2012"/>
                    </a:moveTo>
                    <a:cubicBezTo>
                      <a:pt x="-5633" y="-3080"/>
                      <a:pt x="7483" y="2967"/>
                      <a:pt x="7266" y="4053"/>
                    </a:cubicBezTo>
                    <a:cubicBezTo>
                      <a:pt x="6803" y="4030"/>
                      <a:pt x="4837" y="3116"/>
                      <a:pt x="2871" y="20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0" name="Freeform: Shape 2139">
                <a:extLst>
                  <a:ext uri="{FF2B5EF4-FFF2-40B4-BE49-F238E27FC236}">
                    <a16:creationId xmlns:a16="http://schemas.microsoft.com/office/drawing/2014/main" id="{FFD21206-B86A-A809-E38B-6A6115E0BB4E}"/>
                  </a:ext>
                </a:extLst>
              </p:cNvPr>
              <p:cNvSpPr/>
              <p:nvPr/>
            </p:nvSpPr>
            <p:spPr>
              <a:xfrm>
                <a:off x="7403058" y="5013833"/>
                <a:ext cx="7110" cy="12269"/>
              </a:xfrm>
              <a:custGeom>
                <a:avLst/>
                <a:gdLst>
                  <a:gd name="connsiteX0" fmla="*/ 2793 w 7110"/>
                  <a:gd name="connsiteY0" fmla="*/ 5692 h 12269"/>
                  <a:gd name="connsiteX1" fmla="*/ 7096 w 7110"/>
                  <a:gd name="connsiteY1" fmla="*/ 12269 h 12269"/>
                  <a:gd name="connsiteX2" fmla="*/ 2793 w 7110"/>
                  <a:gd name="connsiteY2" fmla="*/ 5692 h 12269"/>
                </a:gdLst>
                <a:ahLst/>
                <a:cxnLst>
                  <a:cxn ang="0">
                    <a:pos x="connsiteX0" y="connsiteY0"/>
                  </a:cxn>
                  <a:cxn ang="0">
                    <a:pos x="connsiteX1" y="connsiteY1"/>
                  </a:cxn>
                  <a:cxn ang="0">
                    <a:pos x="connsiteX2" y="connsiteY2"/>
                  </a:cxn>
                </a:cxnLst>
                <a:rect l="l" t="t" r="r" b="b"/>
                <a:pathLst>
                  <a:path w="7110" h="12269">
                    <a:moveTo>
                      <a:pt x="2793" y="5692"/>
                    </a:moveTo>
                    <a:cubicBezTo>
                      <a:pt x="-5585" y="-9648"/>
                      <a:pt x="7605" y="10704"/>
                      <a:pt x="7096" y="12269"/>
                    </a:cubicBezTo>
                    <a:cubicBezTo>
                      <a:pt x="6633" y="11978"/>
                      <a:pt x="4708" y="9035"/>
                      <a:pt x="2793" y="56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1" name="Freeform: Shape 2140">
                <a:extLst>
                  <a:ext uri="{FF2B5EF4-FFF2-40B4-BE49-F238E27FC236}">
                    <a16:creationId xmlns:a16="http://schemas.microsoft.com/office/drawing/2014/main" id="{4F83E00A-F66E-835B-ACE0-E3CFF0794389}"/>
                  </a:ext>
                </a:extLst>
              </p:cNvPr>
              <p:cNvSpPr/>
              <p:nvPr/>
            </p:nvSpPr>
            <p:spPr>
              <a:xfrm>
                <a:off x="7196635" y="4991436"/>
                <a:ext cx="7293" cy="1582"/>
              </a:xfrm>
              <a:custGeom>
                <a:avLst/>
                <a:gdLst>
                  <a:gd name="connsiteX0" fmla="*/ 2956 w 7293"/>
                  <a:gd name="connsiteY0" fmla="*/ 565 h 1582"/>
                  <a:gd name="connsiteX1" fmla="*/ 7293 w 7293"/>
                  <a:gd name="connsiteY1" fmla="*/ 1576 h 1582"/>
                  <a:gd name="connsiteX2" fmla="*/ 2956 w 7293"/>
                  <a:gd name="connsiteY2" fmla="*/ 565 h 1582"/>
                </a:gdLst>
                <a:ahLst/>
                <a:cxnLst>
                  <a:cxn ang="0">
                    <a:pos x="connsiteX0" y="connsiteY0"/>
                  </a:cxn>
                  <a:cxn ang="0">
                    <a:pos x="connsiteX1" y="connsiteY1"/>
                  </a:cxn>
                  <a:cxn ang="0">
                    <a:pos x="connsiteX2" y="connsiteY2"/>
                  </a:cxn>
                </a:cxnLst>
                <a:rect l="l" t="t" r="r" b="b"/>
                <a:pathLst>
                  <a:path w="7293" h="1582">
                    <a:moveTo>
                      <a:pt x="2956" y="565"/>
                    </a:moveTo>
                    <a:cubicBezTo>
                      <a:pt x="-5582" y="-1196"/>
                      <a:pt x="7070" y="1736"/>
                      <a:pt x="7293" y="1576"/>
                    </a:cubicBezTo>
                    <a:cubicBezTo>
                      <a:pt x="6876" y="1433"/>
                      <a:pt x="4933" y="976"/>
                      <a:pt x="2956" y="5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2" name="Freeform: Shape 2141">
                <a:extLst>
                  <a:ext uri="{FF2B5EF4-FFF2-40B4-BE49-F238E27FC236}">
                    <a16:creationId xmlns:a16="http://schemas.microsoft.com/office/drawing/2014/main" id="{95D83317-9222-7D86-A54C-9E8B8E3CDD91}"/>
                  </a:ext>
                </a:extLst>
              </p:cNvPr>
              <p:cNvSpPr/>
              <p:nvPr/>
            </p:nvSpPr>
            <p:spPr>
              <a:xfrm>
                <a:off x="7625976" y="5739798"/>
                <a:ext cx="8711" cy="15426"/>
              </a:xfrm>
              <a:custGeom>
                <a:avLst/>
                <a:gdLst>
                  <a:gd name="connsiteX0" fmla="*/ 3566 w 8711"/>
                  <a:gd name="connsiteY0" fmla="*/ 1394 h 15426"/>
                  <a:gd name="connsiteX1" fmla="*/ 5143 w 8711"/>
                  <a:gd name="connsiteY1" fmla="*/ 14104 h 15426"/>
                  <a:gd name="connsiteX2" fmla="*/ 3566 w 8711"/>
                  <a:gd name="connsiteY2" fmla="*/ 1394 h 15426"/>
                </a:gdLst>
                <a:ahLst/>
                <a:cxnLst>
                  <a:cxn ang="0">
                    <a:pos x="connsiteX0" y="connsiteY0"/>
                  </a:cxn>
                  <a:cxn ang="0">
                    <a:pos x="connsiteX1" y="connsiteY1"/>
                  </a:cxn>
                  <a:cxn ang="0">
                    <a:pos x="connsiteX2" y="connsiteY2"/>
                  </a:cxn>
                </a:cxnLst>
                <a:rect l="l" t="t" r="r" b="b"/>
                <a:pathLst>
                  <a:path w="8711" h="15426">
                    <a:moveTo>
                      <a:pt x="3566" y="1394"/>
                    </a:moveTo>
                    <a:cubicBezTo>
                      <a:pt x="-3972" y="-4939"/>
                      <a:pt x="2354" y="12252"/>
                      <a:pt x="5143" y="14104"/>
                    </a:cubicBezTo>
                    <a:cubicBezTo>
                      <a:pt x="12693" y="20196"/>
                      <a:pt x="6344" y="3377"/>
                      <a:pt x="3566" y="13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3" name="Freeform: Shape 2142">
                <a:extLst>
                  <a:ext uri="{FF2B5EF4-FFF2-40B4-BE49-F238E27FC236}">
                    <a16:creationId xmlns:a16="http://schemas.microsoft.com/office/drawing/2014/main" id="{BBA6031A-9A30-1049-6552-89F47EA95E49}"/>
                  </a:ext>
                </a:extLst>
              </p:cNvPr>
              <p:cNvSpPr/>
              <p:nvPr/>
            </p:nvSpPr>
            <p:spPr>
              <a:xfrm>
                <a:off x="7450892" y="5064242"/>
                <a:ext cx="7176" cy="13329"/>
              </a:xfrm>
              <a:custGeom>
                <a:avLst/>
                <a:gdLst>
                  <a:gd name="connsiteX0" fmla="*/ 2925 w 7176"/>
                  <a:gd name="connsiteY0" fmla="*/ 5265 h 13329"/>
                  <a:gd name="connsiteX1" fmla="*/ 7177 w 7176"/>
                  <a:gd name="connsiteY1" fmla="*/ 13329 h 13329"/>
                  <a:gd name="connsiteX2" fmla="*/ 2925 w 7176"/>
                  <a:gd name="connsiteY2" fmla="*/ 5265 h 13329"/>
                </a:gdLst>
                <a:ahLst/>
                <a:cxnLst>
                  <a:cxn ang="0">
                    <a:pos x="connsiteX0" y="connsiteY0"/>
                  </a:cxn>
                  <a:cxn ang="0">
                    <a:pos x="connsiteX1" y="connsiteY1"/>
                  </a:cxn>
                  <a:cxn ang="0">
                    <a:pos x="connsiteX2" y="connsiteY2"/>
                  </a:cxn>
                </a:cxnLst>
                <a:rect l="l" t="t" r="r" b="b"/>
                <a:pathLst>
                  <a:path w="7176" h="13329">
                    <a:moveTo>
                      <a:pt x="2925" y="5265"/>
                    </a:moveTo>
                    <a:cubicBezTo>
                      <a:pt x="-5477" y="-10205"/>
                      <a:pt x="6862" y="13341"/>
                      <a:pt x="7177" y="13329"/>
                    </a:cubicBezTo>
                    <a:cubicBezTo>
                      <a:pt x="6776" y="12478"/>
                      <a:pt x="4873" y="8872"/>
                      <a:pt x="2925" y="5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4" name="Freeform: Shape 2143">
                <a:extLst>
                  <a:ext uri="{FF2B5EF4-FFF2-40B4-BE49-F238E27FC236}">
                    <a16:creationId xmlns:a16="http://schemas.microsoft.com/office/drawing/2014/main" id="{0811A2DE-7662-4B09-540F-F459E22FCDFB}"/>
                  </a:ext>
                </a:extLst>
              </p:cNvPr>
              <p:cNvSpPr/>
              <p:nvPr/>
            </p:nvSpPr>
            <p:spPr>
              <a:xfrm>
                <a:off x="7574609" y="5550555"/>
                <a:ext cx="8389" cy="13295"/>
              </a:xfrm>
              <a:custGeom>
                <a:avLst/>
                <a:gdLst>
                  <a:gd name="connsiteX0" fmla="*/ 3446 w 8389"/>
                  <a:gd name="connsiteY0" fmla="*/ 4904 h 13295"/>
                  <a:gd name="connsiteX1" fmla="*/ 8389 w 8389"/>
                  <a:gd name="connsiteY1" fmla="*/ 13277 h 13295"/>
                  <a:gd name="connsiteX2" fmla="*/ 3446 w 8389"/>
                  <a:gd name="connsiteY2" fmla="*/ 4904 h 13295"/>
                </a:gdLst>
                <a:ahLst/>
                <a:cxnLst>
                  <a:cxn ang="0">
                    <a:pos x="connsiteX0" y="connsiteY0"/>
                  </a:cxn>
                  <a:cxn ang="0">
                    <a:pos x="connsiteX1" y="connsiteY1"/>
                  </a:cxn>
                  <a:cxn ang="0">
                    <a:pos x="connsiteX2" y="connsiteY2"/>
                  </a:cxn>
                </a:cxnLst>
                <a:rect l="l" t="t" r="r" b="b"/>
                <a:pathLst>
                  <a:path w="8389" h="13295">
                    <a:moveTo>
                      <a:pt x="3446" y="4904"/>
                    </a:moveTo>
                    <a:cubicBezTo>
                      <a:pt x="-6361" y="-10057"/>
                      <a:pt x="7823" y="14060"/>
                      <a:pt x="8389" y="13277"/>
                    </a:cubicBezTo>
                    <a:cubicBezTo>
                      <a:pt x="7932" y="12214"/>
                      <a:pt x="5726" y="8454"/>
                      <a:pt x="3446" y="49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5" name="Freeform: Shape 2144">
                <a:extLst>
                  <a:ext uri="{FF2B5EF4-FFF2-40B4-BE49-F238E27FC236}">
                    <a16:creationId xmlns:a16="http://schemas.microsoft.com/office/drawing/2014/main" id="{7AA8CCB1-416C-5957-8F3F-573CD1AD9C75}"/>
                  </a:ext>
                </a:extLst>
              </p:cNvPr>
              <p:cNvSpPr/>
              <p:nvPr/>
            </p:nvSpPr>
            <p:spPr>
              <a:xfrm>
                <a:off x="7530225" y="5393362"/>
                <a:ext cx="7939" cy="13708"/>
              </a:xfrm>
              <a:custGeom>
                <a:avLst/>
                <a:gdLst>
                  <a:gd name="connsiteX0" fmla="*/ 3345 w 7939"/>
                  <a:gd name="connsiteY0" fmla="*/ 3981 h 13708"/>
                  <a:gd name="connsiteX1" fmla="*/ 7940 w 7939"/>
                  <a:gd name="connsiteY1" fmla="*/ 13508 h 13708"/>
                  <a:gd name="connsiteX2" fmla="*/ 3345 w 7939"/>
                  <a:gd name="connsiteY2" fmla="*/ 3981 h 13708"/>
                </a:gdLst>
                <a:ahLst/>
                <a:cxnLst>
                  <a:cxn ang="0">
                    <a:pos x="connsiteX0" y="connsiteY0"/>
                  </a:cxn>
                  <a:cxn ang="0">
                    <a:pos x="connsiteX1" y="connsiteY1"/>
                  </a:cxn>
                  <a:cxn ang="0">
                    <a:pos x="connsiteX2" y="connsiteY2"/>
                  </a:cxn>
                </a:cxnLst>
                <a:rect l="l" t="t" r="r" b="b"/>
                <a:pathLst>
                  <a:path w="7939" h="13708">
                    <a:moveTo>
                      <a:pt x="3345" y="3981"/>
                    </a:moveTo>
                    <a:cubicBezTo>
                      <a:pt x="-5856" y="-9621"/>
                      <a:pt x="6711" y="16217"/>
                      <a:pt x="7940" y="13508"/>
                    </a:cubicBezTo>
                    <a:cubicBezTo>
                      <a:pt x="7568" y="11816"/>
                      <a:pt x="5511" y="7553"/>
                      <a:pt x="3345" y="39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6" name="Freeform: Shape 2145">
                <a:extLst>
                  <a:ext uri="{FF2B5EF4-FFF2-40B4-BE49-F238E27FC236}">
                    <a16:creationId xmlns:a16="http://schemas.microsoft.com/office/drawing/2014/main" id="{C3AFF866-E0AB-4E08-D1A0-CCCEBDD448EA}"/>
                  </a:ext>
                </a:extLst>
              </p:cNvPr>
              <p:cNvSpPr/>
              <p:nvPr/>
            </p:nvSpPr>
            <p:spPr>
              <a:xfrm>
                <a:off x="7673539" y="6166193"/>
                <a:ext cx="9323" cy="11935"/>
              </a:xfrm>
              <a:custGeom>
                <a:avLst/>
                <a:gdLst>
                  <a:gd name="connsiteX0" fmla="*/ 3940 w 9323"/>
                  <a:gd name="connsiteY0" fmla="*/ 0 h 11935"/>
                  <a:gd name="connsiteX1" fmla="*/ 9324 w 9323"/>
                  <a:gd name="connsiteY1" fmla="*/ 6990 h 11935"/>
                  <a:gd name="connsiteX2" fmla="*/ 3940 w 9323"/>
                  <a:gd name="connsiteY2" fmla="*/ 0 h 11935"/>
                </a:gdLst>
                <a:ahLst/>
                <a:cxnLst>
                  <a:cxn ang="0">
                    <a:pos x="connsiteX0" y="connsiteY0"/>
                  </a:cxn>
                  <a:cxn ang="0">
                    <a:pos x="connsiteX1" y="connsiteY1"/>
                  </a:cxn>
                  <a:cxn ang="0">
                    <a:pos x="connsiteX2" y="connsiteY2"/>
                  </a:cxn>
                </a:cxnLst>
                <a:rect l="l" t="t" r="r" b="b"/>
                <a:pathLst>
                  <a:path w="9323" h="11935">
                    <a:moveTo>
                      <a:pt x="3940" y="0"/>
                    </a:moveTo>
                    <a:cubicBezTo>
                      <a:pt x="-7267" y="172"/>
                      <a:pt x="8958" y="21243"/>
                      <a:pt x="9324" y="6990"/>
                    </a:cubicBezTo>
                    <a:cubicBezTo>
                      <a:pt x="8849" y="3801"/>
                      <a:pt x="6443" y="646"/>
                      <a:pt x="394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7" name="Freeform: Shape 2146">
                <a:extLst>
                  <a:ext uri="{FF2B5EF4-FFF2-40B4-BE49-F238E27FC236}">
                    <a16:creationId xmlns:a16="http://schemas.microsoft.com/office/drawing/2014/main" id="{37D2F88E-8A17-4927-CA7A-70EDED37CE42}"/>
                  </a:ext>
                </a:extLst>
              </p:cNvPr>
              <p:cNvSpPr/>
              <p:nvPr/>
            </p:nvSpPr>
            <p:spPr>
              <a:xfrm>
                <a:off x="7491388" y="5205915"/>
                <a:ext cx="7485" cy="13646"/>
              </a:xfrm>
              <a:custGeom>
                <a:avLst/>
                <a:gdLst>
                  <a:gd name="connsiteX0" fmla="*/ 3137 w 7485"/>
                  <a:gd name="connsiteY0" fmla="*/ 4061 h 13646"/>
                  <a:gd name="connsiteX1" fmla="*/ 7486 w 7485"/>
                  <a:gd name="connsiteY1" fmla="*/ 13491 h 13646"/>
                  <a:gd name="connsiteX2" fmla="*/ 3137 w 7485"/>
                  <a:gd name="connsiteY2" fmla="*/ 4061 h 13646"/>
                </a:gdLst>
                <a:ahLst/>
                <a:cxnLst>
                  <a:cxn ang="0">
                    <a:pos x="connsiteX0" y="connsiteY0"/>
                  </a:cxn>
                  <a:cxn ang="0">
                    <a:pos x="connsiteX1" y="connsiteY1"/>
                  </a:cxn>
                  <a:cxn ang="0">
                    <a:pos x="connsiteX2" y="connsiteY2"/>
                  </a:cxn>
                </a:cxnLst>
                <a:rect l="l" t="t" r="r" b="b"/>
                <a:pathLst>
                  <a:path w="7485" h="13646">
                    <a:moveTo>
                      <a:pt x="3137" y="4061"/>
                    </a:moveTo>
                    <a:cubicBezTo>
                      <a:pt x="-5499" y="-9621"/>
                      <a:pt x="6308" y="15851"/>
                      <a:pt x="7486" y="13491"/>
                    </a:cubicBezTo>
                    <a:cubicBezTo>
                      <a:pt x="7131" y="11873"/>
                      <a:pt x="5183" y="7650"/>
                      <a:pt x="3137" y="40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8" name="Freeform: Shape 2147">
                <a:extLst>
                  <a:ext uri="{FF2B5EF4-FFF2-40B4-BE49-F238E27FC236}">
                    <a16:creationId xmlns:a16="http://schemas.microsoft.com/office/drawing/2014/main" id="{A8FB79F2-58DE-6BA5-01C6-CF2AB3C3E00A}"/>
                  </a:ext>
                </a:extLst>
              </p:cNvPr>
              <p:cNvSpPr/>
              <p:nvPr/>
            </p:nvSpPr>
            <p:spPr>
              <a:xfrm>
                <a:off x="8704404" y="7525997"/>
                <a:ext cx="13264" cy="5306"/>
              </a:xfrm>
              <a:custGeom>
                <a:avLst/>
                <a:gdLst>
                  <a:gd name="connsiteX0" fmla="*/ 4547 w 13264"/>
                  <a:gd name="connsiteY0" fmla="*/ 0 h 5306"/>
                  <a:gd name="connsiteX1" fmla="*/ 12662 w 13264"/>
                  <a:gd name="connsiteY1" fmla="*/ 4396 h 5306"/>
                  <a:gd name="connsiteX2" fmla="*/ 4547 w 13264"/>
                  <a:gd name="connsiteY2" fmla="*/ 0 h 5306"/>
                </a:gdLst>
                <a:ahLst/>
                <a:cxnLst>
                  <a:cxn ang="0">
                    <a:pos x="connsiteX0" y="connsiteY0"/>
                  </a:cxn>
                  <a:cxn ang="0">
                    <a:pos x="connsiteX1" y="connsiteY1"/>
                  </a:cxn>
                  <a:cxn ang="0">
                    <a:pos x="connsiteX2" y="connsiteY2"/>
                  </a:cxn>
                </a:cxnLst>
                <a:rect l="l" t="t" r="r" b="b"/>
                <a:pathLst>
                  <a:path w="13264" h="5306">
                    <a:moveTo>
                      <a:pt x="4547" y="0"/>
                    </a:moveTo>
                    <a:cubicBezTo>
                      <a:pt x="-7815" y="1155"/>
                      <a:pt x="8495" y="7670"/>
                      <a:pt x="12662" y="4396"/>
                    </a:cubicBezTo>
                    <a:cubicBezTo>
                      <a:pt x="15605" y="1177"/>
                      <a:pt x="6930" y="-28"/>
                      <a:pt x="454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9" name="Freeform: Shape 2148">
                <a:extLst>
                  <a:ext uri="{FF2B5EF4-FFF2-40B4-BE49-F238E27FC236}">
                    <a16:creationId xmlns:a16="http://schemas.microsoft.com/office/drawing/2014/main" id="{DB4ABEB3-4537-FA60-0650-4B5AE863B4D1}"/>
                  </a:ext>
                </a:extLst>
              </p:cNvPr>
              <p:cNvSpPr/>
              <p:nvPr/>
            </p:nvSpPr>
            <p:spPr>
              <a:xfrm>
                <a:off x="6959901" y="4964931"/>
                <a:ext cx="6723" cy="903"/>
              </a:xfrm>
              <a:custGeom>
                <a:avLst/>
                <a:gdLst>
                  <a:gd name="connsiteX0" fmla="*/ 2671 w 6723"/>
                  <a:gd name="connsiteY0" fmla="*/ 4 h 903"/>
                  <a:gd name="connsiteX1" fmla="*/ 6180 w 6723"/>
                  <a:gd name="connsiteY1" fmla="*/ 741 h 903"/>
                  <a:gd name="connsiteX2" fmla="*/ 2671 w 6723"/>
                  <a:gd name="connsiteY2" fmla="*/ 4 h 903"/>
                </a:gdLst>
                <a:ahLst/>
                <a:cxnLst>
                  <a:cxn ang="0">
                    <a:pos x="connsiteX0" y="connsiteY0"/>
                  </a:cxn>
                  <a:cxn ang="0">
                    <a:pos x="connsiteX1" y="connsiteY1"/>
                  </a:cxn>
                  <a:cxn ang="0">
                    <a:pos x="connsiteX2" y="connsiteY2"/>
                  </a:cxn>
                </a:cxnLst>
                <a:rect l="l" t="t" r="r" b="b"/>
                <a:pathLst>
                  <a:path w="6723" h="903">
                    <a:moveTo>
                      <a:pt x="2671" y="4"/>
                    </a:moveTo>
                    <a:cubicBezTo>
                      <a:pt x="-4130" y="261"/>
                      <a:pt x="3934" y="1301"/>
                      <a:pt x="6180" y="741"/>
                    </a:cubicBezTo>
                    <a:cubicBezTo>
                      <a:pt x="8318" y="175"/>
                      <a:pt x="3517" y="-31"/>
                      <a:pt x="2671"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0" name="Freeform: Shape 2149">
                <a:extLst>
                  <a:ext uri="{FF2B5EF4-FFF2-40B4-BE49-F238E27FC236}">
                    <a16:creationId xmlns:a16="http://schemas.microsoft.com/office/drawing/2014/main" id="{A18DFE39-01E7-5E7E-D1F9-7D295CDB528D}"/>
                  </a:ext>
                </a:extLst>
              </p:cNvPr>
              <p:cNvSpPr/>
              <p:nvPr/>
            </p:nvSpPr>
            <p:spPr>
              <a:xfrm>
                <a:off x="7540642" y="6350197"/>
                <a:ext cx="9786" cy="830"/>
              </a:xfrm>
              <a:custGeom>
                <a:avLst/>
                <a:gdLst>
                  <a:gd name="connsiteX0" fmla="*/ 3888 w 9786"/>
                  <a:gd name="connsiteY0" fmla="*/ 94 h 830"/>
                  <a:gd name="connsiteX1" fmla="*/ 9786 w 9786"/>
                  <a:gd name="connsiteY1" fmla="*/ 677 h 830"/>
                  <a:gd name="connsiteX2" fmla="*/ 3888 w 9786"/>
                  <a:gd name="connsiteY2" fmla="*/ 94 h 830"/>
                </a:gdLst>
                <a:ahLst/>
                <a:cxnLst>
                  <a:cxn ang="0">
                    <a:pos x="connsiteX0" y="connsiteY0"/>
                  </a:cxn>
                  <a:cxn ang="0">
                    <a:pos x="connsiteX1" y="connsiteY1"/>
                  </a:cxn>
                  <a:cxn ang="0">
                    <a:pos x="connsiteX2" y="connsiteY2"/>
                  </a:cxn>
                </a:cxnLst>
                <a:rect l="l" t="t" r="r" b="b"/>
                <a:pathLst>
                  <a:path w="9786" h="830">
                    <a:moveTo>
                      <a:pt x="3888" y="94"/>
                    </a:moveTo>
                    <a:cubicBezTo>
                      <a:pt x="-7490" y="-415"/>
                      <a:pt x="9718" y="1345"/>
                      <a:pt x="9786" y="677"/>
                    </a:cubicBezTo>
                    <a:cubicBezTo>
                      <a:pt x="9169" y="500"/>
                      <a:pt x="6535" y="237"/>
                      <a:pt x="3888" y="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1" name="Freeform: Shape 2150">
                <a:extLst>
                  <a:ext uri="{FF2B5EF4-FFF2-40B4-BE49-F238E27FC236}">
                    <a16:creationId xmlns:a16="http://schemas.microsoft.com/office/drawing/2014/main" id="{8CE60E14-71CB-87C2-703E-97534DFF41E1}"/>
                  </a:ext>
                </a:extLst>
              </p:cNvPr>
              <p:cNvSpPr/>
              <p:nvPr/>
            </p:nvSpPr>
            <p:spPr>
              <a:xfrm>
                <a:off x="7610651" y="6361828"/>
                <a:ext cx="9969" cy="1286"/>
              </a:xfrm>
              <a:custGeom>
                <a:avLst/>
                <a:gdLst>
                  <a:gd name="connsiteX0" fmla="*/ 3894 w 9969"/>
                  <a:gd name="connsiteY0" fmla="*/ 521 h 1286"/>
                  <a:gd name="connsiteX1" fmla="*/ 9970 w 9969"/>
                  <a:gd name="connsiteY1" fmla="*/ 1287 h 1286"/>
                  <a:gd name="connsiteX2" fmla="*/ 3894 w 9969"/>
                  <a:gd name="connsiteY2" fmla="*/ 521 h 1286"/>
                </a:gdLst>
                <a:ahLst/>
                <a:cxnLst>
                  <a:cxn ang="0">
                    <a:pos x="connsiteX0" y="connsiteY0"/>
                  </a:cxn>
                  <a:cxn ang="0">
                    <a:pos x="connsiteX1" y="connsiteY1"/>
                  </a:cxn>
                  <a:cxn ang="0">
                    <a:pos x="connsiteX2" y="connsiteY2"/>
                  </a:cxn>
                </a:cxnLst>
                <a:rect l="l" t="t" r="r" b="b"/>
                <a:pathLst>
                  <a:path w="9969" h="1286">
                    <a:moveTo>
                      <a:pt x="3894" y="521"/>
                    </a:moveTo>
                    <a:cubicBezTo>
                      <a:pt x="-7593" y="-971"/>
                      <a:pt x="9992" y="1207"/>
                      <a:pt x="9970" y="1287"/>
                    </a:cubicBezTo>
                    <a:cubicBezTo>
                      <a:pt x="9307" y="1219"/>
                      <a:pt x="6586" y="870"/>
                      <a:pt x="3894" y="5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2" name="Freeform: Shape 2151">
                <a:extLst>
                  <a:ext uri="{FF2B5EF4-FFF2-40B4-BE49-F238E27FC236}">
                    <a16:creationId xmlns:a16="http://schemas.microsoft.com/office/drawing/2014/main" id="{16F9408A-5428-10C6-1B48-DD4EB79F6AE9}"/>
                  </a:ext>
                </a:extLst>
              </p:cNvPr>
              <p:cNvSpPr/>
              <p:nvPr/>
            </p:nvSpPr>
            <p:spPr>
              <a:xfrm>
                <a:off x="7761709" y="6396704"/>
                <a:ext cx="10370" cy="3043"/>
              </a:xfrm>
              <a:custGeom>
                <a:avLst/>
                <a:gdLst>
                  <a:gd name="connsiteX0" fmla="*/ 4027 w 10370"/>
                  <a:gd name="connsiteY0" fmla="*/ 901 h 3043"/>
                  <a:gd name="connsiteX1" fmla="*/ 10371 w 10370"/>
                  <a:gd name="connsiteY1" fmla="*/ 2964 h 3043"/>
                  <a:gd name="connsiteX2" fmla="*/ 4027 w 10370"/>
                  <a:gd name="connsiteY2" fmla="*/ 901 h 3043"/>
                </a:gdLst>
                <a:ahLst/>
                <a:cxnLst>
                  <a:cxn ang="0">
                    <a:pos x="connsiteX0" y="connsiteY0"/>
                  </a:cxn>
                  <a:cxn ang="0">
                    <a:pos x="connsiteX1" y="connsiteY1"/>
                  </a:cxn>
                  <a:cxn ang="0">
                    <a:pos x="connsiteX2" y="connsiteY2"/>
                  </a:cxn>
                </a:cxnLst>
                <a:rect l="l" t="t" r="r" b="b"/>
                <a:pathLst>
                  <a:path w="10370" h="3043">
                    <a:moveTo>
                      <a:pt x="4027" y="901"/>
                    </a:moveTo>
                    <a:cubicBezTo>
                      <a:pt x="-7877" y="-2209"/>
                      <a:pt x="10405" y="3798"/>
                      <a:pt x="10371" y="2964"/>
                    </a:cubicBezTo>
                    <a:cubicBezTo>
                      <a:pt x="9668" y="2592"/>
                      <a:pt x="6827" y="1666"/>
                      <a:pt x="4027" y="90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3" name="Freeform: Shape 2152">
                <a:extLst>
                  <a:ext uri="{FF2B5EF4-FFF2-40B4-BE49-F238E27FC236}">
                    <a16:creationId xmlns:a16="http://schemas.microsoft.com/office/drawing/2014/main" id="{4EC95A1B-07DB-3BB6-9235-DBC4E99364D2}"/>
                  </a:ext>
                </a:extLst>
              </p:cNvPr>
              <p:cNvSpPr/>
              <p:nvPr/>
            </p:nvSpPr>
            <p:spPr>
              <a:xfrm>
                <a:off x="7684986" y="6371190"/>
                <a:ext cx="10175" cy="2137"/>
              </a:xfrm>
              <a:custGeom>
                <a:avLst/>
                <a:gdLst>
                  <a:gd name="connsiteX0" fmla="*/ 3957 w 10175"/>
                  <a:gd name="connsiteY0" fmla="*/ 840 h 2137"/>
                  <a:gd name="connsiteX1" fmla="*/ 10175 w 10175"/>
                  <a:gd name="connsiteY1" fmla="*/ 2138 h 2137"/>
                  <a:gd name="connsiteX2" fmla="*/ 3957 w 10175"/>
                  <a:gd name="connsiteY2" fmla="*/ 840 h 2137"/>
                </a:gdLst>
                <a:ahLst/>
                <a:cxnLst>
                  <a:cxn ang="0">
                    <a:pos x="connsiteX0" y="connsiteY0"/>
                  </a:cxn>
                  <a:cxn ang="0">
                    <a:pos x="connsiteX1" y="connsiteY1"/>
                  </a:cxn>
                  <a:cxn ang="0">
                    <a:pos x="connsiteX2" y="connsiteY2"/>
                  </a:cxn>
                </a:cxnLst>
                <a:rect l="l" t="t" r="r" b="b"/>
                <a:pathLst>
                  <a:path w="10175" h="2137">
                    <a:moveTo>
                      <a:pt x="3957" y="840"/>
                    </a:moveTo>
                    <a:cubicBezTo>
                      <a:pt x="-7753" y="-1617"/>
                      <a:pt x="10266" y="2092"/>
                      <a:pt x="10175" y="2138"/>
                    </a:cubicBezTo>
                    <a:cubicBezTo>
                      <a:pt x="9477" y="1995"/>
                      <a:pt x="6694" y="1418"/>
                      <a:pt x="3957" y="84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4" name="Freeform: Shape 2153">
                <a:extLst>
                  <a:ext uri="{FF2B5EF4-FFF2-40B4-BE49-F238E27FC236}">
                    <a16:creationId xmlns:a16="http://schemas.microsoft.com/office/drawing/2014/main" id="{BAD4433F-8E63-D76A-4E57-22481B94E14D}"/>
                  </a:ext>
                </a:extLst>
              </p:cNvPr>
              <p:cNvSpPr/>
              <p:nvPr/>
            </p:nvSpPr>
            <p:spPr>
              <a:xfrm>
                <a:off x="7838794" y="6456618"/>
                <a:ext cx="10626" cy="4179"/>
              </a:xfrm>
              <a:custGeom>
                <a:avLst/>
                <a:gdLst>
                  <a:gd name="connsiteX0" fmla="*/ 4157 w 10626"/>
                  <a:gd name="connsiteY0" fmla="*/ 714 h 4179"/>
                  <a:gd name="connsiteX1" fmla="*/ 10627 w 10626"/>
                  <a:gd name="connsiteY1" fmla="*/ 3681 h 4179"/>
                  <a:gd name="connsiteX2" fmla="*/ 4157 w 10626"/>
                  <a:gd name="connsiteY2" fmla="*/ 714 h 4179"/>
                </a:gdLst>
                <a:ahLst/>
                <a:cxnLst>
                  <a:cxn ang="0">
                    <a:pos x="connsiteX0" y="connsiteY0"/>
                  </a:cxn>
                  <a:cxn ang="0">
                    <a:pos x="connsiteX1" y="connsiteY1"/>
                  </a:cxn>
                  <a:cxn ang="0">
                    <a:pos x="connsiteX2" y="connsiteY2"/>
                  </a:cxn>
                </a:cxnLst>
                <a:rect l="l" t="t" r="r" b="b"/>
                <a:pathLst>
                  <a:path w="10626" h="4179">
                    <a:moveTo>
                      <a:pt x="4157" y="714"/>
                    </a:moveTo>
                    <a:cubicBezTo>
                      <a:pt x="-8073" y="-2497"/>
                      <a:pt x="10569" y="6315"/>
                      <a:pt x="10627" y="3681"/>
                    </a:cubicBezTo>
                    <a:cubicBezTo>
                      <a:pt x="9929" y="2920"/>
                      <a:pt x="7032" y="1589"/>
                      <a:pt x="4157" y="7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5" name="Freeform: Shape 2154">
                <a:extLst>
                  <a:ext uri="{FF2B5EF4-FFF2-40B4-BE49-F238E27FC236}">
                    <a16:creationId xmlns:a16="http://schemas.microsoft.com/office/drawing/2014/main" id="{95395376-04D9-F61C-3CB7-7220D08327C3}"/>
                  </a:ext>
                </a:extLst>
              </p:cNvPr>
              <p:cNvSpPr/>
              <p:nvPr/>
            </p:nvSpPr>
            <p:spPr>
              <a:xfrm>
                <a:off x="8150599" y="7145720"/>
                <a:ext cx="12319" cy="6832"/>
              </a:xfrm>
              <a:custGeom>
                <a:avLst/>
                <a:gdLst>
                  <a:gd name="connsiteX0" fmla="*/ 4711 w 12319"/>
                  <a:gd name="connsiteY0" fmla="*/ 1 h 6832"/>
                  <a:gd name="connsiteX1" fmla="*/ 7603 w 12319"/>
                  <a:gd name="connsiteY1" fmla="*/ 6831 h 6832"/>
                  <a:gd name="connsiteX2" fmla="*/ 4711 w 12319"/>
                  <a:gd name="connsiteY2" fmla="*/ 1 h 6832"/>
                </a:gdLst>
                <a:ahLst/>
                <a:cxnLst>
                  <a:cxn ang="0">
                    <a:pos x="connsiteX0" y="connsiteY0"/>
                  </a:cxn>
                  <a:cxn ang="0">
                    <a:pos x="connsiteX1" y="connsiteY1"/>
                  </a:cxn>
                  <a:cxn ang="0">
                    <a:pos x="connsiteX2" y="connsiteY2"/>
                  </a:cxn>
                </a:cxnLst>
                <a:rect l="l" t="t" r="r" b="b"/>
                <a:pathLst>
                  <a:path w="12319" h="6832">
                    <a:moveTo>
                      <a:pt x="4711" y="1"/>
                    </a:moveTo>
                    <a:cubicBezTo>
                      <a:pt x="-4519" y="-113"/>
                      <a:pt x="1653" y="6923"/>
                      <a:pt x="7603" y="6831"/>
                    </a:cubicBezTo>
                    <a:cubicBezTo>
                      <a:pt x="16855" y="6939"/>
                      <a:pt x="10643" y="-67"/>
                      <a:pt x="4711"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6" name="Freeform: Shape 2155">
                <a:extLst>
                  <a:ext uri="{FF2B5EF4-FFF2-40B4-BE49-F238E27FC236}">
                    <a16:creationId xmlns:a16="http://schemas.microsoft.com/office/drawing/2014/main" id="{0B30ED7C-28A1-2E83-1D15-89F6EF335D70}"/>
                  </a:ext>
                </a:extLst>
              </p:cNvPr>
              <p:cNvSpPr/>
              <p:nvPr/>
            </p:nvSpPr>
            <p:spPr>
              <a:xfrm>
                <a:off x="8242523" y="7347040"/>
                <a:ext cx="12876" cy="6386"/>
              </a:xfrm>
              <a:custGeom>
                <a:avLst/>
                <a:gdLst>
                  <a:gd name="connsiteX0" fmla="*/ 4833 w 12876"/>
                  <a:gd name="connsiteY0" fmla="*/ 15 h 6386"/>
                  <a:gd name="connsiteX1" fmla="*/ 8039 w 12876"/>
                  <a:gd name="connsiteY1" fmla="*/ 6370 h 6386"/>
                  <a:gd name="connsiteX2" fmla="*/ 4833 w 12876"/>
                  <a:gd name="connsiteY2" fmla="*/ 15 h 6386"/>
                </a:gdLst>
                <a:ahLst/>
                <a:cxnLst>
                  <a:cxn ang="0">
                    <a:pos x="connsiteX0" y="connsiteY0"/>
                  </a:cxn>
                  <a:cxn ang="0">
                    <a:pos x="connsiteX1" y="connsiteY1"/>
                  </a:cxn>
                  <a:cxn ang="0">
                    <a:pos x="connsiteX2" y="connsiteY2"/>
                  </a:cxn>
                </a:cxnLst>
                <a:rect l="l" t="t" r="r" b="b"/>
                <a:pathLst>
                  <a:path w="12876" h="6386">
                    <a:moveTo>
                      <a:pt x="4833" y="15"/>
                    </a:moveTo>
                    <a:cubicBezTo>
                      <a:pt x="-4751" y="364"/>
                      <a:pt x="1850" y="6747"/>
                      <a:pt x="8039" y="6370"/>
                    </a:cubicBezTo>
                    <a:cubicBezTo>
                      <a:pt x="17640" y="6027"/>
                      <a:pt x="11011" y="-345"/>
                      <a:pt x="4833" y="1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7" name="Freeform: Shape 2156">
                <a:extLst>
                  <a:ext uri="{FF2B5EF4-FFF2-40B4-BE49-F238E27FC236}">
                    <a16:creationId xmlns:a16="http://schemas.microsoft.com/office/drawing/2014/main" id="{4B5CB8BC-6A94-8FA0-119A-854CFD2CEEAB}"/>
                  </a:ext>
                </a:extLst>
              </p:cNvPr>
              <p:cNvSpPr/>
              <p:nvPr/>
            </p:nvSpPr>
            <p:spPr>
              <a:xfrm>
                <a:off x="7988837" y="6742922"/>
                <a:ext cx="11315" cy="6442"/>
              </a:xfrm>
              <a:custGeom>
                <a:avLst/>
                <a:gdLst>
                  <a:gd name="connsiteX0" fmla="*/ 4396 w 11315"/>
                  <a:gd name="connsiteY0" fmla="*/ 172 h 6442"/>
                  <a:gd name="connsiteX1" fmla="*/ 6916 w 11315"/>
                  <a:gd name="connsiteY1" fmla="*/ 6270 h 6442"/>
                  <a:gd name="connsiteX2" fmla="*/ 4396 w 11315"/>
                  <a:gd name="connsiteY2" fmla="*/ 172 h 6442"/>
                </a:gdLst>
                <a:ahLst/>
                <a:cxnLst>
                  <a:cxn ang="0">
                    <a:pos x="connsiteX0" y="connsiteY0"/>
                  </a:cxn>
                  <a:cxn ang="0">
                    <a:pos x="connsiteX1" y="connsiteY1"/>
                  </a:cxn>
                  <a:cxn ang="0">
                    <a:pos x="connsiteX2" y="connsiteY2"/>
                  </a:cxn>
                </a:cxnLst>
                <a:rect l="l" t="t" r="r" b="b"/>
                <a:pathLst>
                  <a:path w="11315" h="6442">
                    <a:moveTo>
                      <a:pt x="4396" y="172"/>
                    </a:moveTo>
                    <a:cubicBezTo>
                      <a:pt x="-4360" y="-1160"/>
                      <a:pt x="1824" y="5658"/>
                      <a:pt x="6916" y="6270"/>
                    </a:cubicBezTo>
                    <a:cubicBezTo>
                      <a:pt x="15689" y="7601"/>
                      <a:pt x="9471" y="806"/>
                      <a:pt x="4396" y="17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8" name="Freeform: Shape 2157">
                <a:extLst>
                  <a:ext uri="{FF2B5EF4-FFF2-40B4-BE49-F238E27FC236}">
                    <a16:creationId xmlns:a16="http://schemas.microsoft.com/office/drawing/2014/main" id="{D33B524E-1483-CD80-1E43-4F2F6FFE6586}"/>
                  </a:ext>
                </a:extLst>
              </p:cNvPr>
              <p:cNvSpPr/>
              <p:nvPr/>
            </p:nvSpPr>
            <p:spPr>
              <a:xfrm>
                <a:off x="7913682" y="6575512"/>
                <a:ext cx="10987" cy="5751"/>
              </a:xfrm>
              <a:custGeom>
                <a:avLst/>
                <a:gdLst>
                  <a:gd name="connsiteX0" fmla="*/ 4381 w 10987"/>
                  <a:gd name="connsiteY0" fmla="*/ 338 h 5751"/>
                  <a:gd name="connsiteX1" fmla="*/ 10988 w 10987"/>
                  <a:gd name="connsiteY1" fmla="*/ 4310 h 5751"/>
                  <a:gd name="connsiteX2" fmla="*/ 4381 w 10987"/>
                  <a:gd name="connsiteY2" fmla="*/ 338 h 5751"/>
                </a:gdLst>
                <a:ahLst/>
                <a:cxnLst>
                  <a:cxn ang="0">
                    <a:pos x="connsiteX0" y="connsiteY0"/>
                  </a:cxn>
                  <a:cxn ang="0">
                    <a:pos x="connsiteX1" y="connsiteY1"/>
                  </a:cxn>
                  <a:cxn ang="0">
                    <a:pos x="connsiteX2" y="connsiteY2"/>
                  </a:cxn>
                </a:cxnLst>
                <a:rect l="l" t="t" r="r" b="b"/>
                <a:pathLst>
                  <a:path w="10987" h="5751">
                    <a:moveTo>
                      <a:pt x="4381" y="338"/>
                    </a:moveTo>
                    <a:cubicBezTo>
                      <a:pt x="-8420" y="-2113"/>
                      <a:pt x="10897" y="9745"/>
                      <a:pt x="10988" y="4310"/>
                    </a:cubicBezTo>
                    <a:cubicBezTo>
                      <a:pt x="10308" y="2961"/>
                      <a:pt x="7348" y="1178"/>
                      <a:pt x="4381" y="3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9" name="Freeform: Shape 2158">
                <a:extLst>
                  <a:ext uri="{FF2B5EF4-FFF2-40B4-BE49-F238E27FC236}">
                    <a16:creationId xmlns:a16="http://schemas.microsoft.com/office/drawing/2014/main" id="{0919EDB1-6628-10D1-275E-46C140E3D785}"/>
                  </a:ext>
                </a:extLst>
              </p:cNvPr>
              <p:cNvSpPr/>
              <p:nvPr/>
            </p:nvSpPr>
            <p:spPr>
              <a:xfrm>
                <a:off x="8066895" y="6938675"/>
                <a:ext cx="11796" cy="6840"/>
              </a:xfrm>
              <a:custGeom>
                <a:avLst/>
                <a:gdLst>
                  <a:gd name="connsiteX0" fmla="*/ 4565 w 11796"/>
                  <a:gd name="connsiteY0" fmla="*/ 48 h 6840"/>
                  <a:gd name="connsiteX1" fmla="*/ 7228 w 11796"/>
                  <a:gd name="connsiteY1" fmla="*/ 6792 h 6840"/>
                  <a:gd name="connsiteX2" fmla="*/ 4565 w 11796"/>
                  <a:gd name="connsiteY2" fmla="*/ 48 h 6840"/>
                </a:gdLst>
                <a:ahLst/>
                <a:cxnLst>
                  <a:cxn ang="0">
                    <a:pos x="connsiteX0" y="connsiteY0"/>
                  </a:cxn>
                  <a:cxn ang="0">
                    <a:pos x="connsiteX1" y="connsiteY1"/>
                  </a:cxn>
                  <a:cxn ang="0">
                    <a:pos x="connsiteX2" y="connsiteY2"/>
                  </a:cxn>
                </a:cxnLst>
                <a:rect l="l" t="t" r="r" b="b"/>
                <a:pathLst>
                  <a:path w="11796" h="6840">
                    <a:moveTo>
                      <a:pt x="4565" y="48"/>
                    </a:moveTo>
                    <a:cubicBezTo>
                      <a:pt x="-4414" y="-655"/>
                      <a:pt x="1690" y="6529"/>
                      <a:pt x="7228" y="6792"/>
                    </a:cubicBezTo>
                    <a:cubicBezTo>
                      <a:pt x="16223" y="7495"/>
                      <a:pt x="10091" y="340"/>
                      <a:pt x="4565" y="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0" name="Freeform: Shape 2159">
                <a:extLst>
                  <a:ext uri="{FF2B5EF4-FFF2-40B4-BE49-F238E27FC236}">
                    <a16:creationId xmlns:a16="http://schemas.microsoft.com/office/drawing/2014/main" id="{0DFAF1E0-0353-840E-4424-C671A170EC41}"/>
                  </a:ext>
                </a:extLst>
              </p:cNvPr>
              <p:cNvSpPr/>
              <p:nvPr/>
            </p:nvSpPr>
            <p:spPr>
              <a:xfrm>
                <a:off x="7347209" y="5247726"/>
                <a:ext cx="8544" cy="9125"/>
              </a:xfrm>
              <a:custGeom>
                <a:avLst/>
                <a:gdLst>
                  <a:gd name="connsiteX0" fmla="*/ 3641 w 8544"/>
                  <a:gd name="connsiteY0" fmla="*/ 2741 h 9125"/>
                  <a:gd name="connsiteX1" fmla="*/ 8545 w 8544"/>
                  <a:gd name="connsiteY1" fmla="*/ 8924 h 9125"/>
                  <a:gd name="connsiteX2" fmla="*/ 3641 w 8544"/>
                  <a:gd name="connsiteY2" fmla="*/ 2741 h 9125"/>
                </a:gdLst>
                <a:ahLst/>
                <a:cxnLst>
                  <a:cxn ang="0">
                    <a:pos x="connsiteX0" y="connsiteY0"/>
                  </a:cxn>
                  <a:cxn ang="0">
                    <a:pos x="connsiteX1" y="connsiteY1"/>
                  </a:cxn>
                  <a:cxn ang="0">
                    <a:pos x="connsiteX2" y="connsiteY2"/>
                  </a:cxn>
                </a:cxnLst>
                <a:rect l="l" t="t" r="r" b="b"/>
                <a:pathLst>
                  <a:path w="8544" h="9125">
                    <a:moveTo>
                      <a:pt x="3641" y="2741"/>
                    </a:moveTo>
                    <a:cubicBezTo>
                      <a:pt x="-6452" y="-6621"/>
                      <a:pt x="7533" y="11188"/>
                      <a:pt x="8545" y="8924"/>
                    </a:cubicBezTo>
                    <a:cubicBezTo>
                      <a:pt x="8167" y="7850"/>
                      <a:pt x="5978" y="5055"/>
                      <a:pt x="3641" y="27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1" name="Freeform: Shape 2160">
                <a:extLst>
                  <a:ext uri="{FF2B5EF4-FFF2-40B4-BE49-F238E27FC236}">
                    <a16:creationId xmlns:a16="http://schemas.microsoft.com/office/drawing/2014/main" id="{FEC033C6-912D-0218-8E59-E4A592C8D0C6}"/>
                  </a:ext>
                </a:extLst>
              </p:cNvPr>
              <p:cNvSpPr/>
              <p:nvPr/>
            </p:nvSpPr>
            <p:spPr>
              <a:xfrm>
                <a:off x="7476997" y="6317583"/>
                <a:ext cx="9550" cy="1647"/>
              </a:xfrm>
              <a:custGeom>
                <a:avLst/>
                <a:gdLst>
                  <a:gd name="connsiteX0" fmla="*/ 3869 w 9550"/>
                  <a:gd name="connsiteY0" fmla="*/ 0 h 1647"/>
                  <a:gd name="connsiteX1" fmla="*/ 9550 w 9550"/>
                  <a:gd name="connsiteY1" fmla="*/ 841 h 1647"/>
                  <a:gd name="connsiteX2" fmla="*/ 3869 w 9550"/>
                  <a:gd name="connsiteY2" fmla="*/ 0 h 1647"/>
                </a:gdLst>
                <a:ahLst/>
                <a:cxnLst>
                  <a:cxn ang="0">
                    <a:pos x="connsiteX0" y="connsiteY0"/>
                  </a:cxn>
                  <a:cxn ang="0">
                    <a:pos x="connsiteX1" y="connsiteY1"/>
                  </a:cxn>
                  <a:cxn ang="0">
                    <a:pos x="connsiteX2" y="connsiteY2"/>
                  </a:cxn>
                </a:cxnLst>
                <a:rect l="l" t="t" r="r" b="b"/>
                <a:pathLst>
                  <a:path w="9550" h="1647">
                    <a:moveTo>
                      <a:pt x="3869" y="0"/>
                    </a:moveTo>
                    <a:cubicBezTo>
                      <a:pt x="-7372" y="395"/>
                      <a:pt x="9447" y="2909"/>
                      <a:pt x="9550" y="841"/>
                    </a:cubicBezTo>
                    <a:cubicBezTo>
                      <a:pt x="9007" y="395"/>
                      <a:pt x="6464" y="17"/>
                      <a:pt x="386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2" name="Freeform: Shape 2161">
                <a:extLst>
                  <a:ext uri="{FF2B5EF4-FFF2-40B4-BE49-F238E27FC236}">
                    <a16:creationId xmlns:a16="http://schemas.microsoft.com/office/drawing/2014/main" id="{8BD24CDD-4C03-2A48-655A-0052DF5C0FCA}"/>
                  </a:ext>
                </a:extLst>
              </p:cNvPr>
              <p:cNvSpPr/>
              <p:nvPr/>
            </p:nvSpPr>
            <p:spPr>
              <a:xfrm>
                <a:off x="7158159" y="4760464"/>
                <a:ext cx="7260" cy="6809"/>
              </a:xfrm>
              <a:custGeom>
                <a:avLst/>
                <a:gdLst>
                  <a:gd name="connsiteX0" fmla="*/ 2736 w 7260"/>
                  <a:gd name="connsiteY0" fmla="*/ 4308 h 6809"/>
                  <a:gd name="connsiteX1" fmla="*/ 4525 w 7260"/>
                  <a:gd name="connsiteY1" fmla="*/ 2473 h 6809"/>
                  <a:gd name="connsiteX2" fmla="*/ 2736 w 7260"/>
                  <a:gd name="connsiteY2" fmla="*/ 4308 h 6809"/>
                </a:gdLst>
                <a:ahLst/>
                <a:cxnLst>
                  <a:cxn ang="0">
                    <a:pos x="connsiteX0" y="connsiteY0"/>
                  </a:cxn>
                  <a:cxn ang="0">
                    <a:pos x="connsiteX1" y="connsiteY1"/>
                  </a:cxn>
                  <a:cxn ang="0">
                    <a:pos x="connsiteX2" y="connsiteY2"/>
                  </a:cxn>
                </a:cxnLst>
                <a:rect l="l" t="t" r="r" b="b"/>
                <a:pathLst>
                  <a:path w="7260" h="6809">
                    <a:moveTo>
                      <a:pt x="2736" y="4308"/>
                    </a:moveTo>
                    <a:cubicBezTo>
                      <a:pt x="-1991" y="-7"/>
                      <a:pt x="-70" y="-1870"/>
                      <a:pt x="4525" y="2473"/>
                    </a:cubicBezTo>
                    <a:cubicBezTo>
                      <a:pt x="9240" y="6862"/>
                      <a:pt x="7348" y="8668"/>
                      <a:pt x="2736" y="43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3" name="Freeform: Shape 2162">
                <a:extLst>
                  <a:ext uri="{FF2B5EF4-FFF2-40B4-BE49-F238E27FC236}">
                    <a16:creationId xmlns:a16="http://schemas.microsoft.com/office/drawing/2014/main" id="{5B98CD0C-61FF-0459-533E-CB4599126FA8}"/>
                  </a:ext>
                </a:extLst>
              </p:cNvPr>
              <p:cNvSpPr/>
              <p:nvPr/>
            </p:nvSpPr>
            <p:spPr>
              <a:xfrm>
                <a:off x="6999710" y="4958310"/>
                <a:ext cx="7376" cy="1319"/>
              </a:xfrm>
              <a:custGeom>
                <a:avLst/>
                <a:gdLst>
                  <a:gd name="connsiteX0" fmla="*/ 3005 w 7376"/>
                  <a:gd name="connsiteY0" fmla="*/ 1219 h 1319"/>
                  <a:gd name="connsiteX1" fmla="*/ 7377 w 7376"/>
                  <a:gd name="connsiteY1" fmla="*/ 1018 h 1319"/>
                  <a:gd name="connsiteX2" fmla="*/ 3005 w 7376"/>
                  <a:gd name="connsiteY2" fmla="*/ 1219 h 1319"/>
                </a:gdLst>
                <a:ahLst/>
                <a:cxnLst>
                  <a:cxn ang="0">
                    <a:pos x="connsiteX0" y="connsiteY0"/>
                  </a:cxn>
                  <a:cxn ang="0">
                    <a:pos x="connsiteX1" y="connsiteY1"/>
                  </a:cxn>
                  <a:cxn ang="0">
                    <a:pos x="connsiteX2" y="connsiteY2"/>
                  </a:cxn>
                </a:cxnLst>
                <a:rect l="l" t="t" r="r" b="b"/>
                <a:pathLst>
                  <a:path w="7376" h="1319">
                    <a:moveTo>
                      <a:pt x="3005" y="1219"/>
                    </a:moveTo>
                    <a:cubicBezTo>
                      <a:pt x="-5728" y="13"/>
                      <a:pt x="7348" y="-691"/>
                      <a:pt x="7377" y="1018"/>
                    </a:cubicBezTo>
                    <a:cubicBezTo>
                      <a:pt x="6960" y="1327"/>
                      <a:pt x="5005" y="1407"/>
                      <a:pt x="3005" y="12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4" name="Freeform: Shape 2163">
                <a:extLst>
                  <a:ext uri="{FF2B5EF4-FFF2-40B4-BE49-F238E27FC236}">
                    <a16:creationId xmlns:a16="http://schemas.microsoft.com/office/drawing/2014/main" id="{A03A2533-9190-9F30-4654-09D9738D27C8}"/>
                  </a:ext>
                </a:extLst>
              </p:cNvPr>
              <p:cNvSpPr/>
              <p:nvPr/>
            </p:nvSpPr>
            <p:spPr>
              <a:xfrm>
                <a:off x="7209973" y="4725205"/>
                <a:ext cx="7445" cy="8246"/>
              </a:xfrm>
              <a:custGeom>
                <a:avLst/>
                <a:gdLst>
                  <a:gd name="connsiteX0" fmla="*/ 2985 w 7445"/>
                  <a:gd name="connsiteY0" fmla="*/ 4283 h 8246"/>
                  <a:gd name="connsiteX1" fmla="*/ 7426 w 7445"/>
                  <a:gd name="connsiteY1" fmla="*/ 8244 h 8246"/>
                  <a:gd name="connsiteX2" fmla="*/ 2985 w 7445"/>
                  <a:gd name="connsiteY2" fmla="*/ 4283 h 8246"/>
                </a:gdLst>
                <a:ahLst/>
                <a:cxnLst>
                  <a:cxn ang="0">
                    <a:pos x="connsiteX0" y="connsiteY0"/>
                  </a:cxn>
                  <a:cxn ang="0">
                    <a:pos x="connsiteX1" y="connsiteY1"/>
                  </a:cxn>
                  <a:cxn ang="0">
                    <a:pos x="connsiteX2" y="connsiteY2"/>
                  </a:cxn>
                </a:cxnLst>
                <a:rect l="l" t="t" r="r" b="b"/>
                <a:pathLst>
                  <a:path w="7445" h="8246">
                    <a:moveTo>
                      <a:pt x="2985" y="4283"/>
                    </a:moveTo>
                    <a:cubicBezTo>
                      <a:pt x="-5936" y="-6490"/>
                      <a:pt x="8043" y="6209"/>
                      <a:pt x="7426" y="8244"/>
                    </a:cubicBezTo>
                    <a:cubicBezTo>
                      <a:pt x="6980" y="8329"/>
                      <a:pt x="4991" y="6541"/>
                      <a:pt x="2985" y="428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5" name="Freeform: Shape 2164">
                <a:extLst>
                  <a:ext uri="{FF2B5EF4-FFF2-40B4-BE49-F238E27FC236}">
                    <a16:creationId xmlns:a16="http://schemas.microsoft.com/office/drawing/2014/main" id="{012A1CCB-FD97-CC7B-8AEC-24521F6DF1FE}"/>
                  </a:ext>
                </a:extLst>
              </p:cNvPr>
              <p:cNvSpPr/>
              <p:nvPr/>
            </p:nvSpPr>
            <p:spPr>
              <a:xfrm>
                <a:off x="7048850" y="4903858"/>
                <a:ext cx="7451" cy="3207"/>
              </a:xfrm>
              <a:custGeom>
                <a:avLst/>
                <a:gdLst>
                  <a:gd name="connsiteX0" fmla="*/ 2945 w 7451"/>
                  <a:gd name="connsiteY0" fmla="*/ 2674 h 3207"/>
                  <a:gd name="connsiteX1" fmla="*/ 7432 w 7451"/>
                  <a:gd name="connsiteY1" fmla="*/ 2777 h 3207"/>
                  <a:gd name="connsiteX2" fmla="*/ 2945 w 7451"/>
                  <a:gd name="connsiteY2" fmla="*/ 2674 h 3207"/>
                </a:gdLst>
                <a:ahLst/>
                <a:cxnLst>
                  <a:cxn ang="0">
                    <a:pos x="connsiteX0" y="connsiteY0"/>
                  </a:cxn>
                  <a:cxn ang="0">
                    <a:pos x="connsiteX1" y="connsiteY1"/>
                  </a:cxn>
                  <a:cxn ang="0">
                    <a:pos x="connsiteX2" y="connsiteY2"/>
                  </a:cxn>
                </a:cxnLst>
                <a:rect l="l" t="t" r="r" b="b"/>
                <a:pathLst>
                  <a:path w="7451" h="3207">
                    <a:moveTo>
                      <a:pt x="2945" y="2674"/>
                    </a:moveTo>
                    <a:cubicBezTo>
                      <a:pt x="-5896" y="-1132"/>
                      <a:pt x="8043" y="-675"/>
                      <a:pt x="7432" y="2777"/>
                    </a:cubicBezTo>
                    <a:cubicBezTo>
                      <a:pt x="6957" y="3394"/>
                      <a:pt x="4951" y="3337"/>
                      <a:pt x="2945" y="26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6" name="Freeform: Shape 2165">
                <a:extLst>
                  <a:ext uri="{FF2B5EF4-FFF2-40B4-BE49-F238E27FC236}">
                    <a16:creationId xmlns:a16="http://schemas.microsoft.com/office/drawing/2014/main" id="{A099DAA1-25DB-CA03-0590-B56C96BA1AA2}"/>
                  </a:ext>
                </a:extLst>
              </p:cNvPr>
              <p:cNvSpPr/>
              <p:nvPr/>
            </p:nvSpPr>
            <p:spPr>
              <a:xfrm>
                <a:off x="7103114" y="4828863"/>
                <a:ext cx="7291" cy="5204"/>
              </a:xfrm>
              <a:custGeom>
                <a:avLst/>
                <a:gdLst>
                  <a:gd name="connsiteX0" fmla="*/ 2734 w 7291"/>
                  <a:gd name="connsiteY0" fmla="*/ 3837 h 5204"/>
                  <a:gd name="connsiteX1" fmla="*/ 4557 w 7291"/>
                  <a:gd name="connsiteY1" fmla="*/ 1351 h 5204"/>
                  <a:gd name="connsiteX2" fmla="*/ 2734 w 7291"/>
                  <a:gd name="connsiteY2" fmla="*/ 3837 h 5204"/>
                </a:gdLst>
                <a:ahLst/>
                <a:cxnLst>
                  <a:cxn ang="0">
                    <a:pos x="connsiteX0" y="connsiteY0"/>
                  </a:cxn>
                  <a:cxn ang="0">
                    <a:pos x="connsiteX1" y="connsiteY1"/>
                  </a:cxn>
                  <a:cxn ang="0">
                    <a:pos x="connsiteX2" y="connsiteY2"/>
                  </a:cxn>
                </a:cxnLst>
                <a:rect l="l" t="t" r="r" b="b"/>
                <a:pathLst>
                  <a:path w="7291" h="5204">
                    <a:moveTo>
                      <a:pt x="2734" y="3837"/>
                    </a:moveTo>
                    <a:cubicBezTo>
                      <a:pt x="-2066" y="820"/>
                      <a:pt x="37" y="-1626"/>
                      <a:pt x="4557" y="1351"/>
                    </a:cubicBezTo>
                    <a:cubicBezTo>
                      <a:pt x="9341" y="4443"/>
                      <a:pt x="7283" y="6815"/>
                      <a:pt x="2734" y="383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7" name="Freeform: Shape 2166">
                <a:extLst>
                  <a:ext uri="{FF2B5EF4-FFF2-40B4-BE49-F238E27FC236}">
                    <a16:creationId xmlns:a16="http://schemas.microsoft.com/office/drawing/2014/main" id="{144EE22F-CAE8-90B7-AD44-CCE740F7DA7A}"/>
                  </a:ext>
                </a:extLst>
              </p:cNvPr>
              <p:cNvSpPr/>
              <p:nvPr/>
            </p:nvSpPr>
            <p:spPr>
              <a:xfrm>
                <a:off x="7389728" y="5500638"/>
                <a:ext cx="8849" cy="18948"/>
              </a:xfrm>
              <a:custGeom>
                <a:avLst/>
                <a:gdLst>
                  <a:gd name="connsiteX0" fmla="*/ 3825 w 8849"/>
                  <a:gd name="connsiteY0" fmla="*/ 318 h 18948"/>
                  <a:gd name="connsiteX1" fmla="*/ 5019 w 8849"/>
                  <a:gd name="connsiteY1" fmla="*/ 18657 h 18948"/>
                  <a:gd name="connsiteX2" fmla="*/ 3825 w 8849"/>
                  <a:gd name="connsiteY2" fmla="*/ 318 h 18948"/>
                </a:gdLst>
                <a:ahLst/>
                <a:cxnLst>
                  <a:cxn ang="0">
                    <a:pos x="connsiteX0" y="connsiteY0"/>
                  </a:cxn>
                  <a:cxn ang="0">
                    <a:pos x="connsiteX1" y="connsiteY1"/>
                  </a:cxn>
                  <a:cxn ang="0">
                    <a:pos x="connsiteX2" y="connsiteY2"/>
                  </a:cxn>
                </a:cxnLst>
                <a:rect l="l" t="t" r="r" b="b"/>
                <a:pathLst>
                  <a:path w="8849" h="18948">
                    <a:moveTo>
                      <a:pt x="3825" y="318"/>
                    </a:moveTo>
                    <a:cubicBezTo>
                      <a:pt x="-3725" y="-2780"/>
                      <a:pt x="1664" y="17777"/>
                      <a:pt x="5019" y="18657"/>
                    </a:cubicBezTo>
                    <a:cubicBezTo>
                      <a:pt x="12568" y="21600"/>
                      <a:pt x="7202" y="1306"/>
                      <a:pt x="3825" y="3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8" name="Freeform: Shape 2167">
                <a:extLst>
                  <a:ext uri="{FF2B5EF4-FFF2-40B4-BE49-F238E27FC236}">
                    <a16:creationId xmlns:a16="http://schemas.microsoft.com/office/drawing/2014/main" id="{5C9895C4-11F8-DD85-D9B8-9D7D0D892CFF}"/>
                  </a:ext>
                </a:extLst>
              </p:cNvPr>
              <p:cNvSpPr/>
              <p:nvPr/>
            </p:nvSpPr>
            <p:spPr>
              <a:xfrm>
                <a:off x="7254094" y="4756549"/>
                <a:ext cx="7510" cy="8995"/>
              </a:xfrm>
              <a:custGeom>
                <a:avLst/>
                <a:gdLst>
                  <a:gd name="connsiteX0" fmla="*/ 3196 w 7510"/>
                  <a:gd name="connsiteY0" fmla="*/ 3074 h 8995"/>
                  <a:gd name="connsiteX1" fmla="*/ 7510 w 7510"/>
                  <a:gd name="connsiteY1" fmla="*/ 8920 h 8995"/>
                  <a:gd name="connsiteX2" fmla="*/ 3196 w 7510"/>
                  <a:gd name="connsiteY2" fmla="*/ 3074 h 8995"/>
                </a:gdLst>
                <a:ahLst/>
                <a:cxnLst>
                  <a:cxn ang="0">
                    <a:pos x="connsiteX0" y="connsiteY0"/>
                  </a:cxn>
                  <a:cxn ang="0">
                    <a:pos x="connsiteX1" y="connsiteY1"/>
                  </a:cxn>
                  <a:cxn ang="0">
                    <a:pos x="connsiteX2" y="connsiteY2"/>
                  </a:cxn>
                </a:cxnLst>
                <a:rect l="l" t="t" r="r" b="b"/>
                <a:pathLst>
                  <a:path w="7510" h="8995">
                    <a:moveTo>
                      <a:pt x="3196" y="3074"/>
                    </a:moveTo>
                    <a:cubicBezTo>
                      <a:pt x="-5680" y="-6756"/>
                      <a:pt x="6659" y="10252"/>
                      <a:pt x="7510" y="8920"/>
                    </a:cubicBezTo>
                    <a:cubicBezTo>
                      <a:pt x="7179" y="8057"/>
                      <a:pt x="5247" y="5428"/>
                      <a:pt x="3196" y="30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9" name="Freeform: Shape 2168">
                <a:extLst>
                  <a:ext uri="{FF2B5EF4-FFF2-40B4-BE49-F238E27FC236}">
                    <a16:creationId xmlns:a16="http://schemas.microsoft.com/office/drawing/2014/main" id="{B669D5D5-32B2-14D4-1B53-F6C340EF39FD}"/>
                  </a:ext>
                </a:extLst>
              </p:cNvPr>
              <p:cNvSpPr/>
              <p:nvPr/>
            </p:nvSpPr>
            <p:spPr>
              <a:xfrm>
                <a:off x="7425462" y="6113768"/>
                <a:ext cx="9009" cy="16752"/>
              </a:xfrm>
              <a:custGeom>
                <a:avLst/>
                <a:gdLst>
                  <a:gd name="connsiteX0" fmla="*/ 3837 w 9009"/>
                  <a:gd name="connsiteY0" fmla="*/ 7 h 16752"/>
                  <a:gd name="connsiteX1" fmla="*/ 5164 w 9009"/>
                  <a:gd name="connsiteY1" fmla="*/ 16747 h 16752"/>
                  <a:gd name="connsiteX2" fmla="*/ 3837 w 9009"/>
                  <a:gd name="connsiteY2" fmla="*/ 7 h 16752"/>
                </a:gdLst>
                <a:ahLst/>
                <a:cxnLst>
                  <a:cxn ang="0">
                    <a:pos x="connsiteX0" y="connsiteY0"/>
                  </a:cxn>
                  <a:cxn ang="0">
                    <a:pos x="connsiteX1" y="connsiteY1"/>
                  </a:cxn>
                  <a:cxn ang="0">
                    <a:pos x="connsiteX2" y="connsiteY2"/>
                  </a:cxn>
                </a:cxnLst>
                <a:rect l="l" t="t" r="r" b="b"/>
                <a:pathLst>
                  <a:path w="9009" h="16752">
                    <a:moveTo>
                      <a:pt x="3837" y="7"/>
                    </a:moveTo>
                    <a:cubicBezTo>
                      <a:pt x="-2609" y="-404"/>
                      <a:pt x="-83" y="16901"/>
                      <a:pt x="5164" y="16747"/>
                    </a:cubicBezTo>
                    <a:cubicBezTo>
                      <a:pt x="11724" y="17112"/>
                      <a:pt x="8953" y="-33"/>
                      <a:pt x="3837"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0" name="Freeform: Shape 2169">
                <a:extLst>
                  <a:ext uri="{FF2B5EF4-FFF2-40B4-BE49-F238E27FC236}">
                    <a16:creationId xmlns:a16="http://schemas.microsoft.com/office/drawing/2014/main" id="{8826409D-B98C-47EE-5E0A-BE0746424E9B}"/>
                  </a:ext>
                </a:extLst>
              </p:cNvPr>
              <p:cNvSpPr/>
              <p:nvPr/>
            </p:nvSpPr>
            <p:spPr>
              <a:xfrm>
                <a:off x="7285391" y="4899355"/>
                <a:ext cx="7652" cy="10195"/>
              </a:xfrm>
              <a:custGeom>
                <a:avLst/>
                <a:gdLst>
                  <a:gd name="connsiteX0" fmla="*/ 3365 w 7652"/>
                  <a:gd name="connsiteY0" fmla="*/ 2120 h 10195"/>
                  <a:gd name="connsiteX1" fmla="*/ 4285 w 7652"/>
                  <a:gd name="connsiteY1" fmla="*/ 8034 h 10195"/>
                  <a:gd name="connsiteX2" fmla="*/ 3365 w 7652"/>
                  <a:gd name="connsiteY2" fmla="*/ 2120 h 10195"/>
                </a:gdLst>
                <a:ahLst/>
                <a:cxnLst>
                  <a:cxn ang="0">
                    <a:pos x="connsiteX0" y="connsiteY0"/>
                  </a:cxn>
                  <a:cxn ang="0">
                    <a:pos x="connsiteX1" y="connsiteY1"/>
                  </a:cxn>
                  <a:cxn ang="0">
                    <a:pos x="connsiteX2" y="connsiteY2"/>
                  </a:cxn>
                </a:cxnLst>
                <a:rect l="l" t="t" r="r" b="b"/>
                <a:pathLst>
                  <a:path w="7652" h="10195">
                    <a:moveTo>
                      <a:pt x="3365" y="2120"/>
                    </a:moveTo>
                    <a:cubicBezTo>
                      <a:pt x="-3133" y="-4184"/>
                      <a:pt x="1250" y="5320"/>
                      <a:pt x="4285" y="8034"/>
                    </a:cubicBezTo>
                    <a:cubicBezTo>
                      <a:pt x="10800" y="14430"/>
                      <a:pt x="6382" y="4857"/>
                      <a:pt x="3365" y="21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1" name="Freeform: Shape 2170">
                <a:extLst>
                  <a:ext uri="{FF2B5EF4-FFF2-40B4-BE49-F238E27FC236}">
                    <a16:creationId xmlns:a16="http://schemas.microsoft.com/office/drawing/2014/main" id="{73DE0CE1-FD40-9519-1157-1B3474A179C8}"/>
                  </a:ext>
                </a:extLst>
              </p:cNvPr>
              <p:cNvSpPr/>
              <p:nvPr/>
            </p:nvSpPr>
            <p:spPr>
              <a:xfrm>
                <a:off x="7313006" y="5088773"/>
                <a:ext cx="8032" cy="10287"/>
              </a:xfrm>
              <a:custGeom>
                <a:avLst/>
                <a:gdLst>
                  <a:gd name="connsiteX0" fmla="*/ 3531 w 8032"/>
                  <a:gd name="connsiteY0" fmla="*/ 2034 h 10287"/>
                  <a:gd name="connsiteX1" fmla="*/ 4502 w 8032"/>
                  <a:gd name="connsiteY1" fmla="*/ 8201 h 10287"/>
                  <a:gd name="connsiteX2" fmla="*/ 3531 w 8032"/>
                  <a:gd name="connsiteY2" fmla="*/ 2034 h 10287"/>
                </a:gdLst>
                <a:ahLst/>
                <a:cxnLst>
                  <a:cxn ang="0">
                    <a:pos x="connsiteX0" y="connsiteY0"/>
                  </a:cxn>
                  <a:cxn ang="0">
                    <a:pos x="connsiteX1" y="connsiteY1"/>
                  </a:cxn>
                  <a:cxn ang="0">
                    <a:pos x="connsiteX2" y="connsiteY2"/>
                  </a:cxn>
                </a:cxnLst>
                <a:rect l="l" t="t" r="r" b="b"/>
                <a:pathLst>
                  <a:path w="8032" h="10287">
                    <a:moveTo>
                      <a:pt x="3531" y="2034"/>
                    </a:moveTo>
                    <a:cubicBezTo>
                      <a:pt x="-3282" y="-4161"/>
                      <a:pt x="1302" y="5520"/>
                      <a:pt x="4502" y="8201"/>
                    </a:cubicBezTo>
                    <a:cubicBezTo>
                      <a:pt x="11332" y="14516"/>
                      <a:pt x="6702" y="4743"/>
                      <a:pt x="3531" y="20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2" name="Freeform: Shape 2171">
                <a:extLst>
                  <a:ext uri="{FF2B5EF4-FFF2-40B4-BE49-F238E27FC236}">
                    <a16:creationId xmlns:a16="http://schemas.microsoft.com/office/drawing/2014/main" id="{A6CA0AC5-F805-6E94-666F-63CC03B91E19}"/>
                  </a:ext>
                </a:extLst>
              </p:cNvPr>
              <p:cNvSpPr/>
              <p:nvPr/>
            </p:nvSpPr>
            <p:spPr>
              <a:xfrm>
                <a:off x="8345428" y="7525702"/>
                <a:ext cx="13186" cy="5488"/>
              </a:xfrm>
              <a:custGeom>
                <a:avLst/>
                <a:gdLst>
                  <a:gd name="connsiteX0" fmla="*/ 4723 w 13186"/>
                  <a:gd name="connsiteY0" fmla="*/ 4 h 5488"/>
                  <a:gd name="connsiteX1" fmla="*/ 12450 w 13186"/>
                  <a:gd name="connsiteY1" fmla="*/ 4542 h 5488"/>
                  <a:gd name="connsiteX2" fmla="*/ 4723 w 13186"/>
                  <a:gd name="connsiteY2" fmla="*/ 4 h 5488"/>
                </a:gdLst>
                <a:ahLst/>
                <a:cxnLst>
                  <a:cxn ang="0">
                    <a:pos x="connsiteX0" y="connsiteY0"/>
                  </a:cxn>
                  <a:cxn ang="0">
                    <a:pos x="connsiteX1" y="connsiteY1"/>
                  </a:cxn>
                  <a:cxn ang="0">
                    <a:pos x="connsiteX2" y="connsiteY2"/>
                  </a:cxn>
                </a:cxnLst>
                <a:rect l="l" t="t" r="r" b="b"/>
                <a:pathLst>
                  <a:path w="13186" h="5488">
                    <a:moveTo>
                      <a:pt x="4723" y="4"/>
                    </a:moveTo>
                    <a:cubicBezTo>
                      <a:pt x="-7792" y="1158"/>
                      <a:pt x="8027" y="7948"/>
                      <a:pt x="12450" y="4542"/>
                    </a:cubicBezTo>
                    <a:cubicBezTo>
                      <a:pt x="15725" y="1335"/>
                      <a:pt x="7153" y="-82"/>
                      <a:pt x="4723"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3" name="Freeform: Shape 2172">
                <a:extLst>
                  <a:ext uri="{FF2B5EF4-FFF2-40B4-BE49-F238E27FC236}">
                    <a16:creationId xmlns:a16="http://schemas.microsoft.com/office/drawing/2014/main" id="{0F5D935F-CEAB-13EB-5571-ED410F2FD3A0}"/>
                  </a:ext>
                </a:extLst>
              </p:cNvPr>
              <p:cNvSpPr/>
              <p:nvPr/>
            </p:nvSpPr>
            <p:spPr>
              <a:xfrm>
                <a:off x="6764269" y="4966422"/>
                <a:ext cx="6199" cy="1103"/>
              </a:xfrm>
              <a:custGeom>
                <a:avLst/>
                <a:gdLst>
                  <a:gd name="connsiteX0" fmla="*/ 2691 w 6199"/>
                  <a:gd name="connsiteY0" fmla="*/ 44 h 1103"/>
                  <a:gd name="connsiteX1" fmla="*/ 5365 w 6199"/>
                  <a:gd name="connsiteY1" fmla="*/ 50 h 1103"/>
                  <a:gd name="connsiteX2" fmla="*/ 2691 w 6199"/>
                  <a:gd name="connsiteY2" fmla="*/ 44 h 1103"/>
                </a:gdLst>
                <a:ahLst/>
                <a:cxnLst>
                  <a:cxn ang="0">
                    <a:pos x="connsiteX0" y="connsiteY0"/>
                  </a:cxn>
                  <a:cxn ang="0">
                    <a:pos x="connsiteX1" y="connsiteY1"/>
                  </a:cxn>
                  <a:cxn ang="0">
                    <a:pos x="connsiteX2" y="connsiteY2"/>
                  </a:cxn>
                </a:cxnLst>
                <a:rect l="l" t="t" r="r" b="b"/>
                <a:pathLst>
                  <a:path w="6199" h="1103">
                    <a:moveTo>
                      <a:pt x="2691" y="44"/>
                    </a:moveTo>
                    <a:cubicBezTo>
                      <a:pt x="-6122" y="1056"/>
                      <a:pt x="9926" y="1805"/>
                      <a:pt x="5365" y="50"/>
                    </a:cubicBezTo>
                    <a:cubicBezTo>
                      <a:pt x="4605" y="-13"/>
                      <a:pt x="3628" y="-18"/>
                      <a:pt x="2691" y="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4" name="Freeform: Shape 2173">
                <a:extLst>
                  <a:ext uri="{FF2B5EF4-FFF2-40B4-BE49-F238E27FC236}">
                    <a16:creationId xmlns:a16="http://schemas.microsoft.com/office/drawing/2014/main" id="{15072B5B-3124-38F5-FB05-D61B5982734F}"/>
                  </a:ext>
                </a:extLst>
              </p:cNvPr>
              <p:cNvSpPr/>
              <p:nvPr/>
            </p:nvSpPr>
            <p:spPr>
              <a:xfrm>
                <a:off x="7479276" y="6364236"/>
                <a:ext cx="10802" cy="1528"/>
              </a:xfrm>
              <a:custGeom>
                <a:avLst/>
                <a:gdLst>
                  <a:gd name="connsiteX0" fmla="*/ 4351 w 10802"/>
                  <a:gd name="connsiteY0" fmla="*/ 216 h 1528"/>
                  <a:gd name="connsiteX1" fmla="*/ 10803 w 10802"/>
                  <a:gd name="connsiteY1" fmla="*/ 239 h 1528"/>
                  <a:gd name="connsiteX2" fmla="*/ 4351 w 10802"/>
                  <a:gd name="connsiteY2" fmla="*/ 216 h 1528"/>
                </a:gdLst>
                <a:ahLst/>
                <a:cxnLst>
                  <a:cxn ang="0">
                    <a:pos x="connsiteX0" y="connsiteY0"/>
                  </a:cxn>
                  <a:cxn ang="0">
                    <a:pos x="connsiteX1" y="connsiteY1"/>
                  </a:cxn>
                  <a:cxn ang="0">
                    <a:pos x="connsiteX2" y="connsiteY2"/>
                  </a:cxn>
                </a:cxnLst>
                <a:rect l="l" t="t" r="r" b="b"/>
                <a:pathLst>
                  <a:path w="10802" h="1528">
                    <a:moveTo>
                      <a:pt x="4351" y="216"/>
                    </a:moveTo>
                    <a:cubicBezTo>
                      <a:pt x="-8331" y="1925"/>
                      <a:pt x="10740" y="1999"/>
                      <a:pt x="10803" y="239"/>
                    </a:cubicBezTo>
                    <a:cubicBezTo>
                      <a:pt x="10163" y="-70"/>
                      <a:pt x="7277" y="-81"/>
                      <a:pt x="4351" y="2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5" name="Freeform: Shape 2174">
                <a:extLst>
                  <a:ext uri="{FF2B5EF4-FFF2-40B4-BE49-F238E27FC236}">
                    <a16:creationId xmlns:a16="http://schemas.microsoft.com/office/drawing/2014/main" id="{A29687CB-CA25-A939-4CFF-A13088639B56}"/>
                  </a:ext>
                </a:extLst>
              </p:cNvPr>
              <p:cNvSpPr/>
              <p:nvPr/>
            </p:nvSpPr>
            <p:spPr>
              <a:xfrm>
                <a:off x="7613828" y="6539867"/>
                <a:ext cx="11485" cy="5107"/>
              </a:xfrm>
              <a:custGeom>
                <a:avLst/>
                <a:gdLst>
                  <a:gd name="connsiteX0" fmla="*/ 4792 w 11485"/>
                  <a:gd name="connsiteY0" fmla="*/ 64 h 5107"/>
                  <a:gd name="connsiteX1" fmla="*/ 11485 w 11485"/>
                  <a:gd name="connsiteY1" fmla="*/ 2007 h 5107"/>
                  <a:gd name="connsiteX2" fmla="*/ 4792 w 11485"/>
                  <a:gd name="connsiteY2" fmla="*/ 64 h 5107"/>
                </a:gdLst>
                <a:ahLst/>
                <a:cxnLst>
                  <a:cxn ang="0">
                    <a:pos x="connsiteX0" y="connsiteY0"/>
                  </a:cxn>
                  <a:cxn ang="0">
                    <a:pos x="connsiteX1" y="connsiteY1"/>
                  </a:cxn>
                  <a:cxn ang="0">
                    <a:pos x="connsiteX2" y="connsiteY2"/>
                  </a:cxn>
                </a:cxnLst>
                <a:rect l="l" t="t" r="r" b="b"/>
                <a:pathLst>
                  <a:path w="11485" h="5107">
                    <a:moveTo>
                      <a:pt x="4792" y="64"/>
                    </a:moveTo>
                    <a:cubicBezTo>
                      <a:pt x="-9090" y="2984"/>
                      <a:pt x="11616" y="8654"/>
                      <a:pt x="11485" y="2007"/>
                    </a:cubicBezTo>
                    <a:cubicBezTo>
                      <a:pt x="10890" y="624"/>
                      <a:pt x="7896" y="-250"/>
                      <a:pt x="4792" y="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6" name="Freeform: Shape 2175">
                <a:extLst>
                  <a:ext uri="{FF2B5EF4-FFF2-40B4-BE49-F238E27FC236}">
                    <a16:creationId xmlns:a16="http://schemas.microsoft.com/office/drawing/2014/main" id="{D1B18EAA-0456-8BC7-95EE-83E2A5D4F5F8}"/>
                  </a:ext>
                </a:extLst>
              </p:cNvPr>
              <p:cNvSpPr/>
              <p:nvPr/>
            </p:nvSpPr>
            <p:spPr>
              <a:xfrm>
                <a:off x="7548326" y="6420778"/>
                <a:ext cx="10928" cy="3082"/>
              </a:xfrm>
              <a:custGeom>
                <a:avLst/>
                <a:gdLst>
                  <a:gd name="connsiteX0" fmla="*/ 4349 w 10928"/>
                  <a:gd name="connsiteY0" fmla="*/ 144 h 3082"/>
                  <a:gd name="connsiteX1" fmla="*/ 6589 w 10928"/>
                  <a:gd name="connsiteY1" fmla="*/ 2933 h 3082"/>
                  <a:gd name="connsiteX2" fmla="*/ 4349 w 10928"/>
                  <a:gd name="connsiteY2" fmla="*/ 144 h 3082"/>
                </a:gdLst>
                <a:ahLst/>
                <a:cxnLst>
                  <a:cxn ang="0">
                    <a:pos x="connsiteX0" y="connsiteY0"/>
                  </a:cxn>
                  <a:cxn ang="0">
                    <a:pos x="connsiteX1" y="connsiteY1"/>
                  </a:cxn>
                  <a:cxn ang="0">
                    <a:pos x="connsiteX2" y="connsiteY2"/>
                  </a:cxn>
                </a:cxnLst>
                <a:rect l="l" t="t" r="r" b="b"/>
                <a:pathLst>
                  <a:path w="10928" h="3082">
                    <a:moveTo>
                      <a:pt x="4349" y="144"/>
                    </a:moveTo>
                    <a:cubicBezTo>
                      <a:pt x="-3795" y="1179"/>
                      <a:pt x="988" y="3722"/>
                      <a:pt x="6589" y="2933"/>
                    </a:cubicBezTo>
                    <a:cubicBezTo>
                      <a:pt x="14733" y="1938"/>
                      <a:pt x="9915" y="-633"/>
                      <a:pt x="4349" y="1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7" name="Freeform: Shape 2176">
                <a:extLst>
                  <a:ext uri="{FF2B5EF4-FFF2-40B4-BE49-F238E27FC236}">
                    <a16:creationId xmlns:a16="http://schemas.microsoft.com/office/drawing/2014/main" id="{429CDBB3-3DC2-452A-E75E-6A52F6E94C47}"/>
                  </a:ext>
                </a:extLst>
              </p:cNvPr>
              <p:cNvSpPr/>
              <p:nvPr/>
            </p:nvSpPr>
            <p:spPr>
              <a:xfrm>
                <a:off x="7341646" y="6348623"/>
                <a:ext cx="10106" cy="314"/>
              </a:xfrm>
              <a:custGeom>
                <a:avLst/>
                <a:gdLst>
                  <a:gd name="connsiteX0" fmla="*/ 4043 w 10106"/>
                  <a:gd name="connsiteY0" fmla="*/ 194 h 314"/>
                  <a:gd name="connsiteX1" fmla="*/ 10107 w 10106"/>
                  <a:gd name="connsiteY1" fmla="*/ 4 h 314"/>
                  <a:gd name="connsiteX2" fmla="*/ 4043 w 10106"/>
                  <a:gd name="connsiteY2" fmla="*/ 194 h 314"/>
                </a:gdLst>
                <a:ahLst/>
                <a:cxnLst>
                  <a:cxn ang="0">
                    <a:pos x="connsiteX0" y="connsiteY0"/>
                  </a:cxn>
                  <a:cxn ang="0">
                    <a:pos x="connsiteX1" y="connsiteY1"/>
                  </a:cxn>
                  <a:cxn ang="0">
                    <a:pos x="connsiteX2" y="connsiteY2"/>
                  </a:cxn>
                </a:cxnLst>
                <a:rect l="l" t="t" r="r" b="b"/>
                <a:pathLst>
                  <a:path w="10106" h="314">
                    <a:moveTo>
                      <a:pt x="4043" y="194"/>
                    </a:moveTo>
                    <a:cubicBezTo>
                      <a:pt x="-7712" y="570"/>
                      <a:pt x="9884" y="-58"/>
                      <a:pt x="10107" y="4"/>
                    </a:cubicBezTo>
                    <a:cubicBezTo>
                      <a:pt x="9495" y="33"/>
                      <a:pt x="6781" y="113"/>
                      <a:pt x="4043" y="1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8" name="Freeform: Shape 2177">
                <a:extLst>
                  <a:ext uri="{FF2B5EF4-FFF2-40B4-BE49-F238E27FC236}">
                    <a16:creationId xmlns:a16="http://schemas.microsoft.com/office/drawing/2014/main" id="{4421A9A9-B39D-7612-6632-4F9BB14507A4}"/>
                  </a:ext>
                </a:extLst>
              </p:cNvPr>
              <p:cNvSpPr/>
              <p:nvPr/>
            </p:nvSpPr>
            <p:spPr>
              <a:xfrm>
                <a:off x="7409607" y="6347352"/>
                <a:ext cx="10485" cy="760"/>
              </a:xfrm>
              <a:custGeom>
                <a:avLst/>
                <a:gdLst>
                  <a:gd name="connsiteX0" fmla="*/ 4205 w 10485"/>
                  <a:gd name="connsiteY0" fmla="*/ 304 h 760"/>
                  <a:gd name="connsiteX1" fmla="*/ 10486 w 10485"/>
                  <a:gd name="connsiteY1" fmla="*/ 7 h 760"/>
                  <a:gd name="connsiteX2" fmla="*/ 4205 w 10485"/>
                  <a:gd name="connsiteY2" fmla="*/ 304 h 760"/>
                </a:gdLst>
                <a:ahLst/>
                <a:cxnLst>
                  <a:cxn ang="0">
                    <a:pos x="connsiteX0" y="connsiteY0"/>
                  </a:cxn>
                  <a:cxn ang="0">
                    <a:pos x="connsiteX1" y="connsiteY1"/>
                  </a:cxn>
                  <a:cxn ang="0">
                    <a:pos x="connsiteX2" y="connsiteY2"/>
                  </a:cxn>
                </a:cxnLst>
                <a:rect l="l" t="t" r="r" b="b"/>
                <a:pathLst>
                  <a:path w="10485" h="760">
                    <a:moveTo>
                      <a:pt x="4205" y="304"/>
                    </a:moveTo>
                    <a:cubicBezTo>
                      <a:pt x="-8031" y="1293"/>
                      <a:pt x="10314" y="430"/>
                      <a:pt x="10486" y="7"/>
                    </a:cubicBezTo>
                    <a:cubicBezTo>
                      <a:pt x="9851" y="-33"/>
                      <a:pt x="7039" y="99"/>
                      <a:pt x="4205" y="3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9" name="Freeform: Shape 2178">
                <a:extLst>
                  <a:ext uri="{FF2B5EF4-FFF2-40B4-BE49-F238E27FC236}">
                    <a16:creationId xmlns:a16="http://schemas.microsoft.com/office/drawing/2014/main" id="{0F172C1E-15AC-FDF7-8F2B-CA5722A23A6C}"/>
                  </a:ext>
                </a:extLst>
              </p:cNvPr>
              <p:cNvSpPr/>
              <p:nvPr/>
            </p:nvSpPr>
            <p:spPr>
              <a:xfrm>
                <a:off x="7896328" y="7345707"/>
                <a:ext cx="12769" cy="6554"/>
              </a:xfrm>
              <a:custGeom>
                <a:avLst/>
                <a:gdLst>
                  <a:gd name="connsiteX0" fmla="*/ 4996 w 12769"/>
                  <a:gd name="connsiteY0" fmla="*/ 16 h 6554"/>
                  <a:gd name="connsiteX1" fmla="*/ 7779 w 12769"/>
                  <a:gd name="connsiteY1" fmla="*/ 6538 h 6554"/>
                  <a:gd name="connsiteX2" fmla="*/ 4996 w 12769"/>
                  <a:gd name="connsiteY2" fmla="*/ 16 h 6554"/>
                </a:gdLst>
                <a:ahLst/>
                <a:cxnLst>
                  <a:cxn ang="0">
                    <a:pos x="connsiteX0" y="connsiteY0"/>
                  </a:cxn>
                  <a:cxn ang="0">
                    <a:pos x="connsiteX1" y="connsiteY1"/>
                  </a:cxn>
                  <a:cxn ang="0">
                    <a:pos x="connsiteX2" y="connsiteY2"/>
                  </a:cxn>
                </a:cxnLst>
                <a:rect l="l" t="t" r="r" b="b"/>
                <a:pathLst>
                  <a:path w="12769" h="6554">
                    <a:moveTo>
                      <a:pt x="4996" y="16"/>
                    </a:moveTo>
                    <a:cubicBezTo>
                      <a:pt x="-4462" y="377"/>
                      <a:pt x="1258" y="6926"/>
                      <a:pt x="7779" y="6538"/>
                    </a:cubicBezTo>
                    <a:cubicBezTo>
                      <a:pt x="17243" y="6200"/>
                      <a:pt x="11488" y="-366"/>
                      <a:pt x="4996"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0" name="Freeform: Shape 2179">
                <a:extLst>
                  <a:ext uri="{FF2B5EF4-FFF2-40B4-BE49-F238E27FC236}">
                    <a16:creationId xmlns:a16="http://schemas.microsoft.com/office/drawing/2014/main" id="{26E815A3-3CFD-7FAA-F5C0-B3B26BC00FDA}"/>
                  </a:ext>
                </a:extLst>
              </p:cNvPr>
              <p:cNvSpPr/>
              <p:nvPr/>
            </p:nvSpPr>
            <p:spPr>
              <a:xfrm>
                <a:off x="7277731" y="6346210"/>
                <a:ext cx="9796" cy="391"/>
              </a:xfrm>
              <a:custGeom>
                <a:avLst/>
                <a:gdLst>
                  <a:gd name="connsiteX0" fmla="*/ 3972 w 9796"/>
                  <a:gd name="connsiteY0" fmla="*/ 0 h 391"/>
                  <a:gd name="connsiteX1" fmla="*/ 9796 w 9796"/>
                  <a:gd name="connsiteY1" fmla="*/ 229 h 391"/>
                  <a:gd name="connsiteX2" fmla="*/ 3972 w 9796"/>
                  <a:gd name="connsiteY2" fmla="*/ 0 h 391"/>
                </a:gdLst>
                <a:ahLst/>
                <a:cxnLst>
                  <a:cxn ang="0">
                    <a:pos x="connsiteX0" y="connsiteY0"/>
                  </a:cxn>
                  <a:cxn ang="0">
                    <a:pos x="connsiteX1" y="connsiteY1"/>
                  </a:cxn>
                  <a:cxn ang="0">
                    <a:pos x="connsiteX2" y="connsiteY2"/>
                  </a:cxn>
                </a:cxnLst>
                <a:rect l="l" t="t" r="r" b="b"/>
                <a:pathLst>
                  <a:path w="9796" h="391">
                    <a:moveTo>
                      <a:pt x="3972" y="0"/>
                    </a:moveTo>
                    <a:cubicBezTo>
                      <a:pt x="-7509" y="40"/>
                      <a:pt x="9522" y="686"/>
                      <a:pt x="9796" y="229"/>
                    </a:cubicBezTo>
                    <a:cubicBezTo>
                      <a:pt x="9236" y="126"/>
                      <a:pt x="6630" y="17"/>
                      <a:pt x="397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1" name="Freeform: Shape 2180">
                <a:extLst>
                  <a:ext uri="{FF2B5EF4-FFF2-40B4-BE49-F238E27FC236}">
                    <a16:creationId xmlns:a16="http://schemas.microsoft.com/office/drawing/2014/main" id="{8A12B6CA-AF23-1D59-86B6-AAC680376E36}"/>
                  </a:ext>
                </a:extLst>
              </p:cNvPr>
              <p:cNvSpPr/>
              <p:nvPr/>
            </p:nvSpPr>
            <p:spPr>
              <a:xfrm>
                <a:off x="7817027" y="7136547"/>
                <a:ext cx="12304" cy="7204"/>
              </a:xfrm>
              <a:custGeom>
                <a:avLst/>
                <a:gdLst>
                  <a:gd name="connsiteX0" fmla="*/ 4916 w 12304"/>
                  <a:gd name="connsiteY0" fmla="*/ 25 h 7204"/>
                  <a:gd name="connsiteX1" fmla="*/ 7396 w 12304"/>
                  <a:gd name="connsiteY1" fmla="*/ 7180 h 7204"/>
                  <a:gd name="connsiteX2" fmla="*/ 4916 w 12304"/>
                  <a:gd name="connsiteY2" fmla="*/ 25 h 7204"/>
                </a:gdLst>
                <a:ahLst/>
                <a:cxnLst>
                  <a:cxn ang="0">
                    <a:pos x="connsiteX0" y="connsiteY0"/>
                  </a:cxn>
                  <a:cxn ang="0">
                    <a:pos x="connsiteX1" y="connsiteY1"/>
                  </a:cxn>
                  <a:cxn ang="0">
                    <a:pos x="connsiteX2" y="connsiteY2"/>
                  </a:cxn>
                </a:cxnLst>
                <a:rect l="l" t="t" r="r" b="b"/>
                <a:pathLst>
                  <a:path w="12304" h="7204">
                    <a:moveTo>
                      <a:pt x="4916" y="25"/>
                    </a:moveTo>
                    <a:cubicBezTo>
                      <a:pt x="-4068" y="516"/>
                      <a:pt x="778" y="7677"/>
                      <a:pt x="7396" y="7180"/>
                    </a:cubicBezTo>
                    <a:cubicBezTo>
                      <a:pt x="16380" y="6711"/>
                      <a:pt x="11505" y="-473"/>
                      <a:pt x="4916" y="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2" name="Freeform: Shape 2181">
                <a:extLst>
                  <a:ext uri="{FF2B5EF4-FFF2-40B4-BE49-F238E27FC236}">
                    <a16:creationId xmlns:a16="http://schemas.microsoft.com/office/drawing/2014/main" id="{D9E19633-4D0A-9FAA-0270-DB75EA4D6F81}"/>
                  </a:ext>
                </a:extLst>
              </p:cNvPr>
              <p:cNvSpPr/>
              <p:nvPr/>
            </p:nvSpPr>
            <p:spPr>
              <a:xfrm>
                <a:off x="7678764" y="6713111"/>
                <a:ext cx="11556" cy="6549"/>
              </a:xfrm>
              <a:custGeom>
                <a:avLst/>
                <a:gdLst>
                  <a:gd name="connsiteX0" fmla="*/ 4704 w 11556"/>
                  <a:gd name="connsiteY0" fmla="*/ 82 h 6549"/>
                  <a:gd name="connsiteX1" fmla="*/ 6864 w 11556"/>
                  <a:gd name="connsiteY1" fmla="*/ 6466 h 6549"/>
                  <a:gd name="connsiteX2" fmla="*/ 4704 w 11556"/>
                  <a:gd name="connsiteY2" fmla="*/ 82 h 6549"/>
                </a:gdLst>
                <a:ahLst/>
                <a:cxnLst>
                  <a:cxn ang="0">
                    <a:pos x="connsiteX0" y="connsiteY0"/>
                  </a:cxn>
                  <a:cxn ang="0">
                    <a:pos x="connsiteX1" y="connsiteY1"/>
                  </a:cxn>
                  <a:cxn ang="0">
                    <a:pos x="connsiteX2" y="connsiteY2"/>
                  </a:cxn>
                </a:cxnLst>
                <a:rect l="l" t="t" r="r" b="b"/>
                <a:pathLst>
                  <a:path w="11556" h="6549">
                    <a:moveTo>
                      <a:pt x="4704" y="82"/>
                    </a:moveTo>
                    <a:cubicBezTo>
                      <a:pt x="-3543" y="1030"/>
                      <a:pt x="263" y="7345"/>
                      <a:pt x="6864" y="6466"/>
                    </a:cubicBezTo>
                    <a:cubicBezTo>
                      <a:pt x="15111" y="5551"/>
                      <a:pt x="11265" y="-787"/>
                      <a:pt x="4704" y="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3" name="Freeform: Shape 2182">
                <a:extLst>
                  <a:ext uri="{FF2B5EF4-FFF2-40B4-BE49-F238E27FC236}">
                    <a16:creationId xmlns:a16="http://schemas.microsoft.com/office/drawing/2014/main" id="{F927DEF9-8631-EC37-4A51-3583763F288E}"/>
                  </a:ext>
                </a:extLst>
              </p:cNvPr>
              <p:cNvSpPr/>
              <p:nvPr/>
            </p:nvSpPr>
            <p:spPr>
              <a:xfrm>
                <a:off x="7745461" y="6918852"/>
                <a:ext cx="11906" cy="7203"/>
              </a:xfrm>
              <a:custGeom>
                <a:avLst/>
                <a:gdLst>
                  <a:gd name="connsiteX0" fmla="*/ 4822 w 11906"/>
                  <a:gd name="connsiteY0" fmla="*/ 47 h 7203"/>
                  <a:gd name="connsiteX1" fmla="*/ 7096 w 11906"/>
                  <a:gd name="connsiteY1" fmla="*/ 7156 h 7203"/>
                  <a:gd name="connsiteX2" fmla="*/ 4822 w 11906"/>
                  <a:gd name="connsiteY2" fmla="*/ 47 h 7203"/>
                </a:gdLst>
                <a:ahLst/>
                <a:cxnLst>
                  <a:cxn ang="0">
                    <a:pos x="connsiteX0" y="connsiteY0"/>
                  </a:cxn>
                  <a:cxn ang="0">
                    <a:pos x="connsiteX1" y="connsiteY1"/>
                  </a:cxn>
                  <a:cxn ang="0">
                    <a:pos x="connsiteX2" y="connsiteY2"/>
                  </a:cxn>
                </a:cxnLst>
                <a:rect l="l" t="t" r="r" b="b"/>
                <a:pathLst>
                  <a:path w="11906" h="7203">
                    <a:moveTo>
                      <a:pt x="4822" y="47"/>
                    </a:moveTo>
                    <a:cubicBezTo>
                      <a:pt x="-3739" y="767"/>
                      <a:pt x="416" y="7848"/>
                      <a:pt x="7096" y="7156"/>
                    </a:cubicBezTo>
                    <a:cubicBezTo>
                      <a:pt x="15657" y="6459"/>
                      <a:pt x="11463" y="-639"/>
                      <a:pt x="4822" y="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4" name="Freeform: Shape 2183">
                <a:extLst>
                  <a:ext uri="{FF2B5EF4-FFF2-40B4-BE49-F238E27FC236}">
                    <a16:creationId xmlns:a16="http://schemas.microsoft.com/office/drawing/2014/main" id="{C65DD4D6-AF59-C4A9-3A49-EE1E23C21621}"/>
                  </a:ext>
                </a:extLst>
              </p:cNvPr>
              <p:cNvSpPr/>
              <p:nvPr/>
            </p:nvSpPr>
            <p:spPr>
              <a:xfrm>
                <a:off x="7000459" y="4633413"/>
                <a:ext cx="8313" cy="3942"/>
              </a:xfrm>
              <a:custGeom>
                <a:avLst/>
                <a:gdLst>
                  <a:gd name="connsiteX0" fmla="*/ 3479 w 8313"/>
                  <a:gd name="connsiteY0" fmla="*/ 2178 h 3942"/>
                  <a:gd name="connsiteX1" fmla="*/ 8313 w 8313"/>
                  <a:gd name="connsiteY1" fmla="*/ 0 h 3942"/>
                  <a:gd name="connsiteX2" fmla="*/ 3479 w 8313"/>
                  <a:gd name="connsiteY2" fmla="*/ 2178 h 3942"/>
                </a:gdLst>
                <a:ahLst/>
                <a:cxnLst>
                  <a:cxn ang="0">
                    <a:pos x="connsiteX0" y="connsiteY0"/>
                  </a:cxn>
                  <a:cxn ang="0">
                    <a:pos x="connsiteX1" y="connsiteY1"/>
                  </a:cxn>
                  <a:cxn ang="0">
                    <a:pos x="connsiteX2" y="connsiteY2"/>
                  </a:cxn>
                </a:cxnLst>
                <a:rect l="l" t="t" r="r" b="b"/>
                <a:pathLst>
                  <a:path w="8313" h="3942">
                    <a:moveTo>
                      <a:pt x="3479" y="2178"/>
                    </a:moveTo>
                    <a:cubicBezTo>
                      <a:pt x="-6397" y="7069"/>
                      <a:pt x="7845" y="269"/>
                      <a:pt x="8313" y="0"/>
                    </a:cubicBezTo>
                    <a:cubicBezTo>
                      <a:pt x="7902" y="155"/>
                      <a:pt x="5742" y="1097"/>
                      <a:pt x="3479" y="21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5" name="Freeform: Shape 2184">
                <a:extLst>
                  <a:ext uri="{FF2B5EF4-FFF2-40B4-BE49-F238E27FC236}">
                    <a16:creationId xmlns:a16="http://schemas.microsoft.com/office/drawing/2014/main" id="{6DAB9D1B-E7F5-B3C1-7510-DCC361191EE6}"/>
                  </a:ext>
                </a:extLst>
              </p:cNvPr>
              <p:cNvSpPr/>
              <p:nvPr/>
            </p:nvSpPr>
            <p:spPr>
              <a:xfrm>
                <a:off x="6951862" y="4684070"/>
                <a:ext cx="8126" cy="4276"/>
              </a:xfrm>
              <a:custGeom>
                <a:avLst/>
                <a:gdLst>
                  <a:gd name="connsiteX0" fmla="*/ 3286 w 8126"/>
                  <a:gd name="connsiteY0" fmla="*/ 3378 h 4276"/>
                  <a:gd name="connsiteX1" fmla="*/ 8127 w 8126"/>
                  <a:gd name="connsiteY1" fmla="*/ 424 h 4276"/>
                  <a:gd name="connsiteX2" fmla="*/ 3286 w 8126"/>
                  <a:gd name="connsiteY2" fmla="*/ 3378 h 4276"/>
                </a:gdLst>
                <a:ahLst/>
                <a:cxnLst>
                  <a:cxn ang="0">
                    <a:pos x="connsiteX0" y="connsiteY0"/>
                  </a:cxn>
                  <a:cxn ang="0">
                    <a:pos x="connsiteX1" y="connsiteY1"/>
                  </a:cxn>
                  <a:cxn ang="0">
                    <a:pos x="connsiteX2" y="connsiteY2"/>
                  </a:cxn>
                </a:cxnLst>
                <a:rect l="l" t="t" r="r" b="b"/>
                <a:pathLst>
                  <a:path w="8126" h="4276">
                    <a:moveTo>
                      <a:pt x="3286" y="3378"/>
                    </a:moveTo>
                    <a:cubicBezTo>
                      <a:pt x="-6178" y="7082"/>
                      <a:pt x="7773" y="-2022"/>
                      <a:pt x="8127" y="424"/>
                    </a:cubicBezTo>
                    <a:cubicBezTo>
                      <a:pt x="7653" y="1144"/>
                      <a:pt x="5486" y="2441"/>
                      <a:pt x="3286" y="33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6" name="Freeform: Shape 2185">
                <a:extLst>
                  <a:ext uri="{FF2B5EF4-FFF2-40B4-BE49-F238E27FC236}">
                    <a16:creationId xmlns:a16="http://schemas.microsoft.com/office/drawing/2014/main" id="{36478368-849D-C69B-E439-02606C2684BF}"/>
                  </a:ext>
                </a:extLst>
              </p:cNvPr>
              <p:cNvSpPr/>
              <p:nvPr/>
            </p:nvSpPr>
            <p:spPr>
              <a:xfrm>
                <a:off x="7039739" y="4665203"/>
                <a:ext cx="8203" cy="4782"/>
              </a:xfrm>
              <a:custGeom>
                <a:avLst/>
                <a:gdLst>
                  <a:gd name="connsiteX0" fmla="*/ 3597 w 8203"/>
                  <a:gd name="connsiteY0" fmla="*/ 768 h 4782"/>
                  <a:gd name="connsiteX1" fmla="*/ 4615 w 8203"/>
                  <a:gd name="connsiteY1" fmla="*/ 3946 h 4782"/>
                  <a:gd name="connsiteX2" fmla="*/ 3597 w 8203"/>
                  <a:gd name="connsiteY2" fmla="*/ 768 h 4782"/>
                </a:gdLst>
                <a:ahLst/>
                <a:cxnLst>
                  <a:cxn ang="0">
                    <a:pos x="connsiteX0" y="connsiteY0"/>
                  </a:cxn>
                  <a:cxn ang="0">
                    <a:pos x="connsiteX1" y="connsiteY1"/>
                  </a:cxn>
                  <a:cxn ang="0">
                    <a:pos x="connsiteX2" y="connsiteY2"/>
                  </a:cxn>
                </a:cxnLst>
                <a:rect l="l" t="t" r="r" b="b"/>
                <a:pathLst>
                  <a:path w="8203" h="4782">
                    <a:moveTo>
                      <a:pt x="3597" y="768"/>
                    </a:moveTo>
                    <a:cubicBezTo>
                      <a:pt x="-1655" y="2940"/>
                      <a:pt x="-1020" y="6380"/>
                      <a:pt x="4615" y="3946"/>
                    </a:cubicBezTo>
                    <a:cubicBezTo>
                      <a:pt x="9918" y="1843"/>
                      <a:pt x="9147" y="-1524"/>
                      <a:pt x="3597" y="76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7" name="Freeform: Shape 2186">
                <a:extLst>
                  <a:ext uri="{FF2B5EF4-FFF2-40B4-BE49-F238E27FC236}">
                    <a16:creationId xmlns:a16="http://schemas.microsoft.com/office/drawing/2014/main" id="{315F2288-DCC9-6DCF-BEB3-91058D3B0FDB}"/>
                  </a:ext>
                </a:extLst>
              </p:cNvPr>
              <p:cNvSpPr/>
              <p:nvPr/>
            </p:nvSpPr>
            <p:spPr>
              <a:xfrm>
                <a:off x="6899243" y="4778457"/>
                <a:ext cx="7828" cy="3984"/>
              </a:xfrm>
              <a:custGeom>
                <a:avLst/>
                <a:gdLst>
                  <a:gd name="connsiteX0" fmla="*/ 3036 w 7828"/>
                  <a:gd name="connsiteY0" fmla="*/ 3695 h 3984"/>
                  <a:gd name="connsiteX1" fmla="*/ 4796 w 7828"/>
                  <a:gd name="connsiteY1" fmla="*/ 260 h 3984"/>
                  <a:gd name="connsiteX2" fmla="*/ 3036 w 7828"/>
                  <a:gd name="connsiteY2" fmla="*/ 3695 h 3984"/>
                </a:gdLst>
                <a:ahLst/>
                <a:cxnLst>
                  <a:cxn ang="0">
                    <a:pos x="connsiteX0" y="connsiteY0"/>
                  </a:cxn>
                  <a:cxn ang="0">
                    <a:pos x="connsiteX1" y="connsiteY1"/>
                  </a:cxn>
                  <a:cxn ang="0">
                    <a:pos x="connsiteX2" y="connsiteY2"/>
                  </a:cxn>
                </a:cxnLst>
                <a:rect l="l" t="t" r="r" b="b"/>
                <a:pathLst>
                  <a:path w="7828" h="3984">
                    <a:moveTo>
                      <a:pt x="3036" y="3695"/>
                    </a:moveTo>
                    <a:cubicBezTo>
                      <a:pt x="-3119" y="5106"/>
                      <a:pt x="1447" y="946"/>
                      <a:pt x="4796" y="260"/>
                    </a:cubicBezTo>
                    <a:cubicBezTo>
                      <a:pt x="10917" y="-1066"/>
                      <a:pt x="6431" y="3077"/>
                      <a:pt x="3036" y="369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8" name="Freeform: Shape 2187">
                <a:extLst>
                  <a:ext uri="{FF2B5EF4-FFF2-40B4-BE49-F238E27FC236}">
                    <a16:creationId xmlns:a16="http://schemas.microsoft.com/office/drawing/2014/main" id="{0001ABFC-1ABE-37FA-2999-1A5E1AF46878}"/>
                  </a:ext>
                </a:extLst>
              </p:cNvPr>
              <p:cNvSpPr/>
              <p:nvPr/>
            </p:nvSpPr>
            <p:spPr>
              <a:xfrm>
                <a:off x="6847040" y="4880785"/>
                <a:ext cx="7639" cy="3239"/>
              </a:xfrm>
              <a:custGeom>
                <a:avLst/>
                <a:gdLst>
                  <a:gd name="connsiteX0" fmla="*/ 3073 w 7639"/>
                  <a:gd name="connsiteY0" fmla="*/ 3231 h 3239"/>
                  <a:gd name="connsiteX1" fmla="*/ 7639 w 7639"/>
                  <a:gd name="connsiteY1" fmla="*/ 1293 h 3239"/>
                  <a:gd name="connsiteX2" fmla="*/ 3073 w 7639"/>
                  <a:gd name="connsiteY2" fmla="*/ 3231 h 3239"/>
                </a:gdLst>
                <a:ahLst/>
                <a:cxnLst>
                  <a:cxn ang="0">
                    <a:pos x="connsiteX0" y="connsiteY0"/>
                  </a:cxn>
                  <a:cxn ang="0">
                    <a:pos x="connsiteX1" y="connsiteY1"/>
                  </a:cxn>
                  <a:cxn ang="0">
                    <a:pos x="connsiteX2" y="connsiteY2"/>
                  </a:cxn>
                </a:cxnLst>
                <a:rect l="l" t="t" r="r" b="b"/>
                <a:pathLst>
                  <a:path w="7639" h="3239">
                    <a:moveTo>
                      <a:pt x="3073" y="3231"/>
                    </a:moveTo>
                    <a:cubicBezTo>
                      <a:pt x="-5934" y="3494"/>
                      <a:pt x="7736" y="-2576"/>
                      <a:pt x="7639" y="1293"/>
                    </a:cubicBezTo>
                    <a:cubicBezTo>
                      <a:pt x="7176" y="2156"/>
                      <a:pt x="5136" y="3002"/>
                      <a:pt x="3073" y="32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9" name="Freeform: Shape 2188">
                <a:extLst>
                  <a:ext uri="{FF2B5EF4-FFF2-40B4-BE49-F238E27FC236}">
                    <a16:creationId xmlns:a16="http://schemas.microsoft.com/office/drawing/2014/main" id="{05960CCF-4EC7-9180-831E-CCE5D2E7F88D}"/>
                  </a:ext>
                </a:extLst>
              </p:cNvPr>
              <p:cNvSpPr/>
              <p:nvPr/>
            </p:nvSpPr>
            <p:spPr>
              <a:xfrm>
                <a:off x="6800359" y="4955726"/>
                <a:ext cx="7388" cy="1624"/>
              </a:xfrm>
              <a:custGeom>
                <a:avLst/>
                <a:gdLst>
                  <a:gd name="connsiteX0" fmla="*/ 3056 w 7388"/>
                  <a:gd name="connsiteY0" fmla="*/ 1625 h 1624"/>
                  <a:gd name="connsiteX1" fmla="*/ 7388 w 7388"/>
                  <a:gd name="connsiteY1" fmla="*/ 830 h 1624"/>
                  <a:gd name="connsiteX2" fmla="*/ 3056 w 7388"/>
                  <a:gd name="connsiteY2" fmla="*/ 1625 h 1624"/>
                </a:gdLst>
                <a:ahLst/>
                <a:cxnLst>
                  <a:cxn ang="0">
                    <a:pos x="connsiteX0" y="connsiteY0"/>
                  </a:cxn>
                  <a:cxn ang="0">
                    <a:pos x="connsiteX1" y="connsiteY1"/>
                  </a:cxn>
                  <a:cxn ang="0">
                    <a:pos x="connsiteX2" y="connsiteY2"/>
                  </a:cxn>
                </a:cxnLst>
                <a:rect l="l" t="t" r="r" b="b"/>
                <a:pathLst>
                  <a:path w="7388" h="1624">
                    <a:moveTo>
                      <a:pt x="3056" y="1625"/>
                    </a:moveTo>
                    <a:cubicBezTo>
                      <a:pt x="-5750" y="1293"/>
                      <a:pt x="7263" y="-1296"/>
                      <a:pt x="7388" y="830"/>
                    </a:cubicBezTo>
                    <a:cubicBezTo>
                      <a:pt x="7000" y="1270"/>
                      <a:pt x="5057" y="1607"/>
                      <a:pt x="3056" y="16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0" name="Freeform: Shape 2189">
                <a:extLst>
                  <a:ext uri="{FF2B5EF4-FFF2-40B4-BE49-F238E27FC236}">
                    <a16:creationId xmlns:a16="http://schemas.microsoft.com/office/drawing/2014/main" id="{1D64D8C3-793E-CBB6-C394-464684400946}"/>
                  </a:ext>
                </a:extLst>
              </p:cNvPr>
              <p:cNvSpPr/>
              <p:nvPr/>
            </p:nvSpPr>
            <p:spPr>
              <a:xfrm>
                <a:off x="7064084" y="4807464"/>
                <a:ext cx="8347" cy="6760"/>
              </a:xfrm>
              <a:custGeom>
                <a:avLst/>
                <a:gdLst>
                  <a:gd name="connsiteX0" fmla="*/ 3851 w 8347"/>
                  <a:gd name="connsiteY0" fmla="*/ 423 h 6760"/>
                  <a:gd name="connsiteX1" fmla="*/ 4508 w 8347"/>
                  <a:gd name="connsiteY1" fmla="*/ 6297 h 6760"/>
                  <a:gd name="connsiteX2" fmla="*/ 3851 w 8347"/>
                  <a:gd name="connsiteY2" fmla="*/ 423 h 6760"/>
                </a:gdLst>
                <a:ahLst/>
                <a:cxnLst>
                  <a:cxn ang="0">
                    <a:pos x="connsiteX0" y="connsiteY0"/>
                  </a:cxn>
                  <a:cxn ang="0">
                    <a:pos x="connsiteX1" y="connsiteY1"/>
                  </a:cxn>
                  <a:cxn ang="0">
                    <a:pos x="connsiteX2" y="connsiteY2"/>
                  </a:cxn>
                </a:cxnLst>
                <a:rect l="l" t="t" r="r" b="b"/>
                <a:pathLst>
                  <a:path w="8347" h="6760">
                    <a:moveTo>
                      <a:pt x="3851" y="423"/>
                    </a:moveTo>
                    <a:cubicBezTo>
                      <a:pt x="-1001" y="2046"/>
                      <a:pt x="-1784" y="8532"/>
                      <a:pt x="4508" y="6297"/>
                    </a:cubicBezTo>
                    <a:cubicBezTo>
                      <a:pt x="9440" y="4737"/>
                      <a:pt x="10034" y="-1692"/>
                      <a:pt x="3851" y="4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1" name="Freeform: Shape 2190">
                <a:extLst>
                  <a:ext uri="{FF2B5EF4-FFF2-40B4-BE49-F238E27FC236}">
                    <a16:creationId xmlns:a16="http://schemas.microsoft.com/office/drawing/2014/main" id="{028DEF19-9930-E18D-B02B-0DCF435A3370}"/>
                  </a:ext>
                </a:extLst>
              </p:cNvPr>
              <p:cNvSpPr/>
              <p:nvPr/>
            </p:nvSpPr>
            <p:spPr>
              <a:xfrm>
                <a:off x="7220359" y="6318115"/>
                <a:ext cx="9515" cy="1612"/>
              </a:xfrm>
              <a:custGeom>
                <a:avLst/>
                <a:gdLst>
                  <a:gd name="connsiteX0" fmla="*/ 3955 w 9515"/>
                  <a:gd name="connsiteY0" fmla="*/ 0 h 1612"/>
                  <a:gd name="connsiteX1" fmla="*/ 9515 w 9515"/>
                  <a:gd name="connsiteY1" fmla="*/ 863 h 1612"/>
                  <a:gd name="connsiteX2" fmla="*/ 3955 w 9515"/>
                  <a:gd name="connsiteY2" fmla="*/ 0 h 1612"/>
                </a:gdLst>
                <a:ahLst/>
                <a:cxnLst>
                  <a:cxn ang="0">
                    <a:pos x="connsiteX0" y="connsiteY0"/>
                  </a:cxn>
                  <a:cxn ang="0">
                    <a:pos x="connsiteX1" y="connsiteY1"/>
                  </a:cxn>
                  <a:cxn ang="0">
                    <a:pos x="connsiteX2" y="connsiteY2"/>
                  </a:cxn>
                </a:cxnLst>
                <a:rect l="l" t="t" r="r" b="b"/>
                <a:pathLst>
                  <a:path w="9515" h="1612">
                    <a:moveTo>
                      <a:pt x="3955" y="0"/>
                    </a:moveTo>
                    <a:cubicBezTo>
                      <a:pt x="-7378" y="297"/>
                      <a:pt x="9218" y="2846"/>
                      <a:pt x="9515" y="863"/>
                    </a:cubicBezTo>
                    <a:cubicBezTo>
                      <a:pt x="9030" y="429"/>
                      <a:pt x="6544" y="40"/>
                      <a:pt x="395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2" name="Freeform: Shape 2191">
                <a:extLst>
                  <a:ext uri="{FF2B5EF4-FFF2-40B4-BE49-F238E27FC236}">
                    <a16:creationId xmlns:a16="http://schemas.microsoft.com/office/drawing/2014/main" id="{ED6B3770-1C6A-6F01-0F2D-FBBFE53427B4}"/>
                  </a:ext>
                </a:extLst>
              </p:cNvPr>
              <p:cNvSpPr/>
              <p:nvPr/>
            </p:nvSpPr>
            <p:spPr>
              <a:xfrm>
                <a:off x="7110401" y="5154459"/>
                <a:ext cx="8686" cy="4671"/>
              </a:xfrm>
              <a:custGeom>
                <a:avLst/>
                <a:gdLst>
                  <a:gd name="connsiteX0" fmla="*/ 3779 w 8686"/>
                  <a:gd name="connsiteY0" fmla="*/ 351 h 4671"/>
                  <a:gd name="connsiteX1" fmla="*/ 4922 w 8686"/>
                  <a:gd name="connsiteY1" fmla="*/ 4265 h 4671"/>
                  <a:gd name="connsiteX2" fmla="*/ 3779 w 8686"/>
                  <a:gd name="connsiteY2" fmla="*/ 351 h 4671"/>
                </a:gdLst>
                <a:ahLst/>
                <a:cxnLst>
                  <a:cxn ang="0">
                    <a:pos x="connsiteX0" y="connsiteY0"/>
                  </a:cxn>
                  <a:cxn ang="0">
                    <a:pos x="connsiteX1" y="connsiteY1"/>
                  </a:cxn>
                  <a:cxn ang="0">
                    <a:pos x="connsiteX2" y="connsiteY2"/>
                  </a:cxn>
                </a:cxnLst>
                <a:rect l="l" t="t" r="r" b="b"/>
                <a:pathLst>
                  <a:path w="8686" h="4671">
                    <a:moveTo>
                      <a:pt x="3779" y="351"/>
                    </a:moveTo>
                    <a:cubicBezTo>
                      <a:pt x="-1965" y="1945"/>
                      <a:pt x="-822" y="5951"/>
                      <a:pt x="4922" y="4265"/>
                    </a:cubicBezTo>
                    <a:cubicBezTo>
                      <a:pt x="10740" y="2768"/>
                      <a:pt x="9391" y="-1192"/>
                      <a:pt x="3779" y="3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3" name="Freeform: Shape 2192">
                <a:extLst>
                  <a:ext uri="{FF2B5EF4-FFF2-40B4-BE49-F238E27FC236}">
                    <a16:creationId xmlns:a16="http://schemas.microsoft.com/office/drawing/2014/main" id="{BC62AA00-36FB-04AC-8B4C-12BFCFAE0D47}"/>
                  </a:ext>
                </a:extLst>
              </p:cNvPr>
              <p:cNvSpPr/>
              <p:nvPr/>
            </p:nvSpPr>
            <p:spPr>
              <a:xfrm>
                <a:off x="7083500" y="4995389"/>
                <a:ext cx="8684" cy="6746"/>
              </a:xfrm>
              <a:custGeom>
                <a:avLst/>
                <a:gdLst>
                  <a:gd name="connsiteX0" fmla="*/ 3997 w 8684"/>
                  <a:gd name="connsiteY0" fmla="*/ 161 h 6746"/>
                  <a:gd name="connsiteX1" fmla="*/ 14 w 8684"/>
                  <a:gd name="connsiteY1" fmla="*/ 4647 h 6746"/>
                  <a:gd name="connsiteX2" fmla="*/ 3997 w 8684"/>
                  <a:gd name="connsiteY2" fmla="*/ 161 h 6746"/>
                </a:gdLst>
                <a:ahLst/>
                <a:cxnLst>
                  <a:cxn ang="0">
                    <a:pos x="connsiteX0" y="connsiteY0"/>
                  </a:cxn>
                  <a:cxn ang="0">
                    <a:pos x="connsiteX1" y="connsiteY1"/>
                  </a:cxn>
                  <a:cxn ang="0">
                    <a:pos x="connsiteX2" y="connsiteY2"/>
                  </a:cxn>
                </a:cxnLst>
                <a:rect l="l" t="t" r="r" b="b"/>
                <a:pathLst>
                  <a:path w="8684" h="6746">
                    <a:moveTo>
                      <a:pt x="3997" y="161"/>
                    </a:moveTo>
                    <a:cubicBezTo>
                      <a:pt x="1608" y="915"/>
                      <a:pt x="-175" y="2961"/>
                      <a:pt x="14" y="4647"/>
                    </a:cubicBezTo>
                    <a:cubicBezTo>
                      <a:pt x="2934" y="11751"/>
                      <a:pt x="15324" y="-1594"/>
                      <a:pt x="3997" y="1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4" name="Freeform: Shape 2193">
                <a:extLst>
                  <a:ext uri="{FF2B5EF4-FFF2-40B4-BE49-F238E27FC236}">
                    <a16:creationId xmlns:a16="http://schemas.microsoft.com/office/drawing/2014/main" id="{AAA01B52-07E8-2E63-FFB1-D30317B06AFF}"/>
                  </a:ext>
                </a:extLst>
              </p:cNvPr>
              <p:cNvSpPr/>
              <p:nvPr/>
            </p:nvSpPr>
            <p:spPr>
              <a:xfrm>
                <a:off x="7147016" y="5419747"/>
                <a:ext cx="8834" cy="20473"/>
              </a:xfrm>
              <a:custGeom>
                <a:avLst/>
                <a:gdLst>
                  <a:gd name="connsiteX0" fmla="*/ 3935 w 8834"/>
                  <a:gd name="connsiteY0" fmla="*/ 61 h 20473"/>
                  <a:gd name="connsiteX1" fmla="*/ 4901 w 8834"/>
                  <a:gd name="connsiteY1" fmla="*/ 20418 h 20473"/>
                  <a:gd name="connsiteX2" fmla="*/ 3935 w 8834"/>
                  <a:gd name="connsiteY2" fmla="*/ 61 h 20473"/>
                </a:gdLst>
                <a:ahLst/>
                <a:cxnLst>
                  <a:cxn ang="0">
                    <a:pos x="connsiteX0" y="connsiteY0"/>
                  </a:cxn>
                  <a:cxn ang="0">
                    <a:pos x="connsiteX1" y="connsiteY1"/>
                  </a:cxn>
                  <a:cxn ang="0">
                    <a:pos x="connsiteX2" y="connsiteY2"/>
                  </a:cxn>
                </a:cxnLst>
                <a:rect l="l" t="t" r="r" b="b"/>
                <a:pathLst>
                  <a:path w="8834" h="20473">
                    <a:moveTo>
                      <a:pt x="3935" y="61"/>
                    </a:moveTo>
                    <a:cubicBezTo>
                      <a:pt x="-1272" y="570"/>
                      <a:pt x="-1666" y="21698"/>
                      <a:pt x="4901" y="20418"/>
                    </a:cubicBezTo>
                    <a:cubicBezTo>
                      <a:pt x="10072" y="19949"/>
                      <a:pt x="10535" y="-1282"/>
                      <a:pt x="3935" y="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5" name="Freeform: Shape 2194">
                <a:extLst>
                  <a:ext uri="{FF2B5EF4-FFF2-40B4-BE49-F238E27FC236}">
                    <a16:creationId xmlns:a16="http://schemas.microsoft.com/office/drawing/2014/main" id="{C7C1A243-D346-650A-711F-75C442DE0058}"/>
                  </a:ext>
                </a:extLst>
              </p:cNvPr>
              <p:cNvSpPr/>
              <p:nvPr/>
            </p:nvSpPr>
            <p:spPr>
              <a:xfrm>
                <a:off x="7175257" y="6104334"/>
                <a:ext cx="8973" cy="18430"/>
              </a:xfrm>
              <a:custGeom>
                <a:avLst/>
                <a:gdLst>
                  <a:gd name="connsiteX0" fmla="*/ 3942 w 8973"/>
                  <a:gd name="connsiteY0" fmla="*/ 5 h 18430"/>
                  <a:gd name="connsiteX1" fmla="*/ 5034 w 8973"/>
                  <a:gd name="connsiteY1" fmla="*/ 18425 h 18430"/>
                  <a:gd name="connsiteX2" fmla="*/ 3942 w 8973"/>
                  <a:gd name="connsiteY2" fmla="*/ 5 h 18430"/>
                </a:gdLst>
                <a:ahLst/>
                <a:cxnLst>
                  <a:cxn ang="0">
                    <a:pos x="connsiteX0" y="connsiteY0"/>
                  </a:cxn>
                  <a:cxn ang="0">
                    <a:pos x="connsiteX1" y="connsiteY1"/>
                  </a:cxn>
                  <a:cxn ang="0">
                    <a:pos x="connsiteX2" y="connsiteY2"/>
                  </a:cxn>
                </a:cxnLst>
                <a:rect l="l" t="t" r="r" b="b"/>
                <a:pathLst>
                  <a:path w="8973" h="18430">
                    <a:moveTo>
                      <a:pt x="3942" y="5"/>
                    </a:moveTo>
                    <a:cubicBezTo>
                      <a:pt x="-2190" y="-109"/>
                      <a:pt x="-658" y="18785"/>
                      <a:pt x="5034" y="18425"/>
                    </a:cubicBezTo>
                    <a:cubicBezTo>
                      <a:pt x="11286" y="18608"/>
                      <a:pt x="9475" y="-366"/>
                      <a:pt x="3942" y="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6" name="Freeform: Shape 2195">
                <a:extLst>
                  <a:ext uri="{FF2B5EF4-FFF2-40B4-BE49-F238E27FC236}">
                    <a16:creationId xmlns:a16="http://schemas.microsoft.com/office/drawing/2014/main" id="{FAC5D143-7DE5-B5DB-4EE0-F7B9672283CD}"/>
                  </a:ext>
                </a:extLst>
              </p:cNvPr>
              <p:cNvSpPr/>
              <p:nvPr/>
            </p:nvSpPr>
            <p:spPr>
              <a:xfrm>
                <a:off x="7986435" y="7525882"/>
                <a:ext cx="13084" cy="5394"/>
              </a:xfrm>
              <a:custGeom>
                <a:avLst/>
                <a:gdLst>
                  <a:gd name="connsiteX0" fmla="*/ 4872 w 13084"/>
                  <a:gd name="connsiteY0" fmla="*/ 6 h 5394"/>
                  <a:gd name="connsiteX1" fmla="*/ 12233 w 13084"/>
                  <a:gd name="connsiteY1" fmla="*/ 4464 h 5394"/>
                  <a:gd name="connsiteX2" fmla="*/ 4872 w 13084"/>
                  <a:gd name="connsiteY2" fmla="*/ 6 h 5394"/>
                </a:gdLst>
                <a:ahLst/>
                <a:cxnLst>
                  <a:cxn ang="0">
                    <a:pos x="connsiteX0" y="connsiteY0"/>
                  </a:cxn>
                  <a:cxn ang="0">
                    <a:pos x="connsiteX1" y="connsiteY1"/>
                  </a:cxn>
                  <a:cxn ang="0">
                    <a:pos x="connsiteX2" y="connsiteY2"/>
                  </a:cxn>
                </a:cxnLst>
                <a:rect l="l" t="t" r="r" b="b"/>
                <a:pathLst>
                  <a:path w="13084" h="5394">
                    <a:moveTo>
                      <a:pt x="4872" y="6"/>
                    </a:moveTo>
                    <a:cubicBezTo>
                      <a:pt x="-7759" y="1087"/>
                      <a:pt x="7626" y="7824"/>
                      <a:pt x="12233" y="4464"/>
                    </a:cubicBezTo>
                    <a:cubicBezTo>
                      <a:pt x="15776" y="1384"/>
                      <a:pt x="7272" y="-108"/>
                      <a:pt x="4872"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7" name="Freeform: Shape 2196">
                <a:extLst>
                  <a:ext uri="{FF2B5EF4-FFF2-40B4-BE49-F238E27FC236}">
                    <a16:creationId xmlns:a16="http://schemas.microsoft.com/office/drawing/2014/main" id="{93821BF7-0D82-0AEB-8EB3-58E7578E45D5}"/>
                  </a:ext>
                </a:extLst>
              </p:cNvPr>
              <p:cNvSpPr/>
              <p:nvPr/>
            </p:nvSpPr>
            <p:spPr>
              <a:xfrm>
                <a:off x="6568485" y="5008810"/>
                <a:ext cx="6895" cy="2440"/>
              </a:xfrm>
              <a:custGeom>
                <a:avLst/>
                <a:gdLst>
                  <a:gd name="connsiteX0" fmla="*/ 2878 w 6895"/>
                  <a:gd name="connsiteY0" fmla="*/ 804 h 2440"/>
                  <a:gd name="connsiteX1" fmla="*/ 6896 w 6895"/>
                  <a:gd name="connsiteY1" fmla="*/ 73 h 2440"/>
                  <a:gd name="connsiteX2" fmla="*/ 2878 w 6895"/>
                  <a:gd name="connsiteY2" fmla="*/ 804 h 2440"/>
                </a:gdLst>
                <a:ahLst/>
                <a:cxnLst>
                  <a:cxn ang="0">
                    <a:pos x="connsiteX0" y="connsiteY0"/>
                  </a:cxn>
                  <a:cxn ang="0">
                    <a:pos x="connsiteX1" y="connsiteY1"/>
                  </a:cxn>
                  <a:cxn ang="0">
                    <a:pos x="connsiteX2" y="connsiteY2"/>
                  </a:cxn>
                </a:cxnLst>
                <a:rect l="l" t="t" r="r" b="b"/>
                <a:pathLst>
                  <a:path w="6895" h="2440">
                    <a:moveTo>
                      <a:pt x="2878" y="804"/>
                    </a:moveTo>
                    <a:cubicBezTo>
                      <a:pt x="-4974" y="3736"/>
                      <a:pt x="5587" y="2250"/>
                      <a:pt x="6896" y="73"/>
                    </a:cubicBezTo>
                    <a:cubicBezTo>
                      <a:pt x="5976" y="-219"/>
                      <a:pt x="4124" y="438"/>
                      <a:pt x="2878" y="8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8" name="Freeform: Shape 2197">
                <a:extLst>
                  <a:ext uri="{FF2B5EF4-FFF2-40B4-BE49-F238E27FC236}">
                    <a16:creationId xmlns:a16="http://schemas.microsoft.com/office/drawing/2014/main" id="{D1382A29-EE18-D25F-AF50-E45EBDA6CB50}"/>
                  </a:ext>
                </a:extLst>
              </p:cNvPr>
              <p:cNvSpPr/>
              <p:nvPr/>
            </p:nvSpPr>
            <p:spPr>
              <a:xfrm>
                <a:off x="7184276" y="6435270"/>
                <a:ext cx="10855" cy="4072"/>
              </a:xfrm>
              <a:custGeom>
                <a:avLst/>
                <a:gdLst>
                  <a:gd name="connsiteX0" fmla="*/ 4439 w 10855"/>
                  <a:gd name="connsiteY0" fmla="*/ 1237 h 4072"/>
                  <a:gd name="connsiteX1" fmla="*/ 6417 w 10855"/>
                  <a:gd name="connsiteY1" fmla="*/ 2825 h 4072"/>
                  <a:gd name="connsiteX2" fmla="*/ 4439 w 10855"/>
                  <a:gd name="connsiteY2" fmla="*/ 1237 h 4072"/>
                </a:gdLst>
                <a:ahLst/>
                <a:cxnLst>
                  <a:cxn ang="0">
                    <a:pos x="connsiteX0" y="connsiteY0"/>
                  </a:cxn>
                  <a:cxn ang="0">
                    <a:pos x="connsiteX1" y="connsiteY1"/>
                  </a:cxn>
                  <a:cxn ang="0">
                    <a:pos x="connsiteX2" y="connsiteY2"/>
                  </a:cxn>
                </a:cxnLst>
                <a:rect l="l" t="t" r="r" b="b"/>
                <a:pathLst>
                  <a:path w="10855" h="4072">
                    <a:moveTo>
                      <a:pt x="4439" y="1237"/>
                    </a:moveTo>
                    <a:cubicBezTo>
                      <a:pt x="-3470" y="4111"/>
                      <a:pt x="450" y="5083"/>
                      <a:pt x="6417" y="2825"/>
                    </a:cubicBezTo>
                    <a:cubicBezTo>
                      <a:pt x="14332" y="-55"/>
                      <a:pt x="10394" y="-992"/>
                      <a:pt x="4439" y="123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9" name="Freeform: Shape 2198">
                <a:extLst>
                  <a:ext uri="{FF2B5EF4-FFF2-40B4-BE49-F238E27FC236}">
                    <a16:creationId xmlns:a16="http://schemas.microsoft.com/office/drawing/2014/main" id="{F39870C4-C85C-C9FF-705F-47378D545356}"/>
                  </a:ext>
                </a:extLst>
              </p:cNvPr>
              <p:cNvSpPr/>
              <p:nvPr/>
            </p:nvSpPr>
            <p:spPr>
              <a:xfrm>
                <a:off x="7124735" y="6400192"/>
                <a:ext cx="10704" cy="2988"/>
              </a:xfrm>
              <a:custGeom>
                <a:avLst/>
                <a:gdLst>
                  <a:gd name="connsiteX0" fmla="*/ 4464 w 10704"/>
                  <a:gd name="connsiteY0" fmla="*/ 1077 h 2988"/>
                  <a:gd name="connsiteX1" fmla="*/ 10705 w 10704"/>
                  <a:gd name="connsiteY1" fmla="*/ 59 h 2988"/>
                  <a:gd name="connsiteX2" fmla="*/ 4464 w 10704"/>
                  <a:gd name="connsiteY2" fmla="*/ 1077 h 2988"/>
                </a:gdLst>
                <a:ahLst/>
                <a:cxnLst>
                  <a:cxn ang="0">
                    <a:pos x="connsiteX0" y="connsiteY0"/>
                  </a:cxn>
                  <a:cxn ang="0">
                    <a:pos x="connsiteX1" y="connsiteY1"/>
                  </a:cxn>
                  <a:cxn ang="0">
                    <a:pos x="connsiteX2" y="connsiteY2"/>
                  </a:cxn>
                </a:cxnLst>
                <a:rect l="l" t="t" r="r" b="b"/>
                <a:pathLst>
                  <a:path w="10704" h="2988">
                    <a:moveTo>
                      <a:pt x="4464" y="1077"/>
                    </a:moveTo>
                    <a:cubicBezTo>
                      <a:pt x="-8366" y="5048"/>
                      <a:pt x="10522" y="1888"/>
                      <a:pt x="10705" y="59"/>
                    </a:cubicBezTo>
                    <a:cubicBezTo>
                      <a:pt x="10162" y="-169"/>
                      <a:pt x="7373" y="282"/>
                      <a:pt x="4464" y="107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0" name="Freeform: Shape 2199">
                <a:extLst>
                  <a:ext uri="{FF2B5EF4-FFF2-40B4-BE49-F238E27FC236}">
                    <a16:creationId xmlns:a16="http://schemas.microsoft.com/office/drawing/2014/main" id="{946741CA-0624-AB45-EDC3-641AC5F49E14}"/>
                  </a:ext>
                </a:extLst>
              </p:cNvPr>
              <p:cNvSpPr/>
              <p:nvPr/>
            </p:nvSpPr>
            <p:spPr>
              <a:xfrm>
                <a:off x="7012844" y="6358080"/>
                <a:ext cx="9884" cy="1225"/>
              </a:xfrm>
              <a:custGeom>
                <a:avLst/>
                <a:gdLst>
                  <a:gd name="connsiteX0" fmla="*/ 4152 w 9884"/>
                  <a:gd name="connsiteY0" fmla="*/ 160 h 1225"/>
                  <a:gd name="connsiteX1" fmla="*/ 9884 w 9884"/>
                  <a:gd name="connsiteY1" fmla="*/ 206 h 1225"/>
                  <a:gd name="connsiteX2" fmla="*/ 4152 w 9884"/>
                  <a:gd name="connsiteY2" fmla="*/ 160 h 1225"/>
                </a:gdLst>
                <a:ahLst/>
                <a:cxnLst>
                  <a:cxn ang="0">
                    <a:pos x="connsiteX0" y="connsiteY0"/>
                  </a:cxn>
                  <a:cxn ang="0">
                    <a:pos x="connsiteX1" y="connsiteY1"/>
                  </a:cxn>
                  <a:cxn ang="0">
                    <a:pos x="connsiteX2" y="connsiteY2"/>
                  </a:cxn>
                </a:cxnLst>
                <a:rect l="l" t="t" r="r" b="b"/>
                <a:pathLst>
                  <a:path w="9884" h="1225">
                    <a:moveTo>
                      <a:pt x="4152" y="160"/>
                    </a:moveTo>
                    <a:cubicBezTo>
                      <a:pt x="-7684" y="1526"/>
                      <a:pt x="9507" y="1617"/>
                      <a:pt x="9884" y="206"/>
                    </a:cubicBezTo>
                    <a:cubicBezTo>
                      <a:pt x="9410" y="-51"/>
                      <a:pt x="6844" y="-69"/>
                      <a:pt x="4152" y="1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1" name="Freeform: Shape 2200">
                <a:extLst>
                  <a:ext uri="{FF2B5EF4-FFF2-40B4-BE49-F238E27FC236}">
                    <a16:creationId xmlns:a16="http://schemas.microsoft.com/office/drawing/2014/main" id="{3B9526BE-DE62-B95F-33FF-62E02174C561}"/>
                  </a:ext>
                </a:extLst>
              </p:cNvPr>
              <p:cNvSpPr/>
              <p:nvPr/>
            </p:nvSpPr>
            <p:spPr>
              <a:xfrm>
                <a:off x="7067096" y="6379799"/>
                <a:ext cx="10279" cy="1910"/>
              </a:xfrm>
              <a:custGeom>
                <a:avLst/>
                <a:gdLst>
                  <a:gd name="connsiteX0" fmla="*/ 4284 w 10279"/>
                  <a:gd name="connsiteY0" fmla="*/ 649 h 1910"/>
                  <a:gd name="connsiteX1" fmla="*/ 10279 w 10279"/>
                  <a:gd name="connsiteY1" fmla="*/ 49 h 1910"/>
                  <a:gd name="connsiteX2" fmla="*/ 4284 w 10279"/>
                  <a:gd name="connsiteY2" fmla="*/ 649 h 1910"/>
                </a:gdLst>
                <a:ahLst/>
                <a:cxnLst>
                  <a:cxn ang="0">
                    <a:pos x="connsiteX0" y="connsiteY0"/>
                  </a:cxn>
                  <a:cxn ang="0">
                    <a:pos x="connsiteX1" y="connsiteY1"/>
                  </a:cxn>
                  <a:cxn ang="0">
                    <a:pos x="connsiteX2" y="connsiteY2"/>
                  </a:cxn>
                </a:cxnLst>
                <a:rect l="l" t="t" r="r" b="b"/>
                <a:pathLst>
                  <a:path w="10279" h="1910">
                    <a:moveTo>
                      <a:pt x="4284" y="649"/>
                    </a:moveTo>
                    <a:cubicBezTo>
                      <a:pt x="-7986" y="3170"/>
                      <a:pt x="9970" y="1347"/>
                      <a:pt x="10279" y="49"/>
                    </a:cubicBezTo>
                    <a:cubicBezTo>
                      <a:pt x="9759" y="-116"/>
                      <a:pt x="7079" y="146"/>
                      <a:pt x="4284" y="6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2" name="Freeform: Shape 2201">
                <a:extLst>
                  <a:ext uri="{FF2B5EF4-FFF2-40B4-BE49-F238E27FC236}">
                    <a16:creationId xmlns:a16="http://schemas.microsoft.com/office/drawing/2014/main" id="{F198BA1D-8BED-F15A-D270-335C6720545C}"/>
                  </a:ext>
                </a:extLst>
              </p:cNvPr>
              <p:cNvSpPr/>
              <p:nvPr/>
            </p:nvSpPr>
            <p:spPr>
              <a:xfrm>
                <a:off x="7243312" y="6500765"/>
                <a:ext cx="11522" cy="5119"/>
              </a:xfrm>
              <a:custGeom>
                <a:avLst/>
                <a:gdLst>
                  <a:gd name="connsiteX0" fmla="*/ 4891 w 11522"/>
                  <a:gd name="connsiteY0" fmla="*/ 1196 h 5119"/>
                  <a:gd name="connsiteX1" fmla="*/ 11520 w 11522"/>
                  <a:gd name="connsiteY1" fmla="*/ 424 h 5119"/>
                  <a:gd name="connsiteX2" fmla="*/ 4891 w 11522"/>
                  <a:gd name="connsiteY2" fmla="*/ 1196 h 5119"/>
                </a:gdLst>
                <a:ahLst/>
                <a:cxnLst>
                  <a:cxn ang="0">
                    <a:pos x="connsiteX0" y="connsiteY0"/>
                  </a:cxn>
                  <a:cxn ang="0">
                    <a:pos x="connsiteX1" y="connsiteY1"/>
                  </a:cxn>
                  <a:cxn ang="0">
                    <a:pos x="connsiteX2" y="connsiteY2"/>
                  </a:cxn>
                </a:cxnLst>
                <a:rect l="l" t="t" r="r" b="b"/>
                <a:pathLst>
                  <a:path w="11522" h="5119">
                    <a:moveTo>
                      <a:pt x="4891" y="1196"/>
                    </a:moveTo>
                    <a:cubicBezTo>
                      <a:pt x="-9237" y="7894"/>
                      <a:pt x="11760" y="4916"/>
                      <a:pt x="11520" y="424"/>
                    </a:cubicBezTo>
                    <a:cubicBezTo>
                      <a:pt x="10983" y="-365"/>
                      <a:pt x="8017" y="-22"/>
                      <a:pt x="4891" y="11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3" name="Freeform: Shape 2202">
                <a:extLst>
                  <a:ext uri="{FF2B5EF4-FFF2-40B4-BE49-F238E27FC236}">
                    <a16:creationId xmlns:a16="http://schemas.microsoft.com/office/drawing/2014/main" id="{CC5AC961-1A73-C4F0-1CF7-4578CE29118E}"/>
                  </a:ext>
                </a:extLst>
              </p:cNvPr>
              <p:cNvSpPr/>
              <p:nvPr/>
            </p:nvSpPr>
            <p:spPr>
              <a:xfrm>
                <a:off x="7549075" y="7351551"/>
                <a:ext cx="12738" cy="6214"/>
              </a:xfrm>
              <a:custGeom>
                <a:avLst/>
                <a:gdLst>
                  <a:gd name="connsiteX0" fmla="*/ 5154 w 12738"/>
                  <a:gd name="connsiteY0" fmla="*/ 48 h 6214"/>
                  <a:gd name="connsiteX1" fmla="*/ 7589 w 12738"/>
                  <a:gd name="connsiteY1" fmla="*/ 6168 h 6214"/>
                  <a:gd name="connsiteX2" fmla="*/ 5154 w 12738"/>
                  <a:gd name="connsiteY2" fmla="*/ 48 h 6214"/>
                </a:gdLst>
                <a:ahLst/>
                <a:cxnLst>
                  <a:cxn ang="0">
                    <a:pos x="connsiteX0" y="connsiteY0"/>
                  </a:cxn>
                  <a:cxn ang="0">
                    <a:pos x="connsiteX1" y="connsiteY1"/>
                  </a:cxn>
                  <a:cxn ang="0">
                    <a:pos x="connsiteX2" y="connsiteY2"/>
                  </a:cxn>
                </a:cxnLst>
                <a:rect l="l" t="t" r="r" b="b"/>
                <a:pathLst>
                  <a:path w="12738" h="6214">
                    <a:moveTo>
                      <a:pt x="5154" y="48"/>
                    </a:moveTo>
                    <a:cubicBezTo>
                      <a:pt x="-4150" y="745"/>
                      <a:pt x="674" y="6803"/>
                      <a:pt x="7589" y="6168"/>
                    </a:cubicBezTo>
                    <a:cubicBezTo>
                      <a:pt x="16893" y="5494"/>
                      <a:pt x="12052" y="-598"/>
                      <a:pt x="5154" y="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4" name="Freeform: Shape 2203">
                <a:extLst>
                  <a:ext uri="{FF2B5EF4-FFF2-40B4-BE49-F238E27FC236}">
                    <a16:creationId xmlns:a16="http://schemas.microsoft.com/office/drawing/2014/main" id="{6207E292-383D-71A1-B9E2-82F7A2C8576A}"/>
                  </a:ext>
                </a:extLst>
              </p:cNvPr>
              <p:cNvSpPr/>
              <p:nvPr/>
            </p:nvSpPr>
            <p:spPr>
              <a:xfrm>
                <a:off x="6963890" y="6318827"/>
                <a:ext cx="9316" cy="1779"/>
              </a:xfrm>
              <a:custGeom>
                <a:avLst/>
                <a:gdLst>
                  <a:gd name="connsiteX0" fmla="*/ 3895 w 9316"/>
                  <a:gd name="connsiteY0" fmla="*/ 20 h 1779"/>
                  <a:gd name="connsiteX1" fmla="*/ 5420 w 9316"/>
                  <a:gd name="connsiteY1" fmla="*/ 1757 h 1779"/>
                  <a:gd name="connsiteX2" fmla="*/ 3895 w 9316"/>
                  <a:gd name="connsiteY2" fmla="*/ 20 h 1779"/>
                </a:gdLst>
                <a:ahLst/>
                <a:cxnLst>
                  <a:cxn ang="0">
                    <a:pos x="connsiteX0" y="connsiteY0"/>
                  </a:cxn>
                  <a:cxn ang="0">
                    <a:pos x="connsiteX1" y="connsiteY1"/>
                  </a:cxn>
                  <a:cxn ang="0">
                    <a:pos x="connsiteX2" y="connsiteY2"/>
                  </a:cxn>
                </a:cxnLst>
                <a:rect l="l" t="t" r="r" b="b"/>
                <a:pathLst>
                  <a:path w="9316" h="1779">
                    <a:moveTo>
                      <a:pt x="3895" y="20"/>
                    </a:moveTo>
                    <a:cubicBezTo>
                      <a:pt x="-3129" y="271"/>
                      <a:pt x="568" y="1997"/>
                      <a:pt x="5420" y="1757"/>
                    </a:cubicBezTo>
                    <a:cubicBezTo>
                      <a:pt x="12456" y="1512"/>
                      <a:pt x="8735" y="-203"/>
                      <a:pt x="3895"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5" name="Freeform: Shape 2204">
                <a:extLst>
                  <a:ext uri="{FF2B5EF4-FFF2-40B4-BE49-F238E27FC236}">
                    <a16:creationId xmlns:a16="http://schemas.microsoft.com/office/drawing/2014/main" id="{79951878-1824-A2E7-8485-AF49CC272A8F}"/>
                  </a:ext>
                </a:extLst>
              </p:cNvPr>
              <p:cNvSpPr/>
              <p:nvPr/>
            </p:nvSpPr>
            <p:spPr>
              <a:xfrm>
                <a:off x="7357419" y="6777707"/>
                <a:ext cx="11749" cy="6824"/>
              </a:xfrm>
              <a:custGeom>
                <a:avLst/>
                <a:gdLst>
                  <a:gd name="connsiteX0" fmla="*/ 4924 w 11749"/>
                  <a:gd name="connsiteY0" fmla="*/ 523 h 6824"/>
                  <a:gd name="connsiteX1" fmla="*/ 6827 w 11749"/>
                  <a:gd name="connsiteY1" fmla="*/ 6306 h 6824"/>
                  <a:gd name="connsiteX2" fmla="*/ 4924 w 11749"/>
                  <a:gd name="connsiteY2" fmla="*/ 523 h 6824"/>
                </a:gdLst>
                <a:ahLst/>
                <a:cxnLst>
                  <a:cxn ang="0">
                    <a:pos x="connsiteX0" y="connsiteY0"/>
                  </a:cxn>
                  <a:cxn ang="0">
                    <a:pos x="connsiteX1" y="connsiteY1"/>
                  </a:cxn>
                  <a:cxn ang="0">
                    <a:pos x="connsiteX2" y="connsiteY2"/>
                  </a:cxn>
                </a:cxnLst>
                <a:rect l="l" t="t" r="r" b="b"/>
                <a:pathLst>
                  <a:path w="11749" h="6824">
                    <a:moveTo>
                      <a:pt x="4924" y="523"/>
                    </a:moveTo>
                    <a:cubicBezTo>
                      <a:pt x="-2911" y="2769"/>
                      <a:pt x="-740" y="8581"/>
                      <a:pt x="6827" y="6306"/>
                    </a:cubicBezTo>
                    <a:cubicBezTo>
                      <a:pt x="14668" y="4084"/>
                      <a:pt x="12479" y="-1769"/>
                      <a:pt x="4924" y="5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6" name="Freeform: Shape 2205">
                <a:extLst>
                  <a:ext uri="{FF2B5EF4-FFF2-40B4-BE49-F238E27FC236}">
                    <a16:creationId xmlns:a16="http://schemas.microsoft.com/office/drawing/2014/main" id="{3DB0E003-B6F9-6E06-1743-E3F783E3101F}"/>
                  </a:ext>
                </a:extLst>
              </p:cNvPr>
              <p:cNvSpPr/>
              <p:nvPr/>
            </p:nvSpPr>
            <p:spPr>
              <a:xfrm>
                <a:off x="7479483" y="7159119"/>
                <a:ext cx="12349" cy="6731"/>
              </a:xfrm>
              <a:custGeom>
                <a:avLst/>
                <a:gdLst>
                  <a:gd name="connsiteX0" fmla="*/ 5081 w 12349"/>
                  <a:gd name="connsiteY0" fmla="*/ 124 h 6731"/>
                  <a:gd name="connsiteX1" fmla="*/ 7270 w 12349"/>
                  <a:gd name="connsiteY1" fmla="*/ 6610 h 6731"/>
                  <a:gd name="connsiteX2" fmla="*/ 5081 w 12349"/>
                  <a:gd name="connsiteY2" fmla="*/ 124 h 6731"/>
                </a:gdLst>
                <a:ahLst/>
                <a:cxnLst>
                  <a:cxn ang="0">
                    <a:pos x="connsiteX0" y="connsiteY0"/>
                  </a:cxn>
                  <a:cxn ang="0">
                    <a:pos x="connsiteX1" y="connsiteY1"/>
                  </a:cxn>
                  <a:cxn ang="0">
                    <a:pos x="connsiteX2" y="connsiteY2"/>
                  </a:cxn>
                </a:cxnLst>
                <a:rect l="l" t="t" r="r" b="b"/>
                <a:pathLst>
                  <a:path w="12349" h="6731">
                    <a:moveTo>
                      <a:pt x="5081" y="124"/>
                    </a:moveTo>
                    <a:cubicBezTo>
                      <a:pt x="-3663" y="1296"/>
                      <a:pt x="80" y="7685"/>
                      <a:pt x="7270" y="6610"/>
                    </a:cubicBezTo>
                    <a:cubicBezTo>
                      <a:pt x="16019" y="5467"/>
                      <a:pt x="12259" y="-968"/>
                      <a:pt x="5081" y="1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7" name="Freeform: Shape 2206">
                <a:extLst>
                  <a:ext uri="{FF2B5EF4-FFF2-40B4-BE49-F238E27FC236}">
                    <a16:creationId xmlns:a16="http://schemas.microsoft.com/office/drawing/2014/main" id="{9B6CC90E-CD71-120E-B070-01898F167C34}"/>
                  </a:ext>
                </a:extLst>
              </p:cNvPr>
              <p:cNvSpPr/>
              <p:nvPr/>
            </p:nvSpPr>
            <p:spPr>
              <a:xfrm>
                <a:off x="7300664" y="6617849"/>
                <a:ext cx="11484" cy="6384"/>
              </a:xfrm>
              <a:custGeom>
                <a:avLst/>
                <a:gdLst>
                  <a:gd name="connsiteX0" fmla="*/ 4809 w 11484"/>
                  <a:gd name="connsiteY0" fmla="*/ 841 h 6384"/>
                  <a:gd name="connsiteX1" fmla="*/ 6678 w 11484"/>
                  <a:gd name="connsiteY1" fmla="*/ 5550 h 6384"/>
                  <a:gd name="connsiteX2" fmla="*/ 4809 w 11484"/>
                  <a:gd name="connsiteY2" fmla="*/ 841 h 6384"/>
                </a:gdLst>
                <a:ahLst/>
                <a:cxnLst>
                  <a:cxn ang="0">
                    <a:pos x="connsiteX0" y="connsiteY0"/>
                  </a:cxn>
                  <a:cxn ang="0">
                    <a:pos x="connsiteX1" y="connsiteY1"/>
                  </a:cxn>
                  <a:cxn ang="0">
                    <a:pos x="connsiteX2" y="connsiteY2"/>
                  </a:cxn>
                </a:cxnLst>
                <a:rect l="l" t="t" r="r" b="b"/>
                <a:pathLst>
                  <a:path w="11484" h="6384">
                    <a:moveTo>
                      <a:pt x="4809" y="841"/>
                    </a:moveTo>
                    <a:cubicBezTo>
                      <a:pt x="-2827" y="3573"/>
                      <a:pt x="-746" y="8310"/>
                      <a:pt x="6678" y="5550"/>
                    </a:cubicBezTo>
                    <a:cubicBezTo>
                      <a:pt x="14318" y="2830"/>
                      <a:pt x="12221" y="-1937"/>
                      <a:pt x="4809" y="8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8" name="Freeform: Shape 2207">
                <a:extLst>
                  <a:ext uri="{FF2B5EF4-FFF2-40B4-BE49-F238E27FC236}">
                    <a16:creationId xmlns:a16="http://schemas.microsoft.com/office/drawing/2014/main" id="{7801D5C4-2889-A9AB-76FE-15853B29A64F}"/>
                  </a:ext>
                </a:extLst>
              </p:cNvPr>
              <p:cNvSpPr/>
              <p:nvPr/>
            </p:nvSpPr>
            <p:spPr>
              <a:xfrm>
                <a:off x="7416032" y="6963045"/>
                <a:ext cx="12359" cy="6688"/>
              </a:xfrm>
              <a:custGeom>
                <a:avLst/>
                <a:gdLst>
                  <a:gd name="connsiteX0" fmla="*/ 5289 w 12359"/>
                  <a:gd name="connsiteY0" fmla="*/ 225 h 6688"/>
                  <a:gd name="connsiteX1" fmla="*/ 12359 w 12359"/>
                  <a:gd name="connsiteY1" fmla="*/ 2214 h 6688"/>
                  <a:gd name="connsiteX2" fmla="*/ 5289 w 12359"/>
                  <a:gd name="connsiteY2" fmla="*/ 225 h 6688"/>
                </a:gdLst>
                <a:ahLst/>
                <a:cxnLst>
                  <a:cxn ang="0">
                    <a:pos x="connsiteX0" y="connsiteY0"/>
                  </a:cxn>
                  <a:cxn ang="0">
                    <a:pos x="connsiteX1" y="connsiteY1"/>
                  </a:cxn>
                  <a:cxn ang="0">
                    <a:pos x="connsiteX2" y="connsiteY2"/>
                  </a:cxn>
                </a:cxnLst>
                <a:rect l="l" t="t" r="r" b="b"/>
                <a:pathLst>
                  <a:path w="12359" h="6688">
                    <a:moveTo>
                      <a:pt x="5289" y="225"/>
                    </a:moveTo>
                    <a:cubicBezTo>
                      <a:pt x="-9895" y="5151"/>
                      <a:pt x="12451" y="10872"/>
                      <a:pt x="12359" y="2214"/>
                    </a:cubicBezTo>
                    <a:cubicBezTo>
                      <a:pt x="11805" y="442"/>
                      <a:pt x="8644" y="-449"/>
                      <a:pt x="5289" y="2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9" name="Freeform: Shape 2208">
                <a:extLst>
                  <a:ext uri="{FF2B5EF4-FFF2-40B4-BE49-F238E27FC236}">
                    <a16:creationId xmlns:a16="http://schemas.microsoft.com/office/drawing/2014/main" id="{3979F6E5-AFE7-D853-44E2-4BA14E95913E}"/>
                  </a:ext>
                </a:extLst>
              </p:cNvPr>
              <p:cNvSpPr/>
              <p:nvPr/>
            </p:nvSpPr>
            <p:spPr>
              <a:xfrm>
                <a:off x="6638214" y="4989646"/>
                <a:ext cx="7896" cy="6567"/>
              </a:xfrm>
              <a:custGeom>
                <a:avLst/>
                <a:gdLst>
                  <a:gd name="connsiteX0" fmla="*/ 3330 w 7896"/>
                  <a:gd name="connsiteY0" fmla="*/ 3766 h 6567"/>
                  <a:gd name="connsiteX1" fmla="*/ 7896 w 7896"/>
                  <a:gd name="connsiteY1" fmla="*/ 0 h 6567"/>
                  <a:gd name="connsiteX2" fmla="*/ 3330 w 7896"/>
                  <a:gd name="connsiteY2" fmla="*/ 3766 h 6567"/>
                </a:gdLst>
                <a:ahLst/>
                <a:cxnLst>
                  <a:cxn ang="0">
                    <a:pos x="connsiteX0" y="connsiteY0"/>
                  </a:cxn>
                  <a:cxn ang="0">
                    <a:pos x="connsiteX1" y="connsiteY1"/>
                  </a:cxn>
                  <a:cxn ang="0">
                    <a:pos x="connsiteX2" y="connsiteY2"/>
                  </a:cxn>
                </a:cxnLst>
                <a:rect l="l" t="t" r="r" b="b"/>
                <a:pathLst>
                  <a:path w="7896" h="6567">
                    <a:moveTo>
                      <a:pt x="3330" y="3766"/>
                    </a:moveTo>
                    <a:cubicBezTo>
                      <a:pt x="-6129" y="11693"/>
                      <a:pt x="7530" y="309"/>
                      <a:pt x="7896" y="0"/>
                    </a:cubicBezTo>
                    <a:cubicBezTo>
                      <a:pt x="7513" y="320"/>
                      <a:pt x="5467" y="1995"/>
                      <a:pt x="3330" y="376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0" name="Freeform: Shape 2209">
                <a:extLst>
                  <a:ext uri="{FF2B5EF4-FFF2-40B4-BE49-F238E27FC236}">
                    <a16:creationId xmlns:a16="http://schemas.microsoft.com/office/drawing/2014/main" id="{58CFDC50-EAA8-705C-A3C1-959383AF1AAA}"/>
                  </a:ext>
                </a:extLst>
              </p:cNvPr>
              <p:cNvSpPr/>
              <p:nvPr/>
            </p:nvSpPr>
            <p:spPr>
              <a:xfrm>
                <a:off x="6681074" y="4951076"/>
                <a:ext cx="8281" cy="9732"/>
              </a:xfrm>
              <a:custGeom>
                <a:avLst/>
                <a:gdLst>
                  <a:gd name="connsiteX0" fmla="*/ 3481 w 8281"/>
                  <a:gd name="connsiteY0" fmla="*/ 5412 h 9732"/>
                  <a:gd name="connsiteX1" fmla="*/ 8281 w 8281"/>
                  <a:gd name="connsiteY1" fmla="*/ 0 h 9732"/>
                  <a:gd name="connsiteX2" fmla="*/ 3481 w 8281"/>
                  <a:gd name="connsiteY2" fmla="*/ 5412 h 9732"/>
                </a:gdLst>
                <a:ahLst/>
                <a:cxnLst>
                  <a:cxn ang="0">
                    <a:pos x="connsiteX0" y="connsiteY0"/>
                  </a:cxn>
                  <a:cxn ang="0">
                    <a:pos x="connsiteX1" y="connsiteY1"/>
                  </a:cxn>
                  <a:cxn ang="0">
                    <a:pos x="connsiteX2" y="connsiteY2"/>
                  </a:cxn>
                </a:cxnLst>
                <a:rect l="l" t="t" r="r" b="b"/>
                <a:pathLst>
                  <a:path w="8281" h="9732">
                    <a:moveTo>
                      <a:pt x="3481" y="5412"/>
                    </a:moveTo>
                    <a:cubicBezTo>
                      <a:pt x="-6458" y="17339"/>
                      <a:pt x="8018" y="886"/>
                      <a:pt x="8281" y="0"/>
                    </a:cubicBezTo>
                    <a:cubicBezTo>
                      <a:pt x="7875" y="354"/>
                      <a:pt x="5732" y="2766"/>
                      <a:pt x="3481" y="54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1" name="Freeform: Shape 2210">
                <a:extLst>
                  <a:ext uri="{FF2B5EF4-FFF2-40B4-BE49-F238E27FC236}">
                    <a16:creationId xmlns:a16="http://schemas.microsoft.com/office/drawing/2014/main" id="{889CFD5A-DF6E-3747-92F0-549CA3797C81}"/>
                  </a:ext>
                </a:extLst>
              </p:cNvPr>
              <p:cNvSpPr/>
              <p:nvPr/>
            </p:nvSpPr>
            <p:spPr>
              <a:xfrm>
                <a:off x="6599453" y="5014992"/>
                <a:ext cx="7515" cy="3871"/>
              </a:xfrm>
              <a:custGeom>
                <a:avLst/>
                <a:gdLst>
                  <a:gd name="connsiteX0" fmla="*/ 3218 w 7515"/>
                  <a:gd name="connsiteY0" fmla="*/ 2097 h 3871"/>
                  <a:gd name="connsiteX1" fmla="*/ 7516 w 7515"/>
                  <a:gd name="connsiteY1" fmla="*/ 0 h 3871"/>
                  <a:gd name="connsiteX2" fmla="*/ 3218 w 7515"/>
                  <a:gd name="connsiteY2" fmla="*/ 2097 h 3871"/>
                </a:gdLst>
                <a:ahLst/>
                <a:cxnLst>
                  <a:cxn ang="0">
                    <a:pos x="connsiteX0" y="connsiteY0"/>
                  </a:cxn>
                  <a:cxn ang="0">
                    <a:pos x="connsiteX1" y="connsiteY1"/>
                  </a:cxn>
                  <a:cxn ang="0">
                    <a:pos x="connsiteX2" y="connsiteY2"/>
                  </a:cxn>
                </a:cxnLst>
                <a:rect l="l" t="t" r="r" b="b"/>
                <a:pathLst>
                  <a:path w="7515" h="3871">
                    <a:moveTo>
                      <a:pt x="3218" y="2097"/>
                    </a:moveTo>
                    <a:cubicBezTo>
                      <a:pt x="-5858" y="6904"/>
                      <a:pt x="7104" y="474"/>
                      <a:pt x="7516" y="0"/>
                    </a:cubicBezTo>
                    <a:cubicBezTo>
                      <a:pt x="7184" y="120"/>
                      <a:pt x="5264" y="1052"/>
                      <a:pt x="3218" y="209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2" name="Freeform: Shape 2211">
                <a:extLst>
                  <a:ext uri="{FF2B5EF4-FFF2-40B4-BE49-F238E27FC236}">
                    <a16:creationId xmlns:a16="http://schemas.microsoft.com/office/drawing/2014/main" id="{A5B1ECD7-D754-470C-78F3-79709731BBE8}"/>
                  </a:ext>
                </a:extLst>
              </p:cNvPr>
              <p:cNvSpPr/>
              <p:nvPr/>
            </p:nvSpPr>
            <p:spPr>
              <a:xfrm>
                <a:off x="6924207" y="6133137"/>
                <a:ext cx="8991" cy="14846"/>
              </a:xfrm>
              <a:custGeom>
                <a:avLst/>
                <a:gdLst>
                  <a:gd name="connsiteX0" fmla="*/ 3995 w 8991"/>
                  <a:gd name="connsiteY0" fmla="*/ 63 h 14846"/>
                  <a:gd name="connsiteX1" fmla="*/ 5001 w 8991"/>
                  <a:gd name="connsiteY1" fmla="*/ 14791 h 14846"/>
                  <a:gd name="connsiteX2" fmla="*/ 3995 w 8991"/>
                  <a:gd name="connsiteY2" fmla="*/ 63 h 14846"/>
                </a:gdLst>
                <a:ahLst/>
                <a:cxnLst>
                  <a:cxn ang="0">
                    <a:pos x="connsiteX0" y="connsiteY0"/>
                  </a:cxn>
                  <a:cxn ang="0">
                    <a:pos x="connsiteX1" y="connsiteY1"/>
                  </a:cxn>
                  <a:cxn ang="0">
                    <a:pos x="connsiteX2" y="connsiteY2"/>
                  </a:cxn>
                </a:cxnLst>
                <a:rect l="l" t="t" r="r" b="b"/>
                <a:pathLst>
                  <a:path w="8991" h="14846">
                    <a:moveTo>
                      <a:pt x="3995" y="63"/>
                    </a:moveTo>
                    <a:cubicBezTo>
                      <a:pt x="-1497" y="766"/>
                      <a:pt x="-1480" y="15871"/>
                      <a:pt x="5001" y="14791"/>
                    </a:cubicBezTo>
                    <a:cubicBezTo>
                      <a:pt x="10590" y="14236"/>
                      <a:pt x="10356" y="-1103"/>
                      <a:pt x="3995" y="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3" name="Freeform: Shape 2212">
                <a:extLst>
                  <a:ext uri="{FF2B5EF4-FFF2-40B4-BE49-F238E27FC236}">
                    <a16:creationId xmlns:a16="http://schemas.microsoft.com/office/drawing/2014/main" id="{200FDE95-7AEB-6CC6-1D40-28A8D7B1B97A}"/>
                  </a:ext>
                </a:extLst>
              </p:cNvPr>
              <p:cNvSpPr/>
              <p:nvPr/>
            </p:nvSpPr>
            <p:spPr>
              <a:xfrm>
                <a:off x="6724536" y="4917511"/>
                <a:ext cx="8710" cy="12857"/>
              </a:xfrm>
              <a:custGeom>
                <a:avLst/>
                <a:gdLst>
                  <a:gd name="connsiteX0" fmla="*/ 3733 w 8710"/>
                  <a:gd name="connsiteY0" fmla="*/ 6709 h 12857"/>
                  <a:gd name="connsiteX1" fmla="*/ 8711 w 8710"/>
                  <a:gd name="connsiteY1" fmla="*/ 0 h 12857"/>
                  <a:gd name="connsiteX2" fmla="*/ 3733 w 8710"/>
                  <a:gd name="connsiteY2" fmla="*/ 6709 h 12857"/>
                </a:gdLst>
                <a:ahLst/>
                <a:cxnLst>
                  <a:cxn ang="0">
                    <a:pos x="connsiteX0" y="connsiteY0"/>
                  </a:cxn>
                  <a:cxn ang="0">
                    <a:pos x="connsiteX1" y="connsiteY1"/>
                  </a:cxn>
                  <a:cxn ang="0">
                    <a:pos x="connsiteX2" y="connsiteY2"/>
                  </a:cxn>
                </a:cxnLst>
                <a:rect l="l" t="t" r="r" b="b"/>
                <a:pathLst>
                  <a:path w="8710" h="12857">
                    <a:moveTo>
                      <a:pt x="3733" y="6709"/>
                    </a:moveTo>
                    <a:cubicBezTo>
                      <a:pt x="-6943" y="23117"/>
                      <a:pt x="8670" y="1675"/>
                      <a:pt x="8711" y="0"/>
                    </a:cubicBezTo>
                    <a:cubicBezTo>
                      <a:pt x="8322" y="229"/>
                      <a:pt x="6093" y="3218"/>
                      <a:pt x="3733" y="67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4" name="Freeform: Shape 2213">
                <a:extLst>
                  <a:ext uri="{FF2B5EF4-FFF2-40B4-BE49-F238E27FC236}">
                    <a16:creationId xmlns:a16="http://schemas.microsoft.com/office/drawing/2014/main" id="{DE96B74B-3E9A-94D9-57D2-53CA1DF546F7}"/>
                  </a:ext>
                </a:extLst>
              </p:cNvPr>
              <p:cNvSpPr/>
              <p:nvPr/>
            </p:nvSpPr>
            <p:spPr>
              <a:xfrm>
                <a:off x="6765537" y="4907434"/>
                <a:ext cx="8707" cy="14508"/>
              </a:xfrm>
              <a:custGeom>
                <a:avLst/>
                <a:gdLst>
                  <a:gd name="connsiteX0" fmla="*/ 3720 w 8707"/>
                  <a:gd name="connsiteY0" fmla="*/ 7100 h 14508"/>
                  <a:gd name="connsiteX1" fmla="*/ 4989 w 8707"/>
                  <a:gd name="connsiteY1" fmla="*/ 7375 h 14508"/>
                  <a:gd name="connsiteX2" fmla="*/ 3720 w 8707"/>
                  <a:gd name="connsiteY2" fmla="*/ 7100 h 14508"/>
                </a:gdLst>
                <a:ahLst/>
                <a:cxnLst>
                  <a:cxn ang="0">
                    <a:pos x="connsiteX0" y="connsiteY0"/>
                  </a:cxn>
                  <a:cxn ang="0">
                    <a:pos x="connsiteX1" y="connsiteY1"/>
                  </a:cxn>
                  <a:cxn ang="0">
                    <a:pos x="connsiteX2" y="connsiteY2"/>
                  </a:cxn>
                </a:cxnLst>
                <a:rect l="l" t="t" r="r" b="b"/>
                <a:pathLst>
                  <a:path w="8707" h="14508">
                    <a:moveTo>
                      <a:pt x="3720" y="7100"/>
                    </a:moveTo>
                    <a:cubicBezTo>
                      <a:pt x="-2200" y="17084"/>
                      <a:pt x="-514" y="16781"/>
                      <a:pt x="4989" y="7375"/>
                    </a:cubicBezTo>
                    <a:cubicBezTo>
                      <a:pt x="10910" y="-2598"/>
                      <a:pt x="9218" y="-2227"/>
                      <a:pt x="3720" y="71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5" name="Freeform: Shape 2214">
                <a:extLst>
                  <a:ext uri="{FF2B5EF4-FFF2-40B4-BE49-F238E27FC236}">
                    <a16:creationId xmlns:a16="http://schemas.microsoft.com/office/drawing/2014/main" id="{7794CBD8-F56B-776F-F114-67508681438A}"/>
                  </a:ext>
                </a:extLst>
              </p:cNvPr>
              <p:cNvSpPr/>
              <p:nvPr/>
            </p:nvSpPr>
            <p:spPr>
              <a:xfrm>
                <a:off x="6840642" y="5228611"/>
                <a:ext cx="8852" cy="13972"/>
              </a:xfrm>
              <a:custGeom>
                <a:avLst/>
                <a:gdLst>
                  <a:gd name="connsiteX0" fmla="*/ 4093 w 8852"/>
                  <a:gd name="connsiteY0" fmla="*/ 4392 h 13972"/>
                  <a:gd name="connsiteX1" fmla="*/ 4767 w 8852"/>
                  <a:gd name="connsiteY1" fmla="*/ 9541 h 13972"/>
                  <a:gd name="connsiteX2" fmla="*/ 4093 w 8852"/>
                  <a:gd name="connsiteY2" fmla="*/ 4392 h 13972"/>
                </a:gdLst>
                <a:ahLst/>
                <a:cxnLst>
                  <a:cxn ang="0">
                    <a:pos x="connsiteX0" y="connsiteY0"/>
                  </a:cxn>
                  <a:cxn ang="0">
                    <a:pos x="connsiteX1" y="connsiteY1"/>
                  </a:cxn>
                  <a:cxn ang="0">
                    <a:pos x="connsiteX2" y="connsiteY2"/>
                  </a:cxn>
                </a:cxnLst>
                <a:rect l="l" t="t" r="r" b="b"/>
                <a:pathLst>
                  <a:path w="8852" h="13972">
                    <a:moveTo>
                      <a:pt x="4093" y="4392"/>
                    </a:moveTo>
                    <a:cubicBezTo>
                      <a:pt x="-331" y="10261"/>
                      <a:pt x="-2571" y="19565"/>
                      <a:pt x="4767" y="9541"/>
                    </a:cubicBezTo>
                    <a:cubicBezTo>
                      <a:pt x="9202" y="3729"/>
                      <a:pt x="11402" y="-5569"/>
                      <a:pt x="4093" y="43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6" name="Freeform: Shape 2215">
                <a:extLst>
                  <a:ext uri="{FF2B5EF4-FFF2-40B4-BE49-F238E27FC236}">
                    <a16:creationId xmlns:a16="http://schemas.microsoft.com/office/drawing/2014/main" id="{79854045-9DB3-C8E4-613F-A888795847DF}"/>
                  </a:ext>
                </a:extLst>
              </p:cNvPr>
              <p:cNvSpPr/>
              <p:nvPr/>
            </p:nvSpPr>
            <p:spPr>
              <a:xfrm>
                <a:off x="6865253" y="5366254"/>
                <a:ext cx="8868" cy="12337"/>
              </a:xfrm>
              <a:custGeom>
                <a:avLst/>
                <a:gdLst>
                  <a:gd name="connsiteX0" fmla="*/ 3936 w 8868"/>
                  <a:gd name="connsiteY0" fmla="*/ 4348 h 12337"/>
                  <a:gd name="connsiteX1" fmla="*/ 4936 w 8868"/>
                  <a:gd name="connsiteY1" fmla="*/ 7937 h 12337"/>
                  <a:gd name="connsiteX2" fmla="*/ 3936 w 8868"/>
                  <a:gd name="connsiteY2" fmla="*/ 4348 h 12337"/>
                </a:gdLst>
                <a:ahLst/>
                <a:cxnLst>
                  <a:cxn ang="0">
                    <a:pos x="connsiteX0" y="connsiteY0"/>
                  </a:cxn>
                  <a:cxn ang="0">
                    <a:pos x="connsiteX1" y="connsiteY1"/>
                  </a:cxn>
                  <a:cxn ang="0">
                    <a:pos x="connsiteX2" y="connsiteY2"/>
                  </a:cxn>
                </a:cxnLst>
                <a:rect l="l" t="t" r="r" b="b"/>
                <a:pathLst>
                  <a:path w="8868" h="12337">
                    <a:moveTo>
                      <a:pt x="3936" y="4348"/>
                    </a:moveTo>
                    <a:cubicBezTo>
                      <a:pt x="-1002" y="10555"/>
                      <a:pt x="-1956" y="16790"/>
                      <a:pt x="4936" y="7937"/>
                    </a:cubicBezTo>
                    <a:cubicBezTo>
                      <a:pt x="9886" y="1788"/>
                      <a:pt x="10806" y="-4419"/>
                      <a:pt x="3936" y="43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7" name="Freeform: Shape 2216">
                <a:extLst>
                  <a:ext uri="{FF2B5EF4-FFF2-40B4-BE49-F238E27FC236}">
                    <a16:creationId xmlns:a16="http://schemas.microsoft.com/office/drawing/2014/main" id="{913BCB5C-C974-52E2-46EC-7BF329138180}"/>
                  </a:ext>
                </a:extLst>
              </p:cNvPr>
              <p:cNvSpPr/>
              <p:nvPr/>
            </p:nvSpPr>
            <p:spPr>
              <a:xfrm>
                <a:off x="6897399" y="5595239"/>
                <a:ext cx="9129" cy="17981"/>
              </a:xfrm>
              <a:custGeom>
                <a:avLst/>
                <a:gdLst>
                  <a:gd name="connsiteX0" fmla="*/ 4115 w 9129"/>
                  <a:gd name="connsiteY0" fmla="*/ 974 h 17981"/>
                  <a:gd name="connsiteX1" fmla="*/ 5012 w 9129"/>
                  <a:gd name="connsiteY1" fmla="*/ 17067 h 17981"/>
                  <a:gd name="connsiteX2" fmla="*/ 4115 w 9129"/>
                  <a:gd name="connsiteY2" fmla="*/ 974 h 17981"/>
                </a:gdLst>
                <a:ahLst/>
                <a:cxnLst>
                  <a:cxn ang="0">
                    <a:pos x="connsiteX0" y="connsiteY0"/>
                  </a:cxn>
                  <a:cxn ang="0">
                    <a:pos x="connsiteX1" y="connsiteY1"/>
                  </a:cxn>
                  <a:cxn ang="0">
                    <a:pos x="connsiteX2" y="connsiteY2"/>
                  </a:cxn>
                </a:cxnLst>
                <a:rect l="l" t="t" r="r" b="b"/>
                <a:pathLst>
                  <a:path w="9129" h="17981">
                    <a:moveTo>
                      <a:pt x="4115" y="974"/>
                    </a:moveTo>
                    <a:cubicBezTo>
                      <a:pt x="371" y="3083"/>
                      <a:pt x="-3263" y="22354"/>
                      <a:pt x="5012" y="17067"/>
                    </a:cubicBezTo>
                    <a:cubicBezTo>
                      <a:pt x="8755" y="15073"/>
                      <a:pt x="12396" y="-4541"/>
                      <a:pt x="4115" y="9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8" name="Freeform: Shape 2217">
                <a:extLst>
                  <a:ext uri="{FF2B5EF4-FFF2-40B4-BE49-F238E27FC236}">
                    <a16:creationId xmlns:a16="http://schemas.microsoft.com/office/drawing/2014/main" id="{235A81C1-316D-CDDE-E235-21984E14A28E}"/>
                  </a:ext>
                </a:extLst>
              </p:cNvPr>
              <p:cNvSpPr/>
              <p:nvPr/>
            </p:nvSpPr>
            <p:spPr>
              <a:xfrm>
                <a:off x="6821446" y="5070370"/>
                <a:ext cx="9121" cy="15311"/>
              </a:xfrm>
              <a:custGeom>
                <a:avLst/>
                <a:gdLst>
                  <a:gd name="connsiteX0" fmla="*/ 4252 w 9121"/>
                  <a:gd name="connsiteY0" fmla="*/ 5361 h 15311"/>
                  <a:gd name="connsiteX1" fmla="*/ 11 w 9121"/>
                  <a:gd name="connsiteY1" fmla="*/ 15196 h 15311"/>
                  <a:gd name="connsiteX2" fmla="*/ 4252 w 9121"/>
                  <a:gd name="connsiteY2" fmla="*/ 5361 h 15311"/>
                </a:gdLst>
                <a:ahLst/>
                <a:cxnLst>
                  <a:cxn ang="0">
                    <a:pos x="connsiteX0" y="connsiteY0"/>
                  </a:cxn>
                  <a:cxn ang="0">
                    <a:pos x="connsiteX1" y="connsiteY1"/>
                  </a:cxn>
                  <a:cxn ang="0">
                    <a:pos x="connsiteX2" y="connsiteY2"/>
                  </a:cxn>
                </a:cxnLst>
                <a:rect l="l" t="t" r="r" b="b"/>
                <a:pathLst>
                  <a:path w="9121" h="15311">
                    <a:moveTo>
                      <a:pt x="4252" y="5361"/>
                    </a:moveTo>
                    <a:cubicBezTo>
                      <a:pt x="1737" y="9413"/>
                      <a:pt x="-166" y="13836"/>
                      <a:pt x="11" y="15196"/>
                    </a:cubicBezTo>
                    <a:cubicBezTo>
                      <a:pt x="3503" y="17357"/>
                      <a:pt x="15870" y="-11618"/>
                      <a:pt x="4252" y="53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9" name="Freeform: Shape 2218">
                <a:extLst>
                  <a:ext uri="{FF2B5EF4-FFF2-40B4-BE49-F238E27FC236}">
                    <a16:creationId xmlns:a16="http://schemas.microsoft.com/office/drawing/2014/main" id="{00768FC9-A36A-2A6B-F29B-43CFD8391291}"/>
                  </a:ext>
                </a:extLst>
              </p:cNvPr>
              <p:cNvSpPr/>
              <p:nvPr/>
            </p:nvSpPr>
            <p:spPr>
              <a:xfrm>
                <a:off x="6799159" y="4945639"/>
                <a:ext cx="9169" cy="16004"/>
              </a:xfrm>
              <a:custGeom>
                <a:avLst/>
                <a:gdLst>
                  <a:gd name="connsiteX0" fmla="*/ 4131 w 9169"/>
                  <a:gd name="connsiteY0" fmla="*/ 6631 h 16004"/>
                  <a:gd name="connsiteX1" fmla="*/ 22 w 9169"/>
                  <a:gd name="connsiteY1" fmla="*/ 16004 h 16004"/>
                  <a:gd name="connsiteX2" fmla="*/ 4131 w 9169"/>
                  <a:gd name="connsiteY2" fmla="*/ 6631 h 16004"/>
                </a:gdLst>
                <a:ahLst/>
                <a:cxnLst>
                  <a:cxn ang="0">
                    <a:pos x="connsiteX0" y="connsiteY0"/>
                  </a:cxn>
                  <a:cxn ang="0">
                    <a:pos x="connsiteX1" y="connsiteY1"/>
                  </a:cxn>
                  <a:cxn ang="0">
                    <a:pos x="connsiteX2" y="connsiteY2"/>
                  </a:cxn>
                </a:cxnLst>
                <a:rect l="l" t="t" r="r" b="b"/>
                <a:pathLst>
                  <a:path w="9169" h="16004">
                    <a:moveTo>
                      <a:pt x="4131" y="6631"/>
                    </a:moveTo>
                    <a:cubicBezTo>
                      <a:pt x="1616" y="10974"/>
                      <a:pt x="-224" y="15186"/>
                      <a:pt x="22" y="16004"/>
                    </a:cubicBezTo>
                    <a:cubicBezTo>
                      <a:pt x="3257" y="16129"/>
                      <a:pt x="16178" y="-12600"/>
                      <a:pt x="4131" y="66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0" name="Freeform: Shape 2219">
                <a:extLst>
                  <a:ext uri="{FF2B5EF4-FFF2-40B4-BE49-F238E27FC236}">
                    <a16:creationId xmlns:a16="http://schemas.microsoft.com/office/drawing/2014/main" id="{E7CFBF9C-B43B-C2C7-20FF-C6351B441F53}"/>
                  </a:ext>
                </a:extLst>
              </p:cNvPr>
              <p:cNvSpPr/>
              <p:nvPr/>
            </p:nvSpPr>
            <p:spPr>
              <a:xfrm>
                <a:off x="7627426" y="7525763"/>
                <a:ext cx="13021" cy="5458"/>
              </a:xfrm>
              <a:custGeom>
                <a:avLst/>
                <a:gdLst>
                  <a:gd name="connsiteX0" fmla="*/ 5036 w 13021"/>
                  <a:gd name="connsiteY0" fmla="*/ 11 h 5458"/>
                  <a:gd name="connsiteX1" fmla="*/ 12031 w 13021"/>
                  <a:gd name="connsiteY1" fmla="*/ 4509 h 5458"/>
                  <a:gd name="connsiteX2" fmla="*/ 5036 w 13021"/>
                  <a:gd name="connsiteY2" fmla="*/ 11 h 5458"/>
                </a:gdLst>
                <a:ahLst/>
                <a:cxnLst>
                  <a:cxn ang="0">
                    <a:pos x="connsiteX0" y="connsiteY0"/>
                  </a:cxn>
                  <a:cxn ang="0">
                    <a:pos x="connsiteX1" y="connsiteY1"/>
                  </a:cxn>
                  <a:cxn ang="0">
                    <a:pos x="connsiteX2" y="connsiteY2"/>
                  </a:cxn>
                </a:cxnLst>
                <a:rect l="l" t="t" r="r" b="b"/>
                <a:pathLst>
                  <a:path w="13021" h="5458">
                    <a:moveTo>
                      <a:pt x="5036" y="11"/>
                    </a:moveTo>
                    <a:cubicBezTo>
                      <a:pt x="-7714" y="1080"/>
                      <a:pt x="7190" y="7932"/>
                      <a:pt x="12031" y="4509"/>
                    </a:cubicBezTo>
                    <a:cubicBezTo>
                      <a:pt x="15871" y="1480"/>
                      <a:pt x="7476" y="-149"/>
                      <a:pt x="5036" y="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1" name="Freeform: Shape 2220">
                <a:extLst>
                  <a:ext uri="{FF2B5EF4-FFF2-40B4-BE49-F238E27FC236}">
                    <a16:creationId xmlns:a16="http://schemas.microsoft.com/office/drawing/2014/main" id="{CAB08C59-0448-D116-B33B-8748FB69AACF}"/>
                  </a:ext>
                </a:extLst>
              </p:cNvPr>
              <p:cNvSpPr/>
              <p:nvPr/>
            </p:nvSpPr>
            <p:spPr>
              <a:xfrm>
                <a:off x="6372775" y="5082830"/>
                <a:ext cx="6837" cy="3038"/>
              </a:xfrm>
              <a:custGeom>
                <a:avLst/>
                <a:gdLst>
                  <a:gd name="connsiteX0" fmla="*/ 2947 w 6837"/>
                  <a:gd name="connsiteY0" fmla="*/ 736 h 3038"/>
                  <a:gd name="connsiteX1" fmla="*/ 6073 w 6837"/>
                  <a:gd name="connsiteY1" fmla="*/ 1233 h 3038"/>
                  <a:gd name="connsiteX2" fmla="*/ 2947 w 6837"/>
                  <a:gd name="connsiteY2" fmla="*/ 736 h 3038"/>
                </a:gdLst>
                <a:ahLst/>
                <a:cxnLst>
                  <a:cxn ang="0">
                    <a:pos x="connsiteX0" y="connsiteY0"/>
                  </a:cxn>
                  <a:cxn ang="0">
                    <a:pos x="connsiteX1" y="connsiteY1"/>
                  </a:cxn>
                  <a:cxn ang="0">
                    <a:pos x="connsiteX2" y="connsiteY2"/>
                  </a:cxn>
                </a:cxnLst>
                <a:rect l="l" t="t" r="r" b="b"/>
                <a:pathLst>
                  <a:path w="6837" h="3038">
                    <a:moveTo>
                      <a:pt x="2947" y="736"/>
                    </a:moveTo>
                    <a:cubicBezTo>
                      <a:pt x="-4122" y="3788"/>
                      <a:pt x="3404" y="3651"/>
                      <a:pt x="6073" y="1233"/>
                    </a:cubicBezTo>
                    <a:cubicBezTo>
                      <a:pt x="8599" y="-767"/>
                      <a:pt x="4153" y="125"/>
                      <a:pt x="2947" y="7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2" name="Freeform: Shape 2221">
                <a:extLst>
                  <a:ext uri="{FF2B5EF4-FFF2-40B4-BE49-F238E27FC236}">
                    <a16:creationId xmlns:a16="http://schemas.microsoft.com/office/drawing/2014/main" id="{3A05AF5C-96DE-AD89-6002-8FBC1D1D11C1}"/>
                  </a:ext>
                </a:extLst>
              </p:cNvPr>
              <p:cNvSpPr/>
              <p:nvPr/>
            </p:nvSpPr>
            <p:spPr>
              <a:xfrm>
                <a:off x="6835840" y="6487858"/>
                <a:ext cx="10734" cy="3681"/>
              </a:xfrm>
              <a:custGeom>
                <a:avLst/>
                <a:gdLst>
                  <a:gd name="connsiteX0" fmla="*/ 4666 w 10734"/>
                  <a:gd name="connsiteY0" fmla="*/ 947 h 3681"/>
                  <a:gd name="connsiteX1" fmla="*/ 10735 w 10734"/>
                  <a:gd name="connsiteY1" fmla="*/ 243 h 3681"/>
                  <a:gd name="connsiteX2" fmla="*/ 4666 w 10734"/>
                  <a:gd name="connsiteY2" fmla="*/ 947 h 3681"/>
                </a:gdLst>
                <a:ahLst/>
                <a:cxnLst>
                  <a:cxn ang="0">
                    <a:pos x="connsiteX0" y="connsiteY0"/>
                  </a:cxn>
                  <a:cxn ang="0">
                    <a:pos x="connsiteX1" y="connsiteY1"/>
                  </a:cxn>
                  <a:cxn ang="0">
                    <a:pos x="connsiteX2" y="connsiteY2"/>
                  </a:cxn>
                </a:cxnLst>
                <a:rect l="l" t="t" r="r" b="b"/>
                <a:pathLst>
                  <a:path w="10734" h="3681">
                    <a:moveTo>
                      <a:pt x="4666" y="947"/>
                    </a:moveTo>
                    <a:cubicBezTo>
                      <a:pt x="-8570" y="5815"/>
                      <a:pt x="10541" y="3296"/>
                      <a:pt x="10735" y="243"/>
                    </a:cubicBezTo>
                    <a:cubicBezTo>
                      <a:pt x="10301" y="-265"/>
                      <a:pt x="7586" y="49"/>
                      <a:pt x="4666" y="9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3" name="Freeform: Shape 2222">
                <a:extLst>
                  <a:ext uri="{FF2B5EF4-FFF2-40B4-BE49-F238E27FC236}">
                    <a16:creationId xmlns:a16="http://schemas.microsoft.com/office/drawing/2014/main" id="{1F8B6F76-4C76-1359-5AE1-B4548E88F5F0}"/>
                  </a:ext>
                </a:extLst>
              </p:cNvPr>
              <p:cNvSpPr/>
              <p:nvPr/>
            </p:nvSpPr>
            <p:spPr>
              <a:xfrm>
                <a:off x="6932522" y="6635047"/>
                <a:ext cx="11195" cy="5934"/>
              </a:xfrm>
              <a:custGeom>
                <a:avLst/>
                <a:gdLst>
                  <a:gd name="connsiteX0" fmla="*/ 4791 w 11195"/>
                  <a:gd name="connsiteY0" fmla="*/ 1348 h 5934"/>
                  <a:gd name="connsiteX1" fmla="*/ 6397 w 11195"/>
                  <a:gd name="connsiteY1" fmla="*/ 4594 h 5934"/>
                  <a:gd name="connsiteX2" fmla="*/ 4791 w 11195"/>
                  <a:gd name="connsiteY2" fmla="*/ 1348 h 5934"/>
                </a:gdLst>
                <a:ahLst/>
                <a:cxnLst>
                  <a:cxn ang="0">
                    <a:pos x="connsiteX0" y="connsiteY0"/>
                  </a:cxn>
                  <a:cxn ang="0">
                    <a:pos x="connsiteX1" y="connsiteY1"/>
                  </a:cxn>
                  <a:cxn ang="0">
                    <a:pos x="connsiteX2" y="connsiteY2"/>
                  </a:cxn>
                </a:cxnLst>
                <a:rect l="l" t="t" r="r" b="b"/>
                <a:pathLst>
                  <a:path w="11195" h="5934">
                    <a:moveTo>
                      <a:pt x="4791" y="1348"/>
                    </a:moveTo>
                    <a:cubicBezTo>
                      <a:pt x="-2708" y="4588"/>
                      <a:pt x="-816" y="7834"/>
                      <a:pt x="6397" y="4594"/>
                    </a:cubicBezTo>
                    <a:cubicBezTo>
                      <a:pt x="13906" y="1330"/>
                      <a:pt x="12014" y="-1898"/>
                      <a:pt x="4791" y="13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4" name="Freeform: Shape 2223">
                <a:extLst>
                  <a:ext uri="{FF2B5EF4-FFF2-40B4-BE49-F238E27FC236}">
                    <a16:creationId xmlns:a16="http://schemas.microsoft.com/office/drawing/2014/main" id="{9AE135F9-9E36-E109-4CC8-6952826E864E}"/>
                  </a:ext>
                </a:extLst>
              </p:cNvPr>
              <p:cNvSpPr/>
              <p:nvPr/>
            </p:nvSpPr>
            <p:spPr>
              <a:xfrm>
                <a:off x="6746246" y="6384586"/>
                <a:ext cx="9888" cy="2014"/>
              </a:xfrm>
              <a:custGeom>
                <a:avLst/>
                <a:gdLst>
                  <a:gd name="connsiteX0" fmla="*/ 4317 w 9888"/>
                  <a:gd name="connsiteY0" fmla="*/ 126 h 2014"/>
                  <a:gd name="connsiteX1" fmla="*/ 9889 w 9888"/>
                  <a:gd name="connsiteY1" fmla="*/ 520 h 2014"/>
                  <a:gd name="connsiteX2" fmla="*/ 4317 w 9888"/>
                  <a:gd name="connsiteY2" fmla="*/ 126 h 2014"/>
                </a:gdLst>
                <a:ahLst/>
                <a:cxnLst>
                  <a:cxn ang="0">
                    <a:pos x="connsiteX0" y="connsiteY0"/>
                  </a:cxn>
                  <a:cxn ang="0">
                    <a:pos x="connsiteX1" y="connsiteY1"/>
                  </a:cxn>
                  <a:cxn ang="0">
                    <a:pos x="connsiteX2" y="connsiteY2"/>
                  </a:cxn>
                </a:cxnLst>
                <a:rect l="l" t="t" r="r" b="b"/>
                <a:pathLst>
                  <a:path w="9888" h="2014">
                    <a:moveTo>
                      <a:pt x="4317" y="126"/>
                    </a:moveTo>
                    <a:cubicBezTo>
                      <a:pt x="-7804" y="1994"/>
                      <a:pt x="9398" y="3046"/>
                      <a:pt x="9889" y="520"/>
                    </a:cubicBezTo>
                    <a:cubicBezTo>
                      <a:pt x="9500" y="34"/>
                      <a:pt x="7009" y="-143"/>
                      <a:pt x="4317" y="1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5" name="Freeform: Shape 2224">
                <a:extLst>
                  <a:ext uri="{FF2B5EF4-FFF2-40B4-BE49-F238E27FC236}">
                    <a16:creationId xmlns:a16="http://schemas.microsoft.com/office/drawing/2014/main" id="{AECA3366-A006-C498-EF17-B040EF0F68DF}"/>
                  </a:ext>
                </a:extLst>
              </p:cNvPr>
              <p:cNvSpPr/>
              <p:nvPr/>
            </p:nvSpPr>
            <p:spPr>
              <a:xfrm>
                <a:off x="6706491" y="6324276"/>
                <a:ext cx="9530" cy="2278"/>
              </a:xfrm>
              <a:custGeom>
                <a:avLst/>
                <a:gdLst>
                  <a:gd name="connsiteX0" fmla="*/ 4204 w 9530"/>
                  <a:gd name="connsiteY0" fmla="*/ 5 h 2278"/>
                  <a:gd name="connsiteX1" fmla="*/ 9531 w 9530"/>
                  <a:gd name="connsiteY1" fmla="*/ 1022 h 2278"/>
                  <a:gd name="connsiteX2" fmla="*/ 4204 w 9530"/>
                  <a:gd name="connsiteY2" fmla="*/ 5 h 2278"/>
                </a:gdLst>
                <a:ahLst/>
                <a:cxnLst>
                  <a:cxn ang="0">
                    <a:pos x="connsiteX0" y="connsiteY0"/>
                  </a:cxn>
                  <a:cxn ang="0">
                    <a:pos x="connsiteX1" y="connsiteY1"/>
                  </a:cxn>
                  <a:cxn ang="0">
                    <a:pos x="connsiteX2" y="connsiteY2"/>
                  </a:cxn>
                </a:cxnLst>
                <a:rect l="l" t="t" r="r" b="b"/>
                <a:pathLst>
                  <a:path w="9530" h="2278">
                    <a:moveTo>
                      <a:pt x="4204" y="5"/>
                    </a:moveTo>
                    <a:cubicBezTo>
                      <a:pt x="-7529" y="1000"/>
                      <a:pt x="8959" y="3937"/>
                      <a:pt x="9531" y="1022"/>
                    </a:cubicBezTo>
                    <a:cubicBezTo>
                      <a:pt x="9188" y="405"/>
                      <a:pt x="6805" y="-52"/>
                      <a:pt x="4204" y="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6" name="Freeform: Shape 2225">
                <a:extLst>
                  <a:ext uri="{FF2B5EF4-FFF2-40B4-BE49-F238E27FC236}">
                    <a16:creationId xmlns:a16="http://schemas.microsoft.com/office/drawing/2014/main" id="{BFCC3819-B128-073F-4F6A-974A39063976}"/>
                  </a:ext>
                </a:extLst>
              </p:cNvPr>
              <p:cNvSpPr/>
              <p:nvPr/>
            </p:nvSpPr>
            <p:spPr>
              <a:xfrm>
                <a:off x="6981470" y="6745608"/>
                <a:ext cx="11495" cy="6296"/>
              </a:xfrm>
              <a:custGeom>
                <a:avLst/>
                <a:gdLst>
                  <a:gd name="connsiteX0" fmla="*/ 4928 w 11495"/>
                  <a:gd name="connsiteY0" fmla="*/ 1104 h 6296"/>
                  <a:gd name="connsiteX1" fmla="*/ 6563 w 11495"/>
                  <a:gd name="connsiteY1" fmla="*/ 5207 h 6296"/>
                  <a:gd name="connsiteX2" fmla="*/ 4928 w 11495"/>
                  <a:gd name="connsiteY2" fmla="*/ 1104 h 6296"/>
                </a:gdLst>
                <a:ahLst/>
                <a:cxnLst>
                  <a:cxn ang="0">
                    <a:pos x="connsiteX0" y="connsiteY0"/>
                  </a:cxn>
                  <a:cxn ang="0">
                    <a:pos x="connsiteX1" y="connsiteY1"/>
                  </a:cxn>
                  <a:cxn ang="0">
                    <a:pos x="connsiteX2" y="connsiteY2"/>
                  </a:cxn>
                </a:cxnLst>
                <a:rect l="l" t="t" r="r" b="b"/>
                <a:pathLst>
                  <a:path w="11495" h="6296">
                    <a:moveTo>
                      <a:pt x="4928" y="1104"/>
                    </a:moveTo>
                    <a:cubicBezTo>
                      <a:pt x="-2650" y="4104"/>
                      <a:pt x="-1004" y="8310"/>
                      <a:pt x="6563" y="5207"/>
                    </a:cubicBezTo>
                    <a:cubicBezTo>
                      <a:pt x="14147" y="2212"/>
                      <a:pt x="12500" y="-2034"/>
                      <a:pt x="4928" y="11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7" name="Freeform: Shape 2226">
                <a:extLst>
                  <a:ext uri="{FF2B5EF4-FFF2-40B4-BE49-F238E27FC236}">
                    <a16:creationId xmlns:a16="http://schemas.microsoft.com/office/drawing/2014/main" id="{15CD2590-8522-1D4C-5559-36708656D6CC}"/>
                  </a:ext>
                </a:extLst>
              </p:cNvPr>
              <p:cNvSpPr/>
              <p:nvPr/>
            </p:nvSpPr>
            <p:spPr>
              <a:xfrm>
                <a:off x="6789695" y="6435761"/>
                <a:ext cx="10296" cy="2602"/>
              </a:xfrm>
              <a:custGeom>
                <a:avLst/>
                <a:gdLst>
                  <a:gd name="connsiteX0" fmla="*/ 4474 w 10296"/>
                  <a:gd name="connsiteY0" fmla="*/ 500 h 2602"/>
                  <a:gd name="connsiteX1" fmla="*/ 10297 w 10296"/>
                  <a:gd name="connsiteY1" fmla="*/ 289 h 2602"/>
                  <a:gd name="connsiteX2" fmla="*/ 4474 w 10296"/>
                  <a:gd name="connsiteY2" fmla="*/ 500 h 2602"/>
                </a:gdLst>
                <a:ahLst/>
                <a:cxnLst>
                  <a:cxn ang="0">
                    <a:pos x="connsiteX0" y="connsiteY0"/>
                  </a:cxn>
                  <a:cxn ang="0">
                    <a:pos x="connsiteX1" y="connsiteY1"/>
                  </a:cxn>
                  <a:cxn ang="0">
                    <a:pos x="connsiteX2" y="connsiteY2"/>
                  </a:cxn>
                </a:cxnLst>
                <a:rect l="l" t="t" r="r" b="b"/>
                <a:pathLst>
                  <a:path w="10296" h="2602">
                    <a:moveTo>
                      <a:pt x="4474" y="500"/>
                    </a:moveTo>
                    <a:cubicBezTo>
                      <a:pt x="-8157" y="3746"/>
                      <a:pt x="9931" y="2883"/>
                      <a:pt x="10297" y="289"/>
                    </a:cubicBezTo>
                    <a:cubicBezTo>
                      <a:pt x="9886" y="-168"/>
                      <a:pt x="7280" y="-71"/>
                      <a:pt x="4474" y="5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8" name="Freeform: Shape 2227">
                <a:extLst>
                  <a:ext uri="{FF2B5EF4-FFF2-40B4-BE49-F238E27FC236}">
                    <a16:creationId xmlns:a16="http://schemas.microsoft.com/office/drawing/2014/main" id="{A401EA46-F162-BB33-B5EE-CEF86C81B8B5}"/>
                  </a:ext>
                </a:extLst>
              </p:cNvPr>
              <p:cNvSpPr/>
              <p:nvPr/>
            </p:nvSpPr>
            <p:spPr>
              <a:xfrm>
                <a:off x="7200358" y="7367767"/>
                <a:ext cx="12976" cy="5468"/>
              </a:xfrm>
              <a:custGeom>
                <a:avLst/>
                <a:gdLst>
                  <a:gd name="connsiteX0" fmla="*/ 5536 w 12976"/>
                  <a:gd name="connsiteY0" fmla="*/ 17 h 5468"/>
                  <a:gd name="connsiteX1" fmla="*/ 12977 w 12976"/>
                  <a:gd name="connsiteY1" fmla="*/ 2422 h 5468"/>
                  <a:gd name="connsiteX2" fmla="*/ 5536 w 12976"/>
                  <a:gd name="connsiteY2" fmla="*/ 17 h 5468"/>
                </a:gdLst>
                <a:ahLst/>
                <a:cxnLst>
                  <a:cxn ang="0">
                    <a:pos x="connsiteX0" y="connsiteY0"/>
                  </a:cxn>
                  <a:cxn ang="0">
                    <a:pos x="connsiteX1" y="connsiteY1"/>
                  </a:cxn>
                  <a:cxn ang="0">
                    <a:pos x="connsiteX2" y="connsiteY2"/>
                  </a:cxn>
                </a:cxnLst>
                <a:rect l="l" t="t" r="r" b="b"/>
                <a:pathLst>
                  <a:path w="12976" h="5468">
                    <a:moveTo>
                      <a:pt x="5536" y="17"/>
                    </a:moveTo>
                    <a:cubicBezTo>
                      <a:pt x="-10260" y="2366"/>
                      <a:pt x="12743" y="9487"/>
                      <a:pt x="12977" y="2422"/>
                    </a:cubicBezTo>
                    <a:cubicBezTo>
                      <a:pt x="12389" y="925"/>
                      <a:pt x="9057" y="-149"/>
                      <a:pt x="5536"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9" name="Freeform: Shape 2228">
                <a:extLst>
                  <a:ext uri="{FF2B5EF4-FFF2-40B4-BE49-F238E27FC236}">
                    <a16:creationId xmlns:a16="http://schemas.microsoft.com/office/drawing/2014/main" id="{461A9C99-8F7E-B4D9-9022-1D72E2EF6E96}"/>
                  </a:ext>
                </a:extLst>
              </p:cNvPr>
              <p:cNvSpPr/>
              <p:nvPr/>
            </p:nvSpPr>
            <p:spPr>
              <a:xfrm>
                <a:off x="7139324" y="7201855"/>
                <a:ext cx="12643" cy="5672"/>
              </a:xfrm>
              <a:custGeom>
                <a:avLst/>
                <a:gdLst>
                  <a:gd name="connsiteX0" fmla="*/ 5460 w 12643"/>
                  <a:gd name="connsiteY0" fmla="*/ 113 h 5672"/>
                  <a:gd name="connsiteX1" fmla="*/ 12643 w 12643"/>
                  <a:gd name="connsiteY1" fmla="*/ 2079 h 5672"/>
                  <a:gd name="connsiteX2" fmla="*/ 5460 w 12643"/>
                  <a:gd name="connsiteY2" fmla="*/ 113 h 5672"/>
                </a:gdLst>
                <a:ahLst/>
                <a:cxnLst>
                  <a:cxn ang="0">
                    <a:pos x="connsiteX0" y="connsiteY0"/>
                  </a:cxn>
                  <a:cxn ang="0">
                    <a:pos x="connsiteX1" y="connsiteY1"/>
                  </a:cxn>
                  <a:cxn ang="0">
                    <a:pos x="connsiteX2" y="connsiteY2"/>
                  </a:cxn>
                </a:cxnLst>
                <a:rect l="l" t="t" r="r" b="b"/>
                <a:pathLst>
                  <a:path w="12643" h="5672">
                    <a:moveTo>
                      <a:pt x="5460" y="113"/>
                    </a:moveTo>
                    <a:cubicBezTo>
                      <a:pt x="-10073" y="3759"/>
                      <a:pt x="12455" y="9463"/>
                      <a:pt x="12643" y="2079"/>
                    </a:cubicBezTo>
                    <a:cubicBezTo>
                      <a:pt x="12106" y="554"/>
                      <a:pt x="8894" y="-327"/>
                      <a:pt x="5460" y="1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0" name="Freeform: Shape 2229">
                <a:extLst>
                  <a:ext uri="{FF2B5EF4-FFF2-40B4-BE49-F238E27FC236}">
                    <a16:creationId xmlns:a16="http://schemas.microsoft.com/office/drawing/2014/main" id="{96054C67-22A1-1EF3-2A90-6BBF2C0E3484}"/>
                  </a:ext>
                </a:extLst>
              </p:cNvPr>
              <p:cNvSpPr/>
              <p:nvPr/>
            </p:nvSpPr>
            <p:spPr>
              <a:xfrm>
                <a:off x="7031440" y="6882074"/>
                <a:ext cx="11743" cy="6280"/>
              </a:xfrm>
              <a:custGeom>
                <a:avLst/>
                <a:gdLst>
                  <a:gd name="connsiteX0" fmla="*/ 5027 w 11743"/>
                  <a:gd name="connsiteY0" fmla="*/ 717 h 6280"/>
                  <a:gd name="connsiteX1" fmla="*/ 6708 w 11743"/>
                  <a:gd name="connsiteY1" fmla="*/ 5575 h 6280"/>
                  <a:gd name="connsiteX2" fmla="*/ 5027 w 11743"/>
                  <a:gd name="connsiteY2" fmla="*/ 717 h 6280"/>
                </a:gdLst>
                <a:ahLst/>
                <a:cxnLst>
                  <a:cxn ang="0">
                    <a:pos x="connsiteX0" y="connsiteY0"/>
                  </a:cxn>
                  <a:cxn ang="0">
                    <a:pos x="connsiteX1" y="connsiteY1"/>
                  </a:cxn>
                  <a:cxn ang="0">
                    <a:pos x="connsiteX2" y="connsiteY2"/>
                  </a:cxn>
                </a:cxnLst>
                <a:rect l="l" t="t" r="r" b="b"/>
                <a:pathLst>
                  <a:path w="11743" h="6280">
                    <a:moveTo>
                      <a:pt x="5027" y="717"/>
                    </a:moveTo>
                    <a:cubicBezTo>
                      <a:pt x="-2779" y="3197"/>
                      <a:pt x="-933" y="8107"/>
                      <a:pt x="6708" y="5575"/>
                    </a:cubicBezTo>
                    <a:cubicBezTo>
                      <a:pt x="14526" y="3106"/>
                      <a:pt x="12680" y="-1849"/>
                      <a:pt x="5027" y="7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1" name="Freeform: Shape 2230">
                <a:extLst>
                  <a:ext uri="{FF2B5EF4-FFF2-40B4-BE49-F238E27FC236}">
                    <a16:creationId xmlns:a16="http://schemas.microsoft.com/office/drawing/2014/main" id="{F53B5BC6-0AB9-09A7-23BC-00942AB081F9}"/>
                  </a:ext>
                </a:extLst>
              </p:cNvPr>
              <p:cNvSpPr/>
              <p:nvPr/>
            </p:nvSpPr>
            <p:spPr>
              <a:xfrm>
                <a:off x="7083672" y="7037034"/>
                <a:ext cx="12010" cy="6087"/>
              </a:xfrm>
              <a:custGeom>
                <a:avLst/>
                <a:gdLst>
                  <a:gd name="connsiteX0" fmla="*/ 5111 w 12010"/>
                  <a:gd name="connsiteY0" fmla="*/ 388 h 6087"/>
                  <a:gd name="connsiteX1" fmla="*/ 6894 w 12010"/>
                  <a:gd name="connsiteY1" fmla="*/ 5709 h 6087"/>
                  <a:gd name="connsiteX2" fmla="*/ 5111 w 12010"/>
                  <a:gd name="connsiteY2" fmla="*/ 388 h 6087"/>
                </a:gdLst>
                <a:ahLst/>
                <a:cxnLst>
                  <a:cxn ang="0">
                    <a:pos x="connsiteX0" y="connsiteY0"/>
                  </a:cxn>
                  <a:cxn ang="0">
                    <a:pos x="connsiteX1" y="connsiteY1"/>
                  </a:cxn>
                  <a:cxn ang="0">
                    <a:pos x="connsiteX2" y="connsiteY2"/>
                  </a:cxn>
                </a:cxnLst>
                <a:rect l="l" t="t" r="r" b="b"/>
                <a:pathLst>
                  <a:path w="12010" h="6087">
                    <a:moveTo>
                      <a:pt x="5111" y="388"/>
                    </a:moveTo>
                    <a:cubicBezTo>
                      <a:pt x="-3096" y="2274"/>
                      <a:pt x="-622" y="7532"/>
                      <a:pt x="6894" y="5709"/>
                    </a:cubicBezTo>
                    <a:cubicBezTo>
                      <a:pt x="15112" y="3846"/>
                      <a:pt x="12632" y="-1470"/>
                      <a:pt x="5111" y="38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2" name="Freeform: Shape 2231">
                <a:extLst>
                  <a:ext uri="{FF2B5EF4-FFF2-40B4-BE49-F238E27FC236}">
                    <a16:creationId xmlns:a16="http://schemas.microsoft.com/office/drawing/2014/main" id="{8A7308F6-DEA9-0993-295D-A08B597D1D96}"/>
                  </a:ext>
                </a:extLst>
              </p:cNvPr>
              <p:cNvSpPr/>
              <p:nvPr/>
            </p:nvSpPr>
            <p:spPr>
              <a:xfrm>
                <a:off x="6883695" y="6550959"/>
                <a:ext cx="11160" cy="4812"/>
              </a:xfrm>
              <a:custGeom>
                <a:avLst/>
                <a:gdLst>
                  <a:gd name="connsiteX0" fmla="*/ 4862 w 11160"/>
                  <a:gd name="connsiteY0" fmla="*/ 1265 h 4812"/>
                  <a:gd name="connsiteX1" fmla="*/ 11160 w 11160"/>
                  <a:gd name="connsiteY1" fmla="*/ 311 h 4812"/>
                  <a:gd name="connsiteX2" fmla="*/ 4862 w 11160"/>
                  <a:gd name="connsiteY2" fmla="*/ 1265 h 4812"/>
                </a:gdLst>
                <a:ahLst/>
                <a:cxnLst>
                  <a:cxn ang="0">
                    <a:pos x="connsiteX0" y="connsiteY0"/>
                  </a:cxn>
                  <a:cxn ang="0">
                    <a:pos x="connsiteX1" y="connsiteY1"/>
                  </a:cxn>
                  <a:cxn ang="0">
                    <a:pos x="connsiteX2" y="connsiteY2"/>
                  </a:cxn>
                </a:cxnLst>
                <a:rect l="l" t="t" r="r" b="b"/>
                <a:pathLst>
                  <a:path w="11160" h="4812">
                    <a:moveTo>
                      <a:pt x="4862" y="1265"/>
                    </a:moveTo>
                    <a:cubicBezTo>
                      <a:pt x="-8979" y="7694"/>
                      <a:pt x="11126" y="4151"/>
                      <a:pt x="11160" y="311"/>
                    </a:cubicBezTo>
                    <a:cubicBezTo>
                      <a:pt x="10720" y="-352"/>
                      <a:pt x="7897" y="82"/>
                      <a:pt x="4862" y="1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3" name="Freeform: Shape 2232">
                <a:extLst>
                  <a:ext uri="{FF2B5EF4-FFF2-40B4-BE49-F238E27FC236}">
                    <a16:creationId xmlns:a16="http://schemas.microsoft.com/office/drawing/2014/main" id="{571CA891-AA15-D5EB-A824-42E10A7FA840}"/>
                  </a:ext>
                </a:extLst>
              </p:cNvPr>
              <p:cNvSpPr/>
              <p:nvPr/>
            </p:nvSpPr>
            <p:spPr>
              <a:xfrm>
                <a:off x="6547147" y="5425834"/>
                <a:ext cx="9331" cy="18074"/>
              </a:xfrm>
              <a:custGeom>
                <a:avLst/>
                <a:gdLst>
                  <a:gd name="connsiteX0" fmla="*/ 4209 w 9331"/>
                  <a:gd name="connsiteY0" fmla="*/ 8033 h 18074"/>
                  <a:gd name="connsiteX1" fmla="*/ 20 w 9331"/>
                  <a:gd name="connsiteY1" fmla="*/ 18075 h 18074"/>
                  <a:gd name="connsiteX2" fmla="*/ 4209 w 9331"/>
                  <a:gd name="connsiteY2" fmla="*/ 8033 h 18074"/>
                </a:gdLst>
                <a:ahLst/>
                <a:cxnLst>
                  <a:cxn ang="0">
                    <a:pos x="connsiteX0" y="connsiteY0"/>
                  </a:cxn>
                  <a:cxn ang="0">
                    <a:pos x="connsiteX1" y="connsiteY1"/>
                  </a:cxn>
                  <a:cxn ang="0">
                    <a:pos x="connsiteX2" y="connsiteY2"/>
                  </a:cxn>
                </a:cxnLst>
                <a:rect l="l" t="t" r="r" b="b"/>
                <a:pathLst>
                  <a:path w="9331" h="18074">
                    <a:moveTo>
                      <a:pt x="4209" y="8033"/>
                    </a:moveTo>
                    <a:cubicBezTo>
                      <a:pt x="1660" y="12954"/>
                      <a:pt x="-215" y="17434"/>
                      <a:pt x="20" y="18075"/>
                    </a:cubicBezTo>
                    <a:cubicBezTo>
                      <a:pt x="3037" y="17269"/>
                      <a:pt x="16582" y="-14432"/>
                      <a:pt x="4209" y="80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4" name="Freeform: Shape 2233">
                <a:extLst>
                  <a:ext uri="{FF2B5EF4-FFF2-40B4-BE49-F238E27FC236}">
                    <a16:creationId xmlns:a16="http://schemas.microsoft.com/office/drawing/2014/main" id="{34ACC8D2-5114-32A3-1AA0-F9E22763DD3E}"/>
                  </a:ext>
                </a:extLst>
              </p:cNvPr>
              <p:cNvSpPr/>
              <p:nvPr/>
            </p:nvSpPr>
            <p:spPr>
              <a:xfrm>
                <a:off x="6519724" y="5363233"/>
                <a:ext cx="8776" cy="16530"/>
              </a:xfrm>
              <a:custGeom>
                <a:avLst/>
                <a:gdLst>
                  <a:gd name="connsiteX0" fmla="*/ 3896 w 8776"/>
                  <a:gd name="connsiteY0" fmla="*/ 7238 h 16530"/>
                  <a:gd name="connsiteX1" fmla="*/ 4874 w 8776"/>
                  <a:gd name="connsiteY1" fmla="*/ 9318 h 16530"/>
                  <a:gd name="connsiteX2" fmla="*/ 3896 w 8776"/>
                  <a:gd name="connsiteY2" fmla="*/ 7238 h 16530"/>
                </a:gdLst>
                <a:ahLst/>
                <a:cxnLst>
                  <a:cxn ang="0">
                    <a:pos x="connsiteX0" y="connsiteY0"/>
                  </a:cxn>
                  <a:cxn ang="0">
                    <a:pos x="connsiteX1" y="connsiteY1"/>
                  </a:cxn>
                  <a:cxn ang="0">
                    <a:pos x="connsiteX2" y="connsiteY2"/>
                  </a:cxn>
                </a:cxnLst>
                <a:rect l="l" t="t" r="r" b="b"/>
                <a:pathLst>
                  <a:path w="8776" h="16530">
                    <a:moveTo>
                      <a:pt x="3896" y="7238"/>
                    </a:moveTo>
                    <a:cubicBezTo>
                      <a:pt x="-1413" y="16948"/>
                      <a:pt x="-1493" y="21166"/>
                      <a:pt x="4874" y="9318"/>
                    </a:cubicBezTo>
                    <a:cubicBezTo>
                      <a:pt x="10194" y="-466"/>
                      <a:pt x="10269" y="-4615"/>
                      <a:pt x="3896" y="72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5" name="Freeform: Shape 2234">
                <a:extLst>
                  <a:ext uri="{FF2B5EF4-FFF2-40B4-BE49-F238E27FC236}">
                    <a16:creationId xmlns:a16="http://schemas.microsoft.com/office/drawing/2014/main" id="{A9DA8508-2460-557F-6CDD-7F4528253CFC}"/>
                  </a:ext>
                </a:extLst>
              </p:cNvPr>
              <p:cNvSpPr/>
              <p:nvPr/>
            </p:nvSpPr>
            <p:spPr>
              <a:xfrm>
                <a:off x="6456622" y="5244628"/>
                <a:ext cx="8334" cy="11107"/>
              </a:xfrm>
              <a:custGeom>
                <a:avLst/>
                <a:gdLst>
                  <a:gd name="connsiteX0" fmla="*/ 3607 w 8334"/>
                  <a:gd name="connsiteY0" fmla="*/ 4702 h 11107"/>
                  <a:gd name="connsiteX1" fmla="*/ 36 w 8334"/>
                  <a:gd name="connsiteY1" fmla="*/ 11103 h 11107"/>
                  <a:gd name="connsiteX2" fmla="*/ 3607 w 8334"/>
                  <a:gd name="connsiteY2" fmla="*/ 4702 h 11107"/>
                </a:gdLst>
                <a:ahLst/>
                <a:cxnLst>
                  <a:cxn ang="0">
                    <a:pos x="connsiteX0" y="connsiteY0"/>
                  </a:cxn>
                  <a:cxn ang="0">
                    <a:pos x="connsiteX1" y="connsiteY1"/>
                  </a:cxn>
                  <a:cxn ang="0">
                    <a:pos x="connsiteX2" y="connsiteY2"/>
                  </a:cxn>
                </a:cxnLst>
                <a:rect l="l" t="t" r="r" b="b"/>
                <a:pathLst>
                  <a:path w="8334" h="11107">
                    <a:moveTo>
                      <a:pt x="3607" y="4702"/>
                    </a:moveTo>
                    <a:cubicBezTo>
                      <a:pt x="1339" y="7691"/>
                      <a:pt x="-262" y="10554"/>
                      <a:pt x="36" y="11103"/>
                    </a:cubicBezTo>
                    <a:cubicBezTo>
                      <a:pt x="2973" y="11446"/>
                      <a:pt x="14809" y="-8928"/>
                      <a:pt x="3607" y="47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6" name="Freeform: Shape 2235">
                <a:extLst>
                  <a:ext uri="{FF2B5EF4-FFF2-40B4-BE49-F238E27FC236}">
                    <a16:creationId xmlns:a16="http://schemas.microsoft.com/office/drawing/2014/main" id="{A964B585-6893-36B1-FB7C-974CC0257294}"/>
                  </a:ext>
                </a:extLst>
              </p:cNvPr>
              <p:cNvSpPr/>
              <p:nvPr/>
            </p:nvSpPr>
            <p:spPr>
              <a:xfrm>
                <a:off x="6488796" y="5302366"/>
                <a:ext cx="8761" cy="14503"/>
              </a:xfrm>
              <a:custGeom>
                <a:avLst/>
                <a:gdLst>
                  <a:gd name="connsiteX0" fmla="*/ 3820 w 8761"/>
                  <a:gd name="connsiteY0" fmla="*/ 6382 h 14503"/>
                  <a:gd name="connsiteX1" fmla="*/ 32 w 8761"/>
                  <a:gd name="connsiteY1" fmla="*/ 14504 h 14503"/>
                  <a:gd name="connsiteX2" fmla="*/ 3820 w 8761"/>
                  <a:gd name="connsiteY2" fmla="*/ 6382 h 14503"/>
                </a:gdLst>
                <a:ahLst/>
                <a:cxnLst>
                  <a:cxn ang="0">
                    <a:pos x="connsiteX0" y="connsiteY0"/>
                  </a:cxn>
                  <a:cxn ang="0">
                    <a:pos x="connsiteX1" y="connsiteY1"/>
                  </a:cxn>
                  <a:cxn ang="0">
                    <a:pos x="connsiteX2" y="connsiteY2"/>
                  </a:cxn>
                </a:cxnLst>
                <a:rect l="l" t="t" r="r" b="b"/>
                <a:pathLst>
                  <a:path w="8761" h="14503">
                    <a:moveTo>
                      <a:pt x="3820" y="6382"/>
                    </a:moveTo>
                    <a:cubicBezTo>
                      <a:pt x="1437" y="10309"/>
                      <a:pt x="-255" y="13938"/>
                      <a:pt x="32" y="14504"/>
                    </a:cubicBezTo>
                    <a:cubicBezTo>
                      <a:pt x="3083" y="14206"/>
                      <a:pt x="15565" y="-11643"/>
                      <a:pt x="3820" y="63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7" name="Freeform: Shape 2236">
                <a:extLst>
                  <a:ext uri="{FF2B5EF4-FFF2-40B4-BE49-F238E27FC236}">
                    <a16:creationId xmlns:a16="http://schemas.microsoft.com/office/drawing/2014/main" id="{6E59597A-E6DF-7782-6FA0-E24B56C4F390}"/>
                  </a:ext>
                </a:extLst>
              </p:cNvPr>
              <p:cNvSpPr/>
              <p:nvPr/>
            </p:nvSpPr>
            <p:spPr>
              <a:xfrm>
                <a:off x="6425131" y="5189100"/>
                <a:ext cx="7898" cy="7661"/>
              </a:xfrm>
              <a:custGeom>
                <a:avLst/>
                <a:gdLst>
                  <a:gd name="connsiteX0" fmla="*/ 3427 w 7898"/>
                  <a:gd name="connsiteY0" fmla="*/ 2983 h 7661"/>
                  <a:gd name="connsiteX1" fmla="*/ 32 w 7898"/>
                  <a:gd name="connsiteY1" fmla="*/ 7612 h 7661"/>
                  <a:gd name="connsiteX2" fmla="*/ 3427 w 7898"/>
                  <a:gd name="connsiteY2" fmla="*/ 2983 h 7661"/>
                </a:gdLst>
                <a:ahLst/>
                <a:cxnLst>
                  <a:cxn ang="0">
                    <a:pos x="connsiteX0" y="connsiteY0"/>
                  </a:cxn>
                  <a:cxn ang="0">
                    <a:pos x="connsiteX1" y="connsiteY1"/>
                  </a:cxn>
                  <a:cxn ang="0">
                    <a:pos x="connsiteX2" y="connsiteY2"/>
                  </a:cxn>
                </a:cxnLst>
                <a:rect l="l" t="t" r="r" b="b"/>
                <a:pathLst>
                  <a:path w="7898" h="7661">
                    <a:moveTo>
                      <a:pt x="3427" y="2983"/>
                    </a:moveTo>
                    <a:cubicBezTo>
                      <a:pt x="1278" y="5012"/>
                      <a:pt x="-242" y="7086"/>
                      <a:pt x="32" y="7612"/>
                    </a:cubicBezTo>
                    <a:cubicBezTo>
                      <a:pt x="2729" y="8612"/>
                      <a:pt x="14068" y="-6121"/>
                      <a:pt x="3427" y="298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8" name="Freeform: Shape 2237">
                <a:extLst>
                  <a:ext uri="{FF2B5EF4-FFF2-40B4-BE49-F238E27FC236}">
                    <a16:creationId xmlns:a16="http://schemas.microsoft.com/office/drawing/2014/main" id="{F2BC1D31-A296-5367-2BD2-1683505AF7BF}"/>
                  </a:ext>
                </a:extLst>
              </p:cNvPr>
              <p:cNvSpPr/>
              <p:nvPr/>
            </p:nvSpPr>
            <p:spPr>
              <a:xfrm>
                <a:off x="6672420" y="6198451"/>
                <a:ext cx="9252" cy="9078"/>
              </a:xfrm>
              <a:custGeom>
                <a:avLst/>
                <a:gdLst>
                  <a:gd name="connsiteX0" fmla="*/ 4151 w 9252"/>
                  <a:gd name="connsiteY0" fmla="*/ 32 h 9078"/>
                  <a:gd name="connsiteX1" fmla="*/ 25 w 9252"/>
                  <a:gd name="connsiteY1" fmla="*/ 5581 h 9078"/>
                  <a:gd name="connsiteX2" fmla="*/ 4151 w 9252"/>
                  <a:gd name="connsiteY2" fmla="*/ 32 h 9078"/>
                </a:gdLst>
                <a:ahLst/>
                <a:cxnLst>
                  <a:cxn ang="0">
                    <a:pos x="connsiteX0" y="connsiteY0"/>
                  </a:cxn>
                  <a:cxn ang="0">
                    <a:pos x="connsiteX1" y="connsiteY1"/>
                  </a:cxn>
                  <a:cxn ang="0">
                    <a:pos x="connsiteX2" y="connsiteY2"/>
                  </a:cxn>
                </a:cxnLst>
                <a:rect l="l" t="t" r="r" b="b"/>
                <a:pathLst>
                  <a:path w="9252" h="9078">
                    <a:moveTo>
                      <a:pt x="4151" y="32"/>
                    </a:moveTo>
                    <a:cubicBezTo>
                      <a:pt x="1608" y="700"/>
                      <a:pt x="-238" y="3204"/>
                      <a:pt x="25" y="5581"/>
                    </a:cubicBezTo>
                    <a:cubicBezTo>
                      <a:pt x="3522" y="16200"/>
                      <a:pt x="16233" y="-831"/>
                      <a:pt x="4151" y="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9" name="Freeform: Shape 2238">
                <a:extLst>
                  <a:ext uri="{FF2B5EF4-FFF2-40B4-BE49-F238E27FC236}">
                    <a16:creationId xmlns:a16="http://schemas.microsoft.com/office/drawing/2014/main" id="{7459263A-D879-1ECF-811D-4954EA4775A5}"/>
                  </a:ext>
                </a:extLst>
              </p:cNvPr>
              <p:cNvSpPr/>
              <p:nvPr/>
            </p:nvSpPr>
            <p:spPr>
              <a:xfrm>
                <a:off x="6396500" y="5135394"/>
                <a:ext cx="7269" cy="4758"/>
              </a:xfrm>
              <a:custGeom>
                <a:avLst/>
                <a:gdLst>
                  <a:gd name="connsiteX0" fmla="*/ 3191 w 7269"/>
                  <a:gd name="connsiteY0" fmla="*/ 1481 h 4758"/>
                  <a:gd name="connsiteX1" fmla="*/ 4077 w 7269"/>
                  <a:gd name="connsiteY1" fmla="*/ 3270 h 4758"/>
                  <a:gd name="connsiteX2" fmla="*/ 3191 w 7269"/>
                  <a:gd name="connsiteY2" fmla="*/ 1481 h 4758"/>
                </a:gdLst>
                <a:ahLst/>
                <a:cxnLst>
                  <a:cxn ang="0">
                    <a:pos x="connsiteX0" y="connsiteY0"/>
                  </a:cxn>
                  <a:cxn ang="0">
                    <a:pos x="connsiteX1" y="connsiteY1"/>
                  </a:cxn>
                  <a:cxn ang="0">
                    <a:pos x="connsiteX2" y="connsiteY2"/>
                  </a:cxn>
                </a:cxnLst>
                <a:rect l="l" t="t" r="r" b="b"/>
                <a:pathLst>
                  <a:path w="7269" h="4758">
                    <a:moveTo>
                      <a:pt x="3191" y="1481"/>
                    </a:moveTo>
                    <a:cubicBezTo>
                      <a:pt x="-1535" y="4248"/>
                      <a:pt x="-821" y="6271"/>
                      <a:pt x="4077" y="3270"/>
                    </a:cubicBezTo>
                    <a:cubicBezTo>
                      <a:pt x="8803" y="447"/>
                      <a:pt x="8094" y="-1473"/>
                      <a:pt x="3191" y="14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0" name="Freeform: Shape 2239">
                <a:extLst>
                  <a:ext uri="{FF2B5EF4-FFF2-40B4-BE49-F238E27FC236}">
                    <a16:creationId xmlns:a16="http://schemas.microsoft.com/office/drawing/2014/main" id="{33F583CC-BEC2-85E2-AEA2-6CF1E82B51F8}"/>
                  </a:ext>
                </a:extLst>
              </p:cNvPr>
              <p:cNvSpPr/>
              <p:nvPr/>
            </p:nvSpPr>
            <p:spPr>
              <a:xfrm>
                <a:off x="6570036" y="5518309"/>
                <a:ext cx="9249" cy="16928"/>
              </a:xfrm>
              <a:custGeom>
                <a:avLst/>
                <a:gdLst>
                  <a:gd name="connsiteX0" fmla="*/ 4266 w 9249"/>
                  <a:gd name="connsiteY0" fmla="*/ 6855 h 16928"/>
                  <a:gd name="connsiteX1" fmla="*/ 14 w 9249"/>
                  <a:gd name="connsiteY1" fmla="*/ 16925 h 16928"/>
                  <a:gd name="connsiteX2" fmla="*/ 4266 w 9249"/>
                  <a:gd name="connsiteY2" fmla="*/ 6855 h 16928"/>
                </a:gdLst>
                <a:ahLst/>
                <a:cxnLst>
                  <a:cxn ang="0">
                    <a:pos x="connsiteX0" y="connsiteY0"/>
                  </a:cxn>
                  <a:cxn ang="0">
                    <a:pos x="connsiteX1" y="connsiteY1"/>
                  </a:cxn>
                  <a:cxn ang="0">
                    <a:pos x="connsiteX2" y="connsiteY2"/>
                  </a:cxn>
                </a:cxnLst>
                <a:rect l="l" t="t" r="r" b="b"/>
                <a:pathLst>
                  <a:path w="9249" h="16928">
                    <a:moveTo>
                      <a:pt x="4266" y="6855"/>
                    </a:moveTo>
                    <a:cubicBezTo>
                      <a:pt x="1722" y="11444"/>
                      <a:pt x="-181" y="15942"/>
                      <a:pt x="14" y="16925"/>
                    </a:cubicBezTo>
                    <a:cubicBezTo>
                      <a:pt x="3300" y="17291"/>
                      <a:pt x="16238" y="-13245"/>
                      <a:pt x="4266" y="68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1" name="Freeform: Shape 2240">
                <a:extLst>
                  <a:ext uri="{FF2B5EF4-FFF2-40B4-BE49-F238E27FC236}">
                    <a16:creationId xmlns:a16="http://schemas.microsoft.com/office/drawing/2014/main" id="{7501528A-C805-1D40-3638-7D14E17A44BD}"/>
                  </a:ext>
                </a:extLst>
              </p:cNvPr>
              <p:cNvSpPr/>
              <p:nvPr/>
            </p:nvSpPr>
            <p:spPr>
              <a:xfrm>
                <a:off x="6616390" y="5734884"/>
                <a:ext cx="9174" cy="13954"/>
              </a:xfrm>
              <a:custGeom>
                <a:avLst/>
                <a:gdLst>
                  <a:gd name="connsiteX0" fmla="*/ 4100 w 9174"/>
                  <a:gd name="connsiteY0" fmla="*/ 5708 h 13954"/>
                  <a:gd name="connsiteX1" fmla="*/ 25 w 9174"/>
                  <a:gd name="connsiteY1" fmla="*/ 13949 h 13954"/>
                  <a:gd name="connsiteX2" fmla="*/ 4100 w 9174"/>
                  <a:gd name="connsiteY2" fmla="*/ 5708 h 13954"/>
                </a:gdLst>
                <a:ahLst/>
                <a:cxnLst>
                  <a:cxn ang="0">
                    <a:pos x="connsiteX0" y="connsiteY0"/>
                  </a:cxn>
                  <a:cxn ang="0">
                    <a:pos x="connsiteX1" y="connsiteY1"/>
                  </a:cxn>
                  <a:cxn ang="0">
                    <a:pos x="connsiteX2" y="connsiteY2"/>
                  </a:cxn>
                </a:cxnLst>
                <a:rect l="l" t="t" r="r" b="b"/>
                <a:pathLst>
                  <a:path w="9174" h="13954">
                    <a:moveTo>
                      <a:pt x="4100" y="5708"/>
                    </a:moveTo>
                    <a:cubicBezTo>
                      <a:pt x="1591" y="9485"/>
                      <a:pt x="-238" y="13172"/>
                      <a:pt x="25" y="13949"/>
                    </a:cubicBezTo>
                    <a:cubicBezTo>
                      <a:pt x="3340" y="14406"/>
                      <a:pt x="16176" y="-11026"/>
                      <a:pt x="4100" y="57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2" name="Freeform: Shape 2241">
                <a:extLst>
                  <a:ext uri="{FF2B5EF4-FFF2-40B4-BE49-F238E27FC236}">
                    <a16:creationId xmlns:a16="http://schemas.microsoft.com/office/drawing/2014/main" id="{5B8E09E2-1EAC-C7CE-14FD-C2C7039F70C4}"/>
                  </a:ext>
                </a:extLst>
              </p:cNvPr>
              <p:cNvSpPr/>
              <p:nvPr/>
            </p:nvSpPr>
            <p:spPr>
              <a:xfrm>
                <a:off x="6591323" y="5632367"/>
                <a:ext cx="9162" cy="15348"/>
              </a:xfrm>
              <a:custGeom>
                <a:avLst/>
                <a:gdLst>
                  <a:gd name="connsiteX0" fmla="*/ 4209 w 9162"/>
                  <a:gd name="connsiteY0" fmla="*/ 5983 h 15348"/>
                  <a:gd name="connsiteX1" fmla="*/ 15 w 9162"/>
                  <a:gd name="connsiteY1" fmla="*/ 15327 h 15348"/>
                  <a:gd name="connsiteX2" fmla="*/ 4209 w 9162"/>
                  <a:gd name="connsiteY2" fmla="*/ 5983 h 15348"/>
                </a:gdLst>
                <a:ahLst/>
                <a:cxnLst>
                  <a:cxn ang="0">
                    <a:pos x="connsiteX0" y="connsiteY0"/>
                  </a:cxn>
                  <a:cxn ang="0">
                    <a:pos x="connsiteX1" y="connsiteY1"/>
                  </a:cxn>
                  <a:cxn ang="0">
                    <a:pos x="connsiteX2" y="connsiteY2"/>
                  </a:cxn>
                </a:cxnLst>
                <a:rect l="l" t="t" r="r" b="b"/>
                <a:pathLst>
                  <a:path w="9162" h="15348">
                    <a:moveTo>
                      <a:pt x="4209" y="5983"/>
                    </a:moveTo>
                    <a:cubicBezTo>
                      <a:pt x="1689" y="10121"/>
                      <a:pt x="-185" y="14304"/>
                      <a:pt x="15" y="15327"/>
                    </a:cubicBezTo>
                    <a:cubicBezTo>
                      <a:pt x="3387" y="16236"/>
                      <a:pt x="16045" y="-11951"/>
                      <a:pt x="4209" y="598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3" name="Freeform: Shape 2242">
                <a:extLst>
                  <a:ext uri="{FF2B5EF4-FFF2-40B4-BE49-F238E27FC236}">
                    <a16:creationId xmlns:a16="http://schemas.microsoft.com/office/drawing/2014/main" id="{70134B0B-C1FB-1A64-5E52-DCBD481E409D}"/>
                  </a:ext>
                </a:extLst>
              </p:cNvPr>
              <p:cNvSpPr/>
              <p:nvPr/>
            </p:nvSpPr>
            <p:spPr>
              <a:xfrm>
                <a:off x="6646124" y="5877329"/>
                <a:ext cx="9059" cy="13850"/>
              </a:xfrm>
              <a:custGeom>
                <a:avLst/>
                <a:gdLst>
                  <a:gd name="connsiteX0" fmla="*/ 4090 w 9059"/>
                  <a:gd name="connsiteY0" fmla="*/ 2222 h 13850"/>
                  <a:gd name="connsiteX1" fmla="*/ 4964 w 9059"/>
                  <a:gd name="connsiteY1" fmla="*/ 11720 h 13850"/>
                  <a:gd name="connsiteX2" fmla="*/ 4090 w 9059"/>
                  <a:gd name="connsiteY2" fmla="*/ 2222 h 13850"/>
                </a:gdLst>
                <a:ahLst/>
                <a:cxnLst>
                  <a:cxn ang="0">
                    <a:pos x="connsiteX0" y="connsiteY0"/>
                  </a:cxn>
                  <a:cxn ang="0">
                    <a:pos x="connsiteX1" y="connsiteY1"/>
                  </a:cxn>
                  <a:cxn ang="0">
                    <a:pos x="connsiteX2" y="connsiteY2"/>
                  </a:cxn>
                </a:cxnLst>
                <a:rect l="l" t="t" r="r" b="b"/>
                <a:pathLst>
                  <a:path w="9059" h="13850">
                    <a:moveTo>
                      <a:pt x="4090" y="2222"/>
                    </a:moveTo>
                    <a:cubicBezTo>
                      <a:pt x="78" y="5679"/>
                      <a:pt x="-2997" y="18967"/>
                      <a:pt x="4964" y="11720"/>
                    </a:cubicBezTo>
                    <a:cubicBezTo>
                      <a:pt x="8993" y="8371"/>
                      <a:pt x="12051" y="-5287"/>
                      <a:pt x="4090" y="22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4" name="Freeform: Shape 2243">
                <a:extLst>
                  <a:ext uri="{FF2B5EF4-FFF2-40B4-BE49-F238E27FC236}">
                    <a16:creationId xmlns:a16="http://schemas.microsoft.com/office/drawing/2014/main" id="{18060424-D81F-84AE-F405-593B6984B989}"/>
                  </a:ext>
                </a:extLst>
              </p:cNvPr>
              <p:cNvSpPr/>
              <p:nvPr/>
            </p:nvSpPr>
            <p:spPr>
              <a:xfrm>
                <a:off x="7268398" y="7526223"/>
                <a:ext cx="12918" cy="5193"/>
              </a:xfrm>
              <a:custGeom>
                <a:avLst/>
                <a:gdLst>
                  <a:gd name="connsiteX0" fmla="*/ 5156 w 12918"/>
                  <a:gd name="connsiteY0" fmla="*/ 14 h 5193"/>
                  <a:gd name="connsiteX1" fmla="*/ 11819 w 12918"/>
                  <a:gd name="connsiteY1" fmla="*/ 4283 h 5193"/>
                  <a:gd name="connsiteX2" fmla="*/ 5156 w 12918"/>
                  <a:gd name="connsiteY2" fmla="*/ 14 h 5193"/>
                </a:gdLst>
                <a:ahLst/>
                <a:cxnLst>
                  <a:cxn ang="0">
                    <a:pos x="connsiteX0" y="connsiteY0"/>
                  </a:cxn>
                  <a:cxn ang="0">
                    <a:pos x="connsiteX1" y="connsiteY1"/>
                  </a:cxn>
                  <a:cxn ang="0">
                    <a:pos x="connsiteX2" y="connsiteY2"/>
                  </a:cxn>
                </a:cxnLst>
                <a:rect l="l" t="t" r="r" b="b"/>
                <a:pathLst>
                  <a:path w="12918" h="5193">
                    <a:moveTo>
                      <a:pt x="5156" y="14"/>
                    </a:moveTo>
                    <a:cubicBezTo>
                      <a:pt x="-7669" y="1020"/>
                      <a:pt x="6865" y="7558"/>
                      <a:pt x="11819" y="4283"/>
                    </a:cubicBezTo>
                    <a:cubicBezTo>
                      <a:pt x="15883" y="1420"/>
                      <a:pt x="7545" y="-169"/>
                      <a:pt x="5156" y="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5" name="Freeform: Shape 2244">
                <a:extLst>
                  <a:ext uri="{FF2B5EF4-FFF2-40B4-BE49-F238E27FC236}">
                    <a16:creationId xmlns:a16="http://schemas.microsoft.com/office/drawing/2014/main" id="{A4E0D305-EA9F-1969-2B76-C5A0CDA3C51F}"/>
                  </a:ext>
                </a:extLst>
              </p:cNvPr>
              <p:cNvSpPr/>
              <p:nvPr/>
            </p:nvSpPr>
            <p:spPr>
              <a:xfrm>
                <a:off x="6177065" y="5144530"/>
                <a:ext cx="6857" cy="2542"/>
              </a:xfrm>
              <a:custGeom>
                <a:avLst/>
                <a:gdLst>
                  <a:gd name="connsiteX0" fmla="*/ 3039 w 6857"/>
                  <a:gd name="connsiteY0" fmla="*/ 233 h 2542"/>
                  <a:gd name="connsiteX1" fmla="*/ 6028 w 6857"/>
                  <a:gd name="connsiteY1" fmla="*/ 1525 h 2542"/>
                  <a:gd name="connsiteX2" fmla="*/ 3039 w 6857"/>
                  <a:gd name="connsiteY2" fmla="*/ 233 h 2542"/>
                </a:gdLst>
                <a:ahLst/>
                <a:cxnLst>
                  <a:cxn ang="0">
                    <a:pos x="connsiteX0" y="connsiteY0"/>
                  </a:cxn>
                  <a:cxn ang="0">
                    <a:pos x="connsiteX1" y="connsiteY1"/>
                  </a:cxn>
                  <a:cxn ang="0">
                    <a:pos x="connsiteX2" y="connsiteY2"/>
                  </a:cxn>
                </a:cxnLst>
                <a:rect l="l" t="t" r="r" b="b"/>
                <a:pathLst>
                  <a:path w="6857" h="2542">
                    <a:moveTo>
                      <a:pt x="3039" y="233"/>
                    </a:moveTo>
                    <a:cubicBezTo>
                      <a:pt x="-4048" y="2010"/>
                      <a:pt x="3090" y="3679"/>
                      <a:pt x="6028" y="1525"/>
                    </a:cubicBezTo>
                    <a:cubicBezTo>
                      <a:pt x="8639" y="-162"/>
                      <a:pt x="4376" y="-201"/>
                      <a:pt x="3039" y="2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6" name="Freeform: Shape 2245">
                <a:extLst>
                  <a:ext uri="{FF2B5EF4-FFF2-40B4-BE49-F238E27FC236}">
                    <a16:creationId xmlns:a16="http://schemas.microsoft.com/office/drawing/2014/main" id="{A7BA0B22-9456-1B50-BFDF-0FBA9D174030}"/>
                  </a:ext>
                </a:extLst>
              </p:cNvPr>
              <p:cNvSpPr/>
              <p:nvPr/>
            </p:nvSpPr>
            <p:spPr>
              <a:xfrm>
                <a:off x="6585684" y="6649410"/>
                <a:ext cx="10911" cy="3822"/>
              </a:xfrm>
              <a:custGeom>
                <a:avLst/>
                <a:gdLst>
                  <a:gd name="connsiteX0" fmla="*/ 4900 w 10911"/>
                  <a:gd name="connsiteY0" fmla="*/ 449 h 3822"/>
                  <a:gd name="connsiteX1" fmla="*/ 10912 w 10911"/>
                  <a:gd name="connsiteY1" fmla="*/ 717 h 3822"/>
                  <a:gd name="connsiteX2" fmla="*/ 4900 w 10911"/>
                  <a:gd name="connsiteY2" fmla="*/ 449 h 3822"/>
                </a:gdLst>
                <a:ahLst/>
                <a:cxnLst>
                  <a:cxn ang="0">
                    <a:pos x="connsiteX0" y="connsiteY0"/>
                  </a:cxn>
                  <a:cxn ang="0">
                    <a:pos x="connsiteX1" y="connsiteY1"/>
                  </a:cxn>
                  <a:cxn ang="0">
                    <a:pos x="connsiteX2" y="connsiteY2"/>
                  </a:cxn>
                </a:cxnLst>
                <a:rect l="l" t="t" r="r" b="b"/>
                <a:pathLst>
                  <a:path w="10911" h="3822">
                    <a:moveTo>
                      <a:pt x="4900" y="449"/>
                    </a:moveTo>
                    <a:cubicBezTo>
                      <a:pt x="-8776" y="4690"/>
                      <a:pt x="10472" y="5101"/>
                      <a:pt x="10912" y="717"/>
                    </a:cubicBezTo>
                    <a:cubicBezTo>
                      <a:pt x="10563" y="-128"/>
                      <a:pt x="7866" y="-237"/>
                      <a:pt x="4900" y="4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7" name="Freeform: Shape 2246">
                <a:extLst>
                  <a:ext uri="{FF2B5EF4-FFF2-40B4-BE49-F238E27FC236}">
                    <a16:creationId xmlns:a16="http://schemas.microsoft.com/office/drawing/2014/main" id="{BC22C97D-3A0A-0158-4B68-33B9AB6DE986}"/>
                  </a:ext>
                </a:extLst>
              </p:cNvPr>
              <p:cNvSpPr/>
              <p:nvPr/>
            </p:nvSpPr>
            <p:spPr>
              <a:xfrm>
                <a:off x="6548777" y="6562009"/>
                <a:ext cx="10534" cy="3227"/>
              </a:xfrm>
              <a:custGeom>
                <a:avLst/>
                <a:gdLst>
                  <a:gd name="connsiteX0" fmla="*/ 4733 w 10534"/>
                  <a:gd name="connsiteY0" fmla="*/ 285 h 3227"/>
                  <a:gd name="connsiteX1" fmla="*/ 10534 w 10534"/>
                  <a:gd name="connsiteY1" fmla="*/ 719 h 3227"/>
                  <a:gd name="connsiteX2" fmla="*/ 4733 w 10534"/>
                  <a:gd name="connsiteY2" fmla="*/ 285 h 3227"/>
                </a:gdLst>
                <a:ahLst/>
                <a:cxnLst>
                  <a:cxn ang="0">
                    <a:pos x="connsiteX0" y="connsiteY0"/>
                  </a:cxn>
                  <a:cxn ang="0">
                    <a:pos x="connsiteX1" y="connsiteY1"/>
                  </a:cxn>
                  <a:cxn ang="0">
                    <a:pos x="connsiteX2" y="connsiteY2"/>
                  </a:cxn>
                </a:cxnLst>
                <a:rect l="l" t="t" r="r" b="b"/>
                <a:pathLst>
                  <a:path w="10534" h="3227">
                    <a:moveTo>
                      <a:pt x="4733" y="285"/>
                    </a:moveTo>
                    <a:cubicBezTo>
                      <a:pt x="-8440" y="3594"/>
                      <a:pt x="10008" y="4606"/>
                      <a:pt x="10534" y="719"/>
                    </a:cubicBezTo>
                    <a:cubicBezTo>
                      <a:pt x="10202" y="-35"/>
                      <a:pt x="7602" y="-224"/>
                      <a:pt x="4733" y="2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8" name="Freeform: Shape 2247">
                <a:extLst>
                  <a:ext uri="{FF2B5EF4-FFF2-40B4-BE49-F238E27FC236}">
                    <a16:creationId xmlns:a16="http://schemas.microsoft.com/office/drawing/2014/main" id="{44E7B991-DD2E-39AA-5FBE-9AF23FADA572}"/>
                  </a:ext>
                </a:extLst>
              </p:cNvPr>
              <p:cNvSpPr/>
              <p:nvPr/>
            </p:nvSpPr>
            <p:spPr>
              <a:xfrm>
                <a:off x="6449535" y="6327767"/>
                <a:ext cx="9494" cy="2649"/>
              </a:xfrm>
              <a:custGeom>
                <a:avLst/>
                <a:gdLst>
                  <a:gd name="connsiteX0" fmla="*/ 4311 w 9494"/>
                  <a:gd name="connsiteY0" fmla="*/ 0 h 2649"/>
                  <a:gd name="connsiteX1" fmla="*/ 9495 w 9494"/>
                  <a:gd name="connsiteY1" fmla="*/ 1298 h 2649"/>
                  <a:gd name="connsiteX2" fmla="*/ 4311 w 9494"/>
                  <a:gd name="connsiteY2" fmla="*/ 0 h 2649"/>
                </a:gdLst>
                <a:ahLst/>
                <a:cxnLst>
                  <a:cxn ang="0">
                    <a:pos x="connsiteX0" y="connsiteY0"/>
                  </a:cxn>
                  <a:cxn ang="0">
                    <a:pos x="connsiteX1" y="connsiteY1"/>
                  </a:cxn>
                  <a:cxn ang="0">
                    <a:pos x="connsiteX2" y="connsiteY2"/>
                  </a:cxn>
                </a:cxnLst>
                <a:rect l="l" t="t" r="r" b="b"/>
                <a:pathLst>
                  <a:path w="9494" h="2649">
                    <a:moveTo>
                      <a:pt x="4311" y="0"/>
                    </a:moveTo>
                    <a:cubicBezTo>
                      <a:pt x="-7536" y="846"/>
                      <a:pt x="8706" y="4635"/>
                      <a:pt x="9495" y="1298"/>
                    </a:cubicBezTo>
                    <a:cubicBezTo>
                      <a:pt x="9220" y="578"/>
                      <a:pt x="6894" y="0"/>
                      <a:pt x="431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9" name="Freeform: Shape 2248">
                <a:extLst>
                  <a:ext uri="{FF2B5EF4-FFF2-40B4-BE49-F238E27FC236}">
                    <a16:creationId xmlns:a16="http://schemas.microsoft.com/office/drawing/2014/main" id="{B4BD5EA1-A639-5D51-EDD3-E353A64A9CB9}"/>
                  </a:ext>
                </a:extLst>
              </p:cNvPr>
              <p:cNvSpPr/>
              <p:nvPr/>
            </p:nvSpPr>
            <p:spPr>
              <a:xfrm>
                <a:off x="6513594" y="6481951"/>
                <a:ext cx="10157" cy="2754"/>
              </a:xfrm>
              <a:custGeom>
                <a:avLst/>
                <a:gdLst>
                  <a:gd name="connsiteX0" fmla="*/ 4574 w 10157"/>
                  <a:gd name="connsiteY0" fmla="*/ 110 h 2754"/>
                  <a:gd name="connsiteX1" fmla="*/ 10157 w 10157"/>
                  <a:gd name="connsiteY1" fmla="*/ 847 h 2754"/>
                  <a:gd name="connsiteX2" fmla="*/ 4574 w 10157"/>
                  <a:gd name="connsiteY2" fmla="*/ 110 h 2754"/>
                </a:gdLst>
                <a:ahLst/>
                <a:cxnLst>
                  <a:cxn ang="0">
                    <a:pos x="connsiteX0" y="connsiteY0"/>
                  </a:cxn>
                  <a:cxn ang="0">
                    <a:pos x="connsiteX1" y="connsiteY1"/>
                  </a:cxn>
                  <a:cxn ang="0">
                    <a:pos x="connsiteX2" y="connsiteY2"/>
                  </a:cxn>
                </a:cxnLst>
                <a:rect l="l" t="t" r="r" b="b"/>
                <a:pathLst>
                  <a:path w="10157" h="2754">
                    <a:moveTo>
                      <a:pt x="4574" y="110"/>
                    </a:moveTo>
                    <a:cubicBezTo>
                      <a:pt x="-8102" y="2350"/>
                      <a:pt x="9523" y="4367"/>
                      <a:pt x="10157" y="847"/>
                    </a:cubicBezTo>
                    <a:cubicBezTo>
                      <a:pt x="9843" y="138"/>
                      <a:pt x="7340" y="-187"/>
                      <a:pt x="4574" y="1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0" name="Freeform: Shape 2249">
                <a:extLst>
                  <a:ext uri="{FF2B5EF4-FFF2-40B4-BE49-F238E27FC236}">
                    <a16:creationId xmlns:a16="http://schemas.microsoft.com/office/drawing/2014/main" id="{BC3F7F59-958D-2D45-492C-3387D7BCED99}"/>
                  </a:ext>
                </a:extLst>
              </p:cNvPr>
              <p:cNvSpPr/>
              <p:nvPr/>
            </p:nvSpPr>
            <p:spPr>
              <a:xfrm>
                <a:off x="6624281" y="6748192"/>
                <a:ext cx="10901" cy="4548"/>
              </a:xfrm>
              <a:custGeom>
                <a:avLst/>
                <a:gdLst>
                  <a:gd name="connsiteX0" fmla="*/ 4804 w 10901"/>
                  <a:gd name="connsiteY0" fmla="*/ 531 h 4548"/>
                  <a:gd name="connsiteX1" fmla="*/ 6096 w 10901"/>
                  <a:gd name="connsiteY1" fmla="*/ 4033 h 4548"/>
                  <a:gd name="connsiteX2" fmla="*/ 4804 w 10901"/>
                  <a:gd name="connsiteY2" fmla="*/ 531 h 4548"/>
                </a:gdLst>
                <a:ahLst/>
                <a:cxnLst>
                  <a:cxn ang="0">
                    <a:pos x="connsiteX0" y="connsiteY0"/>
                  </a:cxn>
                  <a:cxn ang="0">
                    <a:pos x="connsiteX1" y="connsiteY1"/>
                  </a:cxn>
                  <a:cxn ang="0">
                    <a:pos x="connsiteX2" y="connsiteY2"/>
                  </a:cxn>
                </a:cxnLst>
                <a:rect l="l" t="t" r="r" b="b"/>
                <a:pathLst>
                  <a:path w="10901" h="4548">
                    <a:moveTo>
                      <a:pt x="4804" y="531"/>
                    </a:moveTo>
                    <a:cubicBezTo>
                      <a:pt x="-2665" y="2393"/>
                      <a:pt x="-796" y="5857"/>
                      <a:pt x="6096" y="4033"/>
                    </a:cubicBezTo>
                    <a:cubicBezTo>
                      <a:pt x="13554" y="2142"/>
                      <a:pt x="11714" y="-1327"/>
                      <a:pt x="4804" y="5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1" name="Freeform: Shape 2250">
                <a:extLst>
                  <a:ext uri="{FF2B5EF4-FFF2-40B4-BE49-F238E27FC236}">
                    <a16:creationId xmlns:a16="http://schemas.microsoft.com/office/drawing/2014/main" id="{5E123944-6C8D-6E0C-6987-07259206FF39}"/>
                  </a:ext>
                </a:extLst>
              </p:cNvPr>
              <p:cNvSpPr/>
              <p:nvPr/>
            </p:nvSpPr>
            <p:spPr>
              <a:xfrm>
                <a:off x="6852700" y="7379677"/>
                <a:ext cx="12548" cy="4848"/>
              </a:xfrm>
              <a:custGeom>
                <a:avLst/>
                <a:gdLst>
                  <a:gd name="connsiteX0" fmla="*/ 5380 w 12548"/>
                  <a:gd name="connsiteY0" fmla="*/ 22 h 4848"/>
                  <a:gd name="connsiteX1" fmla="*/ 7168 w 12548"/>
                  <a:gd name="connsiteY1" fmla="*/ 4828 h 4848"/>
                  <a:gd name="connsiteX2" fmla="*/ 5380 w 12548"/>
                  <a:gd name="connsiteY2" fmla="*/ 22 h 4848"/>
                </a:gdLst>
                <a:ahLst/>
                <a:cxnLst>
                  <a:cxn ang="0">
                    <a:pos x="connsiteX0" y="connsiteY0"/>
                  </a:cxn>
                  <a:cxn ang="0">
                    <a:pos x="connsiteX1" y="connsiteY1"/>
                  </a:cxn>
                  <a:cxn ang="0">
                    <a:pos x="connsiteX2" y="connsiteY2"/>
                  </a:cxn>
                </a:cxnLst>
                <a:rect l="l" t="t" r="r" b="b"/>
                <a:pathLst>
                  <a:path w="12548" h="4848">
                    <a:moveTo>
                      <a:pt x="5380" y="22"/>
                    </a:moveTo>
                    <a:cubicBezTo>
                      <a:pt x="-3804" y="371"/>
                      <a:pt x="105" y="5200"/>
                      <a:pt x="7168" y="4828"/>
                    </a:cubicBezTo>
                    <a:cubicBezTo>
                      <a:pt x="16353" y="4486"/>
                      <a:pt x="12443" y="-366"/>
                      <a:pt x="5380"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2" name="Freeform: Shape 2251">
                <a:extLst>
                  <a:ext uri="{FF2B5EF4-FFF2-40B4-BE49-F238E27FC236}">
                    <a16:creationId xmlns:a16="http://schemas.microsoft.com/office/drawing/2014/main" id="{0C11CDB6-7956-038F-79BD-B2EEDFD7394D}"/>
                  </a:ext>
                </a:extLst>
              </p:cNvPr>
              <p:cNvSpPr/>
              <p:nvPr/>
            </p:nvSpPr>
            <p:spPr>
              <a:xfrm>
                <a:off x="6800745" y="7236319"/>
                <a:ext cx="12164" cy="4781"/>
              </a:xfrm>
              <a:custGeom>
                <a:avLst/>
                <a:gdLst>
                  <a:gd name="connsiteX0" fmla="*/ 5259 w 12164"/>
                  <a:gd name="connsiteY0" fmla="*/ 70 h 4781"/>
                  <a:gd name="connsiteX1" fmla="*/ 6916 w 12164"/>
                  <a:gd name="connsiteY1" fmla="*/ 4716 h 4781"/>
                  <a:gd name="connsiteX2" fmla="*/ 5259 w 12164"/>
                  <a:gd name="connsiteY2" fmla="*/ 70 h 4781"/>
                </a:gdLst>
                <a:ahLst/>
                <a:cxnLst>
                  <a:cxn ang="0">
                    <a:pos x="connsiteX0" y="connsiteY0"/>
                  </a:cxn>
                  <a:cxn ang="0">
                    <a:pos x="connsiteX1" y="connsiteY1"/>
                  </a:cxn>
                  <a:cxn ang="0">
                    <a:pos x="connsiteX2" y="connsiteY2"/>
                  </a:cxn>
                </a:cxnLst>
                <a:rect l="l" t="t" r="r" b="b"/>
                <a:pathLst>
                  <a:path w="12164" h="4781">
                    <a:moveTo>
                      <a:pt x="5259" y="70"/>
                    </a:moveTo>
                    <a:cubicBezTo>
                      <a:pt x="-3514" y="768"/>
                      <a:pt x="-159" y="5380"/>
                      <a:pt x="6916" y="4716"/>
                    </a:cubicBezTo>
                    <a:cubicBezTo>
                      <a:pt x="15672" y="4019"/>
                      <a:pt x="12323" y="-621"/>
                      <a:pt x="5259" y="7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3" name="Freeform: Shape 2252">
                <a:extLst>
                  <a:ext uri="{FF2B5EF4-FFF2-40B4-BE49-F238E27FC236}">
                    <a16:creationId xmlns:a16="http://schemas.microsoft.com/office/drawing/2014/main" id="{34CD71B4-13A4-A4CB-5EB1-E4E98974B288}"/>
                  </a:ext>
                </a:extLst>
              </p:cNvPr>
              <p:cNvSpPr/>
              <p:nvPr/>
            </p:nvSpPr>
            <p:spPr>
              <a:xfrm>
                <a:off x="6752588" y="7099068"/>
                <a:ext cx="11829" cy="4749"/>
              </a:xfrm>
              <a:custGeom>
                <a:avLst/>
                <a:gdLst>
                  <a:gd name="connsiteX0" fmla="*/ 5148 w 11829"/>
                  <a:gd name="connsiteY0" fmla="*/ 179 h 4749"/>
                  <a:gd name="connsiteX1" fmla="*/ 6691 w 11829"/>
                  <a:gd name="connsiteY1" fmla="*/ 4580 h 4749"/>
                  <a:gd name="connsiteX2" fmla="*/ 5148 w 11829"/>
                  <a:gd name="connsiteY2" fmla="*/ 179 h 4749"/>
                </a:gdLst>
                <a:ahLst/>
                <a:cxnLst>
                  <a:cxn ang="0">
                    <a:pos x="connsiteX0" y="connsiteY0"/>
                  </a:cxn>
                  <a:cxn ang="0">
                    <a:pos x="connsiteX1" y="connsiteY1"/>
                  </a:cxn>
                  <a:cxn ang="0">
                    <a:pos x="connsiteX2" y="connsiteY2"/>
                  </a:cxn>
                </a:cxnLst>
                <a:rect l="l" t="t" r="r" b="b"/>
                <a:pathLst>
                  <a:path w="11829" h="4749">
                    <a:moveTo>
                      <a:pt x="5148" y="179"/>
                    </a:moveTo>
                    <a:cubicBezTo>
                      <a:pt x="-3219" y="1327"/>
                      <a:pt x="-430" y="5654"/>
                      <a:pt x="6691" y="4580"/>
                    </a:cubicBezTo>
                    <a:cubicBezTo>
                      <a:pt x="15040" y="3431"/>
                      <a:pt x="12263" y="-930"/>
                      <a:pt x="5148" y="17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4" name="Freeform: Shape 2253">
                <a:extLst>
                  <a:ext uri="{FF2B5EF4-FFF2-40B4-BE49-F238E27FC236}">
                    <a16:creationId xmlns:a16="http://schemas.microsoft.com/office/drawing/2014/main" id="{E69B1DE6-A604-47CA-7A20-225B8EE70BF2}"/>
                  </a:ext>
                </a:extLst>
              </p:cNvPr>
              <p:cNvSpPr/>
              <p:nvPr/>
            </p:nvSpPr>
            <p:spPr>
              <a:xfrm>
                <a:off x="6664612" y="6853880"/>
                <a:ext cx="11587" cy="4389"/>
              </a:xfrm>
              <a:custGeom>
                <a:avLst/>
                <a:gdLst>
                  <a:gd name="connsiteX0" fmla="*/ 5176 w 11587"/>
                  <a:gd name="connsiteY0" fmla="*/ 456 h 4389"/>
                  <a:gd name="connsiteX1" fmla="*/ 11587 w 11587"/>
                  <a:gd name="connsiteY1" fmla="*/ 902 h 4389"/>
                  <a:gd name="connsiteX2" fmla="*/ 5176 w 11587"/>
                  <a:gd name="connsiteY2" fmla="*/ 456 h 4389"/>
                </a:gdLst>
                <a:ahLst/>
                <a:cxnLst>
                  <a:cxn ang="0">
                    <a:pos x="connsiteX0" y="connsiteY0"/>
                  </a:cxn>
                  <a:cxn ang="0">
                    <a:pos x="connsiteX1" y="connsiteY1"/>
                  </a:cxn>
                  <a:cxn ang="0">
                    <a:pos x="connsiteX2" y="connsiteY2"/>
                  </a:cxn>
                </a:cxnLst>
                <a:rect l="l" t="t" r="r" b="b"/>
                <a:pathLst>
                  <a:path w="11587" h="4389">
                    <a:moveTo>
                      <a:pt x="5176" y="456"/>
                    </a:moveTo>
                    <a:cubicBezTo>
                      <a:pt x="-9324" y="5137"/>
                      <a:pt x="11205" y="6068"/>
                      <a:pt x="11587" y="902"/>
                    </a:cubicBezTo>
                    <a:cubicBezTo>
                      <a:pt x="11205" y="-104"/>
                      <a:pt x="8330" y="-292"/>
                      <a:pt x="5176" y="45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5" name="Freeform: Shape 2254">
                <a:extLst>
                  <a:ext uri="{FF2B5EF4-FFF2-40B4-BE49-F238E27FC236}">
                    <a16:creationId xmlns:a16="http://schemas.microsoft.com/office/drawing/2014/main" id="{1A256D97-3285-D00F-54AF-6A62E8CAEBE2}"/>
                  </a:ext>
                </a:extLst>
              </p:cNvPr>
              <p:cNvSpPr/>
              <p:nvPr/>
            </p:nvSpPr>
            <p:spPr>
              <a:xfrm>
                <a:off x="6707268" y="6970696"/>
                <a:ext cx="11886" cy="4520"/>
              </a:xfrm>
              <a:custGeom>
                <a:avLst/>
                <a:gdLst>
                  <a:gd name="connsiteX0" fmla="*/ 5297 w 11886"/>
                  <a:gd name="connsiteY0" fmla="*/ 295 h 4520"/>
                  <a:gd name="connsiteX1" fmla="*/ 11886 w 11886"/>
                  <a:gd name="connsiteY1" fmla="*/ 1198 h 4520"/>
                  <a:gd name="connsiteX2" fmla="*/ 5297 w 11886"/>
                  <a:gd name="connsiteY2" fmla="*/ 295 h 4520"/>
                </a:gdLst>
                <a:ahLst/>
                <a:cxnLst>
                  <a:cxn ang="0">
                    <a:pos x="connsiteX0" y="connsiteY0"/>
                  </a:cxn>
                  <a:cxn ang="0">
                    <a:pos x="connsiteX1" y="connsiteY1"/>
                  </a:cxn>
                  <a:cxn ang="0">
                    <a:pos x="connsiteX2" y="connsiteY2"/>
                  </a:cxn>
                </a:cxnLst>
                <a:rect l="l" t="t" r="r" b="b"/>
                <a:pathLst>
                  <a:path w="11886" h="4520">
                    <a:moveTo>
                      <a:pt x="5297" y="295"/>
                    </a:moveTo>
                    <a:cubicBezTo>
                      <a:pt x="-9540" y="4461"/>
                      <a:pt x="11457" y="6833"/>
                      <a:pt x="11886" y="1198"/>
                    </a:cubicBezTo>
                    <a:cubicBezTo>
                      <a:pt x="11486" y="66"/>
                      <a:pt x="8531" y="-328"/>
                      <a:pt x="5297" y="29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6" name="Freeform: Shape 2255">
                <a:extLst>
                  <a:ext uri="{FF2B5EF4-FFF2-40B4-BE49-F238E27FC236}">
                    <a16:creationId xmlns:a16="http://schemas.microsoft.com/office/drawing/2014/main" id="{6228AE97-6379-EB59-D02B-E121FC18EA17}"/>
                  </a:ext>
                </a:extLst>
              </p:cNvPr>
              <p:cNvSpPr/>
              <p:nvPr/>
            </p:nvSpPr>
            <p:spPr>
              <a:xfrm>
                <a:off x="6480630" y="6405169"/>
                <a:ext cx="9494" cy="2600"/>
              </a:xfrm>
              <a:custGeom>
                <a:avLst/>
                <a:gdLst>
                  <a:gd name="connsiteX0" fmla="*/ 4214 w 9494"/>
                  <a:gd name="connsiteY0" fmla="*/ 36 h 2600"/>
                  <a:gd name="connsiteX1" fmla="*/ 5277 w 9494"/>
                  <a:gd name="connsiteY1" fmla="*/ 2562 h 2600"/>
                  <a:gd name="connsiteX2" fmla="*/ 4214 w 9494"/>
                  <a:gd name="connsiteY2" fmla="*/ 36 h 2600"/>
                </a:gdLst>
                <a:ahLst/>
                <a:cxnLst>
                  <a:cxn ang="0">
                    <a:pos x="connsiteX0" y="connsiteY0"/>
                  </a:cxn>
                  <a:cxn ang="0">
                    <a:pos x="connsiteX1" y="connsiteY1"/>
                  </a:cxn>
                  <a:cxn ang="0">
                    <a:pos x="connsiteX2" y="connsiteY2"/>
                  </a:cxn>
                </a:cxnLst>
                <a:rect l="l" t="t" r="r" b="b"/>
                <a:pathLst>
                  <a:path w="9494" h="2600">
                    <a:moveTo>
                      <a:pt x="4214" y="36"/>
                    </a:moveTo>
                    <a:cubicBezTo>
                      <a:pt x="-2666" y="396"/>
                      <a:pt x="-261" y="2940"/>
                      <a:pt x="5277" y="2562"/>
                    </a:cubicBezTo>
                    <a:cubicBezTo>
                      <a:pt x="12164" y="2179"/>
                      <a:pt x="9752" y="-329"/>
                      <a:pt x="4214" y="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7" name="Freeform: Shape 2256">
                <a:extLst>
                  <a:ext uri="{FF2B5EF4-FFF2-40B4-BE49-F238E27FC236}">
                    <a16:creationId xmlns:a16="http://schemas.microsoft.com/office/drawing/2014/main" id="{2A48C2EF-A9F6-750D-D424-0B455FBD2071}"/>
                  </a:ext>
                </a:extLst>
              </p:cNvPr>
              <p:cNvSpPr/>
              <p:nvPr/>
            </p:nvSpPr>
            <p:spPr>
              <a:xfrm>
                <a:off x="6235115" y="5491636"/>
                <a:ext cx="7783" cy="7601"/>
              </a:xfrm>
              <a:custGeom>
                <a:avLst/>
                <a:gdLst>
                  <a:gd name="connsiteX0" fmla="*/ 3533 w 7783"/>
                  <a:gd name="connsiteY0" fmla="*/ 1467 h 7601"/>
                  <a:gd name="connsiteX1" fmla="*/ 4248 w 7783"/>
                  <a:gd name="connsiteY1" fmla="*/ 6160 h 7601"/>
                  <a:gd name="connsiteX2" fmla="*/ 3533 w 7783"/>
                  <a:gd name="connsiteY2" fmla="*/ 1467 h 7601"/>
                </a:gdLst>
                <a:ahLst/>
                <a:cxnLst>
                  <a:cxn ang="0">
                    <a:pos x="connsiteX0" y="connsiteY0"/>
                  </a:cxn>
                  <a:cxn ang="0">
                    <a:pos x="connsiteX1" y="connsiteY1"/>
                  </a:cxn>
                  <a:cxn ang="0">
                    <a:pos x="connsiteX2" y="connsiteY2"/>
                  </a:cxn>
                </a:cxnLst>
                <a:rect l="l" t="t" r="r" b="b"/>
                <a:pathLst>
                  <a:path w="7783" h="7601">
                    <a:moveTo>
                      <a:pt x="3533" y="1467"/>
                    </a:moveTo>
                    <a:cubicBezTo>
                      <a:pt x="-662" y="4188"/>
                      <a:pt x="-1925" y="10406"/>
                      <a:pt x="4248" y="6160"/>
                    </a:cubicBezTo>
                    <a:cubicBezTo>
                      <a:pt x="8408" y="3376"/>
                      <a:pt x="9745" y="-2819"/>
                      <a:pt x="3533" y="14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8" name="Freeform: Shape 2257">
                <a:extLst>
                  <a:ext uri="{FF2B5EF4-FFF2-40B4-BE49-F238E27FC236}">
                    <a16:creationId xmlns:a16="http://schemas.microsoft.com/office/drawing/2014/main" id="{65E21BD5-8D8F-5075-4BAA-5BFBA64CB30C}"/>
                  </a:ext>
                </a:extLst>
              </p:cNvPr>
              <p:cNvSpPr/>
              <p:nvPr/>
            </p:nvSpPr>
            <p:spPr>
              <a:xfrm>
                <a:off x="6278597" y="5749627"/>
                <a:ext cx="8586" cy="10159"/>
              </a:xfrm>
              <a:custGeom>
                <a:avLst/>
                <a:gdLst>
                  <a:gd name="connsiteX0" fmla="*/ 3930 w 8586"/>
                  <a:gd name="connsiteY0" fmla="*/ 3497 h 10159"/>
                  <a:gd name="connsiteX1" fmla="*/ 16 w 8586"/>
                  <a:gd name="connsiteY1" fmla="*/ 10001 h 10159"/>
                  <a:gd name="connsiteX2" fmla="*/ 3930 w 8586"/>
                  <a:gd name="connsiteY2" fmla="*/ 3497 h 10159"/>
                </a:gdLst>
                <a:ahLst/>
                <a:cxnLst>
                  <a:cxn ang="0">
                    <a:pos x="connsiteX0" y="connsiteY0"/>
                  </a:cxn>
                  <a:cxn ang="0">
                    <a:pos x="connsiteX1" y="connsiteY1"/>
                  </a:cxn>
                  <a:cxn ang="0">
                    <a:pos x="connsiteX2" y="connsiteY2"/>
                  </a:cxn>
                </a:cxnLst>
                <a:rect l="l" t="t" r="r" b="b"/>
                <a:pathLst>
                  <a:path w="8586" h="10159">
                    <a:moveTo>
                      <a:pt x="3930" y="3497"/>
                    </a:moveTo>
                    <a:cubicBezTo>
                      <a:pt x="1570" y="6154"/>
                      <a:pt x="-184" y="9035"/>
                      <a:pt x="16" y="10001"/>
                    </a:cubicBezTo>
                    <a:cubicBezTo>
                      <a:pt x="3165" y="12115"/>
                      <a:pt x="15052" y="-7813"/>
                      <a:pt x="3930" y="349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9" name="Freeform: Shape 2258">
                <a:extLst>
                  <a:ext uri="{FF2B5EF4-FFF2-40B4-BE49-F238E27FC236}">
                    <a16:creationId xmlns:a16="http://schemas.microsoft.com/office/drawing/2014/main" id="{A0636750-F147-479C-359C-9820D2188E7B}"/>
                  </a:ext>
                </a:extLst>
              </p:cNvPr>
              <p:cNvSpPr/>
              <p:nvPr/>
            </p:nvSpPr>
            <p:spPr>
              <a:xfrm>
                <a:off x="6256921" y="5629655"/>
                <a:ext cx="8101" cy="9219"/>
              </a:xfrm>
              <a:custGeom>
                <a:avLst/>
                <a:gdLst>
                  <a:gd name="connsiteX0" fmla="*/ 3683 w 8101"/>
                  <a:gd name="connsiteY0" fmla="*/ 2443 h 9219"/>
                  <a:gd name="connsiteX1" fmla="*/ 4415 w 8101"/>
                  <a:gd name="connsiteY1" fmla="*/ 6821 h 9219"/>
                  <a:gd name="connsiteX2" fmla="*/ 3683 w 8101"/>
                  <a:gd name="connsiteY2" fmla="*/ 2443 h 9219"/>
                </a:gdLst>
                <a:ahLst/>
                <a:cxnLst>
                  <a:cxn ang="0">
                    <a:pos x="connsiteX0" y="connsiteY0"/>
                  </a:cxn>
                  <a:cxn ang="0">
                    <a:pos x="connsiteX1" y="connsiteY1"/>
                  </a:cxn>
                  <a:cxn ang="0">
                    <a:pos x="connsiteX2" y="connsiteY2"/>
                  </a:cxn>
                </a:cxnLst>
                <a:rect l="l" t="t" r="r" b="b"/>
                <a:pathLst>
                  <a:path w="8101" h="9219">
                    <a:moveTo>
                      <a:pt x="3683" y="2443"/>
                    </a:moveTo>
                    <a:cubicBezTo>
                      <a:pt x="-597" y="6198"/>
                      <a:pt x="-2089" y="12787"/>
                      <a:pt x="4415" y="6821"/>
                    </a:cubicBezTo>
                    <a:cubicBezTo>
                      <a:pt x="8673" y="2998"/>
                      <a:pt x="10216" y="-3598"/>
                      <a:pt x="3683" y="24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0" name="Freeform: Shape 2259">
                <a:extLst>
                  <a:ext uri="{FF2B5EF4-FFF2-40B4-BE49-F238E27FC236}">
                    <a16:creationId xmlns:a16="http://schemas.microsoft.com/office/drawing/2014/main" id="{3EB7B88E-C7F2-6ABB-604B-CE9EC1E3AE57}"/>
                  </a:ext>
                </a:extLst>
              </p:cNvPr>
              <p:cNvSpPr/>
              <p:nvPr/>
            </p:nvSpPr>
            <p:spPr>
              <a:xfrm>
                <a:off x="6194361" y="5231510"/>
                <a:ext cx="7173" cy="4131"/>
              </a:xfrm>
              <a:custGeom>
                <a:avLst/>
                <a:gdLst>
                  <a:gd name="connsiteX0" fmla="*/ 3276 w 7173"/>
                  <a:gd name="connsiteY0" fmla="*/ 286 h 4131"/>
                  <a:gd name="connsiteX1" fmla="*/ 3899 w 7173"/>
                  <a:gd name="connsiteY1" fmla="*/ 3852 h 4131"/>
                  <a:gd name="connsiteX2" fmla="*/ 3276 w 7173"/>
                  <a:gd name="connsiteY2" fmla="*/ 286 h 4131"/>
                </a:gdLst>
                <a:ahLst/>
                <a:cxnLst>
                  <a:cxn ang="0">
                    <a:pos x="connsiteX0" y="connsiteY0"/>
                  </a:cxn>
                  <a:cxn ang="0">
                    <a:pos x="connsiteX1" y="connsiteY1"/>
                  </a:cxn>
                  <a:cxn ang="0">
                    <a:pos x="connsiteX2" y="connsiteY2"/>
                  </a:cxn>
                </a:cxnLst>
                <a:rect l="l" t="t" r="r" b="b"/>
                <a:pathLst>
                  <a:path w="7173" h="4131">
                    <a:moveTo>
                      <a:pt x="3276" y="286"/>
                    </a:moveTo>
                    <a:cubicBezTo>
                      <a:pt x="-1330" y="1418"/>
                      <a:pt x="-1039" y="5178"/>
                      <a:pt x="3899" y="3852"/>
                    </a:cubicBezTo>
                    <a:cubicBezTo>
                      <a:pt x="8477" y="2669"/>
                      <a:pt x="8242" y="-1051"/>
                      <a:pt x="3276" y="28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1" name="Freeform: Shape 2260">
                <a:extLst>
                  <a:ext uri="{FF2B5EF4-FFF2-40B4-BE49-F238E27FC236}">
                    <a16:creationId xmlns:a16="http://schemas.microsoft.com/office/drawing/2014/main" id="{F7C8EF35-7551-DB5A-D986-5BEB1B3319C8}"/>
                  </a:ext>
                </a:extLst>
              </p:cNvPr>
              <p:cNvSpPr/>
              <p:nvPr/>
            </p:nvSpPr>
            <p:spPr>
              <a:xfrm>
                <a:off x="6420965" y="6248632"/>
                <a:ext cx="9272" cy="3737"/>
              </a:xfrm>
              <a:custGeom>
                <a:avLst/>
                <a:gdLst>
                  <a:gd name="connsiteX0" fmla="*/ 4243 w 9272"/>
                  <a:gd name="connsiteY0" fmla="*/ 58 h 3737"/>
                  <a:gd name="connsiteX1" fmla="*/ 9272 w 9272"/>
                  <a:gd name="connsiteY1" fmla="*/ 1452 h 3737"/>
                  <a:gd name="connsiteX2" fmla="*/ 4243 w 9272"/>
                  <a:gd name="connsiteY2" fmla="*/ 58 h 3737"/>
                </a:gdLst>
                <a:ahLst/>
                <a:cxnLst>
                  <a:cxn ang="0">
                    <a:pos x="connsiteX0" y="connsiteY0"/>
                  </a:cxn>
                  <a:cxn ang="0">
                    <a:pos x="connsiteX1" y="connsiteY1"/>
                  </a:cxn>
                  <a:cxn ang="0">
                    <a:pos x="connsiteX2" y="connsiteY2"/>
                  </a:cxn>
                </a:cxnLst>
                <a:rect l="l" t="t" r="r" b="b"/>
                <a:pathLst>
                  <a:path w="9272" h="3737">
                    <a:moveTo>
                      <a:pt x="4243" y="58"/>
                    </a:moveTo>
                    <a:cubicBezTo>
                      <a:pt x="-7427" y="2309"/>
                      <a:pt x="8604" y="6276"/>
                      <a:pt x="9272" y="1452"/>
                    </a:cubicBezTo>
                    <a:cubicBezTo>
                      <a:pt x="9032" y="429"/>
                      <a:pt x="6781" y="-200"/>
                      <a:pt x="4243" y="5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2" name="Freeform: Shape 2261">
                <a:extLst>
                  <a:ext uri="{FF2B5EF4-FFF2-40B4-BE49-F238E27FC236}">
                    <a16:creationId xmlns:a16="http://schemas.microsoft.com/office/drawing/2014/main" id="{3D6D07B8-9D1C-CE98-92A1-52D2620EFF46}"/>
                  </a:ext>
                </a:extLst>
              </p:cNvPr>
              <p:cNvSpPr/>
              <p:nvPr/>
            </p:nvSpPr>
            <p:spPr>
              <a:xfrm>
                <a:off x="6214018" y="5353095"/>
                <a:ext cx="7454" cy="5796"/>
              </a:xfrm>
              <a:custGeom>
                <a:avLst/>
                <a:gdLst>
                  <a:gd name="connsiteX0" fmla="*/ 3387 w 7454"/>
                  <a:gd name="connsiteY0" fmla="*/ 694 h 5796"/>
                  <a:gd name="connsiteX1" fmla="*/ 4067 w 7454"/>
                  <a:gd name="connsiteY1" fmla="*/ 5111 h 5796"/>
                  <a:gd name="connsiteX2" fmla="*/ 3387 w 7454"/>
                  <a:gd name="connsiteY2" fmla="*/ 694 h 5796"/>
                </a:gdLst>
                <a:ahLst/>
                <a:cxnLst>
                  <a:cxn ang="0">
                    <a:pos x="connsiteX0" y="connsiteY0"/>
                  </a:cxn>
                  <a:cxn ang="0">
                    <a:pos x="connsiteX1" y="connsiteY1"/>
                  </a:cxn>
                  <a:cxn ang="0">
                    <a:pos x="connsiteX2" y="connsiteY2"/>
                  </a:cxn>
                </a:cxnLst>
                <a:rect l="l" t="t" r="r" b="b"/>
                <a:pathLst>
                  <a:path w="7454" h="5796">
                    <a:moveTo>
                      <a:pt x="3387" y="694"/>
                    </a:moveTo>
                    <a:cubicBezTo>
                      <a:pt x="-962" y="2517"/>
                      <a:pt x="-1522" y="7632"/>
                      <a:pt x="4067" y="5111"/>
                    </a:cubicBezTo>
                    <a:cubicBezTo>
                      <a:pt x="8382" y="3231"/>
                      <a:pt x="9011" y="-1838"/>
                      <a:pt x="3387" y="6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3" name="Freeform: Shape 2262">
                <a:extLst>
                  <a:ext uri="{FF2B5EF4-FFF2-40B4-BE49-F238E27FC236}">
                    <a16:creationId xmlns:a16="http://schemas.microsoft.com/office/drawing/2014/main" id="{5ED0E64C-A454-30AF-8B4D-F1F629B364F0}"/>
                  </a:ext>
                </a:extLst>
              </p:cNvPr>
              <p:cNvSpPr/>
              <p:nvPr/>
            </p:nvSpPr>
            <p:spPr>
              <a:xfrm>
                <a:off x="6300336" y="5830376"/>
                <a:ext cx="8831" cy="10001"/>
              </a:xfrm>
              <a:custGeom>
                <a:avLst/>
                <a:gdLst>
                  <a:gd name="connsiteX0" fmla="*/ 4006 w 8831"/>
                  <a:gd name="connsiteY0" fmla="*/ 4222 h 10001"/>
                  <a:gd name="connsiteX1" fmla="*/ 17 w 8831"/>
                  <a:gd name="connsiteY1" fmla="*/ 9994 h 10001"/>
                  <a:gd name="connsiteX2" fmla="*/ 4006 w 8831"/>
                  <a:gd name="connsiteY2" fmla="*/ 4222 h 10001"/>
                </a:gdLst>
                <a:ahLst/>
                <a:cxnLst>
                  <a:cxn ang="0">
                    <a:pos x="connsiteX0" y="connsiteY0"/>
                  </a:cxn>
                  <a:cxn ang="0">
                    <a:pos x="connsiteX1" y="connsiteY1"/>
                  </a:cxn>
                  <a:cxn ang="0">
                    <a:pos x="connsiteX2" y="connsiteY2"/>
                  </a:cxn>
                </a:cxnLst>
                <a:rect l="l" t="t" r="r" b="b"/>
                <a:pathLst>
                  <a:path w="8831" h="10001">
                    <a:moveTo>
                      <a:pt x="4006" y="4222"/>
                    </a:moveTo>
                    <a:cubicBezTo>
                      <a:pt x="1588" y="6936"/>
                      <a:pt x="-194" y="9479"/>
                      <a:pt x="17" y="9994"/>
                    </a:cubicBezTo>
                    <a:cubicBezTo>
                      <a:pt x="2811" y="10422"/>
                      <a:pt x="15705" y="-8066"/>
                      <a:pt x="4006" y="42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4" name="Freeform: Shape 2263">
                <a:extLst>
                  <a:ext uri="{FF2B5EF4-FFF2-40B4-BE49-F238E27FC236}">
                    <a16:creationId xmlns:a16="http://schemas.microsoft.com/office/drawing/2014/main" id="{E73810A6-76B7-9C96-B553-8368192D927F}"/>
                  </a:ext>
                </a:extLst>
              </p:cNvPr>
              <p:cNvSpPr/>
              <p:nvPr/>
            </p:nvSpPr>
            <p:spPr>
              <a:xfrm>
                <a:off x="6369266" y="6043889"/>
                <a:ext cx="9026" cy="7694"/>
              </a:xfrm>
              <a:custGeom>
                <a:avLst/>
                <a:gdLst>
                  <a:gd name="connsiteX0" fmla="*/ 4067 w 9026"/>
                  <a:gd name="connsiteY0" fmla="*/ 2849 h 7694"/>
                  <a:gd name="connsiteX1" fmla="*/ 21 w 9026"/>
                  <a:gd name="connsiteY1" fmla="*/ 7599 h 7694"/>
                  <a:gd name="connsiteX2" fmla="*/ 4067 w 9026"/>
                  <a:gd name="connsiteY2" fmla="*/ 2849 h 7694"/>
                </a:gdLst>
                <a:ahLst/>
                <a:cxnLst>
                  <a:cxn ang="0">
                    <a:pos x="connsiteX0" y="connsiteY0"/>
                  </a:cxn>
                  <a:cxn ang="0">
                    <a:pos x="connsiteX1" y="connsiteY1"/>
                  </a:cxn>
                  <a:cxn ang="0">
                    <a:pos x="connsiteX2" y="connsiteY2"/>
                  </a:cxn>
                </a:cxnLst>
                <a:rect l="l" t="t" r="r" b="b"/>
                <a:pathLst>
                  <a:path w="9026" h="7694">
                    <a:moveTo>
                      <a:pt x="4067" y="2849"/>
                    </a:moveTo>
                    <a:cubicBezTo>
                      <a:pt x="1593" y="4890"/>
                      <a:pt x="-219" y="6987"/>
                      <a:pt x="21" y="7599"/>
                    </a:cubicBezTo>
                    <a:cubicBezTo>
                      <a:pt x="2919" y="9021"/>
                      <a:pt x="16052" y="-6100"/>
                      <a:pt x="4067" y="28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5" name="Freeform: Shape 2264">
                <a:extLst>
                  <a:ext uri="{FF2B5EF4-FFF2-40B4-BE49-F238E27FC236}">
                    <a16:creationId xmlns:a16="http://schemas.microsoft.com/office/drawing/2014/main" id="{6294A413-30AB-0D70-9F49-D38C5F765CE6}"/>
                  </a:ext>
                </a:extLst>
              </p:cNvPr>
              <p:cNvSpPr/>
              <p:nvPr/>
            </p:nvSpPr>
            <p:spPr>
              <a:xfrm>
                <a:off x="6395527" y="6116901"/>
                <a:ext cx="9162" cy="7189"/>
              </a:xfrm>
              <a:custGeom>
                <a:avLst/>
                <a:gdLst>
                  <a:gd name="connsiteX0" fmla="*/ 4163 w 9162"/>
                  <a:gd name="connsiteY0" fmla="*/ 1715 h 7189"/>
                  <a:gd name="connsiteX1" fmla="*/ 20 w 9162"/>
                  <a:gd name="connsiteY1" fmla="*/ 6618 h 7189"/>
                  <a:gd name="connsiteX2" fmla="*/ 4163 w 9162"/>
                  <a:gd name="connsiteY2" fmla="*/ 1715 h 7189"/>
                </a:gdLst>
                <a:ahLst/>
                <a:cxnLst>
                  <a:cxn ang="0">
                    <a:pos x="connsiteX0" y="connsiteY0"/>
                  </a:cxn>
                  <a:cxn ang="0">
                    <a:pos x="connsiteX1" y="connsiteY1"/>
                  </a:cxn>
                  <a:cxn ang="0">
                    <a:pos x="connsiteX2" y="connsiteY2"/>
                  </a:cxn>
                </a:cxnLst>
                <a:rect l="l" t="t" r="r" b="b"/>
                <a:pathLst>
                  <a:path w="9162" h="7189">
                    <a:moveTo>
                      <a:pt x="4163" y="1715"/>
                    </a:moveTo>
                    <a:cubicBezTo>
                      <a:pt x="1643" y="3400"/>
                      <a:pt x="-214" y="5566"/>
                      <a:pt x="20" y="6618"/>
                    </a:cubicBezTo>
                    <a:cubicBezTo>
                      <a:pt x="3260" y="10259"/>
                      <a:pt x="16136" y="-4960"/>
                      <a:pt x="4163" y="171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6" name="Freeform: Shape 2265">
                <a:extLst>
                  <a:ext uri="{FF2B5EF4-FFF2-40B4-BE49-F238E27FC236}">
                    <a16:creationId xmlns:a16="http://schemas.microsoft.com/office/drawing/2014/main" id="{3A7E8E07-F40A-ADA5-D9AD-3E9ECC0BD32B}"/>
                  </a:ext>
                </a:extLst>
              </p:cNvPr>
              <p:cNvSpPr/>
              <p:nvPr/>
            </p:nvSpPr>
            <p:spPr>
              <a:xfrm>
                <a:off x="6345067" y="5971227"/>
                <a:ext cx="8636" cy="8316"/>
              </a:xfrm>
              <a:custGeom>
                <a:avLst/>
                <a:gdLst>
                  <a:gd name="connsiteX0" fmla="*/ 3937 w 8636"/>
                  <a:gd name="connsiteY0" fmla="*/ 2947 h 8316"/>
                  <a:gd name="connsiteX1" fmla="*/ 4697 w 8636"/>
                  <a:gd name="connsiteY1" fmla="*/ 5445 h 8316"/>
                  <a:gd name="connsiteX2" fmla="*/ 3937 w 8636"/>
                  <a:gd name="connsiteY2" fmla="*/ 2947 h 8316"/>
                </a:gdLst>
                <a:ahLst/>
                <a:cxnLst>
                  <a:cxn ang="0">
                    <a:pos x="connsiteX0" y="connsiteY0"/>
                  </a:cxn>
                  <a:cxn ang="0">
                    <a:pos x="connsiteX1" y="connsiteY1"/>
                  </a:cxn>
                  <a:cxn ang="0">
                    <a:pos x="connsiteX2" y="connsiteY2"/>
                  </a:cxn>
                </a:cxnLst>
                <a:rect l="l" t="t" r="r" b="b"/>
                <a:pathLst>
                  <a:path w="8636" h="8316">
                    <a:moveTo>
                      <a:pt x="3937" y="2947"/>
                    </a:moveTo>
                    <a:cubicBezTo>
                      <a:pt x="-1224" y="7445"/>
                      <a:pt x="-1652" y="11074"/>
                      <a:pt x="4697" y="5445"/>
                    </a:cubicBezTo>
                    <a:cubicBezTo>
                      <a:pt x="9841" y="907"/>
                      <a:pt x="10309" y="-2830"/>
                      <a:pt x="3937" y="29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7" name="Freeform: Shape 2266">
                <a:extLst>
                  <a:ext uri="{FF2B5EF4-FFF2-40B4-BE49-F238E27FC236}">
                    <a16:creationId xmlns:a16="http://schemas.microsoft.com/office/drawing/2014/main" id="{64E386ED-5EDB-2158-AFD6-417DC0E2F106}"/>
                  </a:ext>
                </a:extLst>
              </p:cNvPr>
              <p:cNvSpPr/>
              <p:nvPr/>
            </p:nvSpPr>
            <p:spPr>
              <a:xfrm>
                <a:off x="6322637" y="5895726"/>
                <a:ext cx="8894" cy="9448"/>
              </a:xfrm>
              <a:custGeom>
                <a:avLst/>
                <a:gdLst>
                  <a:gd name="connsiteX0" fmla="*/ 4067 w 8894"/>
                  <a:gd name="connsiteY0" fmla="*/ 3685 h 9448"/>
                  <a:gd name="connsiteX1" fmla="*/ 15 w 8894"/>
                  <a:gd name="connsiteY1" fmla="*/ 9400 h 9448"/>
                  <a:gd name="connsiteX2" fmla="*/ 4067 w 8894"/>
                  <a:gd name="connsiteY2" fmla="*/ 3685 h 9448"/>
                </a:gdLst>
                <a:ahLst/>
                <a:cxnLst>
                  <a:cxn ang="0">
                    <a:pos x="connsiteX0" y="connsiteY0"/>
                  </a:cxn>
                  <a:cxn ang="0">
                    <a:pos x="connsiteX1" y="connsiteY1"/>
                  </a:cxn>
                  <a:cxn ang="0">
                    <a:pos x="connsiteX2" y="connsiteY2"/>
                  </a:cxn>
                </a:cxnLst>
                <a:rect l="l" t="t" r="r" b="b"/>
                <a:pathLst>
                  <a:path w="8894" h="9448">
                    <a:moveTo>
                      <a:pt x="4067" y="3685"/>
                    </a:moveTo>
                    <a:cubicBezTo>
                      <a:pt x="1627" y="6223"/>
                      <a:pt x="-185" y="8749"/>
                      <a:pt x="15" y="9400"/>
                    </a:cubicBezTo>
                    <a:cubicBezTo>
                      <a:pt x="2930" y="10497"/>
                      <a:pt x="15748" y="-7517"/>
                      <a:pt x="4067" y="36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8" name="Freeform: Shape 2267">
                <a:extLst>
                  <a:ext uri="{FF2B5EF4-FFF2-40B4-BE49-F238E27FC236}">
                    <a16:creationId xmlns:a16="http://schemas.microsoft.com/office/drawing/2014/main" id="{7E0119FA-CD0E-CDE6-B8CA-A2433AABAD81}"/>
                  </a:ext>
                </a:extLst>
              </p:cNvPr>
              <p:cNvSpPr/>
              <p:nvPr/>
            </p:nvSpPr>
            <p:spPr>
              <a:xfrm>
                <a:off x="6909270" y="7526460"/>
                <a:ext cx="12954" cy="5100"/>
              </a:xfrm>
              <a:custGeom>
                <a:avLst/>
                <a:gdLst>
                  <a:gd name="connsiteX0" fmla="*/ 5411 w 12954"/>
                  <a:gd name="connsiteY0" fmla="*/ 0 h 5100"/>
                  <a:gd name="connsiteX1" fmla="*/ 12955 w 12954"/>
                  <a:gd name="connsiteY1" fmla="*/ 2440 h 5100"/>
                  <a:gd name="connsiteX2" fmla="*/ 5411 w 12954"/>
                  <a:gd name="connsiteY2" fmla="*/ 0 h 5100"/>
                </a:gdLst>
                <a:ahLst/>
                <a:cxnLst>
                  <a:cxn ang="0">
                    <a:pos x="connsiteX0" y="connsiteY0"/>
                  </a:cxn>
                  <a:cxn ang="0">
                    <a:pos x="connsiteX1" y="connsiteY1"/>
                  </a:cxn>
                  <a:cxn ang="0">
                    <a:pos x="connsiteX2" y="connsiteY2"/>
                  </a:cxn>
                </a:cxnLst>
                <a:rect l="l" t="t" r="r" b="b"/>
                <a:pathLst>
                  <a:path w="12954" h="5100">
                    <a:moveTo>
                      <a:pt x="5411" y="0"/>
                    </a:moveTo>
                    <a:cubicBezTo>
                      <a:pt x="-9585" y="1012"/>
                      <a:pt x="11155" y="9224"/>
                      <a:pt x="12955" y="2440"/>
                    </a:cubicBezTo>
                    <a:cubicBezTo>
                      <a:pt x="11795" y="497"/>
                      <a:pt x="7897" y="52"/>
                      <a:pt x="541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9" name="Freeform: Shape 2268">
                <a:extLst>
                  <a:ext uri="{FF2B5EF4-FFF2-40B4-BE49-F238E27FC236}">
                    <a16:creationId xmlns:a16="http://schemas.microsoft.com/office/drawing/2014/main" id="{C8D37FBA-A2A1-39C7-D696-444DEC552CC5}"/>
                  </a:ext>
                </a:extLst>
              </p:cNvPr>
              <p:cNvSpPr/>
              <p:nvPr/>
            </p:nvSpPr>
            <p:spPr>
              <a:xfrm>
                <a:off x="5981564" y="5172274"/>
                <a:ext cx="6361" cy="3250"/>
              </a:xfrm>
              <a:custGeom>
                <a:avLst/>
                <a:gdLst>
                  <a:gd name="connsiteX0" fmla="*/ 2961 w 6361"/>
                  <a:gd name="connsiteY0" fmla="*/ 669 h 3250"/>
                  <a:gd name="connsiteX1" fmla="*/ 3401 w 6361"/>
                  <a:gd name="connsiteY1" fmla="*/ 2561 h 3250"/>
                  <a:gd name="connsiteX2" fmla="*/ 2961 w 6361"/>
                  <a:gd name="connsiteY2" fmla="*/ 669 h 3250"/>
                </a:gdLst>
                <a:ahLst/>
                <a:cxnLst>
                  <a:cxn ang="0">
                    <a:pos x="connsiteX0" y="connsiteY0"/>
                  </a:cxn>
                  <a:cxn ang="0">
                    <a:pos x="connsiteX1" y="connsiteY1"/>
                  </a:cxn>
                  <a:cxn ang="0">
                    <a:pos x="connsiteX2" y="connsiteY2"/>
                  </a:cxn>
                </a:cxnLst>
                <a:rect l="l" t="t" r="r" b="b"/>
                <a:pathLst>
                  <a:path w="6361" h="3250">
                    <a:moveTo>
                      <a:pt x="2961" y="669"/>
                    </a:moveTo>
                    <a:cubicBezTo>
                      <a:pt x="-1160" y="1932"/>
                      <a:pt x="-948" y="4475"/>
                      <a:pt x="3401" y="2561"/>
                    </a:cubicBezTo>
                    <a:cubicBezTo>
                      <a:pt x="7533" y="1309"/>
                      <a:pt x="7298" y="-1200"/>
                      <a:pt x="2961" y="66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0" name="Freeform: Shape 2269">
                <a:extLst>
                  <a:ext uri="{FF2B5EF4-FFF2-40B4-BE49-F238E27FC236}">
                    <a16:creationId xmlns:a16="http://schemas.microsoft.com/office/drawing/2014/main" id="{1C593761-BC61-B254-B039-14D9D2881C8B}"/>
                  </a:ext>
                </a:extLst>
              </p:cNvPr>
              <p:cNvSpPr/>
              <p:nvPr/>
            </p:nvSpPr>
            <p:spPr>
              <a:xfrm>
                <a:off x="6358136" y="6880127"/>
                <a:ext cx="10889" cy="3619"/>
              </a:xfrm>
              <a:custGeom>
                <a:avLst/>
                <a:gdLst>
                  <a:gd name="connsiteX0" fmla="*/ 4904 w 10889"/>
                  <a:gd name="connsiteY0" fmla="*/ 7 h 3619"/>
                  <a:gd name="connsiteX1" fmla="*/ 5984 w 10889"/>
                  <a:gd name="connsiteY1" fmla="*/ 3613 h 3619"/>
                  <a:gd name="connsiteX2" fmla="*/ 4904 w 10889"/>
                  <a:gd name="connsiteY2" fmla="*/ 7 h 3619"/>
                </a:gdLst>
                <a:ahLst/>
                <a:cxnLst>
                  <a:cxn ang="0">
                    <a:pos x="connsiteX0" y="connsiteY0"/>
                  </a:cxn>
                  <a:cxn ang="0">
                    <a:pos x="connsiteX1" y="connsiteY1"/>
                  </a:cxn>
                  <a:cxn ang="0">
                    <a:pos x="connsiteX2" y="connsiteY2"/>
                  </a:cxn>
                </a:cxnLst>
                <a:rect l="l" t="t" r="r" b="b"/>
                <a:pathLst>
                  <a:path w="10889" h="3619">
                    <a:moveTo>
                      <a:pt x="4904" y="7"/>
                    </a:moveTo>
                    <a:cubicBezTo>
                      <a:pt x="-2954" y="120"/>
                      <a:pt x="-456" y="3801"/>
                      <a:pt x="5984" y="3613"/>
                    </a:cubicBezTo>
                    <a:cubicBezTo>
                      <a:pt x="13848" y="3504"/>
                      <a:pt x="11339" y="-177"/>
                      <a:pt x="4904"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1" name="Freeform: Shape 2270">
                <a:extLst>
                  <a:ext uri="{FF2B5EF4-FFF2-40B4-BE49-F238E27FC236}">
                    <a16:creationId xmlns:a16="http://schemas.microsoft.com/office/drawing/2014/main" id="{5B7F23CB-4065-1ECA-17CB-C0102F7E4021}"/>
                  </a:ext>
                </a:extLst>
              </p:cNvPr>
              <p:cNvSpPr/>
              <p:nvPr/>
            </p:nvSpPr>
            <p:spPr>
              <a:xfrm>
                <a:off x="6296504" y="6672941"/>
                <a:ext cx="10592" cy="3171"/>
              </a:xfrm>
              <a:custGeom>
                <a:avLst/>
                <a:gdLst>
                  <a:gd name="connsiteX0" fmla="*/ 4872 w 10592"/>
                  <a:gd name="connsiteY0" fmla="*/ 2 h 3171"/>
                  <a:gd name="connsiteX1" fmla="*/ 10592 w 10592"/>
                  <a:gd name="connsiteY1" fmla="*/ 1504 h 3171"/>
                  <a:gd name="connsiteX2" fmla="*/ 4872 w 10592"/>
                  <a:gd name="connsiteY2" fmla="*/ 2 h 3171"/>
                </a:gdLst>
                <a:ahLst/>
                <a:cxnLst>
                  <a:cxn ang="0">
                    <a:pos x="connsiteX0" y="connsiteY0"/>
                  </a:cxn>
                  <a:cxn ang="0">
                    <a:pos x="connsiteX1" y="connsiteY1"/>
                  </a:cxn>
                  <a:cxn ang="0">
                    <a:pos x="connsiteX2" y="connsiteY2"/>
                  </a:cxn>
                </a:cxnLst>
                <a:rect l="l" t="t" r="r" b="b"/>
                <a:pathLst>
                  <a:path w="10592" h="3171">
                    <a:moveTo>
                      <a:pt x="4872" y="2"/>
                    </a:moveTo>
                    <a:cubicBezTo>
                      <a:pt x="-8433" y="1179"/>
                      <a:pt x="9627" y="5516"/>
                      <a:pt x="10592" y="1504"/>
                    </a:cubicBezTo>
                    <a:cubicBezTo>
                      <a:pt x="10329" y="636"/>
                      <a:pt x="7769" y="-38"/>
                      <a:pt x="4872"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2" name="Freeform: Shape 2271">
                <a:extLst>
                  <a:ext uri="{FF2B5EF4-FFF2-40B4-BE49-F238E27FC236}">
                    <a16:creationId xmlns:a16="http://schemas.microsoft.com/office/drawing/2014/main" id="{3E079B84-9E85-AF51-ECCE-52D5C069BF50}"/>
                  </a:ext>
                </a:extLst>
              </p:cNvPr>
              <p:cNvSpPr/>
              <p:nvPr/>
            </p:nvSpPr>
            <p:spPr>
              <a:xfrm>
                <a:off x="6217207" y="6419091"/>
                <a:ext cx="9401" cy="3340"/>
              </a:xfrm>
              <a:custGeom>
                <a:avLst/>
                <a:gdLst>
                  <a:gd name="connsiteX0" fmla="*/ 4296 w 9401"/>
                  <a:gd name="connsiteY0" fmla="*/ 363 h 3340"/>
                  <a:gd name="connsiteX1" fmla="*/ 5107 w 9401"/>
                  <a:gd name="connsiteY1" fmla="*/ 2968 h 3340"/>
                  <a:gd name="connsiteX2" fmla="*/ 4296 w 9401"/>
                  <a:gd name="connsiteY2" fmla="*/ 363 h 3340"/>
                </a:gdLst>
                <a:ahLst/>
                <a:cxnLst>
                  <a:cxn ang="0">
                    <a:pos x="connsiteX0" y="connsiteY0"/>
                  </a:cxn>
                  <a:cxn ang="0">
                    <a:pos x="connsiteX1" y="connsiteY1"/>
                  </a:cxn>
                  <a:cxn ang="0">
                    <a:pos x="connsiteX2" y="connsiteY2"/>
                  </a:cxn>
                </a:cxnLst>
                <a:rect l="l" t="t" r="r" b="b"/>
                <a:pathLst>
                  <a:path w="9401" h="3340">
                    <a:moveTo>
                      <a:pt x="4296" y="363"/>
                    </a:moveTo>
                    <a:cubicBezTo>
                      <a:pt x="-2111" y="1706"/>
                      <a:pt x="-945" y="4306"/>
                      <a:pt x="5107" y="2968"/>
                    </a:cubicBezTo>
                    <a:cubicBezTo>
                      <a:pt x="11531" y="1654"/>
                      <a:pt x="10325" y="-958"/>
                      <a:pt x="4296" y="3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3" name="Freeform: Shape 2272">
                <a:extLst>
                  <a:ext uri="{FF2B5EF4-FFF2-40B4-BE49-F238E27FC236}">
                    <a16:creationId xmlns:a16="http://schemas.microsoft.com/office/drawing/2014/main" id="{43E51DC6-1184-0377-2A12-9CFEF2793B5D}"/>
                  </a:ext>
                </a:extLst>
              </p:cNvPr>
              <p:cNvSpPr/>
              <p:nvPr/>
            </p:nvSpPr>
            <p:spPr>
              <a:xfrm>
                <a:off x="6242022" y="6499016"/>
                <a:ext cx="10004" cy="2952"/>
              </a:xfrm>
              <a:custGeom>
                <a:avLst/>
                <a:gdLst>
                  <a:gd name="connsiteX0" fmla="*/ 4627 w 10004"/>
                  <a:gd name="connsiteY0" fmla="*/ 167 h 2952"/>
                  <a:gd name="connsiteX1" fmla="*/ 10005 w 10004"/>
                  <a:gd name="connsiteY1" fmla="*/ 825 h 2952"/>
                  <a:gd name="connsiteX2" fmla="*/ 4627 w 10004"/>
                  <a:gd name="connsiteY2" fmla="*/ 167 h 2952"/>
                </a:gdLst>
                <a:ahLst/>
                <a:cxnLst>
                  <a:cxn ang="0">
                    <a:pos x="connsiteX0" y="connsiteY0"/>
                  </a:cxn>
                  <a:cxn ang="0">
                    <a:pos x="connsiteX1" y="connsiteY1"/>
                  </a:cxn>
                  <a:cxn ang="0">
                    <a:pos x="connsiteX2" y="connsiteY2"/>
                  </a:cxn>
                </a:cxnLst>
                <a:rect l="l" t="t" r="r" b="b"/>
                <a:pathLst>
                  <a:path w="10004" h="2952">
                    <a:moveTo>
                      <a:pt x="4627" y="167"/>
                    </a:moveTo>
                    <a:cubicBezTo>
                      <a:pt x="-8038" y="2905"/>
                      <a:pt x="9227" y="4454"/>
                      <a:pt x="10005" y="825"/>
                    </a:cubicBezTo>
                    <a:cubicBezTo>
                      <a:pt x="9770" y="82"/>
                      <a:pt x="7364" y="-216"/>
                      <a:pt x="4627" y="1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4" name="Freeform: Shape 2273">
                <a:extLst>
                  <a:ext uri="{FF2B5EF4-FFF2-40B4-BE49-F238E27FC236}">
                    <a16:creationId xmlns:a16="http://schemas.microsoft.com/office/drawing/2014/main" id="{3C88DC04-4DA9-F0AA-B216-A2BB6C3DAD0B}"/>
                  </a:ext>
                </a:extLst>
              </p:cNvPr>
              <p:cNvSpPr/>
              <p:nvPr/>
            </p:nvSpPr>
            <p:spPr>
              <a:xfrm>
                <a:off x="6268692" y="6582613"/>
                <a:ext cx="9956" cy="2991"/>
              </a:xfrm>
              <a:custGeom>
                <a:avLst/>
                <a:gdLst>
                  <a:gd name="connsiteX0" fmla="*/ 4526 w 9956"/>
                  <a:gd name="connsiteY0" fmla="*/ 66 h 2991"/>
                  <a:gd name="connsiteX1" fmla="*/ 5429 w 9956"/>
                  <a:gd name="connsiteY1" fmla="*/ 2924 h 2991"/>
                  <a:gd name="connsiteX2" fmla="*/ 4526 w 9956"/>
                  <a:gd name="connsiteY2" fmla="*/ 66 h 2991"/>
                </a:gdLst>
                <a:ahLst/>
                <a:cxnLst>
                  <a:cxn ang="0">
                    <a:pos x="connsiteX0" y="connsiteY0"/>
                  </a:cxn>
                  <a:cxn ang="0">
                    <a:pos x="connsiteX1" y="connsiteY1"/>
                  </a:cxn>
                  <a:cxn ang="0">
                    <a:pos x="connsiteX2" y="connsiteY2"/>
                  </a:cxn>
                </a:cxnLst>
                <a:rect l="l" t="t" r="r" b="b"/>
                <a:pathLst>
                  <a:path w="9956" h="2991">
                    <a:moveTo>
                      <a:pt x="4526" y="66"/>
                    </a:moveTo>
                    <a:cubicBezTo>
                      <a:pt x="-2526" y="615"/>
                      <a:pt x="-646" y="3461"/>
                      <a:pt x="5429" y="2924"/>
                    </a:cubicBezTo>
                    <a:cubicBezTo>
                      <a:pt x="12498" y="2410"/>
                      <a:pt x="10584" y="-471"/>
                      <a:pt x="4526" y="6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5" name="Freeform: Shape 2274">
                <a:extLst>
                  <a:ext uri="{FF2B5EF4-FFF2-40B4-BE49-F238E27FC236}">
                    <a16:creationId xmlns:a16="http://schemas.microsoft.com/office/drawing/2014/main" id="{C9E911AA-0023-E2E9-2302-C4C35E55B8F5}"/>
                  </a:ext>
                </a:extLst>
              </p:cNvPr>
              <p:cNvSpPr/>
              <p:nvPr/>
            </p:nvSpPr>
            <p:spPr>
              <a:xfrm>
                <a:off x="6326514" y="6772956"/>
                <a:ext cx="10567" cy="3512"/>
              </a:xfrm>
              <a:custGeom>
                <a:avLst/>
                <a:gdLst>
                  <a:gd name="connsiteX0" fmla="*/ 4774 w 10567"/>
                  <a:gd name="connsiteY0" fmla="*/ 5 h 3512"/>
                  <a:gd name="connsiteX1" fmla="*/ 5791 w 10567"/>
                  <a:gd name="connsiteY1" fmla="*/ 3508 h 3512"/>
                  <a:gd name="connsiteX2" fmla="*/ 4774 w 10567"/>
                  <a:gd name="connsiteY2" fmla="*/ 5 h 3512"/>
                </a:gdLst>
                <a:ahLst/>
                <a:cxnLst>
                  <a:cxn ang="0">
                    <a:pos x="connsiteX0" y="connsiteY0"/>
                  </a:cxn>
                  <a:cxn ang="0">
                    <a:pos x="connsiteX1" y="connsiteY1"/>
                  </a:cxn>
                  <a:cxn ang="0">
                    <a:pos x="connsiteX2" y="connsiteY2"/>
                  </a:cxn>
                </a:cxnLst>
                <a:rect l="l" t="t" r="r" b="b"/>
                <a:pathLst>
                  <a:path w="10567" h="3512">
                    <a:moveTo>
                      <a:pt x="4774" y="5"/>
                    </a:moveTo>
                    <a:cubicBezTo>
                      <a:pt x="-2850" y="73"/>
                      <a:pt x="-467" y="3657"/>
                      <a:pt x="5791" y="3508"/>
                    </a:cubicBezTo>
                    <a:cubicBezTo>
                      <a:pt x="13426" y="3433"/>
                      <a:pt x="11026" y="-144"/>
                      <a:pt x="4774" y="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6" name="Freeform: Shape 2275">
                <a:extLst>
                  <a:ext uri="{FF2B5EF4-FFF2-40B4-BE49-F238E27FC236}">
                    <a16:creationId xmlns:a16="http://schemas.microsoft.com/office/drawing/2014/main" id="{6B713EE0-EE34-2008-3185-BF3C20738A30}"/>
                  </a:ext>
                </a:extLst>
              </p:cNvPr>
              <p:cNvSpPr/>
              <p:nvPr/>
            </p:nvSpPr>
            <p:spPr>
              <a:xfrm>
                <a:off x="6391619" y="6992787"/>
                <a:ext cx="11241" cy="3854"/>
              </a:xfrm>
              <a:custGeom>
                <a:avLst/>
                <a:gdLst>
                  <a:gd name="connsiteX0" fmla="*/ 5048 w 11241"/>
                  <a:gd name="connsiteY0" fmla="*/ 7 h 3854"/>
                  <a:gd name="connsiteX1" fmla="*/ 6197 w 11241"/>
                  <a:gd name="connsiteY1" fmla="*/ 3847 h 3854"/>
                  <a:gd name="connsiteX2" fmla="*/ 5048 w 11241"/>
                  <a:gd name="connsiteY2" fmla="*/ 7 h 3854"/>
                </a:gdLst>
                <a:ahLst/>
                <a:cxnLst>
                  <a:cxn ang="0">
                    <a:pos x="connsiteX0" y="connsiteY0"/>
                  </a:cxn>
                  <a:cxn ang="0">
                    <a:pos x="connsiteX1" y="connsiteY1"/>
                  </a:cxn>
                  <a:cxn ang="0">
                    <a:pos x="connsiteX2" y="connsiteY2"/>
                  </a:cxn>
                </a:cxnLst>
                <a:rect l="l" t="t" r="r" b="b"/>
                <a:pathLst>
                  <a:path w="11241" h="3854">
                    <a:moveTo>
                      <a:pt x="5048" y="7"/>
                    </a:moveTo>
                    <a:cubicBezTo>
                      <a:pt x="-3073" y="127"/>
                      <a:pt x="-438" y="4041"/>
                      <a:pt x="6197" y="3847"/>
                    </a:cubicBezTo>
                    <a:cubicBezTo>
                      <a:pt x="14318" y="3727"/>
                      <a:pt x="11672" y="-188"/>
                      <a:pt x="5048"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7" name="Freeform: Shape 2276">
                <a:extLst>
                  <a:ext uri="{FF2B5EF4-FFF2-40B4-BE49-F238E27FC236}">
                    <a16:creationId xmlns:a16="http://schemas.microsoft.com/office/drawing/2014/main" id="{AF2D7EC2-0462-F1DB-48DC-DD91560B90ED}"/>
                  </a:ext>
                </a:extLst>
              </p:cNvPr>
              <p:cNvSpPr/>
              <p:nvPr/>
            </p:nvSpPr>
            <p:spPr>
              <a:xfrm>
                <a:off x="5994961" y="5259552"/>
                <a:ext cx="7119" cy="4635"/>
              </a:xfrm>
              <a:custGeom>
                <a:avLst/>
                <a:gdLst>
                  <a:gd name="connsiteX0" fmla="*/ 3325 w 7119"/>
                  <a:gd name="connsiteY0" fmla="*/ 419 h 4635"/>
                  <a:gd name="connsiteX1" fmla="*/ 3794 w 7119"/>
                  <a:gd name="connsiteY1" fmla="*/ 4209 h 4635"/>
                  <a:gd name="connsiteX2" fmla="*/ 3325 w 7119"/>
                  <a:gd name="connsiteY2" fmla="*/ 419 h 4635"/>
                </a:gdLst>
                <a:ahLst/>
                <a:cxnLst>
                  <a:cxn ang="0">
                    <a:pos x="connsiteX0" y="connsiteY0"/>
                  </a:cxn>
                  <a:cxn ang="0">
                    <a:pos x="connsiteX1" y="connsiteY1"/>
                  </a:cxn>
                  <a:cxn ang="0">
                    <a:pos x="connsiteX2" y="connsiteY2"/>
                  </a:cxn>
                </a:cxnLst>
                <a:rect l="l" t="t" r="r" b="b"/>
                <a:pathLst>
                  <a:path w="7119" h="4635">
                    <a:moveTo>
                      <a:pt x="3325" y="419"/>
                    </a:moveTo>
                    <a:cubicBezTo>
                      <a:pt x="-972" y="1808"/>
                      <a:pt x="-1401" y="5969"/>
                      <a:pt x="3794" y="4209"/>
                    </a:cubicBezTo>
                    <a:cubicBezTo>
                      <a:pt x="8114" y="2843"/>
                      <a:pt x="8497" y="-1324"/>
                      <a:pt x="3325" y="4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8" name="Freeform: Shape 2277">
                <a:extLst>
                  <a:ext uri="{FF2B5EF4-FFF2-40B4-BE49-F238E27FC236}">
                    <a16:creationId xmlns:a16="http://schemas.microsoft.com/office/drawing/2014/main" id="{883A2EEE-2CB2-AE29-BABE-A287EE317449}"/>
                  </a:ext>
                </a:extLst>
              </p:cNvPr>
              <p:cNvSpPr/>
              <p:nvPr/>
            </p:nvSpPr>
            <p:spPr>
              <a:xfrm>
                <a:off x="6506205" y="7378730"/>
                <a:ext cx="12466" cy="4721"/>
              </a:xfrm>
              <a:custGeom>
                <a:avLst/>
                <a:gdLst>
                  <a:gd name="connsiteX0" fmla="*/ 5529 w 12466"/>
                  <a:gd name="connsiteY0" fmla="*/ 9 h 4721"/>
                  <a:gd name="connsiteX1" fmla="*/ 6934 w 12466"/>
                  <a:gd name="connsiteY1" fmla="*/ 4713 h 4721"/>
                  <a:gd name="connsiteX2" fmla="*/ 5529 w 12466"/>
                  <a:gd name="connsiteY2" fmla="*/ 9 h 4721"/>
                </a:gdLst>
                <a:ahLst/>
                <a:cxnLst>
                  <a:cxn ang="0">
                    <a:pos x="connsiteX0" y="connsiteY0"/>
                  </a:cxn>
                  <a:cxn ang="0">
                    <a:pos x="connsiteX1" y="connsiteY1"/>
                  </a:cxn>
                  <a:cxn ang="0">
                    <a:pos x="connsiteX2" y="connsiteY2"/>
                  </a:cxn>
                </a:cxnLst>
                <a:rect l="l" t="t" r="r" b="b"/>
                <a:pathLst>
                  <a:path w="12466" h="4721">
                    <a:moveTo>
                      <a:pt x="5529" y="9"/>
                    </a:moveTo>
                    <a:cubicBezTo>
                      <a:pt x="-3501" y="175"/>
                      <a:pt x="-341" y="4958"/>
                      <a:pt x="6934" y="4713"/>
                    </a:cubicBezTo>
                    <a:cubicBezTo>
                      <a:pt x="15976" y="4547"/>
                      <a:pt x="12798" y="-237"/>
                      <a:pt x="5529"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9" name="Freeform: Shape 2278">
                <a:extLst>
                  <a:ext uri="{FF2B5EF4-FFF2-40B4-BE49-F238E27FC236}">
                    <a16:creationId xmlns:a16="http://schemas.microsoft.com/office/drawing/2014/main" id="{63F3C978-5F4F-7579-4CB9-533B57FF0CD6}"/>
                  </a:ext>
                </a:extLst>
              </p:cNvPr>
              <p:cNvSpPr/>
              <p:nvPr/>
            </p:nvSpPr>
            <p:spPr>
              <a:xfrm>
                <a:off x="6427248" y="7112886"/>
                <a:ext cx="11624" cy="4118"/>
              </a:xfrm>
              <a:custGeom>
                <a:avLst/>
                <a:gdLst>
                  <a:gd name="connsiteX0" fmla="*/ 5201 w 11624"/>
                  <a:gd name="connsiteY0" fmla="*/ 8 h 4118"/>
                  <a:gd name="connsiteX1" fmla="*/ 6425 w 11624"/>
                  <a:gd name="connsiteY1" fmla="*/ 4111 h 4118"/>
                  <a:gd name="connsiteX2" fmla="*/ 5201 w 11624"/>
                  <a:gd name="connsiteY2" fmla="*/ 8 h 4118"/>
                </a:gdLst>
                <a:ahLst/>
                <a:cxnLst>
                  <a:cxn ang="0">
                    <a:pos x="connsiteX0" y="connsiteY0"/>
                  </a:cxn>
                  <a:cxn ang="0">
                    <a:pos x="connsiteX1" y="connsiteY1"/>
                  </a:cxn>
                  <a:cxn ang="0">
                    <a:pos x="connsiteX2" y="connsiteY2"/>
                  </a:cxn>
                </a:cxnLst>
                <a:rect l="l" t="t" r="r" b="b"/>
                <a:pathLst>
                  <a:path w="11624" h="4118">
                    <a:moveTo>
                      <a:pt x="5201" y="8"/>
                    </a:moveTo>
                    <a:cubicBezTo>
                      <a:pt x="-3205" y="140"/>
                      <a:pt x="-411" y="4323"/>
                      <a:pt x="6425" y="4111"/>
                    </a:cubicBezTo>
                    <a:cubicBezTo>
                      <a:pt x="14831" y="3980"/>
                      <a:pt x="12031" y="-204"/>
                      <a:pt x="5201"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0" name="Freeform: Shape 2279">
                <a:extLst>
                  <a:ext uri="{FF2B5EF4-FFF2-40B4-BE49-F238E27FC236}">
                    <a16:creationId xmlns:a16="http://schemas.microsoft.com/office/drawing/2014/main" id="{D97B6983-AA21-59B4-91AF-BD055CB91582}"/>
                  </a:ext>
                </a:extLst>
              </p:cNvPr>
              <p:cNvSpPr/>
              <p:nvPr/>
            </p:nvSpPr>
            <p:spPr>
              <a:xfrm>
                <a:off x="6465344" y="7241256"/>
                <a:ext cx="12028" cy="4405"/>
              </a:xfrm>
              <a:custGeom>
                <a:avLst/>
                <a:gdLst>
                  <a:gd name="connsiteX0" fmla="*/ 5361 w 12028"/>
                  <a:gd name="connsiteY0" fmla="*/ 8 h 4405"/>
                  <a:gd name="connsiteX1" fmla="*/ 6670 w 12028"/>
                  <a:gd name="connsiteY1" fmla="*/ 4398 h 4405"/>
                  <a:gd name="connsiteX2" fmla="*/ 5361 w 12028"/>
                  <a:gd name="connsiteY2" fmla="*/ 8 h 4405"/>
                </a:gdLst>
                <a:ahLst/>
                <a:cxnLst>
                  <a:cxn ang="0">
                    <a:pos x="connsiteX0" y="connsiteY0"/>
                  </a:cxn>
                  <a:cxn ang="0">
                    <a:pos x="connsiteX1" y="connsiteY1"/>
                  </a:cxn>
                  <a:cxn ang="0">
                    <a:pos x="connsiteX2" y="connsiteY2"/>
                  </a:cxn>
                </a:cxnLst>
                <a:rect l="l" t="t" r="r" b="b"/>
                <a:pathLst>
                  <a:path w="12028" h="4405">
                    <a:moveTo>
                      <a:pt x="5361" y="8"/>
                    </a:moveTo>
                    <a:cubicBezTo>
                      <a:pt x="-3349" y="157"/>
                      <a:pt x="-377" y="4620"/>
                      <a:pt x="6670" y="4398"/>
                    </a:cubicBezTo>
                    <a:cubicBezTo>
                      <a:pt x="15379" y="4249"/>
                      <a:pt x="12402" y="-214"/>
                      <a:pt x="5361"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1" name="Freeform: Shape 2280">
                <a:extLst>
                  <a:ext uri="{FF2B5EF4-FFF2-40B4-BE49-F238E27FC236}">
                    <a16:creationId xmlns:a16="http://schemas.microsoft.com/office/drawing/2014/main" id="{8D9618BA-59ED-D935-32A5-DB70694A9DF0}"/>
                  </a:ext>
                </a:extLst>
              </p:cNvPr>
              <p:cNvSpPr/>
              <p:nvPr/>
            </p:nvSpPr>
            <p:spPr>
              <a:xfrm>
                <a:off x="6024648" y="5548512"/>
                <a:ext cx="7367" cy="5286"/>
              </a:xfrm>
              <a:custGeom>
                <a:avLst/>
                <a:gdLst>
                  <a:gd name="connsiteX0" fmla="*/ 3425 w 7367"/>
                  <a:gd name="connsiteY0" fmla="*/ 21 h 5286"/>
                  <a:gd name="connsiteX1" fmla="*/ 3940 w 7367"/>
                  <a:gd name="connsiteY1" fmla="*/ 5268 h 5286"/>
                  <a:gd name="connsiteX2" fmla="*/ 3425 w 7367"/>
                  <a:gd name="connsiteY2" fmla="*/ 21 h 5286"/>
                </a:gdLst>
                <a:ahLst/>
                <a:cxnLst>
                  <a:cxn ang="0">
                    <a:pos x="connsiteX0" y="connsiteY0"/>
                  </a:cxn>
                  <a:cxn ang="0">
                    <a:pos x="connsiteX1" y="connsiteY1"/>
                  </a:cxn>
                  <a:cxn ang="0">
                    <a:pos x="connsiteX2" y="connsiteY2"/>
                  </a:cxn>
                </a:cxnLst>
                <a:rect l="l" t="t" r="r" b="b"/>
                <a:pathLst>
                  <a:path w="7367" h="5286">
                    <a:moveTo>
                      <a:pt x="3425" y="21"/>
                    </a:moveTo>
                    <a:cubicBezTo>
                      <a:pt x="-1547" y="341"/>
                      <a:pt x="-872" y="5645"/>
                      <a:pt x="3940" y="5268"/>
                    </a:cubicBezTo>
                    <a:cubicBezTo>
                      <a:pt x="8929" y="4982"/>
                      <a:pt x="8226" y="-379"/>
                      <a:pt x="3425"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2" name="Freeform: Shape 2281">
                <a:extLst>
                  <a:ext uri="{FF2B5EF4-FFF2-40B4-BE49-F238E27FC236}">
                    <a16:creationId xmlns:a16="http://schemas.microsoft.com/office/drawing/2014/main" id="{6C8617B3-6047-3444-8B50-2762A1D183D7}"/>
                  </a:ext>
                </a:extLst>
              </p:cNvPr>
              <p:cNvSpPr/>
              <p:nvPr/>
            </p:nvSpPr>
            <p:spPr>
              <a:xfrm>
                <a:off x="6073794" y="5912609"/>
                <a:ext cx="7809" cy="2316"/>
              </a:xfrm>
              <a:custGeom>
                <a:avLst/>
                <a:gdLst>
                  <a:gd name="connsiteX0" fmla="*/ 3616 w 7809"/>
                  <a:gd name="connsiteY0" fmla="*/ 233 h 2316"/>
                  <a:gd name="connsiteX1" fmla="*/ 4188 w 7809"/>
                  <a:gd name="connsiteY1" fmla="*/ 2095 h 2316"/>
                  <a:gd name="connsiteX2" fmla="*/ 3616 w 7809"/>
                  <a:gd name="connsiteY2" fmla="*/ 233 h 2316"/>
                </a:gdLst>
                <a:ahLst/>
                <a:cxnLst>
                  <a:cxn ang="0">
                    <a:pos x="connsiteX0" y="connsiteY0"/>
                  </a:cxn>
                  <a:cxn ang="0">
                    <a:pos x="connsiteX1" y="connsiteY1"/>
                  </a:cxn>
                  <a:cxn ang="0">
                    <a:pos x="connsiteX2" y="connsiteY2"/>
                  </a:cxn>
                </a:cxnLst>
                <a:rect l="l" t="t" r="r" b="b"/>
                <a:pathLst>
                  <a:path w="7809" h="2316">
                    <a:moveTo>
                      <a:pt x="3616" y="233"/>
                    </a:moveTo>
                    <a:cubicBezTo>
                      <a:pt x="-2161" y="-700"/>
                      <a:pt x="-298" y="1427"/>
                      <a:pt x="4188" y="2095"/>
                    </a:cubicBezTo>
                    <a:cubicBezTo>
                      <a:pt x="9966" y="2999"/>
                      <a:pt x="8120" y="884"/>
                      <a:pt x="3616" y="2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3" name="Freeform: Shape 2282">
                <a:extLst>
                  <a:ext uri="{FF2B5EF4-FFF2-40B4-BE49-F238E27FC236}">
                    <a16:creationId xmlns:a16="http://schemas.microsoft.com/office/drawing/2014/main" id="{3D34E237-C82A-FB92-D9A2-510DFB339395}"/>
                  </a:ext>
                </a:extLst>
              </p:cNvPr>
              <p:cNvSpPr/>
              <p:nvPr/>
            </p:nvSpPr>
            <p:spPr>
              <a:xfrm>
                <a:off x="6056688" y="5832418"/>
                <a:ext cx="7897" cy="3867"/>
              </a:xfrm>
              <a:custGeom>
                <a:avLst/>
                <a:gdLst>
                  <a:gd name="connsiteX0" fmla="*/ 3709 w 7897"/>
                  <a:gd name="connsiteY0" fmla="*/ 53 h 3867"/>
                  <a:gd name="connsiteX1" fmla="*/ 7898 w 7897"/>
                  <a:gd name="connsiteY1" fmla="*/ 2539 h 3867"/>
                  <a:gd name="connsiteX2" fmla="*/ 3709 w 7897"/>
                  <a:gd name="connsiteY2" fmla="*/ 53 h 3867"/>
                </a:gdLst>
                <a:ahLst/>
                <a:cxnLst>
                  <a:cxn ang="0">
                    <a:pos x="connsiteX0" y="connsiteY0"/>
                  </a:cxn>
                  <a:cxn ang="0">
                    <a:pos x="connsiteX1" y="connsiteY1"/>
                  </a:cxn>
                  <a:cxn ang="0">
                    <a:pos x="connsiteX2" y="connsiteY2"/>
                  </a:cxn>
                </a:cxnLst>
                <a:rect l="l" t="t" r="r" b="b"/>
                <a:pathLst>
                  <a:path w="7897" h="3867">
                    <a:moveTo>
                      <a:pt x="3709" y="53"/>
                    </a:moveTo>
                    <a:cubicBezTo>
                      <a:pt x="-6213" y="-696"/>
                      <a:pt x="6789" y="6825"/>
                      <a:pt x="7898" y="2539"/>
                    </a:cubicBezTo>
                    <a:cubicBezTo>
                      <a:pt x="7749" y="1550"/>
                      <a:pt x="5869" y="436"/>
                      <a:pt x="3709" y="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4" name="Freeform: Shape 2283">
                <a:extLst>
                  <a:ext uri="{FF2B5EF4-FFF2-40B4-BE49-F238E27FC236}">
                    <a16:creationId xmlns:a16="http://schemas.microsoft.com/office/drawing/2014/main" id="{E0AD5966-393D-72EB-104B-3E517DBFF3F6}"/>
                  </a:ext>
                </a:extLst>
              </p:cNvPr>
              <p:cNvSpPr/>
              <p:nvPr/>
            </p:nvSpPr>
            <p:spPr>
              <a:xfrm>
                <a:off x="6091064" y="5974128"/>
                <a:ext cx="8044" cy="2398"/>
              </a:xfrm>
              <a:custGeom>
                <a:avLst/>
                <a:gdLst>
                  <a:gd name="connsiteX0" fmla="*/ 3732 w 8044"/>
                  <a:gd name="connsiteY0" fmla="*/ 121 h 2398"/>
                  <a:gd name="connsiteX1" fmla="*/ 4309 w 8044"/>
                  <a:gd name="connsiteY1" fmla="*/ 2287 h 2398"/>
                  <a:gd name="connsiteX2" fmla="*/ 3732 w 8044"/>
                  <a:gd name="connsiteY2" fmla="*/ 121 h 2398"/>
                </a:gdLst>
                <a:ahLst/>
                <a:cxnLst>
                  <a:cxn ang="0">
                    <a:pos x="connsiteX0" y="connsiteY0"/>
                  </a:cxn>
                  <a:cxn ang="0">
                    <a:pos x="connsiteX1" y="connsiteY1"/>
                  </a:cxn>
                  <a:cxn ang="0">
                    <a:pos x="connsiteX2" y="connsiteY2"/>
                  </a:cxn>
                </a:cxnLst>
                <a:rect l="l" t="t" r="r" b="b"/>
                <a:pathLst>
                  <a:path w="8044" h="2398">
                    <a:moveTo>
                      <a:pt x="3732" y="121"/>
                    </a:moveTo>
                    <a:cubicBezTo>
                      <a:pt x="-2149" y="-559"/>
                      <a:pt x="-406" y="1819"/>
                      <a:pt x="4309" y="2287"/>
                    </a:cubicBezTo>
                    <a:cubicBezTo>
                      <a:pt x="10190" y="2933"/>
                      <a:pt x="8458" y="596"/>
                      <a:pt x="3732" y="1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5" name="Freeform: Shape 2284">
                <a:extLst>
                  <a:ext uri="{FF2B5EF4-FFF2-40B4-BE49-F238E27FC236}">
                    <a16:creationId xmlns:a16="http://schemas.microsoft.com/office/drawing/2014/main" id="{25182578-D611-01F6-B107-14DB7DC9A4CC}"/>
                  </a:ext>
                </a:extLst>
              </p:cNvPr>
              <p:cNvSpPr/>
              <p:nvPr/>
            </p:nvSpPr>
            <p:spPr>
              <a:xfrm>
                <a:off x="6009448" y="5392874"/>
                <a:ext cx="7247" cy="5221"/>
              </a:xfrm>
              <a:custGeom>
                <a:avLst/>
                <a:gdLst>
                  <a:gd name="connsiteX0" fmla="*/ 3378 w 7247"/>
                  <a:gd name="connsiteY0" fmla="*/ 160 h 5221"/>
                  <a:gd name="connsiteX1" fmla="*/ 3869 w 7247"/>
                  <a:gd name="connsiteY1" fmla="*/ 5063 h 5221"/>
                  <a:gd name="connsiteX2" fmla="*/ 3378 w 7247"/>
                  <a:gd name="connsiteY2" fmla="*/ 160 h 5221"/>
                </a:gdLst>
                <a:ahLst/>
                <a:cxnLst>
                  <a:cxn ang="0">
                    <a:pos x="connsiteX0" y="connsiteY0"/>
                  </a:cxn>
                  <a:cxn ang="0">
                    <a:pos x="connsiteX1" y="connsiteY1"/>
                  </a:cxn>
                  <a:cxn ang="0">
                    <a:pos x="connsiteX2" y="connsiteY2"/>
                  </a:cxn>
                </a:cxnLst>
                <a:rect l="l" t="t" r="r" b="b"/>
                <a:pathLst>
                  <a:path w="7247" h="5221">
                    <a:moveTo>
                      <a:pt x="3378" y="160"/>
                    </a:moveTo>
                    <a:cubicBezTo>
                      <a:pt x="-1149" y="1074"/>
                      <a:pt x="-1263" y="6178"/>
                      <a:pt x="3869" y="5063"/>
                    </a:cubicBezTo>
                    <a:cubicBezTo>
                      <a:pt x="8418" y="4183"/>
                      <a:pt x="8487" y="-966"/>
                      <a:pt x="3378" y="1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6" name="Freeform: Shape 2285">
                <a:extLst>
                  <a:ext uri="{FF2B5EF4-FFF2-40B4-BE49-F238E27FC236}">
                    <a16:creationId xmlns:a16="http://schemas.microsoft.com/office/drawing/2014/main" id="{C91FC01A-0541-6E85-4286-E29467767255}"/>
                  </a:ext>
                </a:extLst>
              </p:cNvPr>
              <p:cNvSpPr/>
              <p:nvPr/>
            </p:nvSpPr>
            <p:spPr>
              <a:xfrm>
                <a:off x="6040306" y="5702878"/>
                <a:ext cx="7757" cy="4922"/>
              </a:xfrm>
              <a:custGeom>
                <a:avLst/>
                <a:gdLst>
                  <a:gd name="connsiteX0" fmla="*/ 3649 w 7757"/>
                  <a:gd name="connsiteY0" fmla="*/ 0 h 4922"/>
                  <a:gd name="connsiteX1" fmla="*/ 7758 w 7757"/>
                  <a:gd name="connsiteY1" fmla="*/ 2755 h 4922"/>
                  <a:gd name="connsiteX2" fmla="*/ 3649 w 7757"/>
                  <a:gd name="connsiteY2" fmla="*/ 0 h 4922"/>
                </a:gdLst>
                <a:ahLst/>
                <a:cxnLst>
                  <a:cxn ang="0">
                    <a:pos x="connsiteX0" y="connsiteY0"/>
                  </a:cxn>
                  <a:cxn ang="0">
                    <a:pos x="connsiteX1" y="connsiteY1"/>
                  </a:cxn>
                  <a:cxn ang="0">
                    <a:pos x="connsiteX2" y="connsiteY2"/>
                  </a:cxn>
                </a:cxnLst>
                <a:rect l="l" t="t" r="r" b="b"/>
                <a:pathLst>
                  <a:path w="7757" h="4922">
                    <a:moveTo>
                      <a:pt x="3649" y="0"/>
                    </a:moveTo>
                    <a:cubicBezTo>
                      <a:pt x="-6124" y="411"/>
                      <a:pt x="6712" y="8767"/>
                      <a:pt x="7758" y="2755"/>
                    </a:cubicBezTo>
                    <a:cubicBezTo>
                      <a:pt x="7604" y="1429"/>
                      <a:pt x="5769" y="194"/>
                      <a:pt x="364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7" name="Freeform: Shape 2286">
                <a:extLst>
                  <a:ext uri="{FF2B5EF4-FFF2-40B4-BE49-F238E27FC236}">
                    <a16:creationId xmlns:a16="http://schemas.microsoft.com/office/drawing/2014/main" id="{F93F5E1C-87B9-3CBB-1853-CEB900F585E9}"/>
                  </a:ext>
                </a:extLst>
              </p:cNvPr>
              <p:cNvSpPr/>
              <p:nvPr/>
            </p:nvSpPr>
            <p:spPr>
              <a:xfrm>
                <a:off x="6148333" y="6177775"/>
                <a:ext cx="9070" cy="2712"/>
              </a:xfrm>
              <a:custGeom>
                <a:avLst/>
                <a:gdLst>
                  <a:gd name="connsiteX0" fmla="*/ 4224 w 9070"/>
                  <a:gd name="connsiteY0" fmla="*/ 8 h 2712"/>
                  <a:gd name="connsiteX1" fmla="*/ 9071 w 9070"/>
                  <a:gd name="connsiteY1" fmla="*/ 1190 h 2712"/>
                  <a:gd name="connsiteX2" fmla="*/ 4224 w 9070"/>
                  <a:gd name="connsiteY2" fmla="*/ 8 h 2712"/>
                </a:gdLst>
                <a:ahLst/>
                <a:cxnLst>
                  <a:cxn ang="0">
                    <a:pos x="connsiteX0" y="connsiteY0"/>
                  </a:cxn>
                  <a:cxn ang="0">
                    <a:pos x="connsiteX1" y="connsiteY1"/>
                  </a:cxn>
                  <a:cxn ang="0">
                    <a:pos x="connsiteX2" y="connsiteY2"/>
                  </a:cxn>
                </a:cxnLst>
                <a:rect l="l" t="t" r="r" b="b"/>
                <a:pathLst>
                  <a:path w="9070" h="2712">
                    <a:moveTo>
                      <a:pt x="4224" y="8"/>
                    </a:moveTo>
                    <a:cubicBezTo>
                      <a:pt x="-7246" y="1288"/>
                      <a:pt x="8179" y="4660"/>
                      <a:pt x="9071" y="1190"/>
                    </a:cubicBezTo>
                    <a:cubicBezTo>
                      <a:pt x="8876" y="459"/>
                      <a:pt x="6705" y="-72"/>
                      <a:pt x="4224"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8" name="Freeform: Shape 2287">
                <a:extLst>
                  <a:ext uri="{FF2B5EF4-FFF2-40B4-BE49-F238E27FC236}">
                    <a16:creationId xmlns:a16="http://schemas.microsoft.com/office/drawing/2014/main" id="{6E71D3ED-63EF-43C2-F872-8D21071FA631}"/>
                  </a:ext>
                </a:extLst>
              </p:cNvPr>
              <p:cNvSpPr/>
              <p:nvPr/>
            </p:nvSpPr>
            <p:spPr>
              <a:xfrm>
                <a:off x="6193421" y="6340035"/>
                <a:ext cx="9156" cy="3531"/>
              </a:xfrm>
              <a:custGeom>
                <a:avLst/>
                <a:gdLst>
                  <a:gd name="connsiteX0" fmla="*/ 4193 w 9156"/>
                  <a:gd name="connsiteY0" fmla="*/ 442 h 3531"/>
                  <a:gd name="connsiteX1" fmla="*/ 4964 w 9156"/>
                  <a:gd name="connsiteY1" fmla="*/ 3072 h 3531"/>
                  <a:gd name="connsiteX2" fmla="*/ 4193 w 9156"/>
                  <a:gd name="connsiteY2" fmla="*/ 442 h 3531"/>
                </a:gdLst>
                <a:ahLst/>
                <a:cxnLst>
                  <a:cxn ang="0">
                    <a:pos x="connsiteX0" y="connsiteY0"/>
                  </a:cxn>
                  <a:cxn ang="0">
                    <a:pos x="connsiteX1" y="connsiteY1"/>
                  </a:cxn>
                  <a:cxn ang="0">
                    <a:pos x="connsiteX2" y="connsiteY2"/>
                  </a:cxn>
                </a:cxnLst>
                <a:rect l="l" t="t" r="r" b="b"/>
                <a:pathLst>
                  <a:path w="9156" h="3531">
                    <a:moveTo>
                      <a:pt x="4193" y="442"/>
                    </a:moveTo>
                    <a:cubicBezTo>
                      <a:pt x="-1962" y="1940"/>
                      <a:pt x="-1031" y="4603"/>
                      <a:pt x="4964" y="3072"/>
                    </a:cubicBezTo>
                    <a:cubicBezTo>
                      <a:pt x="11142" y="1609"/>
                      <a:pt x="10159" y="-1055"/>
                      <a:pt x="4193" y="44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9" name="Freeform: Shape 2288">
                <a:extLst>
                  <a:ext uri="{FF2B5EF4-FFF2-40B4-BE49-F238E27FC236}">
                    <a16:creationId xmlns:a16="http://schemas.microsoft.com/office/drawing/2014/main" id="{4B27D06C-4162-1067-FFCC-19C6CB59DCD6}"/>
                  </a:ext>
                </a:extLst>
              </p:cNvPr>
              <p:cNvSpPr/>
              <p:nvPr/>
            </p:nvSpPr>
            <p:spPr>
              <a:xfrm>
                <a:off x="6170516" y="6263330"/>
                <a:ext cx="8947" cy="3452"/>
              </a:xfrm>
              <a:custGeom>
                <a:avLst/>
                <a:gdLst>
                  <a:gd name="connsiteX0" fmla="*/ 4101 w 8947"/>
                  <a:gd name="connsiteY0" fmla="*/ 361 h 3452"/>
                  <a:gd name="connsiteX1" fmla="*/ 4850 w 8947"/>
                  <a:gd name="connsiteY1" fmla="*/ 3065 h 3452"/>
                  <a:gd name="connsiteX2" fmla="*/ 4101 w 8947"/>
                  <a:gd name="connsiteY2" fmla="*/ 361 h 3452"/>
                </a:gdLst>
                <a:ahLst/>
                <a:cxnLst>
                  <a:cxn ang="0">
                    <a:pos x="connsiteX0" y="connsiteY0"/>
                  </a:cxn>
                  <a:cxn ang="0">
                    <a:pos x="connsiteX1" y="connsiteY1"/>
                  </a:cxn>
                  <a:cxn ang="0">
                    <a:pos x="connsiteX2" y="connsiteY2"/>
                  </a:cxn>
                </a:cxnLst>
                <a:rect l="l" t="t" r="r" b="b"/>
                <a:pathLst>
                  <a:path w="8947" h="3452">
                    <a:moveTo>
                      <a:pt x="4101" y="361"/>
                    </a:moveTo>
                    <a:cubicBezTo>
                      <a:pt x="-1922" y="1699"/>
                      <a:pt x="-1003" y="4470"/>
                      <a:pt x="4850" y="3065"/>
                    </a:cubicBezTo>
                    <a:cubicBezTo>
                      <a:pt x="10891" y="1733"/>
                      <a:pt x="9925" y="-976"/>
                      <a:pt x="4101" y="3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0" name="Freeform: Shape 2289">
                <a:extLst>
                  <a:ext uri="{FF2B5EF4-FFF2-40B4-BE49-F238E27FC236}">
                    <a16:creationId xmlns:a16="http://schemas.microsoft.com/office/drawing/2014/main" id="{9ABD794E-B045-A90F-3BD1-CE6E6C1052FD}"/>
                  </a:ext>
                </a:extLst>
              </p:cNvPr>
              <p:cNvSpPr/>
              <p:nvPr/>
            </p:nvSpPr>
            <p:spPr>
              <a:xfrm>
                <a:off x="6108627" y="6041972"/>
                <a:ext cx="8605" cy="2343"/>
              </a:xfrm>
              <a:custGeom>
                <a:avLst/>
                <a:gdLst>
                  <a:gd name="connsiteX0" fmla="*/ 4039 w 8605"/>
                  <a:gd name="connsiteY0" fmla="*/ 0 h 2343"/>
                  <a:gd name="connsiteX1" fmla="*/ 8605 w 8605"/>
                  <a:gd name="connsiteY1" fmla="*/ 1320 h 2343"/>
                  <a:gd name="connsiteX2" fmla="*/ 4039 w 8605"/>
                  <a:gd name="connsiteY2" fmla="*/ 0 h 2343"/>
                </a:gdLst>
                <a:ahLst/>
                <a:cxnLst>
                  <a:cxn ang="0">
                    <a:pos x="connsiteX0" y="connsiteY0"/>
                  </a:cxn>
                  <a:cxn ang="0">
                    <a:pos x="connsiteX1" y="connsiteY1"/>
                  </a:cxn>
                  <a:cxn ang="0">
                    <a:pos x="connsiteX2" y="connsiteY2"/>
                  </a:cxn>
                </a:cxnLst>
                <a:rect l="l" t="t" r="r" b="b"/>
                <a:pathLst>
                  <a:path w="8605" h="2343">
                    <a:moveTo>
                      <a:pt x="4039" y="0"/>
                    </a:moveTo>
                    <a:cubicBezTo>
                      <a:pt x="-6854" y="240"/>
                      <a:pt x="7628" y="4149"/>
                      <a:pt x="8605" y="1320"/>
                    </a:cubicBezTo>
                    <a:cubicBezTo>
                      <a:pt x="8434" y="697"/>
                      <a:pt x="6388" y="103"/>
                      <a:pt x="403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1" name="Freeform: Shape 2290">
                <a:extLst>
                  <a:ext uri="{FF2B5EF4-FFF2-40B4-BE49-F238E27FC236}">
                    <a16:creationId xmlns:a16="http://schemas.microsoft.com/office/drawing/2014/main" id="{BBCF5BD2-0834-8DB1-7761-84205F8168C1}"/>
                  </a:ext>
                </a:extLst>
              </p:cNvPr>
              <p:cNvSpPr/>
              <p:nvPr/>
            </p:nvSpPr>
            <p:spPr>
              <a:xfrm>
                <a:off x="6127553" y="6110151"/>
                <a:ext cx="8870" cy="2221"/>
              </a:xfrm>
              <a:custGeom>
                <a:avLst/>
                <a:gdLst>
                  <a:gd name="connsiteX0" fmla="*/ 4150 w 8870"/>
                  <a:gd name="connsiteY0" fmla="*/ 0 h 2221"/>
                  <a:gd name="connsiteX1" fmla="*/ 8871 w 8870"/>
                  <a:gd name="connsiteY1" fmla="*/ 1081 h 2221"/>
                  <a:gd name="connsiteX2" fmla="*/ 4150 w 8870"/>
                  <a:gd name="connsiteY2" fmla="*/ 0 h 2221"/>
                </a:gdLst>
                <a:ahLst/>
                <a:cxnLst>
                  <a:cxn ang="0">
                    <a:pos x="connsiteX0" y="connsiteY0"/>
                  </a:cxn>
                  <a:cxn ang="0">
                    <a:pos x="connsiteX1" y="connsiteY1"/>
                  </a:cxn>
                  <a:cxn ang="0">
                    <a:pos x="connsiteX2" y="connsiteY2"/>
                  </a:cxn>
                </a:cxnLst>
                <a:rect l="l" t="t" r="r" b="b"/>
                <a:pathLst>
                  <a:path w="8870" h="2221">
                    <a:moveTo>
                      <a:pt x="4150" y="0"/>
                    </a:moveTo>
                    <a:cubicBezTo>
                      <a:pt x="-7085" y="766"/>
                      <a:pt x="7951" y="3869"/>
                      <a:pt x="8871" y="1081"/>
                    </a:cubicBezTo>
                    <a:cubicBezTo>
                      <a:pt x="8694" y="481"/>
                      <a:pt x="6579" y="-6"/>
                      <a:pt x="415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2" name="Freeform: Shape 2291">
                <a:extLst>
                  <a:ext uri="{FF2B5EF4-FFF2-40B4-BE49-F238E27FC236}">
                    <a16:creationId xmlns:a16="http://schemas.microsoft.com/office/drawing/2014/main" id="{2A737A4E-BA9E-7B84-4282-3460DED3D8B5}"/>
                  </a:ext>
                </a:extLst>
              </p:cNvPr>
              <p:cNvSpPr/>
              <p:nvPr/>
            </p:nvSpPr>
            <p:spPr>
              <a:xfrm>
                <a:off x="6550367" y="7526124"/>
                <a:ext cx="12804" cy="5248"/>
              </a:xfrm>
              <a:custGeom>
                <a:avLst/>
                <a:gdLst>
                  <a:gd name="connsiteX0" fmla="*/ 5486 w 12804"/>
                  <a:gd name="connsiteY0" fmla="*/ 22 h 5248"/>
                  <a:gd name="connsiteX1" fmla="*/ 11424 w 12804"/>
                  <a:gd name="connsiteY1" fmla="*/ 4325 h 5248"/>
                  <a:gd name="connsiteX2" fmla="*/ 5486 w 12804"/>
                  <a:gd name="connsiteY2" fmla="*/ 22 h 5248"/>
                </a:gdLst>
                <a:ahLst/>
                <a:cxnLst>
                  <a:cxn ang="0">
                    <a:pos x="connsiteX0" y="connsiteY0"/>
                  </a:cxn>
                  <a:cxn ang="0">
                    <a:pos x="connsiteX1" y="connsiteY1"/>
                  </a:cxn>
                  <a:cxn ang="0">
                    <a:pos x="connsiteX2" y="connsiteY2"/>
                  </a:cxn>
                </a:cxnLst>
                <a:rect l="l" t="t" r="r" b="b"/>
                <a:pathLst>
                  <a:path w="12804" h="5248">
                    <a:moveTo>
                      <a:pt x="5486" y="22"/>
                    </a:moveTo>
                    <a:cubicBezTo>
                      <a:pt x="-7510" y="901"/>
                      <a:pt x="5949" y="7674"/>
                      <a:pt x="11424" y="4325"/>
                    </a:cubicBezTo>
                    <a:cubicBezTo>
                      <a:pt x="15978" y="1633"/>
                      <a:pt x="8017" y="-224"/>
                      <a:pt x="5486"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3" name="Freeform: Shape 2292">
                <a:extLst>
                  <a:ext uri="{FF2B5EF4-FFF2-40B4-BE49-F238E27FC236}">
                    <a16:creationId xmlns:a16="http://schemas.microsoft.com/office/drawing/2014/main" id="{6E7CEFEC-2F5D-F54F-5C56-D97DF6F0E3B4}"/>
                  </a:ext>
                </a:extLst>
              </p:cNvPr>
              <p:cNvSpPr/>
              <p:nvPr/>
            </p:nvSpPr>
            <p:spPr>
              <a:xfrm>
                <a:off x="5785573" y="5306656"/>
                <a:ext cx="6732" cy="6356"/>
              </a:xfrm>
              <a:custGeom>
                <a:avLst/>
                <a:gdLst>
                  <a:gd name="connsiteX0" fmla="*/ 3361 w 6732"/>
                  <a:gd name="connsiteY0" fmla="*/ 2218 h 6356"/>
                  <a:gd name="connsiteX1" fmla="*/ 1104 w 6732"/>
                  <a:gd name="connsiteY1" fmla="*/ 6019 h 6356"/>
                  <a:gd name="connsiteX2" fmla="*/ 3361 w 6732"/>
                  <a:gd name="connsiteY2" fmla="*/ 2218 h 6356"/>
                </a:gdLst>
                <a:ahLst/>
                <a:cxnLst>
                  <a:cxn ang="0">
                    <a:pos x="connsiteX0" y="connsiteY0"/>
                  </a:cxn>
                  <a:cxn ang="0">
                    <a:pos x="connsiteX1" y="connsiteY1"/>
                  </a:cxn>
                  <a:cxn ang="0">
                    <a:pos x="connsiteX2" y="connsiteY2"/>
                  </a:cxn>
                </a:cxnLst>
                <a:rect l="l" t="t" r="r" b="b"/>
                <a:pathLst>
                  <a:path w="6732" h="6356">
                    <a:moveTo>
                      <a:pt x="3361" y="2218"/>
                    </a:moveTo>
                    <a:cubicBezTo>
                      <a:pt x="2384" y="2990"/>
                      <a:pt x="-2022" y="7630"/>
                      <a:pt x="1104" y="6019"/>
                    </a:cubicBezTo>
                    <a:cubicBezTo>
                      <a:pt x="4264" y="4510"/>
                      <a:pt x="10682" y="-3937"/>
                      <a:pt x="3361" y="22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4" name="Freeform: Shape 2293">
                <a:extLst>
                  <a:ext uri="{FF2B5EF4-FFF2-40B4-BE49-F238E27FC236}">
                    <a16:creationId xmlns:a16="http://schemas.microsoft.com/office/drawing/2014/main" id="{A75F7847-7464-E521-0C0D-1CC08B4E0E69}"/>
                  </a:ext>
                </a:extLst>
              </p:cNvPr>
              <p:cNvSpPr/>
              <p:nvPr/>
            </p:nvSpPr>
            <p:spPr>
              <a:xfrm>
                <a:off x="6010015" y="6687925"/>
                <a:ext cx="10582" cy="2579"/>
              </a:xfrm>
              <a:custGeom>
                <a:avLst/>
                <a:gdLst>
                  <a:gd name="connsiteX0" fmla="*/ 4999 w 10582"/>
                  <a:gd name="connsiteY0" fmla="*/ 70 h 2579"/>
                  <a:gd name="connsiteX1" fmla="*/ 10583 w 10582"/>
                  <a:gd name="connsiteY1" fmla="*/ 893 h 2579"/>
                  <a:gd name="connsiteX2" fmla="*/ 4999 w 10582"/>
                  <a:gd name="connsiteY2" fmla="*/ 70 h 2579"/>
                </a:gdLst>
                <a:ahLst/>
                <a:cxnLst>
                  <a:cxn ang="0">
                    <a:pos x="connsiteX0" y="connsiteY0"/>
                  </a:cxn>
                  <a:cxn ang="0">
                    <a:pos x="connsiteX1" y="connsiteY1"/>
                  </a:cxn>
                  <a:cxn ang="0">
                    <a:pos x="connsiteX2" y="connsiteY2"/>
                  </a:cxn>
                </a:cxnLst>
                <a:rect l="l" t="t" r="r" b="b"/>
                <a:pathLst>
                  <a:path w="10582" h="2579">
                    <a:moveTo>
                      <a:pt x="4999" y="70"/>
                    </a:moveTo>
                    <a:cubicBezTo>
                      <a:pt x="-8511" y="1996"/>
                      <a:pt x="9525" y="4168"/>
                      <a:pt x="10583" y="893"/>
                    </a:cubicBezTo>
                    <a:cubicBezTo>
                      <a:pt x="10394" y="207"/>
                      <a:pt x="7897" y="-164"/>
                      <a:pt x="4999" y="7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5" name="Freeform: Shape 2294">
                <a:extLst>
                  <a:ext uri="{FF2B5EF4-FFF2-40B4-BE49-F238E27FC236}">
                    <a16:creationId xmlns:a16="http://schemas.microsoft.com/office/drawing/2014/main" id="{0291D652-79AD-6CDA-7964-C7BA011D7B65}"/>
                  </a:ext>
                </a:extLst>
              </p:cNvPr>
              <p:cNvSpPr/>
              <p:nvPr/>
            </p:nvSpPr>
            <p:spPr>
              <a:xfrm>
                <a:off x="6031398" y="6774130"/>
                <a:ext cx="10888" cy="3336"/>
              </a:xfrm>
              <a:custGeom>
                <a:avLst/>
                <a:gdLst>
                  <a:gd name="connsiteX0" fmla="*/ 5121 w 10888"/>
                  <a:gd name="connsiteY0" fmla="*/ 1 h 3336"/>
                  <a:gd name="connsiteX1" fmla="*/ 10888 w 10888"/>
                  <a:gd name="connsiteY1" fmla="*/ 1596 h 3336"/>
                  <a:gd name="connsiteX2" fmla="*/ 5121 w 10888"/>
                  <a:gd name="connsiteY2" fmla="*/ 1 h 3336"/>
                </a:gdLst>
                <a:ahLst/>
                <a:cxnLst>
                  <a:cxn ang="0">
                    <a:pos x="connsiteX0" y="connsiteY0"/>
                  </a:cxn>
                  <a:cxn ang="0">
                    <a:pos x="connsiteX1" y="connsiteY1"/>
                  </a:cxn>
                  <a:cxn ang="0">
                    <a:pos x="connsiteX2" y="connsiteY2"/>
                  </a:cxn>
                </a:cxnLst>
                <a:rect l="l" t="t" r="r" b="b"/>
                <a:pathLst>
                  <a:path w="10888" h="3336">
                    <a:moveTo>
                      <a:pt x="5121" y="1"/>
                    </a:moveTo>
                    <a:cubicBezTo>
                      <a:pt x="-8697" y="1190"/>
                      <a:pt x="9694" y="5814"/>
                      <a:pt x="10888" y="1596"/>
                    </a:cubicBezTo>
                    <a:cubicBezTo>
                      <a:pt x="10682" y="681"/>
                      <a:pt x="8099" y="-33"/>
                      <a:pt x="5121"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6" name="Freeform: Shape 2295">
                <a:extLst>
                  <a:ext uri="{FF2B5EF4-FFF2-40B4-BE49-F238E27FC236}">
                    <a16:creationId xmlns:a16="http://schemas.microsoft.com/office/drawing/2014/main" id="{9B9563B1-D30B-5D7A-412D-AD269FFBA8C5}"/>
                  </a:ext>
                </a:extLst>
              </p:cNvPr>
              <p:cNvSpPr/>
              <p:nvPr/>
            </p:nvSpPr>
            <p:spPr>
              <a:xfrm>
                <a:off x="5953925" y="6510846"/>
                <a:ext cx="9356" cy="4653"/>
              </a:xfrm>
              <a:custGeom>
                <a:avLst/>
                <a:gdLst>
                  <a:gd name="connsiteX0" fmla="*/ 4391 w 9356"/>
                  <a:gd name="connsiteY0" fmla="*/ 1390 h 4653"/>
                  <a:gd name="connsiteX1" fmla="*/ 4968 w 9356"/>
                  <a:gd name="connsiteY1" fmla="*/ 3265 h 4653"/>
                  <a:gd name="connsiteX2" fmla="*/ 4391 w 9356"/>
                  <a:gd name="connsiteY2" fmla="*/ 1390 h 4653"/>
                </a:gdLst>
                <a:ahLst/>
                <a:cxnLst>
                  <a:cxn ang="0">
                    <a:pos x="connsiteX0" y="connsiteY0"/>
                  </a:cxn>
                  <a:cxn ang="0">
                    <a:pos x="connsiteX1" y="connsiteY1"/>
                  </a:cxn>
                  <a:cxn ang="0">
                    <a:pos x="connsiteX2" y="connsiteY2"/>
                  </a:cxn>
                </a:cxnLst>
                <a:rect l="l" t="t" r="r" b="b"/>
                <a:pathLst>
                  <a:path w="9356" h="4653">
                    <a:moveTo>
                      <a:pt x="4391" y="1390"/>
                    </a:moveTo>
                    <a:cubicBezTo>
                      <a:pt x="-1684" y="4076"/>
                      <a:pt x="-1421" y="6139"/>
                      <a:pt x="4968" y="3265"/>
                    </a:cubicBezTo>
                    <a:cubicBezTo>
                      <a:pt x="11049" y="608"/>
                      <a:pt x="10769" y="-1501"/>
                      <a:pt x="4391" y="139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7" name="Freeform: Shape 2296">
                <a:extLst>
                  <a:ext uri="{FF2B5EF4-FFF2-40B4-BE49-F238E27FC236}">
                    <a16:creationId xmlns:a16="http://schemas.microsoft.com/office/drawing/2014/main" id="{23233644-10FF-41CE-C590-1B50BAEA7ECC}"/>
                  </a:ext>
                </a:extLst>
              </p:cNvPr>
              <p:cNvSpPr/>
              <p:nvPr/>
            </p:nvSpPr>
            <p:spPr>
              <a:xfrm>
                <a:off x="5971639" y="6565581"/>
                <a:ext cx="9622" cy="3606"/>
              </a:xfrm>
              <a:custGeom>
                <a:avLst/>
                <a:gdLst>
                  <a:gd name="connsiteX0" fmla="*/ 4507 w 9622"/>
                  <a:gd name="connsiteY0" fmla="*/ 925 h 3606"/>
                  <a:gd name="connsiteX1" fmla="*/ 5113 w 9622"/>
                  <a:gd name="connsiteY1" fmla="*/ 2685 h 3606"/>
                  <a:gd name="connsiteX2" fmla="*/ 4507 w 9622"/>
                  <a:gd name="connsiteY2" fmla="*/ 925 h 3606"/>
                </a:gdLst>
                <a:ahLst/>
                <a:cxnLst>
                  <a:cxn ang="0">
                    <a:pos x="connsiteX0" y="connsiteY0"/>
                  </a:cxn>
                  <a:cxn ang="0">
                    <a:pos x="connsiteX1" y="connsiteY1"/>
                  </a:cxn>
                  <a:cxn ang="0">
                    <a:pos x="connsiteX2" y="connsiteY2"/>
                  </a:cxn>
                </a:cxnLst>
                <a:rect l="l" t="t" r="r" b="b"/>
                <a:pathLst>
                  <a:path w="9622" h="3606">
                    <a:moveTo>
                      <a:pt x="4507" y="925"/>
                    </a:moveTo>
                    <a:cubicBezTo>
                      <a:pt x="-1922" y="2977"/>
                      <a:pt x="-1253" y="4754"/>
                      <a:pt x="5113" y="2685"/>
                    </a:cubicBezTo>
                    <a:cubicBezTo>
                      <a:pt x="11554" y="667"/>
                      <a:pt x="10868" y="-1167"/>
                      <a:pt x="4507" y="9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8" name="Freeform: Shape 2297">
                <a:extLst>
                  <a:ext uri="{FF2B5EF4-FFF2-40B4-BE49-F238E27FC236}">
                    <a16:creationId xmlns:a16="http://schemas.microsoft.com/office/drawing/2014/main" id="{249C5623-E8BE-836A-D316-0DA03B8BD03B}"/>
                  </a:ext>
                </a:extLst>
              </p:cNvPr>
              <p:cNvSpPr/>
              <p:nvPr/>
            </p:nvSpPr>
            <p:spPr>
              <a:xfrm>
                <a:off x="5990340" y="6621522"/>
                <a:ext cx="9902" cy="2783"/>
              </a:xfrm>
              <a:custGeom>
                <a:avLst/>
                <a:gdLst>
                  <a:gd name="connsiteX0" fmla="*/ 4631 w 9902"/>
                  <a:gd name="connsiteY0" fmla="*/ 414 h 2783"/>
                  <a:gd name="connsiteX1" fmla="*/ 5271 w 9902"/>
                  <a:gd name="connsiteY1" fmla="*/ 2374 h 2783"/>
                  <a:gd name="connsiteX2" fmla="*/ 4631 w 9902"/>
                  <a:gd name="connsiteY2" fmla="*/ 414 h 2783"/>
                </a:gdLst>
                <a:ahLst/>
                <a:cxnLst>
                  <a:cxn ang="0">
                    <a:pos x="connsiteX0" y="connsiteY0"/>
                  </a:cxn>
                  <a:cxn ang="0">
                    <a:pos x="connsiteX1" y="connsiteY1"/>
                  </a:cxn>
                  <a:cxn ang="0">
                    <a:pos x="connsiteX2" y="connsiteY2"/>
                  </a:cxn>
                </a:cxnLst>
                <a:rect l="l" t="t" r="r" b="b"/>
                <a:pathLst>
                  <a:path w="9902" h="2783">
                    <a:moveTo>
                      <a:pt x="4631" y="414"/>
                    </a:moveTo>
                    <a:cubicBezTo>
                      <a:pt x="-2141" y="1706"/>
                      <a:pt x="-1107" y="3631"/>
                      <a:pt x="5271" y="2374"/>
                    </a:cubicBezTo>
                    <a:cubicBezTo>
                      <a:pt x="12049" y="1117"/>
                      <a:pt x="11003" y="-866"/>
                      <a:pt x="4631" y="4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9" name="Freeform: Shape 2298">
                <a:extLst>
                  <a:ext uri="{FF2B5EF4-FFF2-40B4-BE49-F238E27FC236}">
                    <a16:creationId xmlns:a16="http://schemas.microsoft.com/office/drawing/2014/main" id="{8AE89B3F-71B7-3962-964E-E66A22AD5CAC}"/>
                  </a:ext>
                </a:extLst>
              </p:cNvPr>
              <p:cNvSpPr/>
              <p:nvPr/>
            </p:nvSpPr>
            <p:spPr>
              <a:xfrm>
                <a:off x="6159213" y="7378739"/>
                <a:ext cx="12809" cy="4766"/>
              </a:xfrm>
              <a:custGeom>
                <a:avLst/>
                <a:gdLst>
                  <a:gd name="connsiteX0" fmla="*/ 5963 w 12809"/>
                  <a:gd name="connsiteY0" fmla="*/ 0 h 4766"/>
                  <a:gd name="connsiteX1" fmla="*/ 12809 w 12809"/>
                  <a:gd name="connsiteY1" fmla="*/ 2349 h 4766"/>
                  <a:gd name="connsiteX2" fmla="*/ 5963 w 12809"/>
                  <a:gd name="connsiteY2" fmla="*/ 0 h 4766"/>
                </a:gdLst>
                <a:ahLst/>
                <a:cxnLst>
                  <a:cxn ang="0">
                    <a:pos x="connsiteX0" y="connsiteY0"/>
                  </a:cxn>
                  <a:cxn ang="0">
                    <a:pos x="connsiteX1" y="connsiteY1"/>
                  </a:cxn>
                  <a:cxn ang="0">
                    <a:pos x="connsiteX2" y="connsiteY2"/>
                  </a:cxn>
                </a:cxnLst>
                <a:rect l="l" t="t" r="r" b="b"/>
                <a:pathLst>
                  <a:path w="12809" h="4766">
                    <a:moveTo>
                      <a:pt x="5963" y="0"/>
                    </a:moveTo>
                    <a:cubicBezTo>
                      <a:pt x="-10205" y="1445"/>
                      <a:pt x="11483" y="8361"/>
                      <a:pt x="12809" y="2349"/>
                    </a:cubicBezTo>
                    <a:cubicBezTo>
                      <a:pt x="12529" y="1051"/>
                      <a:pt x="9466" y="0"/>
                      <a:pt x="596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0" name="Freeform: Shape 2299">
                <a:extLst>
                  <a:ext uri="{FF2B5EF4-FFF2-40B4-BE49-F238E27FC236}">
                    <a16:creationId xmlns:a16="http://schemas.microsoft.com/office/drawing/2014/main" id="{A9703EC6-31E3-B07C-8C24-9CE30B874B20}"/>
                  </a:ext>
                </a:extLst>
              </p:cNvPr>
              <p:cNvSpPr/>
              <p:nvPr/>
            </p:nvSpPr>
            <p:spPr>
              <a:xfrm>
                <a:off x="6054193" y="6880134"/>
                <a:ext cx="11210" cy="3659"/>
              </a:xfrm>
              <a:custGeom>
                <a:avLst/>
                <a:gdLst>
                  <a:gd name="connsiteX0" fmla="*/ 5267 w 11210"/>
                  <a:gd name="connsiteY0" fmla="*/ 0 h 3659"/>
                  <a:gd name="connsiteX1" fmla="*/ 11211 w 11210"/>
                  <a:gd name="connsiteY1" fmla="*/ 1805 h 3659"/>
                  <a:gd name="connsiteX2" fmla="*/ 5267 w 11210"/>
                  <a:gd name="connsiteY2" fmla="*/ 0 h 3659"/>
                </a:gdLst>
                <a:ahLst/>
                <a:cxnLst>
                  <a:cxn ang="0">
                    <a:pos x="connsiteX0" y="connsiteY0"/>
                  </a:cxn>
                  <a:cxn ang="0">
                    <a:pos x="connsiteX1" y="connsiteY1"/>
                  </a:cxn>
                  <a:cxn ang="0">
                    <a:pos x="connsiteX2" y="connsiteY2"/>
                  </a:cxn>
                </a:cxnLst>
                <a:rect l="l" t="t" r="r" b="b"/>
                <a:pathLst>
                  <a:path w="11210" h="3659">
                    <a:moveTo>
                      <a:pt x="5267" y="0"/>
                    </a:moveTo>
                    <a:cubicBezTo>
                      <a:pt x="-8946" y="1148"/>
                      <a:pt x="9971" y="6401"/>
                      <a:pt x="11211" y="1805"/>
                    </a:cubicBezTo>
                    <a:cubicBezTo>
                      <a:pt x="10993" y="811"/>
                      <a:pt x="8336" y="0"/>
                      <a:pt x="526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1" name="Freeform: Shape 2300">
                <a:extLst>
                  <a:ext uri="{FF2B5EF4-FFF2-40B4-BE49-F238E27FC236}">
                    <a16:creationId xmlns:a16="http://schemas.microsoft.com/office/drawing/2014/main" id="{66675236-8132-693D-3EF3-0EAA8B9F58F6}"/>
                  </a:ext>
                </a:extLst>
              </p:cNvPr>
              <p:cNvSpPr/>
              <p:nvPr/>
            </p:nvSpPr>
            <p:spPr>
              <a:xfrm>
                <a:off x="6130127" y="7241264"/>
                <a:ext cx="12371" cy="4451"/>
              </a:xfrm>
              <a:custGeom>
                <a:avLst/>
                <a:gdLst>
                  <a:gd name="connsiteX0" fmla="*/ 5777 w 12371"/>
                  <a:gd name="connsiteY0" fmla="*/ 0 h 4451"/>
                  <a:gd name="connsiteX1" fmla="*/ 12372 w 12371"/>
                  <a:gd name="connsiteY1" fmla="*/ 2195 h 4451"/>
                  <a:gd name="connsiteX2" fmla="*/ 5777 w 12371"/>
                  <a:gd name="connsiteY2" fmla="*/ 0 h 4451"/>
                </a:gdLst>
                <a:ahLst/>
                <a:cxnLst>
                  <a:cxn ang="0">
                    <a:pos x="connsiteX0" y="connsiteY0"/>
                  </a:cxn>
                  <a:cxn ang="0">
                    <a:pos x="connsiteX1" y="connsiteY1"/>
                  </a:cxn>
                  <a:cxn ang="0">
                    <a:pos x="connsiteX2" y="connsiteY2"/>
                  </a:cxn>
                </a:cxnLst>
                <a:rect l="l" t="t" r="r" b="b"/>
                <a:pathLst>
                  <a:path w="12371" h="4451">
                    <a:moveTo>
                      <a:pt x="5777" y="0"/>
                    </a:moveTo>
                    <a:cubicBezTo>
                      <a:pt x="-9860" y="1366"/>
                      <a:pt x="11057" y="7801"/>
                      <a:pt x="12372" y="2195"/>
                    </a:cubicBezTo>
                    <a:cubicBezTo>
                      <a:pt x="12115" y="983"/>
                      <a:pt x="9160" y="0"/>
                      <a:pt x="577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2" name="Freeform: Shape 2301">
                <a:extLst>
                  <a:ext uri="{FF2B5EF4-FFF2-40B4-BE49-F238E27FC236}">
                    <a16:creationId xmlns:a16="http://schemas.microsoft.com/office/drawing/2014/main" id="{F54B6D3A-A31E-03DE-22C3-20D468F9152B}"/>
                  </a:ext>
                </a:extLst>
              </p:cNvPr>
              <p:cNvSpPr/>
              <p:nvPr/>
            </p:nvSpPr>
            <p:spPr>
              <a:xfrm>
                <a:off x="6078005" y="6992794"/>
                <a:ext cx="11572" cy="3894"/>
              </a:xfrm>
              <a:custGeom>
                <a:avLst/>
                <a:gdLst>
                  <a:gd name="connsiteX0" fmla="*/ 5429 w 11572"/>
                  <a:gd name="connsiteY0" fmla="*/ 0 h 3894"/>
                  <a:gd name="connsiteX1" fmla="*/ 11573 w 11572"/>
                  <a:gd name="connsiteY1" fmla="*/ 1920 h 3894"/>
                  <a:gd name="connsiteX2" fmla="*/ 5429 w 11572"/>
                  <a:gd name="connsiteY2" fmla="*/ 0 h 3894"/>
                </a:gdLst>
                <a:ahLst/>
                <a:cxnLst>
                  <a:cxn ang="0">
                    <a:pos x="connsiteX0" y="connsiteY0"/>
                  </a:cxn>
                  <a:cxn ang="0">
                    <a:pos x="connsiteX1" y="connsiteY1"/>
                  </a:cxn>
                  <a:cxn ang="0">
                    <a:pos x="connsiteX2" y="connsiteY2"/>
                  </a:cxn>
                </a:cxnLst>
                <a:rect l="l" t="t" r="r" b="b"/>
                <a:pathLst>
                  <a:path w="11572" h="3894">
                    <a:moveTo>
                      <a:pt x="5429" y="0"/>
                    </a:moveTo>
                    <a:cubicBezTo>
                      <a:pt x="-9230" y="1211"/>
                      <a:pt x="10298" y="6818"/>
                      <a:pt x="11573" y="1920"/>
                    </a:cubicBezTo>
                    <a:cubicBezTo>
                      <a:pt x="11344" y="863"/>
                      <a:pt x="8595" y="0"/>
                      <a:pt x="542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3" name="Freeform: Shape 2302">
                <a:extLst>
                  <a:ext uri="{FF2B5EF4-FFF2-40B4-BE49-F238E27FC236}">
                    <a16:creationId xmlns:a16="http://schemas.microsoft.com/office/drawing/2014/main" id="{8C6339FB-4B8E-7932-3BAE-7AF6B017504F}"/>
                  </a:ext>
                </a:extLst>
              </p:cNvPr>
              <p:cNvSpPr/>
              <p:nvPr/>
            </p:nvSpPr>
            <p:spPr>
              <a:xfrm>
                <a:off x="6103187" y="7112894"/>
                <a:ext cx="11953" cy="4158"/>
              </a:xfrm>
              <a:custGeom>
                <a:avLst/>
                <a:gdLst>
                  <a:gd name="connsiteX0" fmla="*/ 5599 w 11953"/>
                  <a:gd name="connsiteY0" fmla="*/ 0 h 4158"/>
                  <a:gd name="connsiteX1" fmla="*/ 11954 w 11953"/>
                  <a:gd name="connsiteY1" fmla="*/ 2052 h 4158"/>
                  <a:gd name="connsiteX2" fmla="*/ 5599 w 11953"/>
                  <a:gd name="connsiteY2" fmla="*/ 0 h 4158"/>
                </a:gdLst>
                <a:ahLst/>
                <a:cxnLst>
                  <a:cxn ang="0">
                    <a:pos x="connsiteX0" y="connsiteY0"/>
                  </a:cxn>
                  <a:cxn ang="0">
                    <a:pos x="connsiteX1" y="connsiteY1"/>
                  </a:cxn>
                  <a:cxn ang="0">
                    <a:pos x="connsiteX2" y="connsiteY2"/>
                  </a:cxn>
                </a:cxnLst>
                <a:rect l="l" t="t" r="r" b="b"/>
                <a:pathLst>
                  <a:path w="11953" h="4158">
                    <a:moveTo>
                      <a:pt x="5599" y="0"/>
                    </a:moveTo>
                    <a:cubicBezTo>
                      <a:pt x="-9535" y="1286"/>
                      <a:pt x="10662" y="7281"/>
                      <a:pt x="11954" y="2052"/>
                    </a:cubicBezTo>
                    <a:cubicBezTo>
                      <a:pt x="11714" y="920"/>
                      <a:pt x="8874" y="0"/>
                      <a:pt x="559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4" name="Freeform: Shape 2303">
                <a:extLst>
                  <a:ext uri="{FF2B5EF4-FFF2-40B4-BE49-F238E27FC236}">
                    <a16:creationId xmlns:a16="http://schemas.microsoft.com/office/drawing/2014/main" id="{1C8E93E4-ADFC-9E22-4E37-264F3CD6ABB0}"/>
                  </a:ext>
                </a:extLst>
              </p:cNvPr>
              <p:cNvSpPr/>
              <p:nvPr/>
            </p:nvSpPr>
            <p:spPr>
              <a:xfrm>
                <a:off x="5877367" y="6019458"/>
                <a:ext cx="8477" cy="3327"/>
              </a:xfrm>
              <a:custGeom>
                <a:avLst/>
                <a:gdLst>
                  <a:gd name="connsiteX0" fmla="*/ 4099 w 8477"/>
                  <a:gd name="connsiteY0" fmla="*/ 25 h 3327"/>
                  <a:gd name="connsiteX1" fmla="*/ 8477 w 8477"/>
                  <a:gd name="connsiteY1" fmla="*/ 2134 h 3327"/>
                  <a:gd name="connsiteX2" fmla="*/ 4099 w 8477"/>
                  <a:gd name="connsiteY2" fmla="*/ 25 h 3327"/>
                </a:gdLst>
                <a:ahLst/>
                <a:cxnLst>
                  <a:cxn ang="0">
                    <a:pos x="connsiteX0" y="connsiteY0"/>
                  </a:cxn>
                  <a:cxn ang="0">
                    <a:pos x="connsiteX1" y="connsiteY1"/>
                  </a:cxn>
                  <a:cxn ang="0">
                    <a:pos x="connsiteX2" y="connsiteY2"/>
                  </a:cxn>
                </a:cxnLst>
                <a:rect l="l" t="t" r="r" b="b"/>
                <a:pathLst>
                  <a:path w="8477" h="3327">
                    <a:moveTo>
                      <a:pt x="4099" y="25"/>
                    </a:moveTo>
                    <a:cubicBezTo>
                      <a:pt x="-6719" y="-443"/>
                      <a:pt x="7146" y="5883"/>
                      <a:pt x="8477" y="2134"/>
                    </a:cubicBezTo>
                    <a:cubicBezTo>
                      <a:pt x="8386" y="1276"/>
                      <a:pt x="6425" y="334"/>
                      <a:pt x="4099" y="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5" name="Freeform: Shape 2304">
                <a:extLst>
                  <a:ext uri="{FF2B5EF4-FFF2-40B4-BE49-F238E27FC236}">
                    <a16:creationId xmlns:a16="http://schemas.microsoft.com/office/drawing/2014/main" id="{5FCA8347-1684-AA8C-F07C-E75166AB2E60}"/>
                  </a:ext>
                </a:extLst>
              </p:cNvPr>
              <p:cNvSpPr/>
              <p:nvPr/>
            </p:nvSpPr>
            <p:spPr>
              <a:xfrm>
                <a:off x="5819845" y="5575544"/>
                <a:ext cx="7272" cy="3810"/>
              </a:xfrm>
              <a:custGeom>
                <a:avLst/>
                <a:gdLst>
                  <a:gd name="connsiteX0" fmla="*/ 3426 w 7272"/>
                  <a:gd name="connsiteY0" fmla="*/ 136 h 3810"/>
                  <a:gd name="connsiteX1" fmla="*/ 3843 w 7272"/>
                  <a:gd name="connsiteY1" fmla="*/ 3685 h 3810"/>
                  <a:gd name="connsiteX2" fmla="*/ 3426 w 7272"/>
                  <a:gd name="connsiteY2" fmla="*/ 136 h 3810"/>
                </a:gdLst>
                <a:ahLst/>
                <a:cxnLst>
                  <a:cxn ang="0">
                    <a:pos x="connsiteX0" y="connsiteY0"/>
                  </a:cxn>
                  <a:cxn ang="0">
                    <a:pos x="connsiteX1" y="connsiteY1"/>
                  </a:cxn>
                  <a:cxn ang="0">
                    <a:pos x="connsiteX2" y="connsiteY2"/>
                  </a:cxn>
                </a:cxnLst>
                <a:rect l="l" t="t" r="r" b="b"/>
                <a:pathLst>
                  <a:path w="7272" h="3810">
                    <a:moveTo>
                      <a:pt x="3426" y="136"/>
                    </a:moveTo>
                    <a:cubicBezTo>
                      <a:pt x="-1306" y="913"/>
                      <a:pt x="-1107" y="4525"/>
                      <a:pt x="3843" y="3685"/>
                    </a:cubicBezTo>
                    <a:cubicBezTo>
                      <a:pt x="8586" y="2965"/>
                      <a:pt x="8375" y="-750"/>
                      <a:pt x="3426" y="1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6" name="Freeform: Shape 2305">
                <a:extLst>
                  <a:ext uri="{FF2B5EF4-FFF2-40B4-BE49-F238E27FC236}">
                    <a16:creationId xmlns:a16="http://schemas.microsoft.com/office/drawing/2014/main" id="{4B1D7008-2446-FF68-6BDA-CF5074035657}"/>
                  </a:ext>
                </a:extLst>
              </p:cNvPr>
              <p:cNvSpPr/>
              <p:nvPr/>
            </p:nvSpPr>
            <p:spPr>
              <a:xfrm>
                <a:off x="5832416" y="5681416"/>
                <a:ext cx="7621" cy="3512"/>
              </a:xfrm>
              <a:custGeom>
                <a:avLst/>
                <a:gdLst>
                  <a:gd name="connsiteX0" fmla="*/ 3627 w 7621"/>
                  <a:gd name="connsiteY0" fmla="*/ 2 h 3512"/>
                  <a:gd name="connsiteX1" fmla="*/ 7621 w 7621"/>
                  <a:gd name="connsiteY1" fmla="*/ 2128 h 3512"/>
                  <a:gd name="connsiteX2" fmla="*/ 3627 w 7621"/>
                  <a:gd name="connsiteY2" fmla="*/ 2 h 3512"/>
                </a:gdLst>
                <a:ahLst/>
                <a:cxnLst>
                  <a:cxn ang="0">
                    <a:pos x="connsiteX0" y="connsiteY0"/>
                  </a:cxn>
                  <a:cxn ang="0">
                    <a:pos x="connsiteX1" y="connsiteY1"/>
                  </a:cxn>
                  <a:cxn ang="0">
                    <a:pos x="connsiteX2" y="connsiteY2"/>
                  </a:cxn>
                </a:cxnLst>
                <a:rect l="l" t="t" r="r" b="b"/>
                <a:pathLst>
                  <a:path w="7621" h="3512">
                    <a:moveTo>
                      <a:pt x="3627" y="2"/>
                    </a:moveTo>
                    <a:cubicBezTo>
                      <a:pt x="-6032" y="-135"/>
                      <a:pt x="6536" y="6243"/>
                      <a:pt x="7621" y="2128"/>
                    </a:cubicBezTo>
                    <a:cubicBezTo>
                      <a:pt x="7501" y="1191"/>
                      <a:pt x="5713" y="242"/>
                      <a:pt x="3627"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7" name="Freeform: Shape 2306">
                <a:extLst>
                  <a:ext uri="{FF2B5EF4-FFF2-40B4-BE49-F238E27FC236}">
                    <a16:creationId xmlns:a16="http://schemas.microsoft.com/office/drawing/2014/main" id="{664C3D6B-CDE2-13E6-9F71-A57DB4B95A42}"/>
                  </a:ext>
                </a:extLst>
              </p:cNvPr>
              <p:cNvSpPr/>
              <p:nvPr/>
            </p:nvSpPr>
            <p:spPr>
              <a:xfrm>
                <a:off x="5845318" y="5775285"/>
                <a:ext cx="7506" cy="3777"/>
              </a:xfrm>
              <a:custGeom>
                <a:avLst/>
                <a:gdLst>
                  <a:gd name="connsiteX0" fmla="*/ 3544 w 7506"/>
                  <a:gd name="connsiteY0" fmla="*/ 494 h 3777"/>
                  <a:gd name="connsiteX1" fmla="*/ 3961 w 7506"/>
                  <a:gd name="connsiteY1" fmla="*/ 3277 h 3777"/>
                  <a:gd name="connsiteX2" fmla="*/ 3544 w 7506"/>
                  <a:gd name="connsiteY2" fmla="*/ 494 h 3777"/>
                </a:gdLst>
                <a:ahLst/>
                <a:cxnLst>
                  <a:cxn ang="0">
                    <a:pos x="connsiteX0" y="connsiteY0"/>
                  </a:cxn>
                  <a:cxn ang="0">
                    <a:pos x="connsiteX1" y="connsiteY1"/>
                  </a:cxn>
                  <a:cxn ang="0">
                    <a:pos x="connsiteX2" y="connsiteY2"/>
                  </a:cxn>
                </a:cxnLst>
                <a:rect l="l" t="t" r="r" b="b"/>
                <a:pathLst>
                  <a:path w="7506" h="3777">
                    <a:moveTo>
                      <a:pt x="3544" y="494"/>
                    </a:moveTo>
                    <a:cubicBezTo>
                      <a:pt x="-2171" y="-1243"/>
                      <a:pt x="-188" y="2065"/>
                      <a:pt x="3961" y="3277"/>
                    </a:cubicBezTo>
                    <a:cubicBezTo>
                      <a:pt x="9676" y="5037"/>
                      <a:pt x="7699" y="1677"/>
                      <a:pt x="3544" y="4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8" name="Freeform: Shape 2307">
                <a:extLst>
                  <a:ext uri="{FF2B5EF4-FFF2-40B4-BE49-F238E27FC236}">
                    <a16:creationId xmlns:a16="http://schemas.microsoft.com/office/drawing/2014/main" id="{169DC162-8374-533D-7FC0-8F0D29515F57}"/>
                  </a:ext>
                </a:extLst>
              </p:cNvPr>
              <p:cNvSpPr/>
              <p:nvPr/>
            </p:nvSpPr>
            <p:spPr>
              <a:xfrm>
                <a:off x="5795896" y="5375825"/>
                <a:ext cx="7293" cy="6061"/>
              </a:xfrm>
              <a:custGeom>
                <a:avLst/>
                <a:gdLst>
                  <a:gd name="connsiteX0" fmla="*/ 3457 w 7293"/>
                  <a:gd name="connsiteY0" fmla="*/ 1709 h 6061"/>
                  <a:gd name="connsiteX1" fmla="*/ 5 w 7293"/>
                  <a:gd name="connsiteY1" fmla="*/ 5796 h 6061"/>
                  <a:gd name="connsiteX2" fmla="*/ 3457 w 7293"/>
                  <a:gd name="connsiteY2" fmla="*/ 1709 h 6061"/>
                </a:gdLst>
                <a:ahLst/>
                <a:cxnLst>
                  <a:cxn ang="0">
                    <a:pos x="connsiteX0" y="connsiteY0"/>
                  </a:cxn>
                  <a:cxn ang="0">
                    <a:pos x="connsiteX1" y="connsiteY1"/>
                  </a:cxn>
                  <a:cxn ang="0">
                    <a:pos x="connsiteX2" y="connsiteY2"/>
                  </a:cxn>
                </a:cxnLst>
                <a:rect l="l" t="t" r="r" b="b"/>
                <a:pathLst>
                  <a:path w="7293" h="6061">
                    <a:moveTo>
                      <a:pt x="3457" y="1709"/>
                    </a:moveTo>
                    <a:cubicBezTo>
                      <a:pt x="1451" y="3212"/>
                      <a:pt x="-98" y="5047"/>
                      <a:pt x="5" y="5796"/>
                    </a:cubicBezTo>
                    <a:cubicBezTo>
                      <a:pt x="2245" y="8002"/>
                      <a:pt x="12886" y="-4400"/>
                      <a:pt x="3457" y="17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9" name="Freeform: Shape 2308">
                <a:extLst>
                  <a:ext uri="{FF2B5EF4-FFF2-40B4-BE49-F238E27FC236}">
                    <a16:creationId xmlns:a16="http://schemas.microsoft.com/office/drawing/2014/main" id="{F5DDFAC9-FF42-6759-9F59-F05EB6D9665D}"/>
                  </a:ext>
                </a:extLst>
              </p:cNvPr>
              <p:cNvSpPr/>
              <p:nvPr/>
            </p:nvSpPr>
            <p:spPr>
              <a:xfrm>
                <a:off x="5807429" y="5469675"/>
                <a:ext cx="7395" cy="4910"/>
              </a:xfrm>
              <a:custGeom>
                <a:avLst/>
                <a:gdLst>
                  <a:gd name="connsiteX0" fmla="*/ 3491 w 7395"/>
                  <a:gd name="connsiteY0" fmla="*/ 751 h 4910"/>
                  <a:gd name="connsiteX1" fmla="*/ 5 w 7395"/>
                  <a:gd name="connsiteY1" fmla="*/ 4197 h 4910"/>
                  <a:gd name="connsiteX2" fmla="*/ 3491 w 7395"/>
                  <a:gd name="connsiteY2" fmla="*/ 751 h 4910"/>
                </a:gdLst>
                <a:ahLst/>
                <a:cxnLst>
                  <a:cxn ang="0">
                    <a:pos x="connsiteX0" y="connsiteY0"/>
                  </a:cxn>
                  <a:cxn ang="0">
                    <a:pos x="connsiteX1" y="connsiteY1"/>
                  </a:cxn>
                  <a:cxn ang="0">
                    <a:pos x="connsiteX2" y="connsiteY2"/>
                  </a:cxn>
                </a:cxnLst>
                <a:rect l="l" t="t" r="r" b="b"/>
                <a:pathLst>
                  <a:path w="7395" h="4910">
                    <a:moveTo>
                      <a:pt x="3491" y="751"/>
                    </a:moveTo>
                    <a:cubicBezTo>
                      <a:pt x="1463" y="1740"/>
                      <a:pt x="-103" y="3283"/>
                      <a:pt x="5" y="4197"/>
                    </a:cubicBezTo>
                    <a:cubicBezTo>
                      <a:pt x="2228" y="7661"/>
                      <a:pt x="13098" y="-2815"/>
                      <a:pt x="3491" y="7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0" name="Freeform: Shape 2309">
                <a:extLst>
                  <a:ext uri="{FF2B5EF4-FFF2-40B4-BE49-F238E27FC236}">
                    <a16:creationId xmlns:a16="http://schemas.microsoft.com/office/drawing/2014/main" id="{39726F86-2383-75DB-9CB8-DA4D80E76331}"/>
                  </a:ext>
                </a:extLst>
              </p:cNvPr>
              <p:cNvSpPr/>
              <p:nvPr/>
            </p:nvSpPr>
            <p:spPr>
              <a:xfrm>
                <a:off x="5867729" y="5925261"/>
                <a:ext cx="8170" cy="3768"/>
              </a:xfrm>
              <a:custGeom>
                <a:avLst/>
                <a:gdLst>
                  <a:gd name="connsiteX0" fmla="*/ 3953 w 8170"/>
                  <a:gd name="connsiteY0" fmla="*/ 336 h 3768"/>
                  <a:gd name="connsiteX1" fmla="*/ 8171 w 8170"/>
                  <a:gd name="connsiteY1" fmla="*/ 2954 h 3768"/>
                  <a:gd name="connsiteX2" fmla="*/ 3953 w 8170"/>
                  <a:gd name="connsiteY2" fmla="*/ 336 h 3768"/>
                </a:gdLst>
                <a:ahLst/>
                <a:cxnLst>
                  <a:cxn ang="0">
                    <a:pos x="connsiteX0" y="connsiteY0"/>
                  </a:cxn>
                  <a:cxn ang="0">
                    <a:pos x="connsiteX1" y="connsiteY1"/>
                  </a:cxn>
                  <a:cxn ang="0">
                    <a:pos x="connsiteX2" y="connsiteY2"/>
                  </a:cxn>
                </a:cxnLst>
                <a:rect l="l" t="t" r="r" b="b"/>
                <a:pathLst>
                  <a:path w="8170" h="3768">
                    <a:moveTo>
                      <a:pt x="3953" y="336"/>
                    </a:moveTo>
                    <a:cubicBezTo>
                      <a:pt x="-6409" y="-1692"/>
                      <a:pt x="6708" y="6257"/>
                      <a:pt x="8171" y="2954"/>
                    </a:cubicBezTo>
                    <a:cubicBezTo>
                      <a:pt x="8079" y="2137"/>
                      <a:pt x="6193" y="965"/>
                      <a:pt x="3953" y="3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1" name="Freeform: Shape 2310">
                <a:extLst>
                  <a:ext uri="{FF2B5EF4-FFF2-40B4-BE49-F238E27FC236}">
                    <a16:creationId xmlns:a16="http://schemas.microsoft.com/office/drawing/2014/main" id="{D3FDC6E3-F535-2C7F-D8BA-A53765AF5E7A}"/>
                  </a:ext>
                </a:extLst>
              </p:cNvPr>
              <p:cNvSpPr/>
              <p:nvPr/>
            </p:nvSpPr>
            <p:spPr>
              <a:xfrm>
                <a:off x="5903789" y="6199913"/>
                <a:ext cx="8713" cy="4995"/>
              </a:xfrm>
              <a:custGeom>
                <a:avLst/>
                <a:gdLst>
                  <a:gd name="connsiteX0" fmla="*/ 4092 w 8713"/>
                  <a:gd name="connsiteY0" fmla="*/ 90 h 4995"/>
                  <a:gd name="connsiteX1" fmla="*/ 4624 w 8713"/>
                  <a:gd name="connsiteY1" fmla="*/ 4897 h 4995"/>
                  <a:gd name="connsiteX2" fmla="*/ 4092 w 8713"/>
                  <a:gd name="connsiteY2" fmla="*/ 90 h 4995"/>
                </a:gdLst>
                <a:ahLst/>
                <a:cxnLst>
                  <a:cxn ang="0">
                    <a:pos x="connsiteX0" y="connsiteY0"/>
                  </a:cxn>
                  <a:cxn ang="0">
                    <a:pos x="connsiteX1" y="connsiteY1"/>
                  </a:cxn>
                  <a:cxn ang="0">
                    <a:pos x="connsiteX2" y="connsiteY2"/>
                  </a:cxn>
                </a:cxnLst>
                <a:rect l="l" t="t" r="r" b="b"/>
                <a:pathLst>
                  <a:path w="8713" h="4995">
                    <a:moveTo>
                      <a:pt x="4092" y="90"/>
                    </a:moveTo>
                    <a:cubicBezTo>
                      <a:pt x="-1652" y="764"/>
                      <a:pt x="-1234" y="5753"/>
                      <a:pt x="4624" y="4897"/>
                    </a:cubicBezTo>
                    <a:cubicBezTo>
                      <a:pt x="10356" y="4142"/>
                      <a:pt x="9956" y="-716"/>
                      <a:pt x="4092" y="9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2" name="Freeform: Shape 2311">
                <a:extLst>
                  <a:ext uri="{FF2B5EF4-FFF2-40B4-BE49-F238E27FC236}">
                    <a16:creationId xmlns:a16="http://schemas.microsoft.com/office/drawing/2014/main" id="{0A454045-4D39-8D6A-E306-AEAAC192EB3A}"/>
                  </a:ext>
                </a:extLst>
              </p:cNvPr>
              <p:cNvSpPr/>
              <p:nvPr/>
            </p:nvSpPr>
            <p:spPr>
              <a:xfrm>
                <a:off x="5919976" y="6357106"/>
                <a:ext cx="9187" cy="6461"/>
              </a:xfrm>
              <a:custGeom>
                <a:avLst/>
                <a:gdLst>
                  <a:gd name="connsiteX0" fmla="*/ 4306 w 9187"/>
                  <a:gd name="connsiteY0" fmla="*/ 866 h 6461"/>
                  <a:gd name="connsiteX1" fmla="*/ 9 w 9187"/>
                  <a:gd name="connsiteY1" fmla="*/ 5415 h 6461"/>
                  <a:gd name="connsiteX2" fmla="*/ 4306 w 9187"/>
                  <a:gd name="connsiteY2" fmla="*/ 866 h 6461"/>
                </a:gdLst>
                <a:ahLst/>
                <a:cxnLst>
                  <a:cxn ang="0">
                    <a:pos x="connsiteX0" y="connsiteY0"/>
                  </a:cxn>
                  <a:cxn ang="0">
                    <a:pos x="connsiteX1" y="connsiteY1"/>
                  </a:cxn>
                  <a:cxn ang="0">
                    <a:pos x="connsiteX2" y="connsiteY2"/>
                  </a:cxn>
                </a:cxnLst>
                <a:rect l="l" t="t" r="r" b="b"/>
                <a:pathLst>
                  <a:path w="9187" h="6461">
                    <a:moveTo>
                      <a:pt x="4306" y="866"/>
                    </a:moveTo>
                    <a:cubicBezTo>
                      <a:pt x="1780" y="2089"/>
                      <a:pt x="-146" y="4135"/>
                      <a:pt x="9" y="5415"/>
                    </a:cubicBezTo>
                    <a:cubicBezTo>
                      <a:pt x="2838" y="10250"/>
                      <a:pt x="16268" y="-3489"/>
                      <a:pt x="4306" y="86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3" name="Freeform: Shape 2312">
                <a:extLst>
                  <a:ext uri="{FF2B5EF4-FFF2-40B4-BE49-F238E27FC236}">
                    <a16:creationId xmlns:a16="http://schemas.microsoft.com/office/drawing/2014/main" id="{E578FEFC-8487-2EB5-B84C-C2C868E468EE}"/>
                  </a:ext>
                </a:extLst>
              </p:cNvPr>
              <p:cNvSpPr/>
              <p:nvPr/>
            </p:nvSpPr>
            <p:spPr>
              <a:xfrm>
                <a:off x="5936802" y="6447962"/>
                <a:ext cx="9447" cy="5665"/>
              </a:xfrm>
              <a:custGeom>
                <a:avLst/>
                <a:gdLst>
                  <a:gd name="connsiteX0" fmla="*/ 4426 w 9447"/>
                  <a:gd name="connsiteY0" fmla="*/ 1712 h 5665"/>
                  <a:gd name="connsiteX1" fmla="*/ 8 w 9447"/>
                  <a:gd name="connsiteY1" fmla="*/ 5450 h 5665"/>
                  <a:gd name="connsiteX2" fmla="*/ 4426 w 9447"/>
                  <a:gd name="connsiteY2" fmla="*/ 1712 h 5665"/>
                </a:gdLst>
                <a:ahLst/>
                <a:cxnLst>
                  <a:cxn ang="0">
                    <a:pos x="connsiteX0" y="connsiteY0"/>
                  </a:cxn>
                  <a:cxn ang="0">
                    <a:pos x="connsiteX1" y="connsiteY1"/>
                  </a:cxn>
                  <a:cxn ang="0">
                    <a:pos x="connsiteX2" y="connsiteY2"/>
                  </a:cxn>
                </a:cxnLst>
                <a:rect l="l" t="t" r="r" b="b"/>
                <a:pathLst>
                  <a:path w="9447" h="5665">
                    <a:moveTo>
                      <a:pt x="4426" y="1712"/>
                    </a:moveTo>
                    <a:cubicBezTo>
                      <a:pt x="1837" y="3141"/>
                      <a:pt x="-141" y="4821"/>
                      <a:pt x="8" y="5450"/>
                    </a:cubicBezTo>
                    <a:cubicBezTo>
                      <a:pt x="2482" y="7359"/>
                      <a:pt x="16913" y="-4231"/>
                      <a:pt x="4426" y="17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4" name="Freeform: Shape 2313">
                <a:extLst>
                  <a:ext uri="{FF2B5EF4-FFF2-40B4-BE49-F238E27FC236}">
                    <a16:creationId xmlns:a16="http://schemas.microsoft.com/office/drawing/2014/main" id="{3F93B4BD-34C8-4966-39B3-63743F9AFB1F}"/>
                  </a:ext>
                </a:extLst>
              </p:cNvPr>
              <p:cNvSpPr/>
              <p:nvPr/>
            </p:nvSpPr>
            <p:spPr>
              <a:xfrm>
                <a:off x="5857470" y="5845936"/>
                <a:ext cx="7902" cy="3795"/>
              </a:xfrm>
              <a:custGeom>
                <a:avLst/>
                <a:gdLst>
                  <a:gd name="connsiteX0" fmla="*/ 3788 w 7902"/>
                  <a:gd name="connsiteY0" fmla="*/ 834 h 3795"/>
                  <a:gd name="connsiteX1" fmla="*/ 7903 w 7902"/>
                  <a:gd name="connsiteY1" fmla="*/ 3463 h 3795"/>
                  <a:gd name="connsiteX2" fmla="*/ 3788 w 7902"/>
                  <a:gd name="connsiteY2" fmla="*/ 834 h 3795"/>
                </a:gdLst>
                <a:ahLst/>
                <a:cxnLst>
                  <a:cxn ang="0">
                    <a:pos x="connsiteX0" y="connsiteY0"/>
                  </a:cxn>
                  <a:cxn ang="0">
                    <a:pos x="connsiteX1" y="connsiteY1"/>
                  </a:cxn>
                  <a:cxn ang="0">
                    <a:pos x="connsiteX2" y="connsiteY2"/>
                  </a:cxn>
                </a:cxnLst>
                <a:rect l="l" t="t" r="r" b="b"/>
                <a:pathLst>
                  <a:path w="7902" h="3795">
                    <a:moveTo>
                      <a:pt x="3788" y="834"/>
                    </a:moveTo>
                    <a:cubicBezTo>
                      <a:pt x="-6173" y="-2526"/>
                      <a:pt x="6503" y="5486"/>
                      <a:pt x="7903" y="3463"/>
                    </a:cubicBezTo>
                    <a:cubicBezTo>
                      <a:pt x="7794" y="2874"/>
                      <a:pt x="5954" y="1703"/>
                      <a:pt x="3788" y="8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5" name="Freeform: Shape 2314">
                <a:extLst>
                  <a:ext uri="{FF2B5EF4-FFF2-40B4-BE49-F238E27FC236}">
                    <a16:creationId xmlns:a16="http://schemas.microsoft.com/office/drawing/2014/main" id="{5EAB2189-EF10-0A49-340E-F67B2CCE8C5C}"/>
                  </a:ext>
                </a:extLst>
              </p:cNvPr>
              <p:cNvSpPr/>
              <p:nvPr/>
            </p:nvSpPr>
            <p:spPr>
              <a:xfrm>
                <a:off x="5888615" y="6107426"/>
                <a:ext cx="8778" cy="2609"/>
              </a:xfrm>
              <a:custGeom>
                <a:avLst/>
                <a:gdLst>
                  <a:gd name="connsiteX0" fmla="*/ 4212 w 8778"/>
                  <a:gd name="connsiteY0" fmla="*/ 0 h 2609"/>
                  <a:gd name="connsiteX1" fmla="*/ 8779 w 8778"/>
                  <a:gd name="connsiteY1" fmla="*/ 1372 h 2609"/>
                  <a:gd name="connsiteX2" fmla="*/ 4212 w 8778"/>
                  <a:gd name="connsiteY2" fmla="*/ 0 h 2609"/>
                </a:gdLst>
                <a:ahLst/>
                <a:cxnLst>
                  <a:cxn ang="0">
                    <a:pos x="connsiteX0" y="connsiteY0"/>
                  </a:cxn>
                  <a:cxn ang="0">
                    <a:pos x="connsiteX1" y="connsiteY1"/>
                  </a:cxn>
                  <a:cxn ang="0">
                    <a:pos x="connsiteX2" y="connsiteY2"/>
                  </a:cxn>
                </a:cxnLst>
                <a:rect l="l" t="t" r="r" b="b"/>
                <a:pathLst>
                  <a:path w="8778" h="2609">
                    <a:moveTo>
                      <a:pt x="4212" y="0"/>
                    </a:moveTo>
                    <a:cubicBezTo>
                      <a:pt x="-7023" y="617"/>
                      <a:pt x="7647" y="4578"/>
                      <a:pt x="8779" y="1372"/>
                    </a:cubicBezTo>
                    <a:cubicBezTo>
                      <a:pt x="8659" y="668"/>
                      <a:pt x="6619" y="52"/>
                      <a:pt x="421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6" name="Freeform: Shape 2315">
                <a:extLst>
                  <a:ext uri="{FF2B5EF4-FFF2-40B4-BE49-F238E27FC236}">
                    <a16:creationId xmlns:a16="http://schemas.microsoft.com/office/drawing/2014/main" id="{3692E404-BB9E-3A42-66DA-DC84BCCEF67D}"/>
                  </a:ext>
                </a:extLst>
              </p:cNvPr>
              <p:cNvSpPr/>
              <p:nvPr/>
            </p:nvSpPr>
            <p:spPr>
              <a:xfrm>
                <a:off x="6191344" y="7526121"/>
                <a:ext cx="12743" cy="5254"/>
              </a:xfrm>
              <a:custGeom>
                <a:avLst/>
                <a:gdLst>
                  <a:gd name="connsiteX0" fmla="*/ 5641 w 12743"/>
                  <a:gd name="connsiteY0" fmla="*/ 25 h 5254"/>
                  <a:gd name="connsiteX1" fmla="*/ 11224 w 12743"/>
                  <a:gd name="connsiteY1" fmla="*/ 4328 h 5254"/>
                  <a:gd name="connsiteX2" fmla="*/ 5641 w 12743"/>
                  <a:gd name="connsiteY2" fmla="*/ 25 h 5254"/>
                </a:gdLst>
                <a:ahLst/>
                <a:cxnLst>
                  <a:cxn ang="0">
                    <a:pos x="connsiteX0" y="connsiteY0"/>
                  </a:cxn>
                  <a:cxn ang="0">
                    <a:pos x="connsiteX1" y="connsiteY1"/>
                  </a:cxn>
                  <a:cxn ang="0">
                    <a:pos x="connsiteX2" y="connsiteY2"/>
                  </a:cxn>
                </a:cxnLst>
                <a:rect l="l" t="t" r="r" b="b"/>
                <a:pathLst>
                  <a:path w="12743" h="5254">
                    <a:moveTo>
                      <a:pt x="5641" y="25"/>
                    </a:moveTo>
                    <a:cubicBezTo>
                      <a:pt x="-7401" y="842"/>
                      <a:pt x="5481" y="7701"/>
                      <a:pt x="11224" y="4328"/>
                    </a:cubicBezTo>
                    <a:cubicBezTo>
                      <a:pt x="15991" y="1728"/>
                      <a:pt x="8253" y="-249"/>
                      <a:pt x="5641" y="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7" name="Freeform: Shape 2316">
                <a:extLst>
                  <a:ext uri="{FF2B5EF4-FFF2-40B4-BE49-F238E27FC236}">
                    <a16:creationId xmlns:a16="http://schemas.microsoft.com/office/drawing/2014/main" id="{CF936548-2C05-2429-2AEC-6EC8AC8553E2}"/>
                  </a:ext>
                </a:extLst>
              </p:cNvPr>
              <p:cNvSpPr/>
              <p:nvPr/>
            </p:nvSpPr>
            <p:spPr>
              <a:xfrm>
                <a:off x="5590606" y="5489649"/>
                <a:ext cx="5718" cy="5312"/>
              </a:xfrm>
              <a:custGeom>
                <a:avLst/>
                <a:gdLst>
                  <a:gd name="connsiteX0" fmla="*/ 2739 w 5718"/>
                  <a:gd name="connsiteY0" fmla="*/ 2065 h 5312"/>
                  <a:gd name="connsiteX1" fmla="*/ 241 w 5718"/>
                  <a:gd name="connsiteY1" fmla="*/ 4414 h 5312"/>
                  <a:gd name="connsiteX2" fmla="*/ 2739 w 5718"/>
                  <a:gd name="connsiteY2" fmla="*/ 2065 h 5312"/>
                </a:gdLst>
                <a:ahLst/>
                <a:cxnLst>
                  <a:cxn ang="0">
                    <a:pos x="connsiteX0" y="connsiteY0"/>
                  </a:cxn>
                  <a:cxn ang="0">
                    <a:pos x="connsiteX1" y="connsiteY1"/>
                  </a:cxn>
                  <a:cxn ang="0">
                    <a:pos x="connsiteX2" y="connsiteY2"/>
                  </a:cxn>
                </a:cxnLst>
                <a:rect l="l" t="t" r="r" b="b"/>
                <a:pathLst>
                  <a:path w="5718" h="5312">
                    <a:moveTo>
                      <a:pt x="2739" y="2065"/>
                    </a:moveTo>
                    <a:cubicBezTo>
                      <a:pt x="1795" y="2877"/>
                      <a:pt x="887" y="3734"/>
                      <a:pt x="241" y="4414"/>
                    </a:cubicBezTo>
                    <a:cubicBezTo>
                      <a:pt x="-1925" y="8866"/>
                      <a:pt x="11448" y="-5050"/>
                      <a:pt x="2739" y="20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8" name="Freeform: Shape 2317">
                <a:extLst>
                  <a:ext uri="{FF2B5EF4-FFF2-40B4-BE49-F238E27FC236}">
                    <a16:creationId xmlns:a16="http://schemas.microsoft.com/office/drawing/2014/main" id="{530C9143-B4DC-A8AD-CEB7-FB72D08CCB42}"/>
                  </a:ext>
                </a:extLst>
              </p:cNvPr>
              <p:cNvSpPr/>
              <p:nvPr/>
            </p:nvSpPr>
            <p:spPr>
              <a:xfrm>
                <a:off x="5723779" y="6711615"/>
                <a:ext cx="10166" cy="1796"/>
              </a:xfrm>
              <a:custGeom>
                <a:avLst/>
                <a:gdLst>
                  <a:gd name="connsiteX0" fmla="*/ 4874 w 10166"/>
                  <a:gd name="connsiteY0" fmla="*/ 109 h 1796"/>
                  <a:gd name="connsiteX1" fmla="*/ 5286 w 10166"/>
                  <a:gd name="connsiteY1" fmla="*/ 1697 h 1796"/>
                  <a:gd name="connsiteX2" fmla="*/ 4874 w 10166"/>
                  <a:gd name="connsiteY2" fmla="*/ 109 h 1796"/>
                </a:gdLst>
                <a:ahLst/>
                <a:cxnLst>
                  <a:cxn ang="0">
                    <a:pos x="connsiteX0" y="connsiteY0"/>
                  </a:cxn>
                  <a:cxn ang="0">
                    <a:pos x="connsiteX1" y="connsiteY1"/>
                  </a:cxn>
                  <a:cxn ang="0">
                    <a:pos x="connsiteX2" y="connsiteY2"/>
                  </a:cxn>
                </a:cxnLst>
                <a:rect l="l" t="t" r="r" b="b"/>
                <a:pathLst>
                  <a:path w="10166" h="1796">
                    <a:moveTo>
                      <a:pt x="4874" y="109"/>
                    </a:moveTo>
                    <a:cubicBezTo>
                      <a:pt x="-2110" y="612"/>
                      <a:pt x="-1247" y="2206"/>
                      <a:pt x="5286" y="1697"/>
                    </a:cubicBezTo>
                    <a:cubicBezTo>
                      <a:pt x="12281" y="1206"/>
                      <a:pt x="11412" y="-434"/>
                      <a:pt x="4874" y="1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9" name="Freeform: Shape 2318">
                <a:extLst>
                  <a:ext uri="{FF2B5EF4-FFF2-40B4-BE49-F238E27FC236}">
                    <a16:creationId xmlns:a16="http://schemas.microsoft.com/office/drawing/2014/main" id="{D227390E-B339-7116-FCAB-A43BEBBDCEF2}"/>
                  </a:ext>
                </a:extLst>
              </p:cNvPr>
              <p:cNvSpPr/>
              <p:nvPr/>
            </p:nvSpPr>
            <p:spPr>
              <a:xfrm>
                <a:off x="5736501" y="6777240"/>
                <a:ext cx="10873" cy="2898"/>
              </a:xfrm>
              <a:custGeom>
                <a:avLst/>
                <a:gdLst>
                  <a:gd name="connsiteX0" fmla="*/ 5250 w 10873"/>
                  <a:gd name="connsiteY0" fmla="*/ 1 h 2898"/>
                  <a:gd name="connsiteX1" fmla="*/ 10873 w 10873"/>
                  <a:gd name="connsiteY1" fmla="*/ 1384 h 2898"/>
                  <a:gd name="connsiteX2" fmla="*/ 5250 w 10873"/>
                  <a:gd name="connsiteY2" fmla="*/ 1 h 2898"/>
                </a:gdLst>
                <a:ahLst/>
                <a:cxnLst>
                  <a:cxn ang="0">
                    <a:pos x="connsiteX0" y="connsiteY0"/>
                  </a:cxn>
                  <a:cxn ang="0">
                    <a:pos x="connsiteX1" y="connsiteY1"/>
                  </a:cxn>
                  <a:cxn ang="0">
                    <a:pos x="connsiteX2" y="connsiteY2"/>
                  </a:cxn>
                </a:cxnLst>
                <a:rect l="l" t="t" r="r" b="b"/>
                <a:pathLst>
                  <a:path w="10873" h="2898">
                    <a:moveTo>
                      <a:pt x="5250" y="1"/>
                    </a:moveTo>
                    <a:cubicBezTo>
                      <a:pt x="-8735" y="1075"/>
                      <a:pt x="9490" y="5036"/>
                      <a:pt x="10873" y="1384"/>
                    </a:cubicBezTo>
                    <a:cubicBezTo>
                      <a:pt x="10748" y="590"/>
                      <a:pt x="8227" y="-28"/>
                      <a:pt x="5250"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0" name="Freeform: Shape 2319">
                <a:extLst>
                  <a:ext uri="{FF2B5EF4-FFF2-40B4-BE49-F238E27FC236}">
                    <a16:creationId xmlns:a16="http://schemas.microsoft.com/office/drawing/2014/main" id="{A4686336-1279-699B-E428-79F605A59F1C}"/>
                  </a:ext>
                </a:extLst>
              </p:cNvPr>
              <p:cNvSpPr/>
              <p:nvPr/>
            </p:nvSpPr>
            <p:spPr>
              <a:xfrm>
                <a:off x="5711988" y="6676037"/>
                <a:ext cx="9856" cy="1963"/>
              </a:xfrm>
              <a:custGeom>
                <a:avLst/>
                <a:gdLst>
                  <a:gd name="connsiteX0" fmla="*/ 4737 w 9856"/>
                  <a:gd name="connsiteY0" fmla="*/ 569 h 1963"/>
                  <a:gd name="connsiteX1" fmla="*/ 5114 w 9856"/>
                  <a:gd name="connsiteY1" fmla="*/ 1409 h 1963"/>
                  <a:gd name="connsiteX2" fmla="*/ 4737 w 9856"/>
                  <a:gd name="connsiteY2" fmla="*/ 569 h 1963"/>
                </a:gdLst>
                <a:ahLst/>
                <a:cxnLst>
                  <a:cxn ang="0">
                    <a:pos x="connsiteX0" y="connsiteY0"/>
                  </a:cxn>
                  <a:cxn ang="0">
                    <a:pos x="connsiteX1" y="connsiteY1"/>
                  </a:cxn>
                  <a:cxn ang="0">
                    <a:pos x="connsiteX2" y="connsiteY2"/>
                  </a:cxn>
                </a:cxnLst>
                <a:rect l="l" t="t" r="r" b="b"/>
                <a:pathLst>
                  <a:path w="9856" h="1963">
                    <a:moveTo>
                      <a:pt x="4737" y="569"/>
                    </a:moveTo>
                    <a:cubicBezTo>
                      <a:pt x="-2023" y="1769"/>
                      <a:pt x="-1235" y="2546"/>
                      <a:pt x="5114" y="1409"/>
                    </a:cubicBezTo>
                    <a:cubicBezTo>
                      <a:pt x="11887" y="226"/>
                      <a:pt x="11087" y="-609"/>
                      <a:pt x="4737" y="56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1" name="Freeform: Shape 2320">
                <a:extLst>
                  <a:ext uri="{FF2B5EF4-FFF2-40B4-BE49-F238E27FC236}">
                    <a16:creationId xmlns:a16="http://schemas.microsoft.com/office/drawing/2014/main" id="{58AB1D6C-6059-5EC1-C89A-07C9F8B5EF23}"/>
                  </a:ext>
                </a:extLst>
              </p:cNvPr>
              <p:cNvSpPr/>
              <p:nvPr/>
            </p:nvSpPr>
            <p:spPr>
              <a:xfrm>
                <a:off x="5701034" y="6654788"/>
                <a:ext cx="9583" cy="2978"/>
              </a:xfrm>
              <a:custGeom>
                <a:avLst/>
                <a:gdLst>
                  <a:gd name="connsiteX0" fmla="*/ 4610 w 9583"/>
                  <a:gd name="connsiteY0" fmla="*/ 1187 h 2978"/>
                  <a:gd name="connsiteX1" fmla="*/ 4965 w 9583"/>
                  <a:gd name="connsiteY1" fmla="*/ 1804 h 2978"/>
                  <a:gd name="connsiteX2" fmla="*/ 4610 w 9583"/>
                  <a:gd name="connsiteY2" fmla="*/ 1187 h 2978"/>
                </a:gdLst>
                <a:ahLst/>
                <a:cxnLst>
                  <a:cxn ang="0">
                    <a:pos x="connsiteX0" y="connsiteY0"/>
                  </a:cxn>
                  <a:cxn ang="0">
                    <a:pos x="connsiteX1" y="connsiteY1"/>
                  </a:cxn>
                  <a:cxn ang="0">
                    <a:pos x="connsiteX2" y="connsiteY2"/>
                  </a:cxn>
                </a:cxnLst>
                <a:rect l="l" t="t" r="r" b="b"/>
                <a:pathLst>
                  <a:path w="9583" h="2978">
                    <a:moveTo>
                      <a:pt x="4610" y="1187"/>
                    </a:moveTo>
                    <a:cubicBezTo>
                      <a:pt x="-1870" y="3153"/>
                      <a:pt x="-1305" y="3706"/>
                      <a:pt x="4965" y="1804"/>
                    </a:cubicBezTo>
                    <a:cubicBezTo>
                      <a:pt x="11463" y="-145"/>
                      <a:pt x="10885" y="-756"/>
                      <a:pt x="4610" y="11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2" name="Freeform: Shape 2321">
                <a:extLst>
                  <a:ext uri="{FF2B5EF4-FFF2-40B4-BE49-F238E27FC236}">
                    <a16:creationId xmlns:a16="http://schemas.microsoft.com/office/drawing/2014/main" id="{116EB9D3-85E4-0F4E-7F18-864842611738}"/>
                  </a:ext>
                </a:extLst>
              </p:cNvPr>
              <p:cNvSpPr/>
              <p:nvPr/>
            </p:nvSpPr>
            <p:spPr>
              <a:xfrm>
                <a:off x="5779614" y="7112891"/>
                <a:ext cx="11530" cy="4108"/>
              </a:xfrm>
              <a:custGeom>
                <a:avLst/>
                <a:gdLst>
                  <a:gd name="connsiteX0" fmla="*/ 5509 w 11530"/>
                  <a:gd name="connsiteY0" fmla="*/ 3 h 4108"/>
                  <a:gd name="connsiteX1" fmla="*/ 6018 w 11530"/>
                  <a:gd name="connsiteY1" fmla="*/ 4106 h 4108"/>
                  <a:gd name="connsiteX2" fmla="*/ 5509 w 11530"/>
                  <a:gd name="connsiteY2" fmla="*/ 3 h 4108"/>
                </a:gdLst>
                <a:ahLst/>
                <a:cxnLst>
                  <a:cxn ang="0">
                    <a:pos x="connsiteX0" y="connsiteY0"/>
                  </a:cxn>
                  <a:cxn ang="0">
                    <a:pos x="connsiteX1" y="connsiteY1"/>
                  </a:cxn>
                  <a:cxn ang="0">
                    <a:pos x="connsiteX2" y="connsiteY2"/>
                  </a:cxn>
                </a:cxnLst>
                <a:rect l="l" t="t" r="r" b="b"/>
                <a:pathLst>
                  <a:path w="11530" h="4108">
                    <a:moveTo>
                      <a:pt x="5509" y="3"/>
                    </a:moveTo>
                    <a:cubicBezTo>
                      <a:pt x="-2487" y="26"/>
                      <a:pt x="-1309" y="4226"/>
                      <a:pt x="6018" y="4106"/>
                    </a:cubicBezTo>
                    <a:cubicBezTo>
                      <a:pt x="14024" y="4083"/>
                      <a:pt x="12835" y="-123"/>
                      <a:pt x="5509"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3" name="Freeform: Shape 2322">
                <a:extLst>
                  <a:ext uri="{FF2B5EF4-FFF2-40B4-BE49-F238E27FC236}">
                    <a16:creationId xmlns:a16="http://schemas.microsoft.com/office/drawing/2014/main" id="{A9F992E9-FA94-80E3-4E06-C8984DA707CD}"/>
                  </a:ext>
                </a:extLst>
              </p:cNvPr>
              <p:cNvSpPr/>
              <p:nvPr/>
            </p:nvSpPr>
            <p:spPr>
              <a:xfrm>
                <a:off x="5812488" y="7378739"/>
                <a:ext cx="12777" cy="4762"/>
              </a:xfrm>
              <a:custGeom>
                <a:avLst/>
                <a:gdLst>
                  <a:gd name="connsiteX0" fmla="*/ 6125 w 12777"/>
                  <a:gd name="connsiteY0" fmla="*/ 0 h 4762"/>
                  <a:gd name="connsiteX1" fmla="*/ 12777 w 12777"/>
                  <a:gd name="connsiteY1" fmla="*/ 2349 h 4762"/>
                  <a:gd name="connsiteX2" fmla="*/ 6125 w 12777"/>
                  <a:gd name="connsiteY2" fmla="*/ 0 h 4762"/>
                </a:gdLst>
                <a:ahLst/>
                <a:cxnLst>
                  <a:cxn ang="0">
                    <a:pos x="connsiteX0" y="connsiteY0"/>
                  </a:cxn>
                  <a:cxn ang="0">
                    <a:pos x="connsiteX1" y="connsiteY1"/>
                  </a:cxn>
                  <a:cxn ang="0">
                    <a:pos x="connsiteX2" y="connsiteY2"/>
                  </a:cxn>
                </a:cxnLst>
                <a:rect l="l" t="t" r="r" b="b"/>
                <a:pathLst>
                  <a:path w="12777" h="4762">
                    <a:moveTo>
                      <a:pt x="6125" y="0"/>
                    </a:moveTo>
                    <a:cubicBezTo>
                      <a:pt x="-10209" y="1463"/>
                      <a:pt x="11108" y="8344"/>
                      <a:pt x="12777" y="2349"/>
                    </a:cubicBezTo>
                    <a:cubicBezTo>
                      <a:pt x="12606" y="1051"/>
                      <a:pt x="9628" y="0"/>
                      <a:pt x="612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4" name="Freeform: Shape 2323">
                <a:extLst>
                  <a:ext uri="{FF2B5EF4-FFF2-40B4-BE49-F238E27FC236}">
                    <a16:creationId xmlns:a16="http://schemas.microsoft.com/office/drawing/2014/main" id="{7F210661-5433-B3F2-FBC7-DCE1F28A2925}"/>
                  </a:ext>
                </a:extLst>
              </p:cNvPr>
              <p:cNvSpPr/>
              <p:nvPr/>
            </p:nvSpPr>
            <p:spPr>
              <a:xfrm>
                <a:off x="5690636" y="6632316"/>
                <a:ext cx="9324" cy="4093"/>
              </a:xfrm>
              <a:custGeom>
                <a:avLst/>
                <a:gdLst>
                  <a:gd name="connsiteX0" fmla="*/ 4486 w 9324"/>
                  <a:gd name="connsiteY0" fmla="*/ 1592 h 4093"/>
                  <a:gd name="connsiteX1" fmla="*/ 4829 w 9324"/>
                  <a:gd name="connsiteY1" fmla="*/ 2512 h 4093"/>
                  <a:gd name="connsiteX2" fmla="*/ 4486 w 9324"/>
                  <a:gd name="connsiteY2" fmla="*/ 1592 h 4093"/>
                </a:gdLst>
                <a:ahLst/>
                <a:cxnLst>
                  <a:cxn ang="0">
                    <a:pos x="connsiteX0" y="connsiteY0"/>
                  </a:cxn>
                  <a:cxn ang="0">
                    <a:pos x="connsiteX1" y="connsiteY1"/>
                  </a:cxn>
                  <a:cxn ang="0">
                    <a:pos x="connsiteX2" y="connsiteY2"/>
                  </a:cxn>
                </a:cxnLst>
                <a:rect l="l" t="t" r="r" b="b"/>
                <a:pathLst>
                  <a:path w="9324" h="4093">
                    <a:moveTo>
                      <a:pt x="4486" y="1592"/>
                    </a:moveTo>
                    <a:cubicBezTo>
                      <a:pt x="-1697" y="4216"/>
                      <a:pt x="-1400" y="5170"/>
                      <a:pt x="4829" y="2512"/>
                    </a:cubicBezTo>
                    <a:cubicBezTo>
                      <a:pt x="11030" y="-99"/>
                      <a:pt x="10721" y="-1099"/>
                      <a:pt x="4486" y="15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5" name="Freeform: Shape 2324">
                <a:extLst>
                  <a:ext uri="{FF2B5EF4-FFF2-40B4-BE49-F238E27FC236}">
                    <a16:creationId xmlns:a16="http://schemas.microsoft.com/office/drawing/2014/main" id="{A992E44E-F12E-08D8-591A-1006BDC8A08F}"/>
                  </a:ext>
                </a:extLst>
              </p:cNvPr>
              <p:cNvSpPr/>
              <p:nvPr/>
            </p:nvSpPr>
            <p:spPr>
              <a:xfrm>
                <a:off x="5795411" y="7241262"/>
                <a:ext cx="11937" cy="4395"/>
              </a:xfrm>
              <a:custGeom>
                <a:avLst/>
                <a:gdLst>
                  <a:gd name="connsiteX0" fmla="*/ 5690 w 11937"/>
                  <a:gd name="connsiteY0" fmla="*/ 3 h 4395"/>
                  <a:gd name="connsiteX1" fmla="*/ 6239 w 11937"/>
                  <a:gd name="connsiteY1" fmla="*/ 4392 h 4395"/>
                  <a:gd name="connsiteX2" fmla="*/ 5690 w 11937"/>
                  <a:gd name="connsiteY2" fmla="*/ 3 h 4395"/>
                </a:gdLst>
                <a:ahLst/>
                <a:cxnLst>
                  <a:cxn ang="0">
                    <a:pos x="connsiteX0" y="connsiteY0"/>
                  </a:cxn>
                  <a:cxn ang="0">
                    <a:pos x="connsiteX1" y="connsiteY1"/>
                  </a:cxn>
                  <a:cxn ang="0">
                    <a:pos x="connsiteX2" y="connsiteY2"/>
                  </a:cxn>
                </a:cxnLst>
                <a:rect l="l" t="t" r="r" b="b"/>
                <a:pathLst>
                  <a:path w="11937" h="4395">
                    <a:moveTo>
                      <a:pt x="5690" y="3"/>
                    </a:moveTo>
                    <a:cubicBezTo>
                      <a:pt x="-2597" y="31"/>
                      <a:pt x="-1328" y="4523"/>
                      <a:pt x="6239" y="4392"/>
                    </a:cubicBezTo>
                    <a:cubicBezTo>
                      <a:pt x="14543" y="4364"/>
                      <a:pt x="13263" y="-128"/>
                      <a:pt x="5690"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6" name="Freeform: Shape 2325">
                <a:extLst>
                  <a:ext uri="{FF2B5EF4-FFF2-40B4-BE49-F238E27FC236}">
                    <a16:creationId xmlns:a16="http://schemas.microsoft.com/office/drawing/2014/main" id="{9ADE7BF9-8F57-0605-E7A3-B8B40D63689C}"/>
                  </a:ext>
                </a:extLst>
              </p:cNvPr>
              <p:cNvSpPr/>
              <p:nvPr/>
            </p:nvSpPr>
            <p:spPr>
              <a:xfrm>
                <a:off x="5764865" y="6992791"/>
                <a:ext cx="11159" cy="3845"/>
              </a:xfrm>
              <a:custGeom>
                <a:avLst/>
                <a:gdLst>
                  <a:gd name="connsiteX0" fmla="*/ 5335 w 11159"/>
                  <a:gd name="connsiteY0" fmla="*/ 2 h 3845"/>
                  <a:gd name="connsiteX1" fmla="*/ 5815 w 11159"/>
                  <a:gd name="connsiteY1" fmla="*/ 3843 h 3845"/>
                  <a:gd name="connsiteX2" fmla="*/ 5335 w 11159"/>
                  <a:gd name="connsiteY2" fmla="*/ 2 h 3845"/>
                </a:gdLst>
                <a:ahLst/>
                <a:cxnLst>
                  <a:cxn ang="0">
                    <a:pos x="connsiteX0" y="connsiteY0"/>
                  </a:cxn>
                  <a:cxn ang="0">
                    <a:pos x="connsiteX1" y="connsiteY1"/>
                  </a:cxn>
                  <a:cxn ang="0">
                    <a:pos x="connsiteX2" y="connsiteY2"/>
                  </a:cxn>
                </a:cxnLst>
                <a:rect l="l" t="t" r="r" b="b"/>
                <a:pathLst>
                  <a:path w="11159" h="3845">
                    <a:moveTo>
                      <a:pt x="5335" y="2"/>
                    </a:moveTo>
                    <a:cubicBezTo>
                      <a:pt x="-2397" y="19"/>
                      <a:pt x="-1277" y="3963"/>
                      <a:pt x="5815" y="3843"/>
                    </a:cubicBezTo>
                    <a:cubicBezTo>
                      <a:pt x="13565" y="3825"/>
                      <a:pt x="12433" y="-112"/>
                      <a:pt x="5335"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7" name="Freeform: Shape 2326">
                <a:extLst>
                  <a:ext uri="{FF2B5EF4-FFF2-40B4-BE49-F238E27FC236}">
                    <a16:creationId xmlns:a16="http://schemas.microsoft.com/office/drawing/2014/main" id="{60016C13-F354-A463-00D2-F6F19F3EA7BA}"/>
                  </a:ext>
                </a:extLst>
              </p:cNvPr>
              <p:cNvSpPr/>
              <p:nvPr/>
            </p:nvSpPr>
            <p:spPr>
              <a:xfrm>
                <a:off x="5750476" y="6880134"/>
                <a:ext cx="11192" cy="3657"/>
              </a:xfrm>
              <a:custGeom>
                <a:avLst/>
                <a:gdLst>
                  <a:gd name="connsiteX0" fmla="*/ 5397 w 11192"/>
                  <a:gd name="connsiteY0" fmla="*/ 0 h 3657"/>
                  <a:gd name="connsiteX1" fmla="*/ 11192 w 11192"/>
                  <a:gd name="connsiteY1" fmla="*/ 1805 h 3657"/>
                  <a:gd name="connsiteX2" fmla="*/ 5397 w 11192"/>
                  <a:gd name="connsiteY2" fmla="*/ 0 h 3657"/>
                </a:gdLst>
                <a:ahLst/>
                <a:cxnLst>
                  <a:cxn ang="0">
                    <a:pos x="connsiteX0" y="connsiteY0"/>
                  </a:cxn>
                  <a:cxn ang="0">
                    <a:pos x="connsiteX1" y="connsiteY1"/>
                  </a:cxn>
                  <a:cxn ang="0">
                    <a:pos x="connsiteX2" y="connsiteY2"/>
                  </a:cxn>
                </a:cxnLst>
                <a:rect l="l" t="t" r="r" b="b"/>
                <a:pathLst>
                  <a:path w="11192" h="3657">
                    <a:moveTo>
                      <a:pt x="5397" y="0"/>
                    </a:moveTo>
                    <a:cubicBezTo>
                      <a:pt x="-8959" y="1166"/>
                      <a:pt x="9700" y="6389"/>
                      <a:pt x="11192" y="1805"/>
                    </a:cubicBezTo>
                    <a:cubicBezTo>
                      <a:pt x="11061" y="811"/>
                      <a:pt x="8466" y="0"/>
                      <a:pt x="539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8" name="Freeform: Shape 2327">
                <a:extLst>
                  <a:ext uri="{FF2B5EF4-FFF2-40B4-BE49-F238E27FC236}">
                    <a16:creationId xmlns:a16="http://schemas.microsoft.com/office/drawing/2014/main" id="{928710EC-A52C-222F-F109-238F8F01528E}"/>
                  </a:ext>
                </a:extLst>
              </p:cNvPr>
              <p:cNvSpPr/>
              <p:nvPr/>
            </p:nvSpPr>
            <p:spPr>
              <a:xfrm>
                <a:off x="5670028" y="6481059"/>
                <a:ext cx="8943" cy="8214"/>
              </a:xfrm>
              <a:custGeom>
                <a:avLst/>
                <a:gdLst>
                  <a:gd name="connsiteX0" fmla="*/ 4298 w 8943"/>
                  <a:gd name="connsiteY0" fmla="*/ 545 h 8214"/>
                  <a:gd name="connsiteX1" fmla="*/ 4641 w 8943"/>
                  <a:gd name="connsiteY1" fmla="*/ 7643 h 8214"/>
                  <a:gd name="connsiteX2" fmla="*/ 4298 w 8943"/>
                  <a:gd name="connsiteY2" fmla="*/ 545 h 8214"/>
                </a:gdLst>
                <a:ahLst/>
                <a:cxnLst>
                  <a:cxn ang="0">
                    <a:pos x="connsiteX0" y="connsiteY0"/>
                  </a:cxn>
                  <a:cxn ang="0">
                    <a:pos x="connsiteX1" y="connsiteY1"/>
                  </a:cxn>
                  <a:cxn ang="0">
                    <a:pos x="connsiteX2" y="connsiteY2"/>
                  </a:cxn>
                </a:cxnLst>
                <a:rect l="l" t="t" r="r" b="b"/>
                <a:pathLst>
                  <a:path w="8943" h="8214">
                    <a:moveTo>
                      <a:pt x="4298" y="545"/>
                    </a:moveTo>
                    <a:cubicBezTo>
                      <a:pt x="-537" y="2259"/>
                      <a:pt x="-2395" y="10420"/>
                      <a:pt x="4641" y="7643"/>
                    </a:cubicBezTo>
                    <a:cubicBezTo>
                      <a:pt x="9504" y="5883"/>
                      <a:pt x="11322" y="-2141"/>
                      <a:pt x="4298" y="5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9" name="Freeform: Shape 2328">
                <a:extLst>
                  <a:ext uri="{FF2B5EF4-FFF2-40B4-BE49-F238E27FC236}">
                    <a16:creationId xmlns:a16="http://schemas.microsoft.com/office/drawing/2014/main" id="{51ADC1C2-35AB-CDD3-4B6A-D37D68732D5A}"/>
                  </a:ext>
                </a:extLst>
              </p:cNvPr>
              <p:cNvSpPr/>
              <p:nvPr/>
            </p:nvSpPr>
            <p:spPr>
              <a:xfrm>
                <a:off x="5616097" y="5612799"/>
                <a:ext cx="7245" cy="1920"/>
              </a:xfrm>
              <a:custGeom>
                <a:avLst/>
                <a:gdLst>
                  <a:gd name="connsiteX0" fmla="*/ 3456 w 7245"/>
                  <a:gd name="connsiteY0" fmla="*/ 245 h 1920"/>
                  <a:gd name="connsiteX1" fmla="*/ 3787 w 7245"/>
                  <a:gd name="connsiteY1" fmla="*/ 1696 h 1920"/>
                  <a:gd name="connsiteX2" fmla="*/ 3456 w 7245"/>
                  <a:gd name="connsiteY2" fmla="*/ 245 h 1920"/>
                </a:gdLst>
                <a:ahLst/>
                <a:cxnLst>
                  <a:cxn ang="0">
                    <a:pos x="connsiteX0" y="connsiteY0"/>
                  </a:cxn>
                  <a:cxn ang="0">
                    <a:pos x="connsiteX1" y="connsiteY1"/>
                  </a:cxn>
                  <a:cxn ang="0">
                    <a:pos x="connsiteX2" y="connsiteY2"/>
                  </a:cxn>
                </a:cxnLst>
                <a:rect l="l" t="t" r="r" b="b"/>
                <a:pathLst>
                  <a:path w="7245" h="1920">
                    <a:moveTo>
                      <a:pt x="3456" y="245"/>
                    </a:moveTo>
                    <a:cubicBezTo>
                      <a:pt x="-1436" y="1045"/>
                      <a:pt x="-962" y="2474"/>
                      <a:pt x="3787" y="1696"/>
                    </a:cubicBezTo>
                    <a:cubicBezTo>
                      <a:pt x="8685" y="936"/>
                      <a:pt x="8205" y="-595"/>
                      <a:pt x="3456" y="2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0" name="Freeform: Shape 2329">
                <a:extLst>
                  <a:ext uri="{FF2B5EF4-FFF2-40B4-BE49-F238E27FC236}">
                    <a16:creationId xmlns:a16="http://schemas.microsoft.com/office/drawing/2014/main" id="{F7E833CB-EB9A-D42B-7680-3E932A00CD10}"/>
                  </a:ext>
                </a:extLst>
              </p:cNvPr>
              <p:cNvSpPr/>
              <p:nvPr/>
            </p:nvSpPr>
            <p:spPr>
              <a:xfrm>
                <a:off x="5635533" y="5704179"/>
                <a:ext cx="7480" cy="2897"/>
              </a:xfrm>
              <a:custGeom>
                <a:avLst/>
                <a:gdLst>
                  <a:gd name="connsiteX0" fmla="*/ 3588 w 7480"/>
                  <a:gd name="connsiteY0" fmla="*/ 654 h 2897"/>
                  <a:gd name="connsiteX1" fmla="*/ 3885 w 7480"/>
                  <a:gd name="connsiteY1" fmla="*/ 2231 h 2897"/>
                  <a:gd name="connsiteX2" fmla="*/ 3588 w 7480"/>
                  <a:gd name="connsiteY2" fmla="*/ 654 h 2897"/>
                </a:gdLst>
                <a:ahLst/>
                <a:cxnLst>
                  <a:cxn ang="0">
                    <a:pos x="connsiteX0" y="connsiteY0"/>
                  </a:cxn>
                  <a:cxn ang="0">
                    <a:pos x="connsiteX1" y="connsiteY1"/>
                  </a:cxn>
                  <a:cxn ang="0">
                    <a:pos x="connsiteX2" y="connsiteY2"/>
                  </a:cxn>
                </a:cxnLst>
                <a:rect l="l" t="t" r="r" b="b"/>
                <a:pathLst>
                  <a:path w="7480" h="2897">
                    <a:moveTo>
                      <a:pt x="3588" y="654"/>
                    </a:moveTo>
                    <a:cubicBezTo>
                      <a:pt x="-1910" y="-1027"/>
                      <a:pt x="-510" y="911"/>
                      <a:pt x="3885" y="2231"/>
                    </a:cubicBezTo>
                    <a:cubicBezTo>
                      <a:pt x="9395" y="3951"/>
                      <a:pt x="7989" y="1951"/>
                      <a:pt x="3588" y="65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1" name="Freeform: Shape 2330">
                <a:extLst>
                  <a:ext uri="{FF2B5EF4-FFF2-40B4-BE49-F238E27FC236}">
                    <a16:creationId xmlns:a16="http://schemas.microsoft.com/office/drawing/2014/main" id="{E7B57FBD-8672-FE13-C93B-7C25BE646305}"/>
                  </a:ext>
                </a:extLst>
              </p:cNvPr>
              <p:cNvSpPr/>
              <p:nvPr/>
            </p:nvSpPr>
            <p:spPr>
              <a:xfrm>
                <a:off x="5626053" y="5657834"/>
                <a:ext cx="7357" cy="1757"/>
              </a:xfrm>
              <a:custGeom>
                <a:avLst/>
                <a:gdLst>
                  <a:gd name="connsiteX0" fmla="*/ 3513 w 7357"/>
                  <a:gd name="connsiteY0" fmla="*/ 113 h 1757"/>
                  <a:gd name="connsiteX1" fmla="*/ 3838 w 7357"/>
                  <a:gd name="connsiteY1" fmla="*/ 1633 h 1757"/>
                  <a:gd name="connsiteX2" fmla="*/ 3513 w 7357"/>
                  <a:gd name="connsiteY2" fmla="*/ 113 h 1757"/>
                </a:gdLst>
                <a:ahLst/>
                <a:cxnLst>
                  <a:cxn ang="0">
                    <a:pos x="connsiteX0" y="connsiteY0"/>
                  </a:cxn>
                  <a:cxn ang="0">
                    <a:pos x="connsiteX1" y="connsiteY1"/>
                  </a:cxn>
                  <a:cxn ang="0">
                    <a:pos x="connsiteX2" y="connsiteY2"/>
                  </a:cxn>
                </a:cxnLst>
                <a:rect l="l" t="t" r="r" b="b"/>
                <a:pathLst>
                  <a:path w="7357" h="1757">
                    <a:moveTo>
                      <a:pt x="3513" y="113"/>
                    </a:moveTo>
                    <a:cubicBezTo>
                      <a:pt x="-1751" y="-436"/>
                      <a:pt x="-648" y="1170"/>
                      <a:pt x="3838" y="1633"/>
                    </a:cubicBezTo>
                    <a:cubicBezTo>
                      <a:pt x="9114" y="2227"/>
                      <a:pt x="8005" y="530"/>
                      <a:pt x="3513" y="1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2" name="Freeform: Shape 2331">
                <a:extLst>
                  <a:ext uri="{FF2B5EF4-FFF2-40B4-BE49-F238E27FC236}">
                    <a16:creationId xmlns:a16="http://schemas.microsoft.com/office/drawing/2014/main" id="{DAE87E16-FC49-F924-F16D-B8D56C85FC93}"/>
                  </a:ext>
                </a:extLst>
              </p:cNvPr>
              <p:cNvSpPr/>
              <p:nvPr/>
            </p:nvSpPr>
            <p:spPr>
              <a:xfrm>
                <a:off x="5606205" y="5569109"/>
                <a:ext cx="7431" cy="3647"/>
              </a:xfrm>
              <a:custGeom>
                <a:avLst/>
                <a:gdLst>
                  <a:gd name="connsiteX0" fmla="*/ 3530 w 7431"/>
                  <a:gd name="connsiteY0" fmla="*/ 1164 h 3647"/>
                  <a:gd name="connsiteX1" fmla="*/ 3 w 7431"/>
                  <a:gd name="connsiteY1" fmla="*/ 3530 h 3647"/>
                  <a:gd name="connsiteX2" fmla="*/ 3530 w 7431"/>
                  <a:gd name="connsiteY2" fmla="*/ 1164 h 3647"/>
                </a:gdLst>
                <a:ahLst/>
                <a:cxnLst>
                  <a:cxn ang="0">
                    <a:pos x="connsiteX0" y="connsiteY0"/>
                  </a:cxn>
                  <a:cxn ang="0">
                    <a:pos x="connsiteX1" y="connsiteY1"/>
                  </a:cxn>
                  <a:cxn ang="0">
                    <a:pos x="connsiteX2" y="connsiteY2"/>
                  </a:cxn>
                </a:cxnLst>
                <a:rect l="l" t="t" r="r" b="b"/>
                <a:pathLst>
                  <a:path w="7431" h="3647">
                    <a:moveTo>
                      <a:pt x="3530" y="1164"/>
                    </a:moveTo>
                    <a:cubicBezTo>
                      <a:pt x="1495" y="2101"/>
                      <a:pt x="-82" y="3158"/>
                      <a:pt x="3" y="3530"/>
                    </a:cubicBezTo>
                    <a:cubicBezTo>
                      <a:pt x="1741" y="4655"/>
                      <a:pt x="13354" y="-2780"/>
                      <a:pt x="3530" y="11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3" name="Freeform: Shape 2332">
                <a:extLst>
                  <a:ext uri="{FF2B5EF4-FFF2-40B4-BE49-F238E27FC236}">
                    <a16:creationId xmlns:a16="http://schemas.microsoft.com/office/drawing/2014/main" id="{2D0B1A77-C975-6515-E3D4-9F780CAC03CF}"/>
                  </a:ext>
                </a:extLst>
              </p:cNvPr>
              <p:cNvSpPr/>
              <p:nvPr/>
            </p:nvSpPr>
            <p:spPr>
              <a:xfrm>
                <a:off x="5680324" y="6592724"/>
                <a:ext cx="9468" cy="5197"/>
              </a:xfrm>
              <a:custGeom>
                <a:avLst/>
                <a:gdLst>
                  <a:gd name="connsiteX0" fmla="*/ 4524 w 9468"/>
                  <a:gd name="connsiteY0" fmla="*/ 1773 h 5197"/>
                  <a:gd name="connsiteX1" fmla="*/ 3 w 9468"/>
                  <a:gd name="connsiteY1" fmla="*/ 5083 h 5197"/>
                  <a:gd name="connsiteX2" fmla="*/ 4524 w 9468"/>
                  <a:gd name="connsiteY2" fmla="*/ 1773 h 5197"/>
                </a:gdLst>
                <a:ahLst/>
                <a:cxnLst>
                  <a:cxn ang="0">
                    <a:pos x="connsiteX0" y="connsiteY0"/>
                  </a:cxn>
                  <a:cxn ang="0">
                    <a:pos x="connsiteX1" y="connsiteY1"/>
                  </a:cxn>
                  <a:cxn ang="0">
                    <a:pos x="connsiteX2" y="connsiteY2"/>
                  </a:cxn>
                </a:cxnLst>
                <a:rect l="l" t="t" r="r" b="b"/>
                <a:pathLst>
                  <a:path w="9468" h="5197">
                    <a:moveTo>
                      <a:pt x="4524" y="1773"/>
                    </a:moveTo>
                    <a:cubicBezTo>
                      <a:pt x="1935" y="3122"/>
                      <a:pt x="-88" y="4602"/>
                      <a:pt x="3" y="5083"/>
                    </a:cubicBezTo>
                    <a:cubicBezTo>
                      <a:pt x="2129" y="6392"/>
                      <a:pt x="17028" y="-4033"/>
                      <a:pt x="4524" y="177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4" name="Freeform: Shape 2333">
                <a:extLst>
                  <a:ext uri="{FF2B5EF4-FFF2-40B4-BE49-F238E27FC236}">
                    <a16:creationId xmlns:a16="http://schemas.microsoft.com/office/drawing/2014/main" id="{A2A856E4-DEC2-922C-5A18-4D4B5E108F64}"/>
                  </a:ext>
                </a:extLst>
              </p:cNvPr>
              <p:cNvSpPr/>
              <p:nvPr/>
            </p:nvSpPr>
            <p:spPr>
              <a:xfrm>
                <a:off x="5597279" y="5527708"/>
                <a:ext cx="7338" cy="5321"/>
              </a:xfrm>
              <a:custGeom>
                <a:avLst/>
                <a:gdLst>
                  <a:gd name="connsiteX0" fmla="*/ 3500 w 7338"/>
                  <a:gd name="connsiteY0" fmla="*/ 2074 h 5321"/>
                  <a:gd name="connsiteX1" fmla="*/ 3 w 7338"/>
                  <a:gd name="connsiteY1" fmla="*/ 5291 h 5321"/>
                  <a:gd name="connsiteX2" fmla="*/ 3500 w 7338"/>
                  <a:gd name="connsiteY2" fmla="*/ 2074 h 5321"/>
                </a:gdLst>
                <a:ahLst/>
                <a:cxnLst>
                  <a:cxn ang="0">
                    <a:pos x="connsiteX0" y="connsiteY0"/>
                  </a:cxn>
                  <a:cxn ang="0">
                    <a:pos x="connsiteX1" y="connsiteY1"/>
                  </a:cxn>
                  <a:cxn ang="0">
                    <a:pos x="connsiteX2" y="connsiteY2"/>
                  </a:cxn>
                </a:cxnLst>
                <a:rect l="l" t="t" r="r" b="b"/>
                <a:pathLst>
                  <a:path w="7338" h="5321">
                    <a:moveTo>
                      <a:pt x="3500" y="2074"/>
                    </a:moveTo>
                    <a:cubicBezTo>
                      <a:pt x="1494" y="3502"/>
                      <a:pt x="-72" y="4937"/>
                      <a:pt x="3" y="5291"/>
                    </a:cubicBezTo>
                    <a:cubicBezTo>
                      <a:pt x="1757" y="5943"/>
                      <a:pt x="13158" y="-4241"/>
                      <a:pt x="3500" y="20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5" name="Freeform: Shape 2334">
                <a:extLst>
                  <a:ext uri="{FF2B5EF4-FFF2-40B4-BE49-F238E27FC236}">
                    <a16:creationId xmlns:a16="http://schemas.microsoft.com/office/drawing/2014/main" id="{9E8EED67-F215-7B6A-AC98-F9FC84CDD9D0}"/>
                  </a:ext>
                </a:extLst>
              </p:cNvPr>
              <p:cNvSpPr/>
              <p:nvPr/>
            </p:nvSpPr>
            <p:spPr>
              <a:xfrm>
                <a:off x="5646530" y="5861302"/>
                <a:ext cx="7897" cy="4540"/>
              </a:xfrm>
              <a:custGeom>
                <a:avLst/>
                <a:gdLst>
                  <a:gd name="connsiteX0" fmla="*/ 3919 w 7897"/>
                  <a:gd name="connsiteY0" fmla="*/ 275 h 4540"/>
                  <a:gd name="connsiteX1" fmla="*/ 3976 w 7897"/>
                  <a:gd name="connsiteY1" fmla="*/ 4271 h 4540"/>
                  <a:gd name="connsiteX2" fmla="*/ 3919 w 7897"/>
                  <a:gd name="connsiteY2" fmla="*/ 275 h 4540"/>
                </a:gdLst>
                <a:ahLst/>
                <a:cxnLst>
                  <a:cxn ang="0">
                    <a:pos x="connsiteX0" y="connsiteY0"/>
                  </a:cxn>
                  <a:cxn ang="0">
                    <a:pos x="connsiteX1" y="connsiteY1"/>
                  </a:cxn>
                  <a:cxn ang="0">
                    <a:pos x="connsiteX2" y="connsiteY2"/>
                  </a:cxn>
                </a:cxnLst>
                <a:rect l="l" t="t" r="r" b="b"/>
                <a:pathLst>
                  <a:path w="7897" h="4540">
                    <a:moveTo>
                      <a:pt x="3919" y="275"/>
                    </a:moveTo>
                    <a:cubicBezTo>
                      <a:pt x="-1910" y="-1130"/>
                      <a:pt x="-682" y="3253"/>
                      <a:pt x="3976" y="4271"/>
                    </a:cubicBezTo>
                    <a:cubicBezTo>
                      <a:pt x="9817" y="5653"/>
                      <a:pt x="8571" y="1316"/>
                      <a:pt x="3919" y="2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6" name="Freeform: Shape 2335">
                <a:extLst>
                  <a:ext uri="{FF2B5EF4-FFF2-40B4-BE49-F238E27FC236}">
                    <a16:creationId xmlns:a16="http://schemas.microsoft.com/office/drawing/2014/main" id="{EF159CFE-837C-C103-A0E3-9111B0F8CEE4}"/>
                  </a:ext>
                </a:extLst>
              </p:cNvPr>
              <p:cNvSpPr/>
              <p:nvPr/>
            </p:nvSpPr>
            <p:spPr>
              <a:xfrm>
                <a:off x="5647796" y="5988009"/>
                <a:ext cx="8436" cy="4332"/>
              </a:xfrm>
              <a:custGeom>
                <a:avLst/>
                <a:gdLst>
                  <a:gd name="connsiteX0" fmla="*/ 4207 w 8436"/>
                  <a:gd name="connsiteY0" fmla="*/ 2 h 4332"/>
                  <a:gd name="connsiteX1" fmla="*/ 8436 w 8436"/>
                  <a:gd name="connsiteY1" fmla="*/ 2602 h 4332"/>
                  <a:gd name="connsiteX2" fmla="*/ 4207 w 8436"/>
                  <a:gd name="connsiteY2" fmla="*/ 2 h 4332"/>
                </a:gdLst>
                <a:ahLst/>
                <a:cxnLst>
                  <a:cxn ang="0">
                    <a:pos x="connsiteX0" y="connsiteY0"/>
                  </a:cxn>
                  <a:cxn ang="0">
                    <a:pos x="connsiteX1" y="connsiteY1"/>
                  </a:cxn>
                  <a:cxn ang="0">
                    <a:pos x="connsiteX2" y="connsiteY2"/>
                  </a:cxn>
                </a:cxnLst>
                <a:rect l="l" t="t" r="r" b="b"/>
                <a:pathLst>
                  <a:path w="8436" h="4332">
                    <a:moveTo>
                      <a:pt x="4207" y="2"/>
                    </a:moveTo>
                    <a:cubicBezTo>
                      <a:pt x="-6669" y="-130"/>
                      <a:pt x="6784" y="7711"/>
                      <a:pt x="8436" y="2602"/>
                    </a:cubicBezTo>
                    <a:cubicBezTo>
                      <a:pt x="8419" y="1459"/>
                      <a:pt x="6527" y="293"/>
                      <a:pt x="4207"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7" name="Freeform: Shape 2336">
                <a:extLst>
                  <a:ext uri="{FF2B5EF4-FFF2-40B4-BE49-F238E27FC236}">
                    <a16:creationId xmlns:a16="http://schemas.microsoft.com/office/drawing/2014/main" id="{AD0164FC-F5E2-BF24-8F93-94D0F4364E6D}"/>
                  </a:ext>
                </a:extLst>
              </p:cNvPr>
              <p:cNvSpPr/>
              <p:nvPr/>
            </p:nvSpPr>
            <p:spPr>
              <a:xfrm>
                <a:off x="5651417" y="6102091"/>
                <a:ext cx="8432" cy="3142"/>
              </a:xfrm>
              <a:custGeom>
                <a:avLst/>
                <a:gdLst>
                  <a:gd name="connsiteX0" fmla="*/ 4118 w 8432"/>
                  <a:gd name="connsiteY0" fmla="*/ 3 h 3142"/>
                  <a:gd name="connsiteX1" fmla="*/ 4312 w 8432"/>
                  <a:gd name="connsiteY1" fmla="*/ 3140 h 3142"/>
                  <a:gd name="connsiteX2" fmla="*/ 4118 w 8432"/>
                  <a:gd name="connsiteY2" fmla="*/ 3 h 3142"/>
                </a:gdLst>
                <a:ahLst/>
                <a:cxnLst>
                  <a:cxn ang="0">
                    <a:pos x="connsiteX0" y="connsiteY0"/>
                  </a:cxn>
                  <a:cxn ang="0">
                    <a:pos x="connsiteX1" y="connsiteY1"/>
                  </a:cxn>
                  <a:cxn ang="0">
                    <a:pos x="connsiteX2" y="connsiteY2"/>
                  </a:cxn>
                </a:cxnLst>
                <a:rect l="l" t="t" r="r" b="b"/>
                <a:pathLst>
                  <a:path w="8432" h="3142">
                    <a:moveTo>
                      <a:pt x="4118" y="3"/>
                    </a:moveTo>
                    <a:cubicBezTo>
                      <a:pt x="-1648" y="-106"/>
                      <a:pt x="-1151" y="3129"/>
                      <a:pt x="4312" y="3140"/>
                    </a:cubicBezTo>
                    <a:cubicBezTo>
                      <a:pt x="10096" y="3243"/>
                      <a:pt x="9570" y="37"/>
                      <a:pt x="4118"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8" name="Freeform: Shape 2337">
                <a:extLst>
                  <a:ext uri="{FF2B5EF4-FFF2-40B4-BE49-F238E27FC236}">
                    <a16:creationId xmlns:a16="http://schemas.microsoft.com/office/drawing/2014/main" id="{755AC556-CA2B-E079-93DA-C1C381348D00}"/>
                  </a:ext>
                </a:extLst>
              </p:cNvPr>
              <p:cNvSpPr/>
              <p:nvPr/>
            </p:nvSpPr>
            <p:spPr>
              <a:xfrm>
                <a:off x="5660013" y="6233122"/>
                <a:ext cx="8931" cy="7710"/>
              </a:xfrm>
              <a:custGeom>
                <a:avLst/>
                <a:gdLst>
                  <a:gd name="connsiteX0" fmla="*/ 4289 w 8931"/>
                  <a:gd name="connsiteY0" fmla="*/ 0 h 7710"/>
                  <a:gd name="connsiteX1" fmla="*/ 3 w 8931"/>
                  <a:gd name="connsiteY1" fmla="*/ 4315 h 7710"/>
                  <a:gd name="connsiteX2" fmla="*/ 4289 w 8931"/>
                  <a:gd name="connsiteY2" fmla="*/ 0 h 7710"/>
                </a:gdLst>
                <a:ahLst/>
                <a:cxnLst>
                  <a:cxn ang="0">
                    <a:pos x="connsiteX0" y="connsiteY0"/>
                  </a:cxn>
                  <a:cxn ang="0">
                    <a:pos x="connsiteX1" y="connsiteY1"/>
                  </a:cxn>
                  <a:cxn ang="0">
                    <a:pos x="connsiteX2" y="connsiteY2"/>
                  </a:cxn>
                </a:cxnLst>
                <a:rect l="l" t="t" r="r" b="b"/>
                <a:pathLst>
                  <a:path w="8931" h="7710">
                    <a:moveTo>
                      <a:pt x="4289" y="0"/>
                    </a:moveTo>
                    <a:cubicBezTo>
                      <a:pt x="1832" y="303"/>
                      <a:pt x="-83" y="2223"/>
                      <a:pt x="3" y="4315"/>
                    </a:cubicBezTo>
                    <a:cubicBezTo>
                      <a:pt x="2380" y="13824"/>
                      <a:pt x="15891" y="383"/>
                      <a:pt x="428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9" name="Freeform: Shape 2338">
                <a:extLst>
                  <a:ext uri="{FF2B5EF4-FFF2-40B4-BE49-F238E27FC236}">
                    <a16:creationId xmlns:a16="http://schemas.microsoft.com/office/drawing/2014/main" id="{3BB6631C-8A73-972C-C59F-C658BB3FA235}"/>
                  </a:ext>
                </a:extLst>
              </p:cNvPr>
              <p:cNvSpPr/>
              <p:nvPr/>
            </p:nvSpPr>
            <p:spPr>
              <a:xfrm>
                <a:off x="5643392" y="5758300"/>
                <a:ext cx="7651" cy="3952"/>
              </a:xfrm>
              <a:custGeom>
                <a:avLst/>
                <a:gdLst>
                  <a:gd name="connsiteX0" fmla="*/ 3736 w 7651"/>
                  <a:gd name="connsiteY0" fmla="*/ 665 h 3952"/>
                  <a:gd name="connsiteX1" fmla="*/ 3913 w 7651"/>
                  <a:gd name="connsiteY1" fmla="*/ 3294 h 3952"/>
                  <a:gd name="connsiteX2" fmla="*/ 3736 w 7651"/>
                  <a:gd name="connsiteY2" fmla="*/ 665 h 3952"/>
                </a:gdLst>
                <a:ahLst/>
                <a:cxnLst>
                  <a:cxn ang="0">
                    <a:pos x="connsiteX0" y="connsiteY0"/>
                  </a:cxn>
                  <a:cxn ang="0">
                    <a:pos x="connsiteX1" y="connsiteY1"/>
                  </a:cxn>
                  <a:cxn ang="0">
                    <a:pos x="connsiteX2" y="connsiteY2"/>
                  </a:cxn>
                </a:cxnLst>
                <a:rect l="l" t="t" r="r" b="b"/>
                <a:pathLst>
                  <a:path w="7651" h="3952">
                    <a:moveTo>
                      <a:pt x="3736" y="665"/>
                    </a:moveTo>
                    <a:cubicBezTo>
                      <a:pt x="-2008" y="-1381"/>
                      <a:pt x="-470" y="1813"/>
                      <a:pt x="3913" y="3294"/>
                    </a:cubicBezTo>
                    <a:cubicBezTo>
                      <a:pt x="9662" y="5322"/>
                      <a:pt x="8119" y="2156"/>
                      <a:pt x="3736" y="6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0" name="Freeform: Shape 2339">
                <a:extLst>
                  <a:ext uri="{FF2B5EF4-FFF2-40B4-BE49-F238E27FC236}">
                    <a16:creationId xmlns:a16="http://schemas.microsoft.com/office/drawing/2014/main" id="{2DF131BF-8599-AE7A-2329-9266F60ACC99}"/>
                  </a:ext>
                </a:extLst>
              </p:cNvPr>
              <p:cNvSpPr/>
              <p:nvPr/>
            </p:nvSpPr>
            <p:spPr>
              <a:xfrm>
                <a:off x="5832325" y="7526117"/>
                <a:ext cx="12678" cy="5261"/>
              </a:xfrm>
              <a:custGeom>
                <a:avLst/>
                <a:gdLst>
                  <a:gd name="connsiteX0" fmla="*/ 5793 w 12678"/>
                  <a:gd name="connsiteY0" fmla="*/ 29 h 5261"/>
                  <a:gd name="connsiteX1" fmla="*/ 11028 w 12678"/>
                  <a:gd name="connsiteY1" fmla="*/ 4332 h 5261"/>
                  <a:gd name="connsiteX2" fmla="*/ 5793 w 12678"/>
                  <a:gd name="connsiteY2" fmla="*/ 29 h 5261"/>
                </a:gdLst>
                <a:ahLst/>
                <a:cxnLst>
                  <a:cxn ang="0">
                    <a:pos x="connsiteX0" y="connsiteY0"/>
                  </a:cxn>
                  <a:cxn ang="0">
                    <a:pos x="connsiteX1" y="connsiteY1"/>
                  </a:cxn>
                  <a:cxn ang="0">
                    <a:pos x="connsiteX2" y="connsiteY2"/>
                  </a:cxn>
                </a:cxnLst>
                <a:rect l="l" t="t" r="r" b="b"/>
                <a:pathLst>
                  <a:path w="12678" h="5261">
                    <a:moveTo>
                      <a:pt x="5793" y="29"/>
                    </a:moveTo>
                    <a:cubicBezTo>
                      <a:pt x="-7271" y="778"/>
                      <a:pt x="5004" y="7728"/>
                      <a:pt x="11028" y="4332"/>
                    </a:cubicBezTo>
                    <a:cubicBezTo>
                      <a:pt x="15966" y="1818"/>
                      <a:pt x="8513" y="-274"/>
                      <a:pt x="5793"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1" name="Freeform: Shape 2340">
                <a:extLst>
                  <a:ext uri="{FF2B5EF4-FFF2-40B4-BE49-F238E27FC236}">
                    <a16:creationId xmlns:a16="http://schemas.microsoft.com/office/drawing/2014/main" id="{920B0FAC-89F8-75D8-BF3A-0B6295DBFC66}"/>
                  </a:ext>
                </a:extLst>
              </p:cNvPr>
              <p:cNvSpPr/>
              <p:nvPr/>
            </p:nvSpPr>
            <p:spPr>
              <a:xfrm>
                <a:off x="5394278" y="5607099"/>
                <a:ext cx="6722" cy="2000"/>
              </a:xfrm>
              <a:custGeom>
                <a:avLst/>
                <a:gdLst>
                  <a:gd name="connsiteX0" fmla="*/ 3470 w 6722"/>
                  <a:gd name="connsiteY0" fmla="*/ 356 h 2000"/>
                  <a:gd name="connsiteX1" fmla="*/ 1013 w 6722"/>
                  <a:gd name="connsiteY1" fmla="*/ 1990 h 2000"/>
                  <a:gd name="connsiteX2" fmla="*/ 3470 w 6722"/>
                  <a:gd name="connsiteY2" fmla="*/ 356 h 2000"/>
                </a:gdLst>
                <a:ahLst/>
                <a:cxnLst>
                  <a:cxn ang="0">
                    <a:pos x="connsiteX0" y="connsiteY0"/>
                  </a:cxn>
                  <a:cxn ang="0">
                    <a:pos x="connsiteX1" y="connsiteY1"/>
                  </a:cxn>
                  <a:cxn ang="0">
                    <a:pos x="connsiteX2" y="connsiteY2"/>
                  </a:cxn>
                </a:cxnLst>
                <a:rect l="l" t="t" r="r" b="b"/>
                <a:pathLst>
                  <a:path w="6722" h="2000">
                    <a:moveTo>
                      <a:pt x="3470" y="356"/>
                    </a:moveTo>
                    <a:cubicBezTo>
                      <a:pt x="2367" y="510"/>
                      <a:pt x="-1930" y="1922"/>
                      <a:pt x="1013" y="1990"/>
                    </a:cubicBezTo>
                    <a:cubicBezTo>
                      <a:pt x="4019" y="2202"/>
                      <a:pt x="10717" y="-1056"/>
                      <a:pt x="3470" y="35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2" name="Freeform: Shape 2341">
                <a:extLst>
                  <a:ext uri="{FF2B5EF4-FFF2-40B4-BE49-F238E27FC236}">
                    <a16:creationId xmlns:a16="http://schemas.microsoft.com/office/drawing/2014/main" id="{9E908B42-BA9A-B5C3-9568-7F88F841C36C}"/>
                  </a:ext>
                </a:extLst>
              </p:cNvPr>
              <p:cNvSpPr/>
              <p:nvPr/>
            </p:nvSpPr>
            <p:spPr>
              <a:xfrm>
                <a:off x="5433615" y="6709083"/>
                <a:ext cx="9841" cy="317"/>
              </a:xfrm>
              <a:custGeom>
                <a:avLst/>
                <a:gdLst>
                  <a:gd name="connsiteX0" fmla="*/ 4864 w 9841"/>
                  <a:gd name="connsiteY0" fmla="*/ 149 h 317"/>
                  <a:gd name="connsiteX1" fmla="*/ 4984 w 9841"/>
                  <a:gd name="connsiteY1" fmla="*/ 189 h 317"/>
                  <a:gd name="connsiteX2" fmla="*/ 4864 w 9841"/>
                  <a:gd name="connsiteY2" fmla="*/ 149 h 317"/>
                </a:gdLst>
                <a:ahLst/>
                <a:cxnLst>
                  <a:cxn ang="0">
                    <a:pos x="connsiteX0" y="connsiteY0"/>
                  </a:cxn>
                  <a:cxn ang="0">
                    <a:pos x="connsiteX1" y="connsiteY1"/>
                  </a:cxn>
                  <a:cxn ang="0">
                    <a:pos x="connsiteX2" y="connsiteY2"/>
                  </a:cxn>
                </a:cxnLst>
                <a:rect l="l" t="t" r="r" b="b"/>
                <a:pathLst>
                  <a:path w="9841" h="317">
                    <a:moveTo>
                      <a:pt x="4864" y="149"/>
                    </a:moveTo>
                    <a:cubicBezTo>
                      <a:pt x="-1777" y="355"/>
                      <a:pt x="-1503" y="378"/>
                      <a:pt x="4984" y="189"/>
                    </a:cubicBezTo>
                    <a:cubicBezTo>
                      <a:pt x="11619" y="-28"/>
                      <a:pt x="11339" y="-80"/>
                      <a:pt x="4864" y="1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3" name="Freeform: Shape 2342">
                <a:extLst>
                  <a:ext uri="{FF2B5EF4-FFF2-40B4-BE49-F238E27FC236}">
                    <a16:creationId xmlns:a16="http://schemas.microsoft.com/office/drawing/2014/main" id="{13964E48-4DD4-1EF7-741E-585509B24655}"/>
                  </a:ext>
                </a:extLst>
              </p:cNvPr>
              <p:cNvSpPr/>
              <p:nvPr/>
            </p:nvSpPr>
            <p:spPr>
              <a:xfrm>
                <a:off x="5423973" y="6688057"/>
                <a:ext cx="9095" cy="2112"/>
              </a:xfrm>
              <a:custGeom>
                <a:avLst/>
                <a:gdLst>
                  <a:gd name="connsiteX0" fmla="*/ 4488 w 9095"/>
                  <a:gd name="connsiteY0" fmla="*/ 309 h 2112"/>
                  <a:gd name="connsiteX1" fmla="*/ 4608 w 9095"/>
                  <a:gd name="connsiteY1" fmla="*/ 1818 h 2112"/>
                  <a:gd name="connsiteX2" fmla="*/ 4488 w 9095"/>
                  <a:gd name="connsiteY2" fmla="*/ 309 h 2112"/>
                </a:gdLst>
                <a:ahLst/>
                <a:cxnLst>
                  <a:cxn ang="0">
                    <a:pos x="connsiteX0" y="connsiteY0"/>
                  </a:cxn>
                  <a:cxn ang="0">
                    <a:pos x="connsiteX1" y="connsiteY1"/>
                  </a:cxn>
                  <a:cxn ang="0">
                    <a:pos x="connsiteX2" y="connsiteY2"/>
                  </a:cxn>
                </a:cxnLst>
                <a:rect l="l" t="t" r="r" b="b"/>
                <a:pathLst>
                  <a:path w="9095" h="2112">
                    <a:moveTo>
                      <a:pt x="4488" y="309"/>
                    </a:moveTo>
                    <a:cubicBezTo>
                      <a:pt x="-1502" y="1178"/>
                      <a:pt x="-1530" y="2773"/>
                      <a:pt x="4608" y="1818"/>
                    </a:cubicBezTo>
                    <a:cubicBezTo>
                      <a:pt x="10591" y="921"/>
                      <a:pt x="10631" y="-674"/>
                      <a:pt x="4488" y="3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4" name="Freeform: Shape 2343">
                <a:extLst>
                  <a:ext uri="{FF2B5EF4-FFF2-40B4-BE49-F238E27FC236}">
                    <a16:creationId xmlns:a16="http://schemas.microsoft.com/office/drawing/2014/main" id="{5368AF4D-BEC4-DEB3-A8D2-DAF0D98F6C00}"/>
                  </a:ext>
                </a:extLst>
              </p:cNvPr>
              <p:cNvSpPr/>
              <p:nvPr/>
            </p:nvSpPr>
            <p:spPr>
              <a:xfrm>
                <a:off x="5441829" y="6777576"/>
                <a:ext cx="10476" cy="2758"/>
              </a:xfrm>
              <a:custGeom>
                <a:avLst/>
                <a:gdLst>
                  <a:gd name="connsiteX0" fmla="*/ 5154 w 10476"/>
                  <a:gd name="connsiteY0" fmla="*/ 2 h 2758"/>
                  <a:gd name="connsiteX1" fmla="*/ 5331 w 10476"/>
                  <a:gd name="connsiteY1" fmla="*/ 2757 h 2758"/>
                  <a:gd name="connsiteX2" fmla="*/ 5154 w 10476"/>
                  <a:gd name="connsiteY2" fmla="*/ 2 h 2758"/>
                </a:gdLst>
                <a:ahLst/>
                <a:cxnLst>
                  <a:cxn ang="0">
                    <a:pos x="connsiteX0" y="connsiteY0"/>
                  </a:cxn>
                  <a:cxn ang="0">
                    <a:pos x="connsiteX1" y="connsiteY1"/>
                  </a:cxn>
                  <a:cxn ang="0">
                    <a:pos x="connsiteX2" y="connsiteY2"/>
                  </a:cxn>
                </a:cxnLst>
                <a:rect l="l" t="t" r="r" b="b"/>
                <a:pathLst>
                  <a:path w="10476" h="2758">
                    <a:moveTo>
                      <a:pt x="5154" y="2"/>
                    </a:moveTo>
                    <a:cubicBezTo>
                      <a:pt x="-1972" y="-89"/>
                      <a:pt x="-1515" y="2757"/>
                      <a:pt x="5331" y="2757"/>
                    </a:cubicBezTo>
                    <a:cubicBezTo>
                      <a:pt x="12441" y="2820"/>
                      <a:pt x="11995" y="-15"/>
                      <a:pt x="5154"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5" name="Freeform: Shape 2344">
                <a:extLst>
                  <a:ext uri="{FF2B5EF4-FFF2-40B4-BE49-F238E27FC236}">
                    <a16:creationId xmlns:a16="http://schemas.microsoft.com/office/drawing/2014/main" id="{9D128E7A-7C55-4A39-543B-77E48F14C3B3}"/>
                  </a:ext>
                </a:extLst>
              </p:cNvPr>
              <p:cNvSpPr/>
              <p:nvPr/>
            </p:nvSpPr>
            <p:spPr>
              <a:xfrm>
                <a:off x="5427334" y="6713739"/>
                <a:ext cx="9309" cy="1313"/>
              </a:xfrm>
              <a:custGeom>
                <a:avLst/>
                <a:gdLst>
                  <a:gd name="connsiteX0" fmla="*/ 4601 w 9309"/>
                  <a:gd name="connsiteY0" fmla="*/ 529 h 1313"/>
                  <a:gd name="connsiteX1" fmla="*/ 4710 w 9309"/>
                  <a:gd name="connsiteY1" fmla="*/ 809 h 1313"/>
                  <a:gd name="connsiteX2" fmla="*/ 4601 w 9309"/>
                  <a:gd name="connsiteY2" fmla="*/ 529 h 1313"/>
                </a:gdLst>
                <a:ahLst/>
                <a:cxnLst>
                  <a:cxn ang="0">
                    <a:pos x="connsiteX0" y="connsiteY0"/>
                  </a:cxn>
                  <a:cxn ang="0">
                    <a:pos x="connsiteX1" y="connsiteY1"/>
                  </a:cxn>
                  <a:cxn ang="0">
                    <a:pos x="connsiteX2" y="connsiteY2"/>
                  </a:cxn>
                </a:cxnLst>
                <a:rect l="l" t="t" r="r" b="b"/>
                <a:pathLst>
                  <a:path w="9309" h="1313">
                    <a:moveTo>
                      <a:pt x="4601" y="529"/>
                    </a:moveTo>
                    <a:cubicBezTo>
                      <a:pt x="-1651" y="1368"/>
                      <a:pt x="-1451" y="1643"/>
                      <a:pt x="4710" y="809"/>
                    </a:cubicBezTo>
                    <a:cubicBezTo>
                      <a:pt x="10962" y="-54"/>
                      <a:pt x="10756" y="-346"/>
                      <a:pt x="4601" y="5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6" name="Freeform: Shape 2345">
                <a:extLst>
                  <a:ext uri="{FF2B5EF4-FFF2-40B4-BE49-F238E27FC236}">
                    <a16:creationId xmlns:a16="http://schemas.microsoft.com/office/drawing/2014/main" id="{9744361C-DB4A-CC2C-56E3-C3A75786750F}"/>
                  </a:ext>
                </a:extLst>
              </p:cNvPr>
              <p:cNvSpPr/>
              <p:nvPr/>
            </p:nvSpPr>
            <p:spPr>
              <a:xfrm>
                <a:off x="5430415" y="6713216"/>
                <a:ext cx="9571" cy="871"/>
              </a:xfrm>
              <a:custGeom>
                <a:avLst/>
                <a:gdLst>
                  <a:gd name="connsiteX0" fmla="*/ 4732 w 9571"/>
                  <a:gd name="connsiteY0" fmla="*/ 548 h 871"/>
                  <a:gd name="connsiteX1" fmla="*/ 4841 w 9571"/>
                  <a:gd name="connsiteY1" fmla="*/ 342 h 871"/>
                  <a:gd name="connsiteX2" fmla="*/ 4732 w 9571"/>
                  <a:gd name="connsiteY2" fmla="*/ 548 h 871"/>
                </a:gdLst>
                <a:ahLst/>
                <a:cxnLst>
                  <a:cxn ang="0">
                    <a:pos x="connsiteX0" y="connsiteY0"/>
                  </a:cxn>
                  <a:cxn ang="0">
                    <a:pos x="connsiteX1" y="connsiteY1"/>
                  </a:cxn>
                  <a:cxn ang="0">
                    <a:pos x="connsiteX2" y="connsiteY2"/>
                  </a:cxn>
                </a:cxnLst>
                <a:rect l="l" t="t" r="r" b="b"/>
                <a:pathLst>
                  <a:path w="9571" h="871">
                    <a:moveTo>
                      <a:pt x="4732" y="548"/>
                    </a:moveTo>
                    <a:cubicBezTo>
                      <a:pt x="-1726" y="1114"/>
                      <a:pt x="-1463" y="868"/>
                      <a:pt x="4841" y="342"/>
                    </a:cubicBezTo>
                    <a:cubicBezTo>
                      <a:pt x="11305" y="-240"/>
                      <a:pt x="11025" y="-18"/>
                      <a:pt x="4732" y="5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7" name="Freeform: Shape 2346">
                <a:extLst>
                  <a:ext uri="{FF2B5EF4-FFF2-40B4-BE49-F238E27FC236}">
                    <a16:creationId xmlns:a16="http://schemas.microsoft.com/office/drawing/2014/main" id="{38803208-491F-8B12-DC85-0BDD328F12F6}"/>
                  </a:ext>
                </a:extLst>
              </p:cNvPr>
              <p:cNvSpPr/>
              <p:nvPr/>
            </p:nvSpPr>
            <p:spPr>
              <a:xfrm>
                <a:off x="5451472" y="6992793"/>
                <a:ext cx="11147" cy="3842"/>
              </a:xfrm>
              <a:custGeom>
                <a:avLst/>
                <a:gdLst>
                  <a:gd name="connsiteX0" fmla="*/ 5501 w 11147"/>
                  <a:gd name="connsiteY0" fmla="*/ 1 h 3842"/>
                  <a:gd name="connsiteX1" fmla="*/ 5650 w 11147"/>
                  <a:gd name="connsiteY1" fmla="*/ 3841 h 3842"/>
                  <a:gd name="connsiteX2" fmla="*/ 5501 w 11147"/>
                  <a:gd name="connsiteY2" fmla="*/ 1 h 3842"/>
                </a:gdLst>
                <a:ahLst/>
                <a:cxnLst>
                  <a:cxn ang="0">
                    <a:pos x="connsiteX0" y="connsiteY0"/>
                  </a:cxn>
                  <a:cxn ang="0">
                    <a:pos x="connsiteX1" y="connsiteY1"/>
                  </a:cxn>
                  <a:cxn ang="0">
                    <a:pos x="connsiteX2" y="connsiteY2"/>
                  </a:cxn>
                </a:cxnLst>
                <a:rect l="l" t="t" r="r" b="b"/>
                <a:pathLst>
                  <a:path w="11147" h="3842">
                    <a:moveTo>
                      <a:pt x="5501" y="1"/>
                    </a:moveTo>
                    <a:cubicBezTo>
                      <a:pt x="-2025" y="-28"/>
                      <a:pt x="-1688" y="3915"/>
                      <a:pt x="5650" y="3841"/>
                    </a:cubicBezTo>
                    <a:cubicBezTo>
                      <a:pt x="13176" y="3876"/>
                      <a:pt x="12828" y="-68"/>
                      <a:pt x="5501"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8" name="Freeform: Shape 2347">
                <a:extLst>
                  <a:ext uri="{FF2B5EF4-FFF2-40B4-BE49-F238E27FC236}">
                    <a16:creationId xmlns:a16="http://schemas.microsoft.com/office/drawing/2014/main" id="{D7684DDF-EBC8-202E-2C60-973611716C7F}"/>
                  </a:ext>
                </a:extLst>
              </p:cNvPr>
              <p:cNvSpPr/>
              <p:nvPr/>
            </p:nvSpPr>
            <p:spPr>
              <a:xfrm>
                <a:off x="5465990" y="7378738"/>
                <a:ext cx="12334" cy="4706"/>
              </a:xfrm>
              <a:custGeom>
                <a:avLst/>
                <a:gdLst>
                  <a:gd name="connsiteX0" fmla="*/ 6065 w 12334"/>
                  <a:gd name="connsiteY0" fmla="*/ 1 h 4706"/>
                  <a:gd name="connsiteX1" fmla="*/ 6276 w 12334"/>
                  <a:gd name="connsiteY1" fmla="*/ 4705 h 4706"/>
                  <a:gd name="connsiteX2" fmla="*/ 6065 w 12334"/>
                  <a:gd name="connsiteY2" fmla="*/ 1 h 4706"/>
                </a:gdLst>
                <a:ahLst/>
                <a:cxnLst>
                  <a:cxn ang="0">
                    <a:pos x="connsiteX0" y="connsiteY0"/>
                  </a:cxn>
                  <a:cxn ang="0">
                    <a:pos x="connsiteX1" y="connsiteY1"/>
                  </a:cxn>
                  <a:cxn ang="0">
                    <a:pos x="connsiteX2" y="connsiteY2"/>
                  </a:cxn>
                </a:cxnLst>
                <a:rect l="l" t="t" r="r" b="b"/>
                <a:pathLst>
                  <a:path w="12334" h="4706">
                    <a:moveTo>
                      <a:pt x="6065" y="1"/>
                    </a:moveTo>
                    <a:cubicBezTo>
                      <a:pt x="-2290" y="-27"/>
                      <a:pt x="-1816" y="4796"/>
                      <a:pt x="6276" y="4705"/>
                    </a:cubicBezTo>
                    <a:cubicBezTo>
                      <a:pt x="14637" y="4727"/>
                      <a:pt x="14134" y="-90"/>
                      <a:pt x="6065"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9" name="Freeform: Shape 2348">
                <a:extLst>
                  <a:ext uri="{FF2B5EF4-FFF2-40B4-BE49-F238E27FC236}">
                    <a16:creationId xmlns:a16="http://schemas.microsoft.com/office/drawing/2014/main" id="{56BF47D5-18E0-3044-EEA5-0D84ABD69909}"/>
                  </a:ext>
                </a:extLst>
              </p:cNvPr>
              <p:cNvSpPr/>
              <p:nvPr/>
            </p:nvSpPr>
            <p:spPr>
              <a:xfrm>
                <a:off x="5460431" y="7241263"/>
                <a:ext cx="11917" cy="4391"/>
              </a:xfrm>
              <a:custGeom>
                <a:avLst/>
                <a:gdLst>
                  <a:gd name="connsiteX0" fmla="*/ 5874 w 11917"/>
                  <a:gd name="connsiteY0" fmla="*/ 1 h 4391"/>
                  <a:gd name="connsiteX1" fmla="*/ 6046 w 11917"/>
                  <a:gd name="connsiteY1" fmla="*/ 4391 h 4391"/>
                  <a:gd name="connsiteX2" fmla="*/ 5874 w 11917"/>
                  <a:gd name="connsiteY2" fmla="*/ 1 h 4391"/>
                </a:gdLst>
                <a:ahLst/>
                <a:cxnLst>
                  <a:cxn ang="0">
                    <a:pos x="connsiteX0" y="connsiteY0"/>
                  </a:cxn>
                  <a:cxn ang="0">
                    <a:pos x="connsiteX1" y="connsiteY1"/>
                  </a:cxn>
                  <a:cxn ang="0">
                    <a:pos x="connsiteX2" y="connsiteY2"/>
                  </a:cxn>
                </a:cxnLst>
                <a:rect l="l" t="t" r="r" b="b"/>
                <a:pathLst>
                  <a:path w="11917" h="4391">
                    <a:moveTo>
                      <a:pt x="5874" y="1"/>
                    </a:moveTo>
                    <a:cubicBezTo>
                      <a:pt x="-2184" y="-28"/>
                      <a:pt x="-1784" y="4470"/>
                      <a:pt x="6046" y="4391"/>
                    </a:cubicBezTo>
                    <a:cubicBezTo>
                      <a:pt x="14109" y="4419"/>
                      <a:pt x="13692" y="-79"/>
                      <a:pt x="5874"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0" name="Freeform: Shape 2349">
                <a:extLst>
                  <a:ext uri="{FF2B5EF4-FFF2-40B4-BE49-F238E27FC236}">
                    <a16:creationId xmlns:a16="http://schemas.microsoft.com/office/drawing/2014/main" id="{B47C5C53-ADF6-FA6D-0154-8C2D91090378}"/>
                  </a:ext>
                </a:extLst>
              </p:cNvPr>
              <p:cNvSpPr/>
              <p:nvPr/>
            </p:nvSpPr>
            <p:spPr>
              <a:xfrm>
                <a:off x="5455779" y="7112893"/>
                <a:ext cx="11516" cy="4105"/>
              </a:xfrm>
              <a:custGeom>
                <a:avLst/>
                <a:gdLst>
                  <a:gd name="connsiteX0" fmla="*/ 5686 w 11516"/>
                  <a:gd name="connsiteY0" fmla="*/ 1 h 4105"/>
                  <a:gd name="connsiteX1" fmla="*/ 5834 w 11516"/>
                  <a:gd name="connsiteY1" fmla="*/ 4104 h 4105"/>
                  <a:gd name="connsiteX2" fmla="*/ 5686 w 11516"/>
                  <a:gd name="connsiteY2" fmla="*/ 1 h 4105"/>
                </a:gdLst>
                <a:ahLst/>
                <a:cxnLst>
                  <a:cxn ang="0">
                    <a:pos x="connsiteX0" y="connsiteY0"/>
                  </a:cxn>
                  <a:cxn ang="0">
                    <a:pos x="connsiteX1" y="connsiteY1"/>
                  </a:cxn>
                  <a:cxn ang="0">
                    <a:pos x="connsiteX2" y="connsiteY2"/>
                  </a:cxn>
                </a:cxnLst>
                <a:rect l="l" t="t" r="r" b="b"/>
                <a:pathLst>
                  <a:path w="11516" h="4105">
                    <a:moveTo>
                      <a:pt x="5686" y="1"/>
                    </a:moveTo>
                    <a:cubicBezTo>
                      <a:pt x="-2098" y="-28"/>
                      <a:pt x="-1738" y="4179"/>
                      <a:pt x="5834" y="4104"/>
                    </a:cubicBezTo>
                    <a:cubicBezTo>
                      <a:pt x="13618" y="4133"/>
                      <a:pt x="13247" y="-73"/>
                      <a:pt x="5686"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1" name="Freeform: Shape 2350">
                <a:extLst>
                  <a:ext uri="{FF2B5EF4-FFF2-40B4-BE49-F238E27FC236}">
                    <a16:creationId xmlns:a16="http://schemas.microsoft.com/office/drawing/2014/main" id="{83CC5893-5262-1ADC-96C3-814AD997F4FE}"/>
                  </a:ext>
                </a:extLst>
              </p:cNvPr>
              <p:cNvSpPr/>
              <p:nvPr/>
            </p:nvSpPr>
            <p:spPr>
              <a:xfrm>
                <a:off x="5446978" y="6880133"/>
                <a:ext cx="10796" cy="3613"/>
              </a:xfrm>
              <a:custGeom>
                <a:avLst/>
                <a:gdLst>
                  <a:gd name="connsiteX0" fmla="*/ 5320 w 10796"/>
                  <a:gd name="connsiteY0" fmla="*/ 1 h 3613"/>
                  <a:gd name="connsiteX1" fmla="*/ 5485 w 10796"/>
                  <a:gd name="connsiteY1" fmla="*/ 3613 h 3613"/>
                  <a:gd name="connsiteX2" fmla="*/ 5320 w 10796"/>
                  <a:gd name="connsiteY2" fmla="*/ 1 h 3613"/>
                </a:gdLst>
                <a:ahLst/>
                <a:cxnLst>
                  <a:cxn ang="0">
                    <a:pos x="connsiteX0" y="connsiteY0"/>
                  </a:cxn>
                  <a:cxn ang="0">
                    <a:pos x="connsiteX1" y="connsiteY1"/>
                  </a:cxn>
                  <a:cxn ang="0">
                    <a:pos x="connsiteX2" y="connsiteY2"/>
                  </a:cxn>
                </a:cxnLst>
                <a:rect l="l" t="t" r="r" b="b"/>
                <a:pathLst>
                  <a:path w="10796" h="3613">
                    <a:moveTo>
                      <a:pt x="5320" y="1"/>
                    </a:moveTo>
                    <a:cubicBezTo>
                      <a:pt x="-1984" y="-28"/>
                      <a:pt x="-1613" y="3681"/>
                      <a:pt x="5485" y="3613"/>
                    </a:cubicBezTo>
                    <a:cubicBezTo>
                      <a:pt x="12783" y="3636"/>
                      <a:pt x="12400" y="-68"/>
                      <a:pt x="5320"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2" name="Freeform: Shape 2351">
                <a:extLst>
                  <a:ext uri="{FF2B5EF4-FFF2-40B4-BE49-F238E27FC236}">
                    <a16:creationId xmlns:a16="http://schemas.microsoft.com/office/drawing/2014/main" id="{032E0026-68F3-C2C4-3CFD-1A139546319C}"/>
                  </a:ext>
                </a:extLst>
              </p:cNvPr>
              <p:cNvSpPr/>
              <p:nvPr/>
            </p:nvSpPr>
            <p:spPr>
              <a:xfrm>
                <a:off x="5437292" y="6723042"/>
                <a:ext cx="10141" cy="1033"/>
              </a:xfrm>
              <a:custGeom>
                <a:avLst/>
                <a:gdLst>
                  <a:gd name="connsiteX0" fmla="*/ 5005 w 10141"/>
                  <a:gd name="connsiteY0" fmla="*/ 3 h 1033"/>
                  <a:gd name="connsiteX1" fmla="*/ 5142 w 10141"/>
                  <a:gd name="connsiteY1" fmla="*/ 1032 h 1033"/>
                  <a:gd name="connsiteX2" fmla="*/ 5005 w 10141"/>
                  <a:gd name="connsiteY2" fmla="*/ 3 h 1033"/>
                </a:gdLst>
                <a:ahLst/>
                <a:cxnLst>
                  <a:cxn ang="0">
                    <a:pos x="connsiteX0" y="connsiteY0"/>
                  </a:cxn>
                  <a:cxn ang="0">
                    <a:pos x="connsiteX1" y="connsiteY1"/>
                  </a:cxn>
                  <a:cxn ang="0">
                    <a:pos x="connsiteX2" y="connsiteY2"/>
                  </a:cxn>
                </a:cxnLst>
                <a:rect l="l" t="t" r="r" b="b"/>
                <a:pathLst>
                  <a:path w="10141" h="1033">
                    <a:moveTo>
                      <a:pt x="5005" y="3"/>
                    </a:moveTo>
                    <a:cubicBezTo>
                      <a:pt x="-1911" y="-65"/>
                      <a:pt x="-1465" y="1004"/>
                      <a:pt x="5142" y="1032"/>
                    </a:cubicBezTo>
                    <a:cubicBezTo>
                      <a:pt x="12051" y="1083"/>
                      <a:pt x="11605" y="3"/>
                      <a:pt x="5005"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3" name="Freeform: Shape 2352">
                <a:extLst>
                  <a:ext uri="{FF2B5EF4-FFF2-40B4-BE49-F238E27FC236}">
                    <a16:creationId xmlns:a16="http://schemas.microsoft.com/office/drawing/2014/main" id="{CBA8184D-0928-B1AC-B9E2-A4E118466FC3}"/>
                  </a:ext>
                </a:extLst>
              </p:cNvPr>
              <p:cNvSpPr/>
              <p:nvPr/>
            </p:nvSpPr>
            <p:spPr>
              <a:xfrm>
                <a:off x="5410609" y="5635628"/>
                <a:ext cx="7581" cy="255"/>
              </a:xfrm>
              <a:custGeom>
                <a:avLst/>
                <a:gdLst>
                  <a:gd name="connsiteX0" fmla="*/ 3684 w 7581"/>
                  <a:gd name="connsiteY0" fmla="*/ 167 h 255"/>
                  <a:gd name="connsiteX1" fmla="*/ 7582 w 7581"/>
                  <a:gd name="connsiteY1" fmla="*/ 1 h 255"/>
                  <a:gd name="connsiteX2" fmla="*/ 3684 w 7581"/>
                  <a:gd name="connsiteY2" fmla="*/ 167 h 255"/>
                </a:gdLst>
                <a:ahLst/>
                <a:cxnLst>
                  <a:cxn ang="0">
                    <a:pos x="connsiteX0" y="connsiteY0"/>
                  </a:cxn>
                  <a:cxn ang="0">
                    <a:pos x="connsiteX1" y="connsiteY1"/>
                  </a:cxn>
                  <a:cxn ang="0">
                    <a:pos x="connsiteX2" y="connsiteY2"/>
                  </a:cxn>
                </a:cxnLst>
                <a:rect l="l" t="t" r="r" b="b"/>
                <a:pathLst>
                  <a:path w="7581" h="255">
                    <a:moveTo>
                      <a:pt x="3684" y="167"/>
                    </a:moveTo>
                    <a:cubicBezTo>
                      <a:pt x="-6060" y="447"/>
                      <a:pt x="6484" y="-27"/>
                      <a:pt x="7582" y="1"/>
                    </a:cubicBezTo>
                    <a:cubicBezTo>
                      <a:pt x="7513" y="13"/>
                      <a:pt x="5770" y="93"/>
                      <a:pt x="3684" y="1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4" name="Freeform: Shape 2353">
                <a:extLst>
                  <a:ext uri="{FF2B5EF4-FFF2-40B4-BE49-F238E27FC236}">
                    <a16:creationId xmlns:a16="http://schemas.microsoft.com/office/drawing/2014/main" id="{D8015F31-0CBB-EB71-589B-2D01603CC795}"/>
                  </a:ext>
                </a:extLst>
              </p:cNvPr>
              <p:cNvSpPr/>
              <p:nvPr/>
            </p:nvSpPr>
            <p:spPr>
              <a:xfrm>
                <a:off x="5417229" y="5637125"/>
                <a:ext cx="7774" cy="699"/>
              </a:xfrm>
              <a:custGeom>
                <a:avLst/>
                <a:gdLst>
                  <a:gd name="connsiteX0" fmla="*/ 3814 w 7774"/>
                  <a:gd name="connsiteY0" fmla="*/ 230 h 699"/>
                  <a:gd name="connsiteX1" fmla="*/ 7775 w 7774"/>
                  <a:gd name="connsiteY1" fmla="*/ 682 h 699"/>
                  <a:gd name="connsiteX2" fmla="*/ 3814 w 7774"/>
                  <a:gd name="connsiteY2" fmla="*/ 230 h 699"/>
                </a:gdLst>
                <a:ahLst/>
                <a:cxnLst>
                  <a:cxn ang="0">
                    <a:pos x="connsiteX0" y="connsiteY0"/>
                  </a:cxn>
                  <a:cxn ang="0">
                    <a:pos x="connsiteX1" y="connsiteY1"/>
                  </a:cxn>
                  <a:cxn ang="0">
                    <a:pos x="connsiteX2" y="connsiteY2"/>
                  </a:cxn>
                </a:cxnLst>
                <a:rect l="l" t="t" r="r" b="b"/>
                <a:pathLst>
                  <a:path w="7774" h="699">
                    <a:moveTo>
                      <a:pt x="3814" y="230"/>
                    </a:moveTo>
                    <a:cubicBezTo>
                      <a:pt x="-6279" y="-535"/>
                      <a:pt x="6735" y="870"/>
                      <a:pt x="7775" y="682"/>
                    </a:cubicBezTo>
                    <a:cubicBezTo>
                      <a:pt x="7712" y="607"/>
                      <a:pt x="5940" y="407"/>
                      <a:pt x="3814" y="2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5" name="Freeform: Shape 2354">
                <a:extLst>
                  <a:ext uri="{FF2B5EF4-FFF2-40B4-BE49-F238E27FC236}">
                    <a16:creationId xmlns:a16="http://schemas.microsoft.com/office/drawing/2014/main" id="{B0A51CDF-6E9E-C80B-C043-57DA8BB7E70A}"/>
                  </a:ext>
                </a:extLst>
              </p:cNvPr>
              <p:cNvSpPr/>
              <p:nvPr/>
            </p:nvSpPr>
            <p:spPr>
              <a:xfrm>
                <a:off x="5403897" y="5637384"/>
                <a:ext cx="7447" cy="1211"/>
              </a:xfrm>
              <a:custGeom>
                <a:avLst/>
                <a:gdLst>
                  <a:gd name="connsiteX0" fmla="*/ 3624 w 7447"/>
                  <a:gd name="connsiteY0" fmla="*/ 623 h 1211"/>
                  <a:gd name="connsiteX1" fmla="*/ 7448 w 7447"/>
                  <a:gd name="connsiteY1" fmla="*/ 0 h 1211"/>
                  <a:gd name="connsiteX2" fmla="*/ 3624 w 7447"/>
                  <a:gd name="connsiteY2" fmla="*/ 623 h 1211"/>
                </a:gdLst>
                <a:ahLst/>
                <a:cxnLst>
                  <a:cxn ang="0">
                    <a:pos x="connsiteX0" y="connsiteY0"/>
                  </a:cxn>
                  <a:cxn ang="0">
                    <a:pos x="connsiteX1" y="connsiteY1"/>
                  </a:cxn>
                  <a:cxn ang="0">
                    <a:pos x="connsiteX2" y="connsiteY2"/>
                  </a:cxn>
                </a:cxnLst>
                <a:rect l="l" t="t" r="r" b="b"/>
                <a:pathLst>
                  <a:path w="7447" h="1211">
                    <a:moveTo>
                      <a:pt x="3624" y="623"/>
                    </a:moveTo>
                    <a:cubicBezTo>
                      <a:pt x="-5960" y="2160"/>
                      <a:pt x="6373" y="228"/>
                      <a:pt x="7448" y="0"/>
                    </a:cubicBezTo>
                    <a:cubicBezTo>
                      <a:pt x="7391" y="0"/>
                      <a:pt x="5682" y="286"/>
                      <a:pt x="3624" y="6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6" name="Freeform: Shape 2355">
                <a:extLst>
                  <a:ext uri="{FF2B5EF4-FFF2-40B4-BE49-F238E27FC236}">
                    <a16:creationId xmlns:a16="http://schemas.microsoft.com/office/drawing/2014/main" id="{E6131360-D49D-A899-FC19-0EDC0BD7FFE1}"/>
                  </a:ext>
                </a:extLst>
              </p:cNvPr>
              <p:cNvSpPr/>
              <p:nvPr/>
            </p:nvSpPr>
            <p:spPr>
              <a:xfrm>
                <a:off x="5420088" y="6563254"/>
                <a:ext cx="9190" cy="8928"/>
              </a:xfrm>
              <a:custGeom>
                <a:avLst/>
                <a:gdLst>
                  <a:gd name="connsiteX0" fmla="*/ 4515 w 9190"/>
                  <a:gd name="connsiteY0" fmla="*/ 0 h 8928"/>
                  <a:gd name="connsiteX1" fmla="*/ 0 w 9190"/>
                  <a:gd name="connsiteY1" fmla="*/ 5058 h 8928"/>
                  <a:gd name="connsiteX2" fmla="*/ 4515 w 9190"/>
                  <a:gd name="connsiteY2" fmla="*/ 0 h 8928"/>
                </a:gdLst>
                <a:ahLst/>
                <a:cxnLst>
                  <a:cxn ang="0">
                    <a:pos x="connsiteX0" y="connsiteY0"/>
                  </a:cxn>
                  <a:cxn ang="0">
                    <a:pos x="connsiteX1" y="connsiteY1"/>
                  </a:cxn>
                  <a:cxn ang="0">
                    <a:pos x="connsiteX2" y="connsiteY2"/>
                  </a:cxn>
                </a:cxnLst>
                <a:rect l="l" t="t" r="r" b="b"/>
                <a:pathLst>
                  <a:path w="9190" h="8928">
                    <a:moveTo>
                      <a:pt x="4515" y="0"/>
                    </a:moveTo>
                    <a:cubicBezTo>
                      <a:pt x="1989" y="371"/>
                      <a:pt x="-28" y="2646"/>
                      <a:pt x="0" y="5058"/>
                    </a:cubicBezTo>
                    <a:cubicBezTo>
                      <a:pt x="2321" y="15967"/>
                      <a:pt x="16322" y="394"/>
                      <a:pt x="451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7" name="Freeform: Shape 2356">
                <a:extLst>
                  <a:ext uri="{FF2B5EF4-FFF2-40B4-BE49-F238E27FC236}">
                    <a16:creationId xmlns:a16="http://schemas.microsoft.com/office/drawing/2014/main" id="{735D59D5-77DD-5235-1E0D-E28B8C1518A7}"/>
                  </a:ext>
                </a:extLst>
              </p:cNvPr>
              <p:cNvSpPr/>
              <p:nvPr/>
            </p:nvSpPr>
            <p:spPr>
              <a:xfrm>
                <a:off x="5398241" y="5631711"/>
                <a:ext cx="7062" cy="1813"/>
              </a:xfrm>
              <a:custGeom>
                <a:avLst/>
                <a:gdLst>
                  <a:gd name="connsiteX0" fmla="*/ 3451 w 7062"/>
                  <a:gd name="connsiteY0" fmla="*/ 706 h 1813"/>
                  <a:gd name="connsiteX1" fmla="*/ 3616 w 7062"/>
                  <a:gd name="connsiteY1" fmla="*/ 1135 h 1813"/>
                  <a:gd name="connsiteX2" fmla="*/ 3451 w 7062"/>
                  <a:gd name="connsiteY2" fmla="*/ 706 h 1813"/>
                </a:gdLst>
                <a:ahLst/>
                <a:cxnLst>
                  <a:cxn ang="0">
                    <a:pos x="connsiteX0" y="connsiteY0"/>
                  </a:cxn>
                  <a:cxn ang="0">
                    <a:pos x="connsiteX1" y="connsiteY1"/>
                  </a:cxn>
                  <a:cxn ang="0">
                    <a:pos x="connsiteX2" y="connsiteY2"/>
                  </a:cxn>
                </a:cxnLst>
                <a:rect l="l" t="t" r="r" b="b"/>
                <a:pathLst>
                  <a:path w="7062" h="1813">
                    <a:moveTo>
                      <a:pt x="3451" y="706"/>
                    </a:moveTo>
                    <a:cubicBezTo>
                      <a:pt x="-1299" y="1861"/>
                      <a:pt x="-1053" y="2284"/>
                      <a:pt x="3616" y="1135"/>
                    </a:cubicBezTo>
                    <a:cubicBezTo>
                      <a:pt x="8360" y="-48"/>
                      <a:pt x="8114" y="-488"/>
                      <a:pt x="3451" y="70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8" name="Freeform: Shape 2357">
                <a:extLst>
                  <a:ext uri="{FF2B5EF4-FFF2-40B4-BE49-F238E27FC236}">
                    <a16:creationId xmlns:a16="http://schemas.microsoft.com/office/drawing/2014/main" id="{871EC34E-699E-6A50-659C-3388572BAB69}"/>
                  </a:ext>
                </a:extLst>
              </p:cNvPr>
              <p:cNvSpPr/>
              <p:nvPr/>
            </p:nvSpPr>
            <p:spPr>
              <a:xfrm>
                <a:off x="5422858" y="5654055"/>
                <a:ext cx="7974" cy="1424"/>
              </a:xfrm>
              <a:custGeom>
                <a:avLst/>
                <a:gdLst>
                  <a:gd name="connsiteX0" fmla="*/ 3963 w 7974"/>
                  <a:gd name="connsiteY0" fmla="*/ 211 h 1424"/>
                  <a:gd name="connsiteX1" fmla="*/ 7974 w 7974"/>
                  <a:gd name="connsiteY1" fmla="*/ 1222 h 1424"/>
                  <a:gd name="connsiteX2" fmla="*/ 3963 w 7974"/>
                  <a:gd name="connsiteY2" fmla="*/ 211 h 1424"/>
                </a:gdLst>
                <a:ahLst/>
                <a:cxnLst>
                  <a:cxn ang="0">
                    <a:pos x="connsiteX0" y="connsiteY0"/>
                  </a:cxn>
                  <a:cxn ang="0">
                    <a:pos x="connsiteX1" y="connsiteY1"/>
                  </a:cxn>
                  <a:cxn ang="0">
                    <a:pos x="connsiteX2" y="connsiteY2"/>
                  </a:cxn>
                </a:cxnLst>
                <a:rect l="l" t="t" r="r" b="b"/>
                <a:pathLst>
                  <a:path w="7974" h="1424">
                    <a:moveTo>
                      <a:pt x="3963" y="211"/>
                    </a:moveTo>
                    <a:cubicBezTo>
                      <a:pt x="-6462" y="-801"/>
                      <a:pt x="6849" y="2211"/>
                      <a:pt x="7974" y="1222"/>
                    </a:cubicBezTo>
                    <a:cubicBezTo>
                      <a:pt x="7929" y="960"/>
                      <a:pt x="6134" y="502"/>
                      <a:pt x="3963" y="2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9" name="Freeform: Shape 2358">
                <a:extLst>
                  <a:ext uri="{FF2B5EF4-FFF2-40B4-BE49-F238E27FC236}">
                    <a16:creationId xmlns:a16="http://schemas.microsoft.com/office/drawing/2014/main" id="{7846882F-781D-66D6-0AAD-8E9BFB2A2377}"/>
                  </a:ext>
                </a:extLst>
              </p:cNvPr>
              <p:cNvSpPr/>
              <p:nvPr/>
            </p:nvSpPr>
            <p:spPr>
              <a:xfrm>
                <a:off x="5417116" y="6250648"/>
                <a:ext cx="8642" cy="9409"/>
              </a:xfrm>
              <a:custGeom>
                <a:avLst/>
                <a:gdLst>
                  <a:gd name="connsiteX0" fmla="*/ 4269 w 8642"/>
                  <a:gd name="connsiteY0" fmla="*/ 1 h 9409"/>
                  <a:gd name="connsiteX1" fmla="*/ 4378 w 8642"/>
                  <a:gd name="connsiteY1" fmla="*/ 9408 h 9409"/>
                  <a:gd name="connsiteX2" fmla="*/ 4269 w 8642"/>
                  <a:gd name="connsiteY2" fmla="*/ 1 h 9409"/>
                </a:gdLst>
                <a:ahLst/>
                <a:cxnLst>
                  <a:cxn ang="0">
                    <a:pos x="connsiteX0" y="connsiteY0"/>
                  </a:cxn>
                  <a:cxn ang="0">
                    <a:pos x="connsiteX1" y="connsiteY1"/>
                  </a:cxn>
                  <a:cxn ang="0">
                    <a:pos x="connsiteX2" y="connsiteY2"/>
                  </a:cxn>
                </a:cxnLst>
                <a:rect l="l" t="t" r="r" b="b"/>
                <a:pathLst>
                  <a:path w="8642" h="9409">
                    <a:moveTo>
                      <a:pt x="4269" y="1"/>
                    </a:moveTo>
                    <a:cubicBezTo>
                      <a:pt x="-1537" y="-73"/>
                      <a:pt x="-1343" y="9545"/>
                      <a:pt x="4378" y="9408"/>
                    </a:cubicBezTo>
                    <a:cubicBezTo>
                      <a:pt x="10127" y="9437"/>
                      <a:pt x="10036" y="-136"/>
                      <a:pt x="4269"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0" name="Freeform: Shape 2359">
                <a:extLst>
                  <a:ext uri="{FF2B5EF4-FFF2-40B4-BE49-F238E27FC236}">
                    <a16:creationId xmlns:a16="http://schemas.microsoft.com/office/drawing/2014/main" id="{DF1C3B6C-9C02-83AE-256C-DF146E01835E}"/>
                  </a:ext>
                </a:extLst>
              </p:cNvPr>
              <p:cNvSpPr/>
              <p:nvPr/>
            </p:nvSpPr>
            <p:spPr>
              <a:xfrm>
                <a:off x="5417766" y="5969393"/>
                <a:ext cx="8237" cy="4917"/>
              </a:xfrm>
              <a:custGeom>
                <a:avLst/>
                <a:gdLst>
                  <a:gd name="connsiteX0" fmla="*/ 4209 w 8237"/>
                  <a:gd name="connsiteY0" fmla="*/ 4 h 4917"/>
                  <a:gd name="connsiteX1" fmla="*/ 4037 w 8237"/>
                  <a:gd name="connsiteY1" fmla="*/ 4914 h 4917"/>
                  <a:gd name="connsiteX2" fmla="*/ 4209 w 8237"/>
                  <a:gd name="connsiteY2" fmla="*/ 4 h 4917"/>
                </a:gdLst>
                <a:ahLst/>
                <a:cxnLst>
                  <a:cxn ang="0">
                    <a:pos x="connsiteX0" y="connsiteY0"/>
                  </a:cxn>
                  <a:cxn ang="0">
                    <a:pos x="connsiteX1" y="connsiteY1"/>
                  </a:cxn>
                  <a:cxn ang="0">
                    <a:pos x="connsiteX2" y="connsiteY2"/>
                  </a:cxn>
                </a:cxnLst>
                <a:rect l="l" t="t" r="r" b="b"/>
                <a:pathLst>
                  <a:path w="8237" h="4917">
                    <a:moveTo>
                      <a:pt x="4209" y="4"/>
                    </a:moveTo>
                    <a:cubicBezTo>
                      <a:pt x="-1238" y="-167"/>
                      <a:pt x="-1506" y="4844"/>
                      <a:pt x="4037" y="4914"/>
                    </a:cubicBezTo>
                    <a:cubicBezTo>
                      <a:pt x="9489" y="5084"/>
                      <a:pt x="9724" y="90"/>
                      <a:pt x="4209"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1" name="Freeform: Shape 2360">
                <a:extLst>
                  <a:ext uri="{FF2B5EF4-FFF2-40B4-BE49-F238E27FC236}">
                    <a16:creationId xmlns:a16="http://schemas.microsoft.com/office/drawing/2014/main" id="{ECEF977B-0F29-4C9C-4ABC-E4F2BEA82624}"/>
                  </a:ext>
                </a:extLst>
              </p:cNvPr>
              <p:cNvSpPr/>
              <p:nvPr/>
            </p:nvSpPr>
            <p:spPr>
              <a:xfrm>
                <a:off x="5414519" y="6100486"/>
                <a:ext cx="8431" cy="3421"/>
              </a:xfrm>
              <a:custGeom>
                <a:avLst/>
                <a:gdLst>
                  <a:gd name="connsiteX0" fmla="*/ 4221 w 8431"/>
                  <a:gd name="connsiteY0" fmla="*/ 1 h 3421"/>
                  <a:gd name="connsiteX1" fmla="*/ 4215 w 8431"/>
                  <a:gd name="connsiteY1" fmla="*/ 3419 h 3421"/>
                  <a:gd name="connsiteX2" fmla="*/ 4221 w 8431"/>
                  <a:gd name="connsiteY2" fmla="*/ 1 h 3421"/>
                </a:gdLst>
                <a:ahLst/>
                <a:cxnLst>
                  <a:cxn ang="0">
                    <a:pos x="connsiteX0" y="connsiteY0"/>
                  </a:cxn>
                  <a:cxn ang="0">
                    <a:pos x="connsiteX1" y="connsiteY1"/>
                  </a:cxn>
                  <a:cxn ang="0">
                    <a:pos x="connsiteX2" y="connsiteY2"/>
                  </a:cxn>
                </a:cxnLst>
                <a:rect l="l" t="t" r="r" b="b"/>
                <a:pathLst>
                  <a:path w="8431" h="3421">
                    <a:moveTo>
                      <a:pt x="4221" y="1"/>
                    </a:moveTo>
                    <a:cubicBezTo>
                      <a:pt x="-1369" y="18"/>
                      <a:pt x="-1443" y="3516"/>
                      <a:pt x="4215" y="3419"/>
                    </a:cubicBezTo>
                    <a:cubicBezTo>
                      <a:pt x="9816" y="3419"/>
                      <a:pt x="9855" y="-79"/>
                      <a:pt x="4221"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2" name="Freeform: Shape 2361">
                <a:extLst>
                  <a:ext uri="{FF2B5EF4-FFF2-40B4-BE49-F238E27FC236}">
                    <a16:creationId xmlns:a16="http://schemas.microsoft.com/office/drawing/2014/main" id="{71777CEF-4FDF-7CD2-19CC-C7BA76C3BA5D}"/>
                  </a:ext>
                </a:extLst>
              </p:cNvPr>
              <p:cNvSpPr/>
              <p:nvPr/>
            </p:nvSpPr>
            <p:spPr>
              <a:xfrm>
                <a:off x="5423499" y="5819502"/>
                <a:ext cx="8013" cy="4769"/>
              </a:xfrm>
              <a:custGeom>
                <a:avLst/>
                <a:gdLst>
                  <a:gd name="connsiteX0" fmla="*/ 4093 w 8013"/>
                  <a:gd name="connsiteY0" fmla="*/ 30 h 4769"/>
                  <a:gd name="connsiteX1" fmla="*/ 3927 w 8013"/>
                  <a:gd name="connsiteY1" fmla="*/ 4739 h 4769"/>
                  <a:gd name="connsiteX2" fmla="*/ 4093 w 8013"/>
                  <a:gd name="connsiteY2" fmla="*/ 30 h 4769"/>
                </a:gdLst>
                <a:ahLst/>
                <a:cxnLst>
                  <a:cxn ang="0">
                    <a:pos x="connsiteX0" y="connsiteY0"/>
                  </a:cxn>
                  <a:cxn ang="0">
                    <a:pos x="connsiteX1" y="connsiteY1"/>
                  </a:cxn>
                  <a:cxn ang="0">
                    <a:pos x="connsiteX2" y="connsiteY2"/>
                  </a:cxn>
                </a:cxnLst>
                <a:rect l="l" t="t" r="r" b="b"/>
                <a:pathLst>
                  <a:path w="8013" h="4769">
                    <a:moveTo>
                      <a:pt x="4093" y="30"/>
                    </a:moveTo>
                    <a:cubicBezTo>
                      <a:pt x="-1354" y="-427"/>
                      <a:pt x="-1319" y="4408"/>
                      <a:pt x="3927" y="4739"/>
                    </a:cubicBezTo>
                    <a:cubicBezTo>
                      <a:pt x="9379" y="5191"/>
                      <a:pt x="9316" y="385"/>
                      <a:pt x="4093"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3" name="Freeform: Shape 2362">
                <a:extLst>
                  <a:ext uri="{FF2B5EF4-FFF2-40B4-BE49-F238E27FC236}">
                    <a16:creationId xmlns:a16="http://schemas.microsoft.com/office/drawing/2014/main" id="{1D70F5F3-5C8D-3402-13ED-51F5C49BBFA6}"/>
                  </a:ext>
                </a:extLst>
              </p:cNvPr>
              <p:cNvSpPr/>
              <p:nvPr/>
            </p:nvSpPr>
            <p:spPr>
              <a:xfrm>
                <a:off x="5426419" y="5702177"/>
                <a:ext cx="7816" cy="2960"/>
              </a:xfrm>
              <a:custGeom>
                <a:avLst/>
                <a:gdLst>
                  <a:gd name="connsiteX0" fmla="*/ 3905 w 7816"/>
                  <a:gd name="connsiteY0" fmla="*/ 72 h 2960"/>
                  <a:gd name="connsiteX1" fmla="*/ 3916 w 7816"/>
                  <a:gd name="connsiteY1" fmla="*/ 2884 h 2960"/>
                  <a:gd name="connsiteX2" fmla="*/ 3905 w 7816"/>
                  <a:gd name="connsiteY2" fmla="*/ 72 h 2960"/>
                </a:gdLst>
                <a:ahLst/>
                <a:cxnLst>
                  <a:cxn ang="0">
                    <a:pos x="connsiteX0" y="connsiteY0"/>
                  </a:cxn>
                  <a:cxn ang="0">
                    <a:pos x="connsiteX1" y="connsiteY1"/>
                  </a:cxn>
                  <a:cxn ang="0">
                    <a:pos x="connsiteX2" y="connsiteY2"/>
                  </a:cxn>
                </a:cxnLst>
                <a:rect l="l" t="t" r="r" b="b"/>
                <a:pathLst>
                  <a:path w="7816" h="2960">
                    <a:moveTo>
                      <a:pt x="3905" y="72"/>
                    </a:moveTo>
                    <a:cubicBezTo>
                      <a:pt x="-1502" y="-493"/>
                      <a:pt x="-1101" y="2427"/>
                      <a:pt x="3916" y="2884"/>
                    </a:cubicBezTo>
                    <a:cubicBezTo>
                      <a:pt x="9323" y="3467"/>
                      <a:pt x="8911" y="535"/>
                      <a:pt x="3905" y="7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4" name="Freeform: Shape 2363">
                <a:extLst>
                  <a:ext uri="{FF2B5EF4-FFF2-40B4-BE49-F238E27FC236}">
                    <a16:creationId xmlns:a16="http://schemas.microsoft.com/office/drawing/2014/main" id="{1EE3EFDC-892A-C53D-17FF-01510A8A2176}"/>
                  </a:ext>
                </a:extLst>
              </p:cNvPr>
              <p:cNvSpPr/>
              <p:nvPr/>
            </p:nvSpPr>
            <p:spPr>
              <a:xfrm>
                <a:off x="5473416" y="7526107"/>
                <a:ext cx="11943" cy="5124"/>
              </a:xfrm>
              <a:custGeom>
                <a:avLst/>
                <a:gdLst>
                  <a:gd name="connsiteX0" fmla="*/ 5839 w 11943"/>
                  <a:gd name="connsiteY0" fmla="*/ 39 h 5124"/>
                  <a:gd name="connsiteX1" fmla="*/ 6108 w 11943"/>
                  <a:gd name="connsiteY1" fmla="*/ 5085 h 5124"/>
                  <a:gd name="connsiteX2" fmla="*/ 5839 w 11943"/>
                  <a:gd name="connsiteY2" fmla="*/ 39 h 5124"/>
                </a:gdLst>
                <a:ahLst/>
                <a:cxnLst>
                  <a:cxn ang="0">
                    <a:pos x="connsiteX0" y="connsiteY0"/>
                  </a:cxn>
                  <a:cxn ang="0">
                    <a:pos x="connsiteX1" y="connsiteY1"/>
                  </a:cxn>
                  <a:cxn ang="0">
                    <a:pos x="connsiteX2" y="connsiteY2"/>
                  </a:cxn>
                </a:cxnLst>
                <a:rect l="l" t="t" r="r" b="b"/>
                <a:pathLst>
                  <a:path w="11943" h="5124">
                    <a:moveTo>
                      <a:pt x="5839" y="39"/>
                    </a:moveTo>
                    <a:cubicBezTo>
                      <a:pt x="-2316" y="-453"/>
                      <a:pt x="-1653" y="5668"/>
                      <a:pt x="6108" y="5085"/>
                    </a:cubicBezTo>
                    <a:cubicBezTo>
                      <a:pt x="14258" y="5571"/>
                      <a:pt x="13595" y="-544"/>
                      <a:pt x="5839" y="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5" name="Freeform: Shape 2364">
                <a:extLst>
                  <a:ext uri="{FF2B5EF4-FFF2-40B4-BE49-F238E27FC236}">
                    <a16:creationId xmlns:a16="http://schemas.microsoft.com/office/drawing/2014/main" id="{2ED7D6FC-20E1-31B8-8E83-F41EA798E6B2}"/>
                  </a:ext>
                </a:extLst>
              </p:cNvPr>
              <p:cNvSpPr/>
              <p:nvPr/>
            </p:nvSpPr>
            <p:spPr>
              <a:xfrm>
                <a:off x="5198546" y="5637091"/>
                <a:ext cx="6845" cy="2488"/>
              </a:xfrm>
              <a:custGeom>
                <a:avLst/>
                <a:gdLst>
                  <a:gd name="connsiteX0" fmla="*/ 3600 w 6845"/>
                  <a:gd name="connsiteY0" fmla="*/ 550 h 2488"/>
                  <a:gd name="connsiteX1" fmla="*/ 0 w 6845"/>
                  <a:gd name="connsiteY1" fmla="*/ 2328 h 2488"/>
                  <a:gd name="connsiteX2" fmla="*/ 3600 w 6845"/>
                  <a:gd name="connsiteY2" fmla="*/ 550 h 2488"/>
                </a:gdLst>
                <a:ahLst/>
                <a:cxnLst>
                  <a:cxn ang="0">
                    <a:pos x="connsiteX0" y="connsiteY0"/>
                  </a:cxn>
                  <a:cxn ang="0">
                    <a:pos x="connsiteX1" y="connsiteY1"/>
                  </a:cxn>
                  <a:cxn ang="0">
                    <a:pos x="connsiteX2" y="connsiteY2"/>
                  </a:cxn>
                </a:cxnLst>
                <a:rect l="l" t="t" r="r" b="b"/>
                <a:pathLst>
                  <a:path w="6845" h="2488">
                    <a:moveTo>
                      <a:pt x="3600" y="550"/>
                    </a:moveTo>
                    <a:cubicBezTo>
                      <a:pt x="2400" y="973"/>
                      <a:pt x="503" y="1516"/>
                      <a:pt x="0" y="2328"/>
                    </a:cubicBezTo>
                    <a:cubicBezTo>
                      <a:pt x="2406" y="3436"/>
                      <a:pt x="11687" y="-1627"/>
                      <a:pt x="3600" y="5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6" name="Freeform: Shape 2365">
                <a:extLst>
                  <a:ext uri="{FF2B5EF4-FFF2-40B4-BE49-F238E27FC236}">
                    <a16:creationId xmlns:a16="http://schemas.microsoft.com/office/drawing/2014/main" id="{63AFFFB2-01E9-D5E9-D06E-C45F3F0FE632}"/>
                  </a:ext>
                </a:extLst>
              </p:cNvPr>
              <p:cNvSpPr/>
              <p:nvPr/>
            </p:nvSpPr>
            <p:spPr>
              <a:xfrm>
                <a:off x="5151103" y="6721496"/>
                <a:ext cx="10132" cy="1062"/>
              </a:xfrm>
              <a:custGeom>
                <a:avLst/>
                <a:gdLst>
                  <a:gd name="connsiteX0" fmla="*/ 5135 w 10132"/>
                  <a:gd name="connsiteY0" fmla="*/ 6 h 1062"/>
                  <a:gd name="connsiteX1" fmla="*/ 4998 w 10132"/>
                  <a:gd name="connsiteY1" fmla="*/ 1058 h 1062"/>
                  <a:gd name="connsiteX2" fmla="*/ 5135 w 10132"/>
                  <a:gd name="connsiteY2" fmla="*/ 6 h 1062"/>
                </a:gdLst>
                <a:ahLst/>
                <a:cxnLst>
                  <a:cxn ang="0">
                    <a:pos x="connsiteX0" y="connsiteY0"/>
                  </a:cxn>
                  <a:cxn ang="0">
                    <a:pos x="connsiteX1" y="connsiteY1"/>
                  </a:cxn>
                  <a:cxn ang="0">
                    <a:pos x="connsiteX2" y="connsiteY2"/>
                  </a:cxn>
                </a:cxnLst>
                <a:rect l="l" t="t" r="r" b="b"/>
                <a:pathLst>
                  <a:path w="10132" h="1062">
                    <a:moveTo>
                      <a:pt x="5135" y="6"/>
                    </a:moveTo>
                    <a:cubicBezTo>
                      <a:pt x="-1477" y="-91"/>
                      <a:pt x="-1895" y="1006"/>
                      <a:pt x="4998" y="1058"/>
                    </a:cubicBezTo>
                    <a:cubicBezTo>
                      <a:pt x="11610" y="1143"/>
                      <a:pt x="12027" y="52"/>
                      <a:pt x="5135"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7" name="Freeform: Shape 2366">
                <a:extLst>
                  <a:ext uri="{FF2B5EF4-FFF2-40B4-BE49-F238E27FC236}">
                    <a16:creationId xmlns:a16="http://schemas.microsoft.com/office/drawing/2014/main" id="{F2C622B7-198E-2790-034A-7C5721328ABA}"/>
                  </a:ext>
                </a:extLst>
              </p:cNvPr>
              <p:cNvSpPr/>
              <p:nvPr/>
            </p:nvSpPr>
            <p:spPr>
              <a:xfrm>
                <a:off x="5155455" y="6706981"/>
                <a:ext cx="9835" cy="263"/>
              </a:xfrm>
              <a:custGeom>
                <a:avLst/>
                <a:gdLst>
                  <a:gd name="connsiteX0" fmla="*/ 4989 w 9835"/>
                  <a:gd name="connsiteY0" fmla="*/ 108 h 263"/>
                  <a:gd name="connsiteX1" fmla="*/ 4847 w 9835"/>
                  <a:gd name="connsiteY1" fmla="*/ 165 h 263"/>
                  <a:gd name="connsiteX2" fmla="*/ 4989 w 9835"/>
                  <a:gd name="connsiteY2" fmla="*/ 108 h 263"/>
                </a:gdLst>
                <a:ahLst/>
                <a:cxnLst>
                  <a:cxn ang="0">
                    <a:pos x="connsiteX0" y="connsiteY0"/>
                  </a:cxn>
                  <a:cxn ang="0">
                    <a:pos x="connsiteX1" y="connsiteY1"/>
                  </a:cxn>
                  <a:cxn ang="0">
                    <a:pos x="connsiteX2" y="connsiteY2"/>
                  </a:cxn>
                </a:cxnLst>
                <a:rect l="l" t="t" r="r" b="b"/>
                <a:pathLst>
                  <a:path w="9835" h="263">
                    <a:moveTo>
                      <a:pt x="4989" y="108"/>
                    </a:moveTo>
                    <a:cubicBezTo>
                      <a:pt x="-1468" y="-69"/>
                      <a:pt x="-1806" y="-12"/>
                      <a:pt x="4847" y="165"/>
                    </a:cubicBezTo>
                    <a:cubicBezTo>
                      <a:pt x="11310" y="325"/>
                      <a:pt x="11636" y="279"/>
                      <a:pt x="4989" y="1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8" name="Freeform: Shape 2367">
                <a:extLst>
                  <a:ext uri="{FF2B5EF4-FFF2-40B4-BE49-F238E27FC236}">
                    <a16:creationId xmlns:a16="http://schemas.microsoft.com/office/drawing/2014/main" id="{8335265F-662E-0034-88B0-8B6F8630849A}"/>
                  </a:ext>
                </a:extLst>
              </p:cNvPr>
              <p:cNvSpPr/>
              <p:nvPr/>
            </p:nvSpPr>
            <p:spPr>
              <a:xfrm>
                <a:off x="5147044" y="6777125"/>
                <a:ext cx="10471" cy="2802"/>
              </a:xfrm>
              <a:custGeom>
                <a:avLst/>
                <a:gdLst>
                  <a:gd name="connsiteX0" fmla="*/ 5297 w 10471"/>
                  <a:gd name="connsiteY0" fmla="*/ 1 h 2802"/>
                  <a:gd name="connsiteX1" fmla="*/ 5177 w 10471"/>
                  <a:gd name="connsiteY1" fmla="*/ 2801 h 2802"/>
                  <a:gd name="connsiteX2" fmla="*/ 5297 w 10471"/>
                  <a:gd name="connsiteY2" fmla="*/ 1 h 2802"/>
                </a:gdLst>
                <a:ahLst/>
                <a:cxnLst>
                  <a:cxn ang="0">
                    <a:pos x="connsiteX0" y="connsiteY0"/>
                  </a:cxn>
                  <a:cxn ang="0">
                    <a:pos x="connsiteX1" y="connsiteY1"/>
                  </a:cxn>
                  <a:cxn ang="0">
                    <a:pos x="connsiteX2" y="connsiteY2"/>
                  </a:cxn>
                </a:cxnLst>
                <a:rect l="l" t="t" r="r" b="b"/>
                <a:pathLst>
                  <a:path w="10471" h="2802">
                    <a:moveTo>
                      <a:pt x="5297" y="1"/>
                    </a:moveTo>
                    <a:cubicBezTo>
                      <a:pt x="-1601" y="-67"/>
                      <a:pt x="-1887" y="2825"/>
                      <a:pt x="5177" y="2801"/>
                    </a:cubicBezTo>
                    <a:cubicBezTo>
                      <a:pt x="12069" y="2853"/>
                      <a:pt x="12361" y="-33"/>
                      <a:pt x="5297"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9" name="Freeform: Shape 2368">
                <a:extLst>
                  <a:ext uri="{FF2B5EF4-FFF2-40B4-BE49-F238E27FC236}">
                    <a16:creationId xmlns:a16="http://schemas.microsoft.com/office/drawing/2014/main" id="{92CB1AA1-753B-C3C3-5073-728800CD0C93}"/>
                  </a:ext>
                </a:extLst>
              </p:cNvPr>
              <p:cNvSpPr/>
              <p:nvPr/>
            </p:nvSpPr>
            <p:spPr>
              <a:xfrm>
                <a:off x="5163872" y="6710959"/>
                <a:ext cx="9322" cy="710"/>
              </a:xfrm>
              <a:custGeom>
                <a:avLst/>
                <a:gdLst>
                  <a:gd name="connsiteX0" fmla="*/ 4722 w 9322"/>
                  <a:gd name="connsiteY0" fmla="*/ 205 h 710"/>
                  <a:gd name="connsiteX1" fmla="*/ 4602 w 9322"/>
                  <a:gd name="connsiteY1" fmla="*/ 507 h 710"/>
                  <a:gd name="connsiteX2" fmla="*/ 4722 w 9322"/>
                  <a:gd name="connsiteY2" fmla="*/ 205 h 710"/>
                </a:gdLst>
                <a:ahLst/>
                <a:cxnLst>
                  <a:cxn ang="0">
                    <a:pos x="connsiteX0" y="connsiteY0"/>
                  </a:cxn>
                  <a:cxn ang="0">
                    <a:pos x="connsiteX1" y="connsiteY1"/>
                  </a:cxn>
                  <a:cxn ang="0">
                    <a:pos x="connsiteX2" y="connsiteY2"/>
                  </a:cxn>
                </a:cxnLst>
                <a:rect l="l" t="t" r="r" b="b"/>
                <a:pathLst>
                  <a:path w="9322" h="710">
                    <a:moveTo>
                      <a:pt x="4722" y="205"/>
                    </a:moveTo>
                    <a:cubicBezTo>
                      <a:pt x="-1421" y="-224"/>
                      <a:pt x="-1684" y="90"/>
                      <a:pt x="4602" y="507"/>
                    </a:cubicBezTo>
                    <a:cubicBezTo>
                      <a:pt x="10746" y="930"/>
                      <a:pt x="11003" y="627"/>
                      <a:pt x="4722" y="20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0" name="Freeform: Shape 2369">
                <a:extLst>
                  <a:ext uri="{FF2B5EF4-FFF2-40B4-BE49-F238E27FC236}">
                    <a16:creationId xmlns:a16="http://schemas.microsoft.com/office/drawing/2014/main" id="{965E12B3-F9EB-038B-610B-CE95FB477710}"/>
                  </a:ext>
                </a:extLst>
              </p:cNvPr>
              <p:cNvSpPr/>
              <p:nvPr/>
            </p:nvSpPr>
            <p:spPr>
              <a:xfrm>
                <a:off x="5159806" y="6710856"/>
                <a:ext cx="9572" cy="498"/>
              </a:xfrm>
              <a:custGeom>
                <a:avLst/>
                <a:gdLst>
                  <a:gd name="connsiteX0" fmla="*/ 4856 w 9572"/>
                  <a:gd name="connsiteY0" fmla="*/ 347 h 498"/>
                  <a:gd name="connsiteX1" fmla="*/ 4719 w 9572"/>
                  <a:gd name="connsiteY1" fmla="*/ 153 h 498"/>
                  <a:gd name="connsiteX2" fmla="*/ 4856 w 9572"/>
                  <a:gd name="connsiteY2" fmla="*/ 347 h 498"/>
                </a:gdLst>
                <a:ahLst/>
                <a:cxnLst>
                  <a:cxn ang="0">
                    <a:pos x="connsiteX0" y="connsiteY0"/>
                  </a:cxn>
                  <a:cxn ang="0">
                    <a:pos x="connsiteX1" y="connsiteY1"/>
                  </a:cxn>
                  <a:cxn ang="0">
                    <a:pos x="connsiteX2" y="connsiteY2"/>
                  </a:cxn>
                </a:cxnLst>
                <a:rect l="l" t="t" r="r" b="b"/>
                <a:pathLst>
                  <a:path w="9572" h="498">
                    <a:moveTo>
                      <a:pt x="4856" y="347"/>
                    </a:moveTo>
                    <a:cubicBezTo>
                      <a:pt x="-1425" y="50"/>
                      <a:pt x="-1762" y="-156"/>
                      <a:pt x="4719" y="153"/>
                    </a:cubicBezTo>
                    <a:cubicBezTo>
                      <a:pt x="11000" y="439"/>
                      <a:pt x="11331" y="656"/>
                      <a:pt x="4856" y="3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1" name="Freeform: Shape 2370">
                <a:extLst>
                  <a:ext uri="{FF2B5EF4-FFF2-40B4-BE49-F238E27FC236}">
                    <a16:creationId xmlns:a16="http://schemas.microsoft.com/office/drawing/2014/main" id="{793DE9BC-1FB1-67C0-7086-B38B9814B71F}"/>
                  </a:ext>
                </a:extLst>
              </p:cNvPr>
              <p:cNvSpPr/>
              <p:nvPr/>
            </p:nvSpPr>
            <p:spPr>
              <a:xfrm>
                <a:off x="5167356" y="6684190"/>
                <a:ext cx="9097" cy="1760"/>
              </a:xfrm>
              <a:custGeom>
                <a:avLst/>
                <a:gdLst>
                  <a:gd name="connsiteX0" fmla="*/ 4599 w 9097"/>
                  <a:gd name="connsiteY0" fmla="*/ 102 h 1760"/>
                  <a:gd name="connsiteX1" fmla="*/ 4501 w 9097"/>
                  <a:gd name="connsiteY1" fmla="*/ 1656 h 1760"/>
                  <a:gd name="connsiteX2" fmla="*/ 4599 w 9097"/>
                  <a:gd name="connsiteY2" fmla="*/ 102 h 1760"/>
                </a:gdLst>
                <a:ahLst/>
                <a:cxnLst>
                  <a:cxn ang="0">
                    <a:pos x="connsiteX0" y="connsiteY0"/>
                  </a:cxn>
                  <a:cxn ang="0">
                    <a:pos x="connsiteX1" y="connsiteY1"/>
                  </a:cxn>
                  <a:cxn ang="0">
                    <a:pos x="connsiteX2" y="connsiteY2"/>
                  </a:cxn>
                </a:cxnLst>
                <a:rect l="l" t="t" r="r" b="b"/>
                <a:pathLst>
                  <a:path w="9097" h="1760">
                    <a:moveTo>
                      <a:pt x="4599" y="102"/>
                    </a:moveTo>
                    <a:cubicBezTo>
                      <a:pt x="-1482" y="-418"/>
                      <a:pt x="-1551" y="1194"/>
                      <a:pt x="4501" y="1656"/>
                    </a:cubicBezTo>
                    <a:cubicBezTo>
                      <a:pt x="10588" y="2182"/>
                      <a:pt x="10639" y="571"/>
                      <a:pt x="4599" y="1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2" name="Freeform: Shape 2371">
                <a:extLst>
                  <a:ext uri="{FF2B5EF4-FFF2-40B4-BE49-F238E27FC236}">
                    <a16:creationId xmlns:a16="http://schemas.microsoft.com/office/drawing/2014/main" id="{E44C9F70-8240-C7D8-14AF-CC125E6EF913}"/>
                  </a:ext>
                </a:extLst>
              </p:cNvPr>
              <p:cNvSpPr/>
              <p:nvPr/>
            </p:nvSpPr>
            <p:spPr>
              <a:xfrm>
                <a:off x="5143019" y="6880133"/>
                <a:ext cx="10813" cy="3613"/>
              </a:xfrm>
              <a:custGeom>
                <a:avLst/>
                <a:gdLst>
                  <a:gd name="connsiteX0" fmla="*/ 5481 w 10813"/>
                  <a:gd name="connsiteY0" fmla="*/ 1 h 3613"/>
                  <a:gd name="connsiteX1" fmla="*/ 5332 w 10813"/>
                  <a:gd name="connsiteY1" fmla="*/ 3613 h 3613"/>
                  <a:gd name="connsiteX2" fmla="*/ 5481 w 10813"/>
                  <a:gd name="connsiteY2" fmla="*/ 1 h 3613"/>
                </a:gdLst>
                <a:ahLst/>
                <a:cxnLst>
                  <a:cxn ang="0">
                    <a:pos x="connsiteX0" y="connsiteY0"/>
                  </a:cxn>
                  <a:cxn ang="0">
                    <a:pos x="connsiteX1" y="connsiteY1"/>
                  </a:cxn>
                  <a:cxn ang="0">
                    <a:pos x="connsiteX2" y="connsiteY2"/>
                  </a:cxn>
                </a:cxnLst>
                <a:rect l="l" t="t" r="r" b="b"/>
                <a:pathLst>
                  <a:path w="10813" h="3613">
                    <a:moveTo>
                      <a:pt x="5481" y="1"/>
                    </a:moveTo>
                    <a:cubicBezTo>
                      <a:pt x="-1629" y="-68"/>
                      <a:pt x="-1972" y="3636"/>
                      <a:pt x="5332" y="3613"/>
                    </a:cubicBezTo>
                    <a:cubicBezTo>
                      <a:pt x="12447" y="3681"/>
                      <a:pt x="12779" y="-28"/>
                      <a:pt x="5481"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3" name="Freeform: Shape 2372">
                <a:extLst>
                  <a:ext uri="{FF2B5EF4-FFF2-40B4-BE49-F238E27FC236}">
                    <a16:creationId xmlns:a16="http://schemas.microsoft.com/office/drawing/2014/main" id="{DF320C47-A801-A905-8193-E02729437D8A}"/>
                  </a:ext>
                </a:extLst>
              </p:cNvPr>
              <p:cNvSpPr/>
              <p:nvPr/>
            </p:nvSpPr>
            <p:spPr>
              <a:xfrm>
                <a:off x="5119667" y="7378738"/>
                <a:ext cx="12321" cy="4705"/>
              </a:xfrm>
              <a:custGeom>
                <a:avLst/>
                <a:gdLst>
                  <a:gd name="connsiteX0" fmla="*/ 6259 w 12321"/>
                  <a:gd name="connsiteY0" fmla="*/ 1 h 4705"/>
                  <a:gd name="connsiteX1" fmla="*/ 6065 w 12321"/>
                  <a:gd name="connsiteY1" fmla="*/ 4705 h 4705"/>
                  <a:gd name="connsiteX2" fmla="*/ 6259 w 12321"/>
                  <a:gd name="connsiteY2" fmla="*/ 1 h 4705"/>
                </a:gdLst>
                <a:ahLst/>
                <a:cxnLst>
                  <a:cxn ang="0">
                    <a:pos x="connsiteX0" y="connsiteY0"/>
                  </a:cxn>
                  <a:cxn ang="0">
                    <a:pos x="connsiteX1" y="connsiteY1"/>
                  </a:cxn>
                  <a:cxn ang="0">
                    <a:pos x="connsiteX2" y="connsiteY2"/>
                  </a:cxn>
                </a:cxnLst>
                <a:rect l="l" t="t" r="r" b="b"/>
                <a:pathLst>
                  <a:path w="12321" h="4705">
                    <a:moveTo>
                      <a:pt x="6259" y="1"/>
                    </a:moveTo>
                    <a:cubicBezTo>
                      <a:pt x="-1822" y="-90"/>
                      <a:pt x="-2279" y="4733"/>
                      <a:pt x="6065" y="4705"/>
                    </a:cubicBezTo>
                    <a:cubicBezTo>
                      <a:pt x="14157" y="4791"/>
                      <a:pt x="14586" y="-27"/>
                      <a:pt x="6259"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4" name="Freeform: Shape 2373">
                <a:extLst>
                  <a:ext uri="{FF2B5EF4-FFF2-40B4-BE49-F238E27FC236}">
                    <a16:creationId xmlns:a16="http://schemas.microsoft.com/office/drawing/2014/main" id="{3F9DDCC5-A6E6-B917-B7D6-816F9C9F46C3}"/>
                  </a:ext>
                </a:extLst>
              </p:cNvPr>
              <p:cNvSpPr/>
              <p:nvPr/>
            </p:nvSpPr>
            <p:spPr>
              <a:xfrm>
                <a:off x="5125832" y="7241263"/>
                <a:ext cx="11906" cy="4391"/>
              </a:xfrm>
              <a:custGeom>
                <a:avLst/>
                <a:gdLst>
                  <a:gd name="connsiteX0" fmla="*/ 6054 w 11906"/>
                  <a:gd name="connsiteY0" fmla="*/ 1 h 4391"/>
                  <a:gd name="connsiteX1" fmla="*/ 5854 w 11906"/>
                  <a:gd name="connsiteY1" fmla="*/ 4391 h 4391"/>
                  <a:gd name="connsiteX2" fmla="*/ 6054 w 11906"/>
                  <a:gd name="connsiteY2" fmla="*/ 1 h 4391"/>
                </a:gdLst>
                <a:ahLst/>
                <a:cxnLst>
                  <a:cxn ang="0">
                    <a:pos x="connsiteX0" y="connsiteY0"/>
                  </a:cxn>
                  <a:cxn ang="0">
                    <a:pos x="connsiteX1" y="connsiteY1"/>
                  </a:cxn>
                  <a:cxn ang="0">
                    <a:pos x="connsiteX2" y="connsiteY2"/>
                  </a:cxn>
                </a:cxnLst>
                <a:rect l="l" t="t" r="r" b="b"/>
                <a:pathLst>
                  <a:path w="11906" h="4391">
                    <a:moveTo>
                      <a:pt x="6054" y="1"/>
                    </a:moveTo>
                    <a:cubicBezTo>
                      <a:pt x="-1741" y="-85"/>
                      <a:pt x="-2221" y="4413"/>
                      <a:pt x="5854" y="4391"/>
                    </a:cubicBezTo>
                    <a:cubicBezTo>
                      <a:pt x="13649" y="4476"/>
                      <a:pt x="14124" y="-22"/>
                      <a:pt x="6054"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5" name="Freeform: Shape 2374">
                <a:extLst>
                  <a:ext uri="{FF2B5EF4-FFF2-40B4-BE49-F238E27FC236}">
                    <a16:creationId xmlns:a16="http://schemas.microsoft.com/office/drawing/2014/main" id="{B149C5A3-E47A-61AC-0282-564C477000EB}"/>
                  </a:ext>
                </a:extLst>
              </p:cNvPr>
              <p:cNvSpPr/>
              <p:nvPr/>
            </p:nvSpPr>
            <p:spPr>
              <a:xfrm>
                <a:off x="5137918" y="6992793"/>
                <a:ext cx="11155" cy="3842"/>
              </a:xfrm>
              <a:custGeom>
                <a:avLst/>
                <a:gdLst>
                  <a:gd name="connsiteX0" fmla="*/ 5667 w 11155"/>
                  <a:gd name="connsiteY0" fmla="*/ 1 h 3842"/>
                  <a:gd name="connsiteX1" fmla="*/ 5490 w 11155"/>
                  <a:gd name="connsiteY1" fmla="*/ 3842 h 3842"/>
                  <a:gd name="connsiteX2" fmla="*/ 5667 w 11155"/>
                  <a:gd name="connsiteY2" fmla="*/ 1 h 3842"/>
                </a:gdLst>
                <a:ahLst/>
                <a:cxnLst>
                  <a:cxn ang="0">
                    <a:pos x="connsiteX0" y="connsiteY0"/>
                  </a:cxn>
                  <a:cxn ang="0">
                    <a:pos x="connsiteX1" y="connsiteY1"/>
                  </a:cxn>
                  <a:cxn ang="0">
                    <a:pos x="connsiteX2" y="connsiteY2"/>
                  </a:cxn>
                </a:cxnLst>
                <a:rect l="l" t="t" r="r" b="b"/>
                <a:pathLst>
                  <a:path w="11155" h="3842">
                    <a:moveTo>
                      <a:pt x="5667" y="1"/>
                    </a:moveTo>
                    <a:cubicBezTo>
                      <a:pt x="-1648" y="-74"/>
                      <a:pt x="-2065" y="3869"/>
                      <a:pt x="5490" y="3842"/>
                    </a:cubicBezTo>
                    <a:cubicBezTo>
                      <a:pt x="12805" y="3921"/>
                      <a:pt x="13217" y="-22"/>
                      <a:pt x="5667"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6" name="Freeform: Shape 2375">
                <a:extLst>
                  <a:ext uri="{FF2B5EF4-FFF2-40B4-BE49-F238E27FC236}">
                    <a16:creationId xmlns:a16="http://schemas.microsoft.com/office/drawing/2014/main" id="{375AD849-BA1B-93F0-69C1-E111B08ACF7F}"/>
                  </a:ext>
                </a:extLst>
              </p:cNvPr>
              <p:cNvSpPr/>
              <p:nvPr/>
            </p:nvSpPr>
            <p:spPr>
              <a:xfrm>
                <a:off x="5132054" y="7112893"/>
                <a:ext cx="11516" cy="4105"/>
              </a:xfrm>
              <a:custGeom>
                <a:avLst/>
                <a:gdLst>
                  <a:gd name="connsiteX0" fmla="*/ 5856 w 11516"/>
                  <a:gd name="connsiteY0" fmla="*/ 1 h 4105"/>
                  <a:gd name="connsiteX1" fmla="*/ 5662 w 11516"/>
                  <a:gd name="connsiteY1" fmla="*/ 4105 h 4105"/>
                  <a:gd name="connsiteX2" fmla="*/ 5856 w 11516"/>
                  <a:gd name="connsiteY2" fmla="*/ 1 h 4105"/>
                </a:gdLst>
                <a:ahLst/>
                <a:cxnLst>
                  <a:cxn ang="0">
                    <a:pos x="connsiteX0" y="connsiteY0"/>
                  </a:cxn>
                  <a:cxn ang="0">
                    <a:pos x="connsiteX1" y="connsiteY1"/>
                  </a:cxn>
                  <a:cxn ang="0">
                    <a:pos x="connsiteX2" y="connsiteY2"/>
                  </a:cxn>
                </a:cxnLst>
                <a:rect l="l" t="t" r="r" b="b"/>
                <a:pathLst>
                  <a:path w="11516" h="4105">
                    <a:moveTo>
                      <a:pt x="5856" y="1"/>
                    </a:moveTo>
                    <a:cubicBezTo>
                      <a:pt x="-1682" y="-84"/>
                      <a:pt x="-2151" y="4128"/>
                      <a:pt x="5662" y="4105"/>
                    </a:cubicBezTo>
                    <a:cubicBezTo>
                      <a:pt x="13200" y="4185"/>
                      <a:pt x="13663" y="-21"/>
                      <a:pt x="5856"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7" name="Freeform: Shape 2376">
                <a:extLst>
                  <a:ext uri="{FF2B5EF4-FFF2-40B4-BE49-F238E27FC236}">
                    <a16:creationId xmlns:a16="http://schemas.microsoft.com/office/drawing/2014/main" id="{C9103D5B-055D-F2A5-381A-388A4125F4F7}"/>
                  </a:ext>
                </a:extLst>
              </p:cNvPr>
              <p:cNvSpPr/>
              <p:nvPr/>
            </p:nvSpPr>
            <p:spPr>
              <a:xfrm>
                <a:off x="5203577" y="5674947"/>
                <a:ext cx="7635" cy="3517"/>
              </a:xfrm>
              <a:custGeom>
                <a:avLst/>
                <a:gdLst>
                  <a:gd name="connsiteX0" fmla="*/ 3793 w 7635"/>
                  <a:gd name="connsiteY0" fmla="*/ 1585 h 3517"/>
                  <a:gd name="connsiteX1" fmla="*/ 3845 w 7635"/>
                  <a:gd name="connsiteY1" fmla="*/ 1911 h 3517"/>
                  <a:gd name="connsiteX2" fmla="*/ 3793 w 7635"/>
                  <a:gd name="connsiteY2" fmla="*/ 1585 h 3517"/>
                </a:gdLst>
                <a:ahLst/>
                <a:cxnLst>
                  <a:cxn ang="0">
                    <a:pos x="connsiteX0" y="connsiteY0"/>
                  </a:cxn>
                  <a:cxn ang="0">
                    <a:pos x="connsiteX1" y="connsiteY1"/>
                  </a:cxn>
                  <a:cxn ang="0">
                    <a:pos x="connsiteX2" y="connsiteY2"/>
                  </a:cxn>
                </a:cxnLst>
                <a:rect l="l" t="t" r="r" b="b"/>
                <a:pathLst>
                  <a:path w="7635" h="3517">
                    <a:moveTo>
                      <a:pt x="3793" y="1585"/>
                    </a:moveTo>
                    <a:cubicBezTo>
                      <a:pt x="-1242" y="3894"/>
                      <a:pt x="-1304" y="4294"/>
                      <a:pt x="3845" y="1911"/>
                    </a:cubicBezTo>
                    <a:cubicBezTo>
                      <a:pt x="8880" y="-381"/>
                      <a:pt x="8937" y="-758"/>
                      <a:pt x="3793" y="15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8" name="Freeform: Shape 2377">
                <a:extLst>
                  <a:ext uri="{FF2B5EF4-FFF2-40B4-BE49-F238E27FC236}">
                    <a16:creationId xmlns:a16="http://schemas.microsoft.com/office/drawing/2014/main" id="{3A62ACB9-98F1-2F45-7D6E-206098D20A5E}"/>
                  </a:ext>
                </a:extLst>
              </p:cNvPr>
              <p:cNvSpPr/>
              <p:nvPr/>
            </p:nvSpPr>
            <p:spPr>
              <a:xfrm>
                <a:off x="5201829" y="5671208"/>
                <a:ext cx="7435" cy="3069"/>
              </a:xfrm>
              <a:custGeom>
                <a:avLst/>
                <a:gdLst>
                  <a:gd name="connsiteX0" fmla="*/ 3685 w 7435"/>
                  <a:gd name="connsiteY0" fmla="*/ 1524 h 3069"/>
                  <a:gd name="connsiteX1" fmla="*/ 3753 w 7435"/>
                  <a:gd name="connsiteY1" fmla="*/ 1524 h 3069"/>
                  <a:gd name="connsiteX2" fmla="*/ 3685 w 7435"/>
                  <a:gd name="connsiteY2" fmla="*/ 1524 h 3069"/>
                </a:gdLst>
                <a:ahLst/>
                <a:cxnLst>
                  <a:cxn ang="0">
                    <a:pos x="connsiteX0" y="connsiteY0"/>
                  </a:cxn>
                  <a:cxn ang="0">
                    <a:pos x="connsiteX1" y="connsiteY1"/>
                  </a:cxn>
                  <a:cxn ang="0">
                    <a:pos x="connsiteX2" y="connsiteY2"/>
                  </a:cxn>
                </a:cxnLst>
                <a:rect l="l" t="t" r="r" b="b"/>
                <a:pathLst>
                  <a:path w="7435" h="3069">
                    <a:moveTo>
                      <a:pt x="3685" y="1524"/>
                    </a:moveTo>
                    <a:cubicBezTo>
                      <a:pt x="-1311" y="3593"/>
                      <a:pt x="-1168" y="3576"/>
                      <a:pt x="3753" y="1524"/>
                    </a:cubicBezTo>
                    <a:cubicBezTo>
                      <a:pt x="8748" y="-528"/>
                      <a:pt x="8599" y="-488"/>
                      <a:pt x="3685" y="15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9" name="Freeform: Shape 2378">
                <a:extLst>
                  <a:ext uri="{FF2B5EF4-FFF2-40B4-BE49-F238E27FC236}">
                    <a16:creationId xmlns:a16="http://schemas.microsoft.com/office/drawing/2014/main" id="{AF702A54-4649-51C8-110E-7140DC2AAF9E}"/>
                  </a:ext>
                </a:extLst>
              </p:cNvPr>
              <p:cNvSpPr/>
              <p:nvPr/>
            </p:nvSpPr>
            <p:spPr>
              <a:xfrm>
                <a:off x="5199866" y="5671437"/>
                <a:ext cx="7248" cy="2615"/>
              </a:xfrm>
              <a:custGeom>
                <a:avLst/>
                <a:gdLst>
                  <a:gd name="connsiteX0" fmla="*/ 3595 w 7248"/>
                  <a:gd name="connsiteY0" fmla="*/ 1265 h 2615"/>
                  <a:gd name="connsiteX1" fmla="*/ 3658 w 7248"/>
                  <a:gd name="connsiteY1" fmla="*/ 1328 h 2615"/>
                  <a:gd name="connsiteX2" fmla="*/ 3595 w 7248"/>
                  <a:gd name="connsiteY2" fmla="*/ 1265 h 2615"/>
                </a:gdLst>
                <a:ahLst/>
                <a:cxnLst>
                  <a:cxn ang="0">
                    <a:pos x="connsiteX0" y="connsiteY0"/>
                  </a:cxn>
                  <a:cxn ang="0">
                    <a:pos x="connsiteX1" y="connsiteY1"/>
                  </a:cxn>
                  <a:cxn ang="0">
                    <a:pos x="connsiteX2" y="connsiteY2"/>
                  </a:cxn>
                </a:cxnLst>
                <a:rect l="l" t="t" r="r" b="b"/>
                <a:pathLst>
                  <a:path w="7248" h="2615">
                    <a:moveTo>
                      <a:pt x="3595" y="1265"/>
                    </a:moveTo>
                    <a:cubicBezTo>
                      <a:pt x="-1263" y="3026"/>
                      <a:pt x="-1154" y="3083"/>
                      <a:pt x="3658" y="1328"/>
                    </a:cubicBezTo>
                    <a:cubicBezTo>
                      <a:pt x="8510" y="-415"/>
                      <a:pt x="8401" y="-449"/>
                      <a:pt x="3595" y="1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0" name="Freeform: Shape 2379">
                <a:extLst>
                  <a:ext uri="{FF2B5EF4-FFF2-40B4-BE49-F238E27FC236}">
                    <a16:creationId xmlns:a16="http://schemas.microsoft.com/office/drawing/2014/main" id="{864EB779-37DC-61C6-39AB-9F549C15C518}"/>
                  </a:ext>
                </a:extLst>
              </p:cNvPr>
              <p:cNvSpPr/>
              <p:nvPr/>
            </p:nvSpPr>
            <p:spPr>
              <a:xfrm>
                <a:off x="5204159" y="5694145"/>
                <a:ext cx="8202" cy="4075"/>
              </a:xfrm>
              <a:custGeom>
                <a:avLst/>
                <a:gdLst>
                  <a:gd name="connsiteX0" fmla="*/ 4046 w 8202"/>
                  <a:gd name="connsiteY0" fmla="*/ 1555 h 4075"/>
                  <a:gd name="connsiteX1" fmla="*/ 0 w 8202"/>
                  <a:gd name="connsiteY1" fmla="*/ 4047 h 4075"/>
                  <a:gd name="connsiteX2" fmla="*/ 4046 w 8202"/>
                  <a:gd name="connsiteY2" fmla="*/ 1555 h 4075"/>
                </a:gdLst>
                <a:ahLst/>
                <a:cxnLst>
                  <a:cxn ang="0">
                    <a:pos x="connsiteX0" y="connsiteY0"/>
                  </a:cxn>
                  <a:cxn ang="0">
                    <a:pos x="connsiteX1" y="connsiteY1"/>
                  </a:cxn>
                  <a:cxn ang="0">
                    <a:pos x="connsiteX2" y="connsiteY2"/>
                  </a:cxn>
                </a:cxnLst>
                <a:rect l="l" t="t" r="r" b="b"/>
                <a:pathLst>
                  <a:path w="8202" h="4075">
                    <a:moveTo>
                      <a:pt x="4046" y="1555"/>
                    </a:moveTo>
                    <a:cubicBezTo>
                      <a:pt x="1811" y="2641"/>
                      <a:pt x="0" y="3761"/>
                      <a:pt x="0" y="4047"/>
                    </a:cubicBezTo>
                    <a:cubicBezTo>
                      <a:pt x="1412" y="4601"/>
                      <a:pt x="14819" y="-3228"/>
                      <a:pt x="4046" y="15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1" name="Freeform: Shape 2380">
                <a:extLst>
                  <a:ext uri="{FF2B5EF4-FFF2-40B4-BE49-F238E27FC236}">
                    <a16:creationId xmlns:a16="http://schemas.microsoft.com/office/drawing/2014/main" id="{30E5DA34-03A5-7427-C711-8BAC5C71B8B7}"/>
                  </a:ext>
                </a:extLst>
              </p:cNvPr>
              <p:cNvSpPr/>
              <p:nvPr/>
            </p:nvSpPr>
            <p:spPr>
              <a:xfrm>
                <a:off x="5198535" y="5663967"/>
                <a:ext cx="7076" cy="2325"/>
              </a:xfrm>
              <a:custGeom>
                <a:avLst/>
                <a:gdLst>
                  <a:gd name="connsiteX0" fmla="*/ 3526 w 7076"/>
                  <a:gd name="connsiteY0" fmla="*/ 900 h 2325"/>
                  <a:gd name="connsiteX1" fmla="*/ 3555 w 7076"/>
                  <a:gd name="connsiteY1" fmla="*/ 1403 h 2325"/>
                  <a:gd name="connsiteX2" fmla="*/ 3526 w 7076"/>
                  <a:gd name="connsiteY2" fmla="*/ 900 h 2325"/>
                </a:gdLst>
                <a:ahLst/>
                <a:cxnLst>
                  <a:cxn ang="0">
                    <a:pos x="connsiteX0" y="connsiteY0"/>
                  </a:cxn>
                  <a:cxn ang="0">
                    <a:pos x="connsiteX1" y="connsiteY1"/>
                  </a:cxn>
                  <a:cxn ang="0">
                    <a:pos x="connsiteX2" y="connsiteY2"/>
                  </a:cxn>
                </a:cxnLst>
                <a:rect l="l" t="t" r="r" b="b"/>
                <a:pathLst>
                  <a:path w="7076" h="2325">
                    <a:moveTo>
                      <a:pt x="3526" y="900"/>
                    </a:moveTo>
                    <a:cubicBezTo>
                      <a:pt x="-1114" y="2375"/>
                      <a:pt x="-1246" y="2963"/>
                      <a:pt x="3555" y="1403"/>
                    </a:cubicBezTo>
                    <a:cubicBezTo>
                      <a:pt x="8190" y="-54"/>
                      <a:pt x="8321" y="-620"/>
                      <a:pt x="3526" y="9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2" name="Freeform: Shape 2381">
                <a:extLst>
                  <a:ext uri="{FF2B5EF4-FFF2-40B4-BE49-F238E27FC236}">
                    <a16:creationId xmlns:a16="http://schemas.microsoft.com/office/drawing/2014/main" id="{6422E7FC-BDD3-CBEC-A9A4-520EBB1112D4}"/>
                  </a:ext>
                </a:extLst>
              </p:cNvPr>
              <p:cNvSpPr/>
              <p:nvPr/>
            </p:nvSpPr>
            <p:spPr>
              <a:xfrm>
                <a:off x="5177761" y="6125209"/>
                <a:ext cx="8717" cy="4069"/>
              </a:xfrm>
              <a:custGeom>
                <a:avLst/>
                <a:gdLst>
                  <a:gd name="connsiteX0" fmla="*/ 4423 w 8717"/>
                  <a:gd name="connsiteY0" fmla="*/ 265 h 4069"/>
                  <a:gd name="connsiteX1" fmla="*/ 0 w 8717"/>
                  <a:gd name="connsiteY1" fmla="*/ 3088 h 4069"/>
                  <a:gd name="connsiteX2" fmla="*/ 4423 w 8717"/>
                  <a:gd name="connsiteY2" fmla="*/ 265 h 4069"/>
                </a:gdLst>
                <a:ahLst/>
                <a:cxnLst>
                  <a:cxn ang="0">
                    <a:pos x="connsiteX0" y="connsiteY0"/>
                  </a:cxn>
                  <a:cxn ang="0">
                    <a:pos x="connsiteX1" y="connsiteY1"/>
                  </a:cxn>
                  <a:cxn ang="0">
                    <a:pos x="connsiteX2" y="connsiteY2"/>
                  </a:cxn>
                </a:cxnLst>
                <a:rect l="l" t="t" r="r" b="b"/>
                <a:pathLst>
                  <a:path w="8717" h="4069">
                    <a:moveTo>
                      <a:pt x="4423" y="265"/>
                    </a:moveTo>
                    <a:cubicBezTo>
                      <a:pt x="2029" y="888"/>
                      <a:pt x="51" y="2162"/>
                      <a:pt x="0" y="3088"/>
                    </a:cubicBezTo>
                    <a:cubicBezTo>
                      <a:pt x="1697" y="6855"/>
                      <a:pt x="15568" y="-1569"/>
                      <a:pt x="4423" y="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3" name="Freeform: Shape 2382">
                <a:extLst>
                  <a:ext uri="{FF2B5EF4-FFF2-40B4-BE49-F238E27FC236}">
                    <a16:creationId xmlns:a16="http://schemas.microsoft.com/office/drawing/2014/main" id="{CD1A75FF-6239-63B3-D901-1DF60118BD45}"/>
                  </a:ext>
                </a:extLst>
              </p:cNvPr>
              <p:cNvSpPr/>
              <p:nvPr/>
            </p:nvSpPr>
            <p:spPr>
              <a:xfrm>
                <a:off x="5170499" y="6561403"/>
                <a:ext cx="8894" cy="8209"/>
              </a:xfrm>
              <a:custGeom>
                <a:avLst/>
                <a:gdLst>
                  <a:gd name="connsiteX0" fmla="*/ 4507 w 8894"/>
                  <a:gd name="connsiteY0" fmla="*/ 6 h 8209"/>
                  <a:gd name="connsiteX1" fmla="*/ 4387 w 8894"/>
                  <a:gd name="connsiteY1" fmla="*/ 8201 h 8209"/>
                  <a:gd name="connsiteX2" fmla="*/ 4507 w 8894"/>
                  <a:gd name="connsiteY2" fmla="*/ 6 h 8209"/>
                </a:gdLst>
                <a:ahLst/>
                <a:cxnLst>
                  <a:cxn ang="0">
                    <a:pos x="connsiteX0" y="connsiteY0"/>
                  </a:cxn>
                  <a:cxn ang="0">
                    <a:pos x="connsiteX1" y="connsiteY1"/>
                  </a:cxn>
                  <a:cxn ang="0">
                    <a:pos x="connsiteX2" y="connsiteY2"/>
                  </a:cxn>
                </a:cxnLst>
                <a:rect l="l" t="t" r="r" b="b"/>
                <a:pathLst>
                  <a:path w="8894" h="8209">
                    <a:moveTo>
                      <a:pt x="4507" y="6"/>
                    </a:moveTo>
                    <a:cubicBezTo>
                      <a:pt x="-1482" y="-246"/>
                      <a:pt x="-1482" y="8075"/>
                      <a:pt x="4387" y="8201"/>
                    </a:cubicBezTo>
                    <a:cubicBezTo>
                      <a:pt x="10428" y="8521"/>
                      <a:pt x="10325" y="126"/>
                      <a:pt x="4507"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4" name="Freeform: Shape 2383">
                <a:extLst>
                  <a:ext uri="{FF2B5EF4-FFF2-40B4-BE49-F238E27FC236}">
                    <a16:creationId xmlns:a16="http://schemas.microsoft.com/office/drawing/2014/main" id="{AE96D331-5021-F521-56D7-9BADD35E9E50}"/>
                  </a:ext>
                </a:extLst>
              </p:cNvPr>
              <p:cNvSpPr/>
              <p:nvPr/>
            </p:nvSpPr>
            <p:spPr>
              <a:xfrm>
                <a:off x="5185774" y="5999553"/>
                <a:ext cx="8333" cy="5387"/>
              </a:xfrm>
              <a:custGeom>
                <a:avLst/>
                <a:gdLst>
                  <a:gd name="connsiteX0" fmla="*/ 4326 w 8333"/>
                  <a:gd name="connsiteY0" fmla="*/ 368 h 5387"/>
                  <a:gd name="connsiteX1" fmla="*/ 4012 w 8333"/>
                  <a:gd name="connsiteY1" fmla="*/ 5014 h 5387"/>
                  <a:gd name="connsiteX2" fmla="*/ 4326 w 8333"/>
                  <a:gd name="connsiteY2" fmla="*/ 368 h 5387"/>
                </a:gdLst>
                <a:ahLst/>
                <a:cxnLst>
                  <a:cxn ang="0">
                    <a:pos x="connsiteX0" y="connsiteY0"/>
                  </a:cxn>
                  <a:cxn ang="0">
                    <a:pos x="connsiteX1" y="connsiteY1"/>
                  </a:cxn>
                  <a:cxn ang="0">
                    <a:pos x="connsiteX2" y="connsiteY2"/>
                  </a:cxn>
                </a:cxnLst>
                <a:rect l="l" t="t" r="r" b="b"/>
                <a:pathLst>
                  <a:path w="8333" h="5387">
                    <a:moveTo>
                      <a:pt x="4326" y="368"/>
                    </a:moveTo>
                    <a:cubicBezTo>
                      <a:pt x="-263" y="1580"/>
                      <a:pt x="-2384" y="6815"/>
                      <a:pt x="4012" y="5014"/>
                    </a:cubicBezTo>
                    <a:cubicBezTo>
                      <a:pt x="8624" y="3832"/>
                      <a:pt x="10692" y="-1421"/>
                      <a:pt x="4326" y="36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5" name="Freeform: Shape 2384">
                <a:extLst>
                  <a:ext uri="{FF2B5EF4-FFF2-40B4-BE49-F238E27FC236}">
                    <a16:creationId xmlns:a16="http://schemas.microsoft.com/office/drawing/2014/main" id="{C3D7DD43-3753-FADB-207F-84813D8E3653}"/>
                  </a:ext>
                </a:extLst>
              </p:cNvPr>
              <p:cNvSpPr/>
              <p:nvPr/>
            </p:nvSpPr>
            <p:spPr>
              <a:xfrm>
                <a:off x="5174149" y="6271521"/>
                <a:ext cx="8964" cy="8996"/>
              </a:xfrm>
              <a:custGeom>
                <a:avLst/>
                <a:gdLst>
                  <a:gd name="connsiteX0" fmla="*/ 4504 w 8964"/>
                  <a:gd name="connsiteY0" fmla="*/ 0 h 8996"/>
                  <a:gd name="connsiteX1" fmla="*/ 0 w 8964"/>
                  <a:gd name="connsiteY1" fmla="*/ 5183 h 8996"/>
                  <a:gd name="connsiteX2" fmla="*/ 4504 w 8964"/>
                  <a:gd name="connsiteY2" fmla="*/ 0 h 8996"/>
                </a:gdLst>
                <a:ahLst/>
                <a:cxnLst>
                  <a:cxn ang="0">
                    <a:pos x="connsiteX0" y="connsiteY0"/>
                  </a:cxn>
                  <a:cxn ang="0">
                    <a:pos x="connsiteX1" y="connsiteY1"/>
                  </a:cxn>
                  <a:cxn ang="0">
                    <a:pos x="connsiteX2" y="connsiteY2"/>
                  </a:cxn>
                </a:cxnLst>
                <a:rect l="l" t="t" r="r" b="b"/>
                <a:pathLst>
                  <a:path w="8964" h="8996">
                    <a:moveTo>
                      <a:pt x="4504" y="0"/>
                    </a:moveTo>
                    <a:cubicBezTo>
                      <a:pt x="2052" y="457"/>
                      <a:pt x="35" y="2766"/>
                      <a:pt x="0" y="5183"/>
                    </a:cubicBezTo>
                    <a:cubicBezTo>
                      <a:pt x="2029" y="16122"/>
                      <a:pt x="15934" y="57"/>
                      <a:pt x="450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6" name="Freeform: Shape 2385">
                <a:extLst>
                  <a:ext uri="{FF2B5EF4-FFF2-40B4-BE49-F238E27FC236}">
                    <a16:creationId xmlns:a16="http://schemas.microsoft.com/office/drawing/2014/main" id="{E8A92D7A-FD04-2650-6E09-E2D56D6B86B2}"/>
                  </a:ext>
                </a:extLst>
              </p:cNvPr>
              <p:cNvSpPr/>
              <p:nvPr/>
            </p:nvSpPr>
            <p:spPr>
              <a:xfrm>
                <a:off x="5202644" y="5744644"/>
                <a:ext cx="8325" cy="4867"/>
              </a:xfrm>
              <a:custGeom>
                <a:avLst/>
                <a:gdLst>
                  <a:gd name="connsiteX0" fmla="*/ 4212 w 8325"/>
                  <a:gd name="connsiteY0" fmla="*/ 1034 h 4867"/>
                  <a:gd name="connsiteX1" fmla="*/ 0 w 8325"/>
                  <a:gd name="connsiteY1" fmla="*/ 4429 h 4867"/>
                  <a:gd name="connsiteX2" fmla="*/ 4212 w 8325"/>
                  <a:gd name="connsiteY2" fmla="*/ 1034 h 4867"/>
                </a:gdLst>
                <a:ahLst/>
                <a:cxnLst>
                  <a:cxn ang="0">
                    <a:pos x="connsiteX0" y="connsiteY0"/>
                  </a:cxn>
                  <a:cxn ang="0">
                    <a:pos x="connsiteX1" y="connsiteY1"/>
                  </a:cxn>
                  <a:cxn ang="0">
                    <a:pos x="connsiteX2" y="connsiteY2"/>
                  </a:cxn>
                </a:cxnLst>
                <a:rect l="l" t="t" r="r" b="b"/>
                <a:pathLst>
                  <a:path w="8325" h="4867">
                    <a:moveTo>
                      <a:pt x="4212" y="1034"/>
                    </a:moveTo>
                    <a:cubicBezTo>
                      <a:pt x="1926" y="2131"/>
                      <a:pt x="40" y="3657"/>
                      <a:pt x="0" y="4429"/>
                    </a:cubicBezTo>
                    <a:cubicBezTo>
                      <a:pt x="1812" y="7063"/>
                      <a:pt x="14802" y="-3189"/>
                      <a:pt x="4212" y="10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7" name="Freeform: Shape 2386">
                <a:extLst>
                  <a:ext uri="{FF2B5EF4-FFF2-40B4-BE49-F238E27FC236}">
                    <a16:creationId xmlns:a16="http://schemas.microsoft.com/office/drawing/2014/main" id="{8AEE8326-A279-FE98-ACDC-11A231B9605E}"/>
                  </a:ext>
                </a:extLst>
              </p:cNvPr>
              <p:cNvSpPr/>
              <p:nvPr/>
            </p:nvSpPr>
            <p:spPr>
              <a:xfrm>
                <a:off x="5195576" y="5857889"/>
                <a:ext cx="8230" cy="5645"/>
              </a:xfrm>
              <a:custGeom>
                <a:avLst/>
                <a:gdLst>
                  <a:gd name="connsiteX0" fmla="*/ 4268 w 8230"/>
                  <a:gd name="connsiteY0" fmla="*/ 591 h 5645"/>
                  <a:gd name="connsiteX1" fmla="*/ 3965 w 8230"/>
                  <a:gd name="connsiteY1" fmla="*/ 5049 h 5645"/>
                  <a:gd name="connsiteX2" fmla="*/ 4268 w 8230"/>
                  <a:gd name="connsiteY2" fmla="*/ 591 h 5645"/>
                </a:gdLst>
                <a:ahLst/>
                <a:cxnLst>
                  <a:cxn ang="0">
                    <a:pos x="connsiteX0" y="connsiteY0"/>
                  </a:cxn>
                  <a:cxn ang="0">
                    <a:pos x="connsiteX1" y="connsiteY1"/>
                  </a:cxn>
                  <a:cxn ang="0">
                    <a:pos x="connsiteX2" y="connsiteY2"/>
                  </a:cxn>
                </a:cxnLst>
                <a:rect l="l" t="t" r="r" b="b"/>
                <a:pathLst>
                  <a:path w="8230" h="5645">
                    <a:moveTo>
                      <a:pt x="4268" y="591"/>
                    </a:moveTo>
                    <a:cubicBezTo>
                      <a:pt x="-115" y="2111"/>
                      <a:pt x="-2470" y="7409"/>
                      <a:pt x="3965" y="5049"/>
                    </a:cubicBezTo>
                    <a:cubicBezTo>
                      <a:pt x="8360" y="3552"/>
                      <a:pt x="10686" y="-1758"/>
                      <a:pt x="4268" y="5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8" name="Freeform: Shape 2387">
                <a:extLst>
                  <a:ext uri="{FF2B5EF4-FFF2-40B4-BE49-F238E27FC236}">
                    <a16:creationId xmlns:a16="http://schemas.microsoft.com/office/drawing/2014/main" id="{C420E037-446B-BC0C-31B6-1E4050095722}"/>
                  </a:ext>
                </a:extLst>
              </p:cNvPr>
              <p:cNvSpPr/>
              <p:nvPr/>
            </p:nvSpPr>
            <p:spPr>
              <a:xfrm>
                <a:off x="5114375" y="7526109"/>
                <a:ext cx="11936" cy="5119"/>
              </a:xfrm>
              <a:custGeom>
                <a:avLst/>
                <a:gdLst>
                  <a:gd name="connsiteX0" fmla="*/ 6054 w 11936"/>
                  <a:gd name="connsiteY0" fmla="*/ 37 h 5119"/>
                  <a:gd name="connsiteX1" fmla="*/ 5888 w 11936"/>
                  <a:gd name="connsiteY1" fmla="*/ 5083 h 5119"/>
                  <a:gd name="connsiteX2" fmla="*/ 6054 w 11936"/>
                  <a:gd name="connsiteY2" fmla="*/ 37 h 5119"/>
                </a:gdLst>
                <a:ahLst/>
                <a:cxnLst>
                  <a:cxn ang="0">
                    <a:pos x="connsiteX0" y="connsiteY0"/>
                  </a:cxn>
                  <a:cxn ang="0">
                    <a:pos x="connsiteX1" y="connsiteY1"/>
                  </a:cxn>
                  <a:cxn ang="0">
                    <a:pos x="connsiteX2" y="connsiteY2"/>
                  </a:cxn>
                </a:cxnLst>
                <a:rect l="l" t="t" r="r" b="b"/>
                <a:pathLst>
                  <a:path w="11936" h="5119">
                    <a:moveTo>
                      <a:pt x="6054" y="37"/>
                    </a:moveTo>
                    <a:cubicBezTo>
                      <a:pt x="-1776" y="-529"/>
                      <a:pt x="-2199" y="5592"/>
                      <a:pt x="5888" y="5083"/>
                    </a:cubicBezTo>
                    <a:cubicBezTo>
                      <a:pt x="13711" y="5643"/>
                      <a:pt x="14135" y="-466"/>
                      <a:pt x="6054" y="3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9" name="Freeform: Shape 2388">
                <a:extLst>
                  <a:ext uri="{FF2B5EF4-FFF2-40B4-BE49-F238E27FC236}">
                    <a16:creationId xmlns:a16="http://schemas.microsoft.com/office/drawing/2014/main" id="{47948311-0F53-7AE6-4886-F949E4E149B0}"/>
                  </a:ext>
                </a:extLst>
              </p:cNvPr>
              <p:cNvSpPr/>
              <p:nvPr/>
            </p:nvSpPr>
            <p:spPr>
              <a:xfrm>
                <a:off x="5002941" y="5719135"/>
                <a:ext cx="6728" cy="3615"/>
              </a:xfrm>
              <a:custGeom>
                <a:avLst/>
                <a:gdLst>
                  <a:gd name="connsiteX0" fmla="*/ 3593 w 6728"/>
                  <a:gd name="connsiteY0" fmla="*/ 1054 h 3615"/>
                  <a:gd name="connsiteX1" fmla="*/ 912 w 6728"/>
                  <a:gd name="connsiteY1" fmla="*/ 3528 h 3615"/>
                  <a:gd name="connsiteX2" fmla="*/ 3593 w 6728"/>
                  <a:gd name="connsiteY2" fmla="*/ 1054 h 3615"/>
                </a:gdLst>
                <a:ahLst/>
                <a:cxnLst>
                  <a:cxn ang="0">
                    <a:pos x="connsiteX0" y="connsiteY0"/>
                  </a:cxn>
                  <a:cxn ang="0">
                    <a:pos x="connsiteX1" y="connsiteY1"/>
                  </a:cxn>
                  <a:cxn ang="0">
                    <a:pos x="connsiteX2" y="connsiteY2"/>
                  </a:cxn>
                </a:cxnLst>
                <a:rect l="l" t="t" r="r" b="b"/>
                <a:pathLst>
                  <a:path w="6728" h="3615">
                    <a:moveTo>
                      <a:pt x="3593" y="1054"/>
                    </a:moveTo>
                    <a:cubicBezTo>
                      <a:pt x="2632" y="1448"/>
                      <a:pt x="-1911" y="4128"/>
                      <a:pt x="912" y="3528"/>
                    </a:cubicBezTo>
                    <a:cubicBezTo>
                      <a:pt x="3747" y="2997"/>
                      <a:pt x="10782" y="-2175"/>
                      <a:pt x="3593" y="105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0" name="Freeform: Shape 2389">
                <a:extLst>
                  <a:ext uri="{FF2B5EF4-FFF2-40B4-BE49-F238E27FC236}">
                    <a16:creationId xmlns:a16="http://schemas.microsoft.com/office/drawing/2014/main" id="{79EF2353-B2A3-B8E1-7F93-89E950479112}"/>
                  </a:ext>
                </a:extLst>
              </p:cNvPr>
              <p:cNvSpPr/>
              <p:nvPr/>
            </p:nvSpPr>
            <p:spPr>
              <a:xfrm>
                <a:off x="4889033" y="6693407"/>
                <a:ext cx="9975" cy="746"/>
              </a:xfrm>
              <a:custGeom>
                <a:avLst/>
                <a:gdLst>
                  <a:gd name="connsiteX0" fmla="*/ 5138 w 9975"/>
                  <a:gd name="connsiteY0" fmla="*/ 355 h 746"/>
                  <a:gd name="connsiteX1" fmla="*/ 0 w 9975"/>
                  <a:gd name="connsiteY1" fmla="*/ 1 h 746"/>
                  <a:gd name="connsiteX2" fmla="*/ 5138 w 9975"/>
                  <a:gd name="connsiteY2" fmla="*/ 355 h 746"/>
                </a:gdLst>
                <a:ahLst/>
                <a:cxnLst>
                  <a:cxn ang="0">
                    <a:pos x="connsiteX0" y="connsiteY0"/>
                  </a:cxn>
                  <a:cxn ang="0">
                    <a:pos x="connsiteX1" y="connsiteY1"/>
                  </a:cxn>
                  <a:cxn ang="0">
                    <a:pos x="connsiteX2" y="connsiteY2"/>
                  </a:cxn>
                </a:cxnLst>
                <a:rect l="l" t="t" r="r" b="b"/>
                <a:pathLst>
                  <a:path w="9975" h="746">
                    <a:moveTo>
                      <a:pt x="5138" y="355"/>
                    </a:moveTo>
                    <a:cubicBezTo>
                      <a:pt x="2406" y="149"/>
                      <a:pt x="103" y="-11"/>
                      <a:pt x="0" y="1"/>
                    </a:cubicBezTo>
                    <a:cubicBezTo>
                      <a:pt x="1149" y="167"/>
                      <a:pt x="18054" y="1344"/>
                      <a:pt x="5138" y="3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1" name="Freeform: Shape 2390">
                <a:extLst>
                  <a:ext uri="{FF2B5EF4-FFF2-40B4-BE49-F238E27FC236}">
                    <a16:creationId xmlns:a16="http://schemas.microsoft.com/office/drawing/2014/main" id="{6AF084A4-03F1-A4FF-EF08-5FC5FA23DF9D}"/>
                  </a:ext>
                </a:extLst>
              </p:cNvPr>
              <p:cNvSpPr/>
              <p:nvPr/>
            </p:nvSpPr>
            <p:spPr>
              <a:xfrm>
                <a:off x="4864825" y="6717230"/>
                <a:ext cx="10606" cy="1244"/>
              </a:xfrm>
              <a:custGeom>
                <a:avLst/>
                <a:gdLst>
                  <a:gd name="connsiteX0" fmla="*/ 5441 w 10606"/>
                  <a:gd name="connsiteY0" fmla="*/ 9 h 1244"/>
                  <a:gd name="connsiteX1" fmla="*/ 0 w 10606"/>
                  <a:gd name="connsiteY1" fmla="*/ 517 h 1244"/>
                  <a:gd name="connsiteX2" fmla="*/ 5441 w 10606"/>
                  <a:gd name="connsiteY2" fmla="*/ 9 h 1244"/>
                </a:gdLst>
                <a:ahLst/>
                <a:cxnLst>
                  <a:cxn ang="0">
                    <a:pos x="connsiteX0" y="connsiteY0"/>
                  </a:cxn>
                  <a:cxn ang="0">
                    <a:pos x="connsiteX1" y="connsiteY1"/>
                  </a:cxn>
                  <a:cxn ang="0">
                    <a:pos x="connsiteX2" y="connsiteY2"/>
                  </a:cxn>
                </a:cxnLst>
                <a:rect l="l" t="t" r="r" b="b"/>
                <a:pathLst>
                  <a:path w="10606" h="1244">
                    <a:moveTo>
                      <a:pt x="5441" y="9"/>
                    </a:moveTo>
                    <a:cubicBezTo>
                      <a:pt x="2555" y="-48"/>
                      <a:pt x="114" y="180"/>
                      <a:pt x="0" y="517"/>
                    </a:cubicBezTo>
                    <a:cubicBezTo>
                      <a:pt x="1286" y="2084"/>
                      <a:pt x="19191" y="741"/>
                      <a:pt x="5441"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2" name="Freeform: Shape 2391">
                <a:extLst>
                  <a:ext uri="{FF2B5EF4-FFF2-40B4-BE49-F238E27FC236}">
                    <a16:creationId xmlns:a16="http://schemas.microsoft.com/office/drawing/2014/main" id="{63B09EEB-7FB5-67F0-4A46-9C80475E9645}"/>
                  </a:ext>
                </a:extLst>
              </p:cNvPr>
              <p:cNvSpPr/>
              <p:nvPr/>
            </p:nvSpPr>
            <p:spPr>
              <a:xfrm>
                <a:off x="4852270" y="6776672"/>
                <a:ext cx="10487" cy="2874"/>
              </a:xfrm>
              <a:custGeom>
                <a:avLst/>
                <a:gdLst>
                  <a:gd name="connsiteX0" fmla="*/ 5451 w 10487"/>
                  <a:gd name="connsiteY0" fmla="*/ 3 h 2874"/>
                  <a:gd name="connsiteX1" fmla="*/ 5034 w 10487"/>
                  <a:gd name="connsiteY1" fmla="*/ 2872 h 2874"/>
                  <a:gd name="connsiteX2" fmla="*/ 5451 w 10487"/>
                  <a:gd name="connsiteY2" fmla="*/ 3 h 2874"/>
                </a:gdLst>
                <a:ahLst/>
                <a:cxnLst>
                  <a:cxn ang="0">
                    <a:pos x="connsiteX0" y="connsiteY0"/>
                  </a:cxn>
                  <a:cxn ang="0">
                    <a:pos x="connsiteX1" y="connsiteY1"/>
                  </a:cxn>
                  <a:cxn ang="0">
                    <a:pos x="connsiteX2" y="connsiteY2"/>
                  </a:cxn>
                </a:cxnLst>
                <a:rect l="l" t="t" r="r" b="b"/>
                <a:pathLst>
                  <a:path w="10487" h="2874">
                    <a:moveTo>
                      <a:pt x="5451" y="3"/>
                    </a:moveTo>
                    <a:cubicBezTo>
                      <a:pt x="-1236" y="-111"/>
                      <a:pt x="-2224" y="2843"/>
                      <a:pt x="5034" y="2872"/>
                    </a:cubicBezTo>
                    <a:cubicBezTo>
                      <a:pt x="11720" y="2969"/>
                      <a:pt x="12715" y="20"/>
                      <a:pt x="5451"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3" name="Freeform: Shape 2392">
                <a:extLst>
                  <a:ext uri="{FF2B5EF4-FFF2-40B4-BE49-F238E27FC236}">
                    <a16:creationId xmlns:a16="http://schemas.microsoft.com/office/drawing/2014/main" id="{1D89BE48-B325-15DD-C38F-375F0CDB07B8}"/>
                  </a:ext>
                </a:extLst>
              </p:cNvPr>
              <p:cNvSpPr/>
              <p:nvPr/>
            </p:nvSpPr>
            <p:spPr>
              <a:xfrm>
                <a:off x="4877180" y="6696548"/>
                <a:ext cx="10187" cy="507"/>
              </a:xfrm>
              <a:custGeom>
                <a:avLst/>
                <a:gdLst>
                  <a:gd name="connsiteX0" fmla="*/ 5286 w 10187"/>
                  <a:gd name="connsiteY0" fmla="*/ 128 h 507"/>
                  <a:gd name="connsiteX1" fmla="*/ 0 w 10187"/>
                  <a:gd name="connsiteY1" fmla="*/ 37 h 507"/>
                  <a:gd name="connsiteX2" fmla="*/ 5286 w 10187"/>
                  <a:gd name="connsiteY2" fmla="*/ 128 h 507"/>
                </a:gdLst>
                <a:ahLst/>
                <a:cxnLst>
                  <a:cxn ang="0">
                    <a:pos x="connsiteX0" y="connsiteY0"/>
                  </a:cxn>
                  <a:cxn ang="0">
                    <a:pos x="connsiteX1" y="connsiteY1"/>
                  </a:cxn>
                  <a:cxn ang="0">
                    <a:pos x="connsiteX2" y="connsiteY2"/>
                  </a:cxn>
                </a:cxnLst>
                <a:rect l="l" t="t" r="r" b="b"/>
                <a:pathLst>
                  <a:path w="10187" h="507">
                    <a:moveTo>
                      <a:pt x="5286" y="128"/>
                    </a:moveTo>
                    <a:cubicBezTo>
                      <a:pt x="2480" y="3"/>
                      <a:pt x="109" y="-37"/>
                      <a:pt x="0" y="37"/>
                    </a:cubicBezTo>
                    <a:cubicBezTo>
                      <a:pt x="1126" y="460"/>
                      <a:pt x="18419" y="798"/>
                      <a:pt x="5286" y="1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4" name="Freeform: Shape 2393">
                <a:extLst>
                  <a:ext uri="{FF2B5EF4-FFF2-40B4-BE49-F238E27FC236}">
                    <a16:creationId xmlns:a16="http://schemas.microsoft.com/office/drawing/2014/main" id="{0802F0D7-E863-3346-CC6A-5356319FB31C}"/>
                  </a:ext>
                </a:extLst>
              </p:cNvPr>
              <p:cNvSpPr/>
              <p:nvPr/>
            </p:nvSpPr>
            <p:spPr>
              <a:xfrm>
                <a:off x="4838999" y="6880131"/>
                <a:ext cx="10823" cy="3616"/>
              </a:xfrm>
              <a:custGeom>
                <a:avLst/>
                <a:gdLst>
                  <a:gd name="connsiteX0" fmla="*/ 5640 w 10823"/>
                  <a:gd name="connsiteY0" fmla="*/ 3 h 3616"/>
                  <a:gd name="connsiteX1" fmla="*/ 5183 w 10823"/>
                  <a:gd name="connsiteY1" fmla="*/ 3614 h 3616"/>
                  <a:gd name="connsiteX2" fmla="*/ 5640 w 10823"/>
                  <a:gd name="connsiteY2" fmla="*/ 3 h 3616"/>
                </a:gdLst>
                <a:ahLst/>
                <a:cxnLst>
                  <a:cxn ang="0">
                    <a:pos x="connsiteX0" y="connsiteY0"/>
                  </a:cxn>
                  <a:cxn ang="0">
                    <a:pos x="connsiteX1" y="connsiteY1"/>
                  </a:cxn>
                  <a:cxn ang="0">
                    <a:pos x="connsiteX2" y="connsiteY2"/>
                  </a:cxn>
                </a:cxnLst>
                <a:rect l="l" t="t" r="r" b="b"/>
                <a:pathLst>
                  <a:path w="10823" h="3616">
                    <a:moveTo>
                      <a:pt x="5640" y="3"/>
                    </a:moveTo>
                    <a:cubicBezTo>
                      <a:pt x="-1240" y="-112"/>
                      <a:pt x="-2326" y="3591"/>
                      <a:pt x="5183" y="3614"/>
                    </a:cubicBezTo>
                    <a:cubicBezTo>
                      <a:pt x="12070" y="3723"/>
                      <a:pt x="13144" y="19"/>
                      <a:pt x="5640"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5" name="Freeform: Shape 2394">
                <a:extLst>
                  <a:ext uri="{FF2B5EF4-FFF2-40B4-BE49-F238E27FC236}">
                    <a16:creationId xmlns:a16="http://schemas.microsoft.com/office/drawing/2014/main" id="{47D5E638-08B4-685A-275C-20979F86323C}"/>
                  </a:ext>
                </a:extLst>
              </p:cNvPr>
              <p:cNvSpPr/>
              <p:nvPr/>
            </p:nvSpPr>
            <p:spPr>
              <a:xfrm>
                <a:off x="4900358" y="6686972"/>
                <a:ext cx="9334" cy="1112"/>
              </a:xfrm>
              <a:custGeom>
                <a:avLst/>
                <a:gdLst>
                  <a:gd name="connsiteX0" fmla="*/ 4843 w 9334"/>
                  <a:gd name="connsiteY0" fmla="*/ 310 h 1112"/>
                  <a:gd name="connsiteX1" fmla="*/ 4494 w 9334"/>
                  <a:gd name="connsiteY1" fmla="*/ 801 h 1112"/>
                  <a:gd name="connsiteX2" fmla="*/ 4843 w 9334"/>
                  <a:gd name="connsiteY2" fmla="*/ 310 h 1112"/>
                </a:gdLst>
                <a:ahLst/>
                <a:cxnLst>
                  <a:cxn ang="0">
                    <a:pos x="connsiteX0" y="connsiteY0"/>
                  </a:cxn>
                  <a:cxn ang="0">
                    <a:pos x="connsiteX1" y="connsiteY1"/>
                  </a:cxn>
                  <a:cxn ang="0">
                    <a:pos x="connsiteX2" y="connsiteY2"/>
                  </a:cxn>
                </a:cxnLst>
                <a:rect l="l" t="t" r="r" b="b"/>
                <a:pathLst>
                  <a:path w="9334" h="1112">
                    <a:moveTo>
                      <a:pt x="4843" y="310"/>
                    </a:moveTo>
                    <a:cubicBezTo>
                      <a:pt x="-1164" y="-342"/>
                      <a:pt x="-1924" y="138"/>
                      <a:pt x="4494" y="801"/>
                    </a:cubicBezTo>
                    <a:cubicBezTo>
                      <a:pt x="10501" y="1452"/>
                      <a:pt x="11255" y="983"/>
                      <a:pt x="4843" y="3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6" name="Freeform: Shape 2395">
                <a:extLst>
                  <a:ext uri="{FF2B5EF4-FFF2-40B4-BE49-F238E27FC236}">
                    <a16:creationId xmlns:a16="http://schemas.microsoft.com/office/drawing/2014/main" id="{EDD6B722-006A-6BA6-8126-22FCFA9F20FA}"/>
                  </a:ext>
                </a:extLst>
              </p:cNvPr>
              <p:cNvSpPr/>
              <p:nvPr/>
            </p:nvSpPr>
            <p:spPr>
              <a:xfrm>
                <a:off x="4773443" y="7378736"/>
                <a:ext cx="12340" cy="4709"/>
              </a:xfrm>
              <a:custGeom>
                <a:avLst/>
                <a:gdLst>
                  <a:gd name="connsiteX0" fmla="*/ 6468 w 12340"/>
                  <a:gd name="connsiteY0" fmla="*/ 3 h 4709"/>
                  <a:gd name="connsiteX1" fmla="*/ 5874 w 12340"/>
                  <a:gd name="connsiteY1" fmla="*/ 4707 h 4709"/>
                  <a:gd name="connsiteX2" fmla="*/ 6468 w 12340"/>
                  <a:gd name="connsiteY2" fmla="*/ 3 h 4709"/>
                </a:gdLst>
                <a:ahLst/>
                <a:cxnLst>
                  <a:cxn ang="0">
                    <a:pos x="connsiteX0" y="connsiteY0"/>
                  </a:cxn>
                  <a:cxn ang="0">
                    <a:pos x="connsiteX1" y="connsiteY1"/>
                  </a:cxn>
                  <a:cxn ang="0">
                    <a:pos x="connsiteX2" y="connsiteY2"/>
                  </a:cxn>
                </a:cxnLst>
                <a:rect l="l" t="t" r="r" b="b"/>
                <a:pathLst>
                  <a:path w="12340" h="4709">
                    <a:moveTo>
                      <a:pt x="6468" y="3"/>
                    </a:moveTo>
                    <a:cubicBezTo>
                      <a:pt x="-1339" y="-140"/>
                      <a:pt x="-2716" y="4672"/>
                      <a:pt x="5874" y="4707"/>
                    </a:cubicBezTo>
                    <a:cubicBezTo>
                      <a:pt x="13692" y="4849"/>
                      <a:pt x="15046" y="37"/>
                      <a:pt x="6468"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7" name="Freeform: Shape 2396">
                <a:extLst>
                  <a:ext uri="{FF2B5EF4-FFF2-40B4-BE49-F238E27FC236}">
                    <a16:creationId xmlns:a16="http://schemas.microsoft.com/office/drawing/2014/main" id="{334BF079-38AB-C860-8B1C-92A2E9FCB5D8}"/>
                  </a:ext>
                </a:extLst>
              </p:cNvPr>
              <p:cNvSpPr/>
              <p:nvPr/>
            </p:nvSpPr>
            <p:spPr>
              <a:xfrm>
                <a:off x="4824151" y="6992794"/>
                <a:ext cx="11557" cy="3895"/>
              </a:xfrm>
              <a:custGeom>
                <a:avLst/>
                <a:gdLst>
                  <a:gd name="connsiteX0" fmla="*/ 5989 w 11557"/>
                  <a:gd name="connsiteY0" fmla="*/ 0 h 3895"/>
                  <a:gd name="connsiteX1" fmla="*/ 0 w 11557"/>
                  <a:gd name="connsiteY1" fmla="*/ 1920 h 3895"/>
                  <a:gd name="connsiteX2" fmla="*/ 5989 w 11557"/>
                  <a:gd name="connsiteY2" fmla="*/ 0 h 3895"/>
                </a:gdLst>
                <a:ahLst/>
                <a:cxnLst>
                  <a:cxn ang="0">
                    <a:pos x="connsiteX0" y="connsiteY0"/>
                  </a:cxn>
                  <a:cxn ang="0">
                    <a:pos x="connsiteX1" y="connsiteY1"/>
                  </a:cxn>
                  <a:cxn ang="0">
                    <a:pos x="connsiteX2" y="connsiteY2"/>
                  </a:cxn>
                </a:cxnLst>
                <a:rect l="l" t="t" r="r" b="b"/>
                <a:pathLst>
                  <a:path w="11557" h="3895">
                    <a:moveTo>
                      <a:pt x="5989" y="0"/>
                    </a:moveTo>
                    <a:cubicBezTo>
                      <a:pt x="2823" y="0"/>
                      <a:pt x="143" y="857"/>
                      <a:pt x="0" y="1920"/>
                    </a:cubicBezTo>
                    <a:cubicBezTo>
                      <a:pt x="1549" y="6812"/>
                      <a:pt x="20803" y="1229"/>
                      <a:pt x="598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8" name="Freeform: Shape 2397">
                <a:extLst>
                  <a:ext uri="{FF2B5EF4-FFF2-40B4-BE49-F238E27FC236}">
                    <a16:creationId xmlns:a16="http://schemas.microsoft.com/office/drawing/2014/main" id="{1EAED20F-FE70-42E2-6CF9-827BD293D046}"/>
                  </a:ext>
                </a:extLst>
              </p:cNvPr>
              <p:cNvSpPr/>
              <p:nvPr/>
            </p:nvSpPr>
            <p:spPr>
              <a:xfrm>
                <a:off x="4808189" y="7112894"/>
                <a:ext cx="11932" cy="4158"/>
              </a:xfrm>
              <a:custGeom>
                <a:avLst/>
                <a:gdLst>
                  <a:gd name="connsiteX0" fmla="*/ 6195 w 11932"/>
                  <a:gd name="connsiteY0" fmla="*/ 0 h 4158"/>
                  <a:gd name="connsiteX1" fmla="*/ 0 w 11932"/>
                  <a:gd name="connsiteY1" fmla="*/ 2052 h 4158"/>
                  <a:gd name="connsiteX2" fmla="*/ 6195 w 11932"/>
                  <a:gd name="connsiteY2" fmla="*/ 0 h 4158"/>
                </a:gdLst>
                <a:ahLst/>
                <a:cxnLst>
                  <a:cxn ang="0">
                    <a:pos x="connsiteX0" y="connsiteY0"/>
                  </a:cxn>
                  <a:cxn ang="0">
                    <a:pos x="connsiteX1" y="connsiteY1"/>
                  </a:cxn>
                  <a:cxn ang="0">
                    <a:pos x="connsiteX2" y="connsiteY2"/>
                  </a:cxn>
                </a:cxnLst>
                <a:rect l="l" t="t" r="r" b="b"/>
                <a:pathLst>
                  <a:path w="11932" h="4158">
                    <a:moveTo>
                      <a:pt x="6195" y="0"/>
                    </a:moveTo>
                    <a:cubicBezTo>
                      <a:pt x="2926" y="0"/>
                      <a:pt x="154" y="915"/>
                      <a:pt x="0" y="2052"/>
                    </a:cubicBezTo>
                    <a:cubicBezTo>
                      <a:pt x="1589" y="7276"/>
                      <a:pt x="21471" y="1298"/>
                      <a:pt x="619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9" name="Freeform: Shape 2398">
                <a:extLst>
                  <a:ext uri="{FF2B5EF4-FFF2-40B4-BE49-F238E27FC236}">
                    <a16:creationId xmlns:a16="http://schemas.microsoft.com/office/drawing/2014/main" id="{BDA030E3-76CF-A673-FC49-1BD389D815F3}"/>
                  </a:ext>
                </a:extLst>
              </p:cNvPr>
              <p:cNvSpPr/>
              <p:nvPr/>
            </p:nvSpPr>
            <p:spPr>
              <a:xfrm>
                <a:off x="4791164" y="7241264"/>
                <a:ext cx="12328" cy="4448"/>
              </a:xfrm>
              <a:custGeom>
                <a:avLst/>
                <a:gdLst>
                  <a:gd name="connsiteX0" fmla="*/ 6407 w 12328"/>
                  <a:gd name="connsiteY0" fmla="*/ 0 h 4448"/>
                  <a:gd name="connsiteX1" fmla="*/ 0 w 12328"/>
                  <a:gd name="connsiteY1" fmla="*/ 2195 h 4448"/>
                  <a:gd name="connsiteX2" fmla="*/ 6407 w 12328"/>
                  <a:gd name="connsiteY2" fmla="*/ 0 h 4448"/>
                </a:gdLst>
                <a:ahLst/>
                <a:cxnLst>
                  <a:cxn ang="0">
                    <a:pos x="connsiteX0" y="connsiteY0"/>
                  </a:cxn>
                  <a:cxn ang="0">
                    <a:pos x="connsiteX1" y="connsiteY1"/>
                  </a:cxn>
                  <a:cxn ang="0">
                    <a:pos x="connsiteX2" y="connsiteY2"/>
                  </a:cxn>
                </a:cxnLst>
                <a:rect l="l" t="t" r="r" b="b"/>
                <a:pathLst>
                  <a:path w="12328" h="4448">
                    <a:moveTo>
                      <a:pt x="6407" y="0"/>
                    </a:moveTo>
                    <a:cubicBezTo>
                      <a:pt x="3029" y="0"/>
                      <a:pt x="160" y="983"/>
                      <a:pt x="0" y="2195"/>
                    </a:cubicBezTo>
                    <a:cubicBezTo>
                      <a:pt x="1634" y="7790"/>
                      <a:pt x="22180" y="1377"/>
                      <a:pt x="640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0" name="Freeform: Shape 2399">
                <a:extLst>
                  <a:ext uri="{FF2B5EF4-FFF2-40B4-BE49-F238E27FC236}">
                    <a16:creationId xmlns:a16="http://schemas.microsoft.com/office/drawing/2014/main" id="{6AD03071-8372-6AEC-3F10-3B05C89D8A95}"/>
                  </a:ext>
                </a:extLst>
              </p:cNvPr>
              <p:cNvSpPr/>
              <p:nvPr/>
            </p:nvSpPr>
            <p:spPr>
              <a:xfrm>
                <a:off x="4952030" y="6104232"/>
                <a:ext cx="8621" cy="5947"/>
              </a:xfrm>
              <a:custGeom>
                <a:avLst/>
                <a:gdLst>
                  <a:gd name="connsiteX0" fmla="*/ 4492 w 8621"/>
                  <a:gd name="connsiteY0" fmla="*/ 1051 h 5947"/>
                  <a:gd name="connsiteX1" fmla="*/ 0 w 8621"/>
                  <a:gd name="connsiteY1" fmla="*/ 5246 h 5947"/>
                  <a:gd name="connsiteX2" fmla="*/ 4492 w 8621"/>
                  <a:gd name="connsiteY2" fmla="*/ 1051 h 5947"/>
                </a:gdLst>
                <a:ahLst/>
                <a:cxnLst>
                  <a:cxn ang="0">
                    <a:pos x="connsiteX0" y="connsiteY0"/>
                  </a:cxn>
                  <a:cxn ang="0">
                    <a:pos x="connsiteX1" y="connsiteY1"/>
                  </a:cxn>
                  <a:cxn ang="0">
                    <a:pos x="connsiteX2" y="connsiteY2"/>
                  </a:cxn>
                </a:cxnLst>
                <a:rect l="l" t="t" r="r" b="b"/>
                <a:pathLst>
                  <a:path w="8621" h="5947">
                    <a:moveTo>
                      <a:pt x="4492" y="1051"/>
                    </a:moveTo>
                    <a:cubicBezTo>
                      <a:pt x="2126" y="2308"/>
                      <a:pt x="114" y="4188"/>
                      <a:pt x="0" y="5246"/>
                    </a:cubicBezTo>
                    <a:cubicBezTo>
                      <a:pt x="1800" y="8977"/>
                      <a:pt x="15247" y="-3613"/>
                      <a:pt x="4492" y="10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1" name="Freeform: Shape 2400">
                <a:extLst>
                  <a:ext uri="{FF2B5EF4-FFF2-40B4-BE49-F238E27FC236}">
                    <a16:creationId xmlns:a16="http://schemas.microsoft.com/office/drawing/2014/main" id="{98FCA25F-E583-85C7-D4BD-7EB2DECD15F1}"/>
                  </a:ext>
                </a:extLst>
              </p:cNvPr>
              <p:cNvSpPr/>
              <p:nvPr/>
            </p:nvSpPr>
            <p:spPr>
              <a:xfrm>
                <a:off x="4981479" y="5838526"/>
                <a:ext cx="8283" cy="6398"/>
              </a:xfrm>
              <a:custGeom>
                <a:avLst/>
                <a:gdLst>
                  <a:gd name="connsiteX0" fmla="*/ 4184 w 8283"/>
                  <a:gd name="connsiteY0" fmla="*/ 2615 h 6398"/>
                  <a:gd name="connsiteX1" fmla="*/ 0 w 8283"/>
                  <a:gd name="connsiteY1" fmla="*/ 6393 h 6398"/>
                  <a:gd name="connsiteX2" fmla="*/ 4184 w 8283"/>
                  <a:gd name="connsiteY2" fmla="*/ 2615 h 6398"/>
                </a:gdLst>
                <a:ahLst/>
                <a:cxnLst>
                  <a:cxn ang="0">
                    <a:pos x="connsiteX0" y="connsiteY0"/>
                  </a:cxn>
                  <a:cxn ang="0">
                    <a:pos x="connsiteX1" y="connsiteY1"/>
                  </a:cxn>
                  <a:cxn ang="0">
                    <a:pos x="connsiteX2" y="connsiteY2"/>
                  </a:cxn>
                </a:cxnLst>
                <a:rect l="l" t="t" r="r" b="b"/>
                <a:pathLst>
                  <a:path w="8283" h="6398">
                    <a:moveTo>
                      <a:pt x="4184" y="2615"/>
                    </a:moveTo>
                    <a:cubicBezTo>
                      <a:pt x="1926" y="4335"/>
                      <a:pt x="52" y="6033"/>
                      <a:pt x="0" y="6393"/>
                    </a:cubicBezTo>
                    <a:cubicBezTo>
                      <a:pt x="1526" y="6696"/>
                      <a:pt x="14842" y="-5083"/>
                      <a:pt x="4184" y="261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2" name="Freeform: Shape 2401">
                <a:extLst>
                  <a:ext uri="{FF2B5EF4-FFF2-40B4-BE49-F238E27FC236}">
                    <a16:creationId xmlns:a16="http://schemas.microsoft.com/office/drawing/2014/main" id="{03442328-72E4-BAFA-ECB0-E37205E63904}"/>
                  </a:ext>
                </a:extLst>
              </p:cNvPr>
              <p:cNvSpPr/>
              <p:nvPr/>
            </p:nvSpPr>
            <p:spPr>
              <a:xfrm>
                <a:off x="4986474" y="5807713"/>
                <a:ext cx="8153" cy="5893"/>
              </a:xfrm>
              <a:custGeom>
                <a:avLst/>
                <a:gdLst>
                  <a:gd name="connsiteX0" fmla="*/ 4052 w 8153"/>
                  <a:gd name="connsiteY0" fmla="*/ 2625 h 5893"/>
                  <a:gd name="connsiteX1" fmla="*/ 0 w 8153"/>
                  <a:gd name="connsiteY1" fmla="*/ 5894 h 5893"/>
                  <a:gd name="connsiteX2" fmla="*/ 4052 w 8153"/>
                  <a:gd name="connsiteY2" fmla="*/ 2625 h 5893"/>
                </a:gdLst>
                <a:ahLst/>
                <a:cxnLst>
                  <a:cxn ang="0">
                    <a:pos x="connsiteX0" y="connsiteY0"/>
                  </a:cxn>
                  <a:cxn ang="0">
                    <a:pos x="connsiteX1" y="connsiteY1"/>
                  </a:cxn>
                  <a:cxn ang="0">
                    <a:pos x="connsiteX2" y="connsiteY2"/>
                  </a:cxn>
                </a:cxnLst>
                <a:rect l="l" t="t" r="r" b="b"/>
                <a:pathLst>
                  <a:path w="8153" h="5893">
                    <a:moveTo>
                      <a:pt x="4052" y="2625"/>
                    </a:moveTo>
                    <a:cubicBezTo>
                      <a:pt x="1857" y="4208"/>
                      <a:pt x="40" y="5676"/>
                      <a:pt x="0" y="5894"/>
                    </a:cubicBezTo>
                    <a:cubicBezTo>
                      <a:pt x="1126" y="5899"/>
                      <a:pt x="14813" y="-4805"/>
                      <a:pt x="4052" y="26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3" name="Freeform: Shape 2402">
                <a:extLst>
                  <a:ext uri="{FF2B5EF4-FFF2-40B4-BE49-F238E27FC236}">
                    <a16:creationId xmlns:a16="http://schemas.microsoft.com/office/drawing/2014/main" id="{FAA3EC02-674A-8B49-B701-5629A4A743B5}"/>
                  </a:ext>
                </a:extLst>
              </p:cNvPr>
              <p:cNvSpPr/>
              <p:nvPr/>
            </p:nvSpPr>
            <p:spPr>
              <a:xfrm>
                <a:off x="4990509" y="5788828"/>
                <a:ext cx="7598" cy="5067"/>
              </a:xfrm>
              <a:custGeom>
                <a:avLst/>
                <a:gdLst>
                  <a:gd name="connsiteX0" fmla="*/ 3932 w 7598"/>
                  <a:gd name="connsiteY0" fmla="*/ 2238 h 5067"/>
                  <a:gd name="connsiteX1" fmla="*/ 0 w 7598"/>
                  <a:gd name="connsiteY1" fmla="*/ 5067 h 5067"/>
                  <a:gd name="connsiteX2" fmla="*/ 3932 w 7598"/>
                  <a:gd name="connsiteY2" fmla="*/ 2238 h 5067"/>
                </a:gdLst>
                <a:ahLst/>
                <a:cxnLst>
                  <a:cxn ang="0">
                    <a:pos x="connsiteX0" y="connsiteY0"/>
                  </a:cxn>
                  <a:cxn ang="0">
                    <a:pos x="connsiteX1" y="connsiteY1"/>
                  </a:cxn>
                  <a:cxn ang="0">
                    <a:pos x="connsiteX2" y="connsiteY2"/>
                  </a:cxn>
                </a:cxnLst>
                <a:rect l="l" t="t" r="r" b="b"/>
                <a:pathLst>
                  <a:path w="7598" h="5067">
                    <a:moveTo>
                      <a:pt x="3932" y="2238"/>
                    </a:moveTo>
                    <a:cubicBezTo>
                      <a:pt x="1795" y="3644"/>
                      <a:pt x="35" y="4913"/>
                      <a:pt x="0" y="5067"/>
                    </a:cubicBezTo>
                    <a:cubicBezTo>
                      <a:pt x="1538" y="4610"/>
                      <a:pt x="13482" y="-3951"/>
                      <a:pt x="3932" y="22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4" name="Freeform: Shape 2403">
                <a:extLst>
                  <a:ext uri="{FF2B5EF4-FFF2-40B4-BE49-F238E27FC236}">
                    <a16:creationId xmlns:a16="http://schemas.microsoft.com/office/drawing/2014/main" id="{0F544A70-9A52-73EF-6DB5-408107E34ACF}"/>
                  </a:ext>
                </a:extLst>
              </p:cNvPr>
              <p:cNvSpPr/>
              <p:nvPr/>
            </p:nvSpPr>
            <p:spPr>
              <a:xfrm>
                <a:off x="4974867" y="5891407"/>
                <a:ext cx="8410" cy="6766"/>
              </a:xfrm>
              <a:custGeom>
                <a:avLst/>
                <a:gdLst>
                  <a:gd name="connsiteX0" fmla="*/ 4321 w 8410"/>
                  <a:gd name="connsiteY0" fmla="*/ 2220 h 6766"/>
                  <a:gd name="connsiteX1" fmla="*/ 0 w 8410"/>
                  <a:gd name="connsiteY1" fmla="*/ 6638 h 6766"/>
                  <a:gd name="connsiteX2" fmla="*/ 4321 w 8410"/>
                  <a:gd name="connsiteY2" fmla="*/ 2220 h 6766"/>
                </a:gdLst>
                <a:ahLst/>
                <a:cxnLst>
                  <a:cxn ang="0">
                    <a:pos x="connsiteX0" y="connsiteY0"/>
                  </a:cxn>
                  <a:cxn ang="0">
                    <a:pos x="connsiteX1" y="connsiteY1"/>
                  </a:cxn>
                  <a:cxn ang="0">
                    <a:pos x="connsiteX2" y="connsiteY2"/>
                  </a:cxn>
                </a:cxnLst>
                <a:rect l="l" t="t" r="r" b="b"/>
                <a:pathLst>
                  <a:path w="8410" h="6766">
                    <a:moveTo>
                      <a:pt x="4321" y="2220"/>
                    </a:moveTo>
                    <a:cubicBezTo>
                      <a:pt x="2012" y="3975"/>
                      <a:pt x="74" y="5952"/>
                      <a:pt x="0" y="6638"/>
                    </a:cubicBezTo>
                    <a:cubicBezTo>
                      <a:pt x="1840" y="8198"/>
                      <a:pt x="14893" y="-5112"/>
                      <a:pt x="4321" y="22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5" name="Freeform: Shape 2404">
                <a:extLst>
                  <a:ext uri="{FF2B5EF4-FFF2-40B4-BE49-F238E27FC236}">
                    <a16:creationId xmlns:a16="http://schemas.microsoft.com/office/drawing/2014/main" id="{A2312A9E-79E0-EEE9-A0C4-A0D704DCE9AF}"/>
                  </a:ext>
                </a:extLst>
              </p:cNvPr>
              <p:cNvSpPr/>
              <p:nvPr/>
            </p:nvSpPr>
            <p:spPr>
              <a:xfrm>
                <a:off x="4910682" y="6655819"/>
                <a:ext cx="9111" cy="2076"/>
              </a:xfrm>
              <a:custGeom>
                <a:avLst/>
                <a:gdLst>
                  <a:gd name="connsiteX0" fmla="*/ 4715 w 9111"/>
                  <a:gd name="connsiteY0" fmla="*/ 213 h 2076"/>
                  <a:gd name="connsiteX1" fmla="*/ 4395 w 9111"/>
                  <a:gd name="connsiteY1" fmla="*/ 1864 h 2076"/>
                  <a:gd name="connsiteX2" fmla="*/ 4715 w 9111"/>
                  <a:gd name="connsiteY2" fmla="*/ 213 h 2076"/>
                </a:gdLst>
                <a:ahLst/>
                <a:cxnLst>
                  <a:cxn ang="0">
                    <a:pos x="connsiteX0" y="connsiteY0"/>
                  </a:cxn>
                  <a:cxn ang="0">
                    <a:pos x="connsiteX1" y="connsiteY1"/>
                  </a:cxn>
                  <a:cxn ang="0">
                    <a:pos x="connsiteX2" y="connsiteY2"/>
                  </a:cxn>
                </a:cxnLst>
                <a:rect l="l" t="t" r="r" b="b"/>
                <a:pathLst>
                  <a:path w="9111" h="2076">
                    <a:moveTo>
                      <a:pt x="4715" y="213"/>
                    </a:moveTo>
                    <a:cubicBezTo>
                      <a:pt x="-1263" y="-593"/>
                      <a:pt x="-1760" y="1098"/>
                      <a:pt x="4395" y="1864"/>
                    </a:cubicBezTo>
                    <a:cubicBezTo>
                      <a:pt x="10384" y="2670"/>
                      <a:pt x="10864" y="984"/>
                      <a:pt x="4715" y="2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6" name="Freeform: Shape 2405">
                <a:extLst>
                  <a:ext uri="{FF2B5EF4-FFF2-40B4-BE49-F238E27FC236}">
                    <a16:creationId xmlns:a16="http://schemas.microsoft.com/office/drawing/2014/main" id="{FA750290-DBF4-3E7D-4A81-BE8AB84AAD7C}"/>
                  </a:ext>
                </a:extLst>
              </p:cNvPr>
              <p:cNvSpPr/>
              <p:nvPr/>
            </p:nvSpPr>
            <p:spPr>
              <a:xfrm>
                <a:off x="4920719" y="6551099"/>
                <a:ext cx="8911" cy="6353"/>
              </a:xfrm>
              <a:custGeom>
                <a:avLst/>
                <a:gdLst>
                  <a:gd name="connsiteX0" fmla="*/ 4627 w 8911"/>
                  <a:gd name="connsiteY0" fmla="*/ 10 h 6353"/>
                  <a:gd name="connsiteX1" fmla="*/ 4285 w 8911"/>
                  <a:gd name="connsiteY1" fmla="*/ 6337 h 6353"/>
                  <a:gd name="connsiteX2" fmla="*/ 4627 w 8911"/>
                  <a:gd name="connsiteY2" fmla="*/ 10 h 6353"/>
                </a:gdLst>
                <a:ahLst/>
                <a:cxnLst>
                  <a:cxn ang="0">
                    <a:pos x="connsiteX0" y="connsiteY0"/>
                  </a:cxn>
                  <a:cxn ang="0">
                    <a:pos x="connsiteX1" y="connsiteY1"/>
                  </a:cxn>
                  <a:cxn ang="0">
                    <a:pos x="connsiteX2" y="connsiteY2"/>
                  </a:cxn>
                </a:cxnLst>
                <a:rect l="l" t="t" r="r" b="b"/>
                <a:pathLst>
                  <a:path w="8911" h="6353">
                    <a:moveTo>
                      <a:pt x="4627" y="10"/>
                    </a:moveTo>
                    <a:cubicBezTo>
                      <a:pt x="-1265" y="-292"/>
                      <a:pt x="-1693" y="6091"/>
                      <a:pt x="4285" y="6337"/>
                    </a:cubicBezTo>
                    <a:cubicBezTo>
                      <a:pt x="10211" y="6725"/>
                      <a:pt x="10571" y="227"/>
                      <a:pt x="4627" y="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7" name="Freeform: Shape 2406">
                <a:extLst>
                  <a:ext uri="{FF2B5EF4-FFF2-40B4-BE49-F238E27FC236}">
                    <a16:creationId xmlns:a16="http://schemas.microsoft.com/office/drawing/2014/main" id="{75602964-CDDE-E412-8688-6BA37E0717ED}"/>
                  </a:ext>
                </a:extLst>
              </p:cNvPr>
              <p:cNvSpPr/>
              <p:nvPr/>
            </p:nvSpPr>
            <p:spPr>
              <a:xfrm>
                <a:off x="4994184" y="5773146"/>
                <a:ext cx="7463" cy="4455"/>
              </a:xfrm>
              <a:custGeom>
                <a:avLst/>
                <a:gdLst>
                  <a:gd name="connsiteX0" fmla="*/ 3829 w 7463"/>
                  <a:gd name="connsiteY0" fmla="*/ 1947 h 4455"/>
                  <a:gd name="connsiteX1" fmla="*/ 0 w 7463"/>
                  <a:gd name="connsiteY1" fmla="*/ 4455 h 4455"/>
                  <a:gd name="connsiteX2" fmla="*/ 3829 w 7463"/>
                  <a:gd name="connsiteY2" fmla="*/ 1947 h 4455"/>
                </a:gdLst>
                <a:ahLst/>
                <a:cxnLst>
                  <a:cxn ang="0">
                    <a:pos x="connsiteX0" y="connsiteY0"/>
                  </a:cxn>
                  <a:cxn ang="0">
                    <a:pos x="connsiteX1" y="connsiteY1"/>
                  </a:cxn>
                  <a:cxn ang="0">
                    <a:pos x="connsiteX2" y="connsiteY2"/>
                  </a:cxn>
                </a:cxnLst>
                <a:rect l="l" t="t" r="r" b="b"/>
                <a:pathLst>
                  <a:path w="7463" h="4455">
                    <a:moveTo>
                      <a:pt x="3829" y="1947"/>
                    </a:moveTo>
                    <a:cubicBezTo>
                      <a:pt x="1749" y="3170"/>
                      <a:pt x="34" y="4296"/>
                      <a:pt x="0" y="4455"/>
                    </a:cubicBezTo>
                    <a:cubicBezTo>
                      <a:pt x="1395" y="4215"/>
                      <a:pt x="13316" y="-3511"/>
                      <a:pt x="3829" y="19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8" name="Freeform: Shape 2407">
                <a:extLst>
                  <a:ext uri="{FF2B5EF4-FFF2-40B4-BE49-F238E27FC236}">
                    <a16:creationId xmlns:a16="http://schemas.microsoft.com/office/drawing/2014/main" id="{63D9702D-01BA-4343-CB60-710F8FEA83A4}"/>
                  </a:ext>
                </a:extLst>
              </p:cNvPr>
              <p:cNvSpPr/>
              <p:nvPr/>
            </p:nvSpPr>
            <p:spPr>
              <a:xfrm>
                <a:off x="4931158" y="6330451"/>
                <a:ext cx="8712" cy="7082"/>
              </a:xfrm>
              <a:custGeom>
                <a:avLst/>
                <a:gdLst>
                  <a:gd name="connsiteX0" fmla="*/ 4521 w 8712"/>
                  <a:gd name="connsiteY0" fmla="*/ 202 h 7082"/>
                  <a:gd name="connsiteX1" fmla="*/ 4190 w 8712"/>
                  <a:gd name="connsiteY1" fmla="*/ 6900 h 7082"/>
                  <a:gd name="connsiteX2" fmla="*/ 4521 w 8712"/>
                  <a:gd name="connsiteY2" fmla="*/ 202 h 7082"/>
                </a:gdLst>
                <a:ahLst/>
                <a:cxnLst>
                  <a:cxn ang="0">
                    <a:pos x="connsiteX0" y="connsiteY0"/>
                  </a:cxn>
                  <a:cxn ang="0">
                    <a:pos x="connsiteX1" y="connsiteY1"/>
                  </a:cxn>
                  <a:cxn ang="0">
                    <a:pos x="connsiteX2" y="connsiteY2"/>
                  </a:cxn>
                </a:cxnLst>
                <a:rect l="l" t="t" r="r" b="b"/>
                <a:pathLst>
                  <a:path w="8712" h="7082">
                    <a:moveTo>
                      <a:pt x="4521" y="202"/>
                    </a:moveTo>
                    <a:cubicBezTo>
                      <a:pt x="-331" y="1156"/>
                      <a:pt x="-2445" y="8306"/>
                      <a:pt x="4190" y="6900"/>
                    </a:cubicBezTo>
                    <a:cubicBezTo>
                      <a:pt x="9030" y="5992"/>
                      <a:pt x="11168" y="-1295"/>
                      <a:pt x="4521" y="2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9" name="Freeform: Shape 2408">
                <a:extLst>
                  <a:ext uri="{FF2B5EF4-FFF2-40B4-BE49-F238E27FC236}">
                    <a16:creationId xmlns:a16="http://schemas.microsoft.com/office/drawing/2014/main" id="{ECCB307D-C8E9-A2E1-6877-EB274643B222}"/>
                  </a:ext>
                </a:extLst>
              </p:cNvPr>
              <p:cNvSpPr/>
              <p:nvPr/>
            </p:nvSpPr>
            <p:spPr>
              <a:xfrm>
                <a:off x="4940571" y="6210422"/>
                <a:ext cx="8746" cy="4761"/>
              </a:xfrm>
              <a:custGeom>
                <a:avLst/>
                <a:gdLst>
                  <a:gd name="connsiteX0" fmla="*/ 4509 w 8746"/>
                  <a:gd name="connsiteY0" fmla="*/ 885 h 4761"/>
                  <a:gd name="connsiteX1" fmla="*/ 0 w 8746"/>
                  <a:gd name="connsiteY1" fmla="*/ 4234 h 4761"/>
                  <a:gd name="connsiteX2" fmla="*/ 4509 w 8746"/>
                  <a:gd name="connsiteY2" fmla="*/ 885 h 4761"/>
                </a:gdLst>
                <a:ahLst/>
                <a:cxnLst>
                  <a:cxn ang="0">
                    <a:pos x="connsiteX0" y="connsiteY0"/>
                  </a:cxn>
                  <a:cxn ang="0">
                    <a:pos x="connsiteX1" y="connsiteY1"/>
                  </a:cxn>
                  <a:cxn ang="0">
                    <a:pos x="connsiteX2" y="connsiteY2"/>
                  </a:cxn>
                </a:cxnLst>
                <a:rect l="l" t="t" r="r" b="b"/>
                <a:pathLst>
                  <a:path w="8746" h="4761">
                    <a:moveTo>
                      <a:pt x="4509" y="885"/>
                    </a:moveTo>
                    <a:cubicBezTo>
                      <a:pt x="2109" y="1914"/>
                      <a:pt x="91" y="3417"/>
                      <a:pt x="0" y="4234"/>
                    </a:cubicBezTo>
                    <a:cubicBezTo>
                      <a:pt x="1709" y="7120"/>
                      <a:pt x="15556" y="-2955"/>
                      <a:pt x="4509" y="8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0" name="Freeform: Shape 2409">
                <a:extLst>
                  <a:ext uri="{FF2B5EF4-FFF2-40B4-BE49-F238E27FC236}">
                    <a16:creationId xmlns:a16="http://schemas.microsoft.com/office/drawing/2014/main" id="{78724C13-FFC9-8C89-3F03-285996C0C87F}"/>
                  </a:ext>
                </a:extLst>
              </p:cNvPr>
              <p:cNvSpPr/>
              <p:nvPr/>
            </p:nvSpPr>
            <p:spPr>
              <a:xfrm>
                <a:off x="4964611" y="5987451"/>
                <a:ext cx="8295" cy="6630"/>
              </a:xfrm>
              <a:custGeom>
                <a:avLst/>
                <a:gdLst>
                  <a:gd name="connsiteX0" fmla="*/ 4346 w 8295"/>
                  <a:gd name="connsiteY0" fmla="*/ 1480 h 6630"/>
                  <a:gd name="connsiteX1" fmla="*/ 3952 w 8295"/>
                  <a:gd name="connsiteY1" fmla="*/ 5154 h 6630"/>
                  <a:gd name="connsiteX2" fmla="*/ 4346 w 8295"/>
                  <a:gd name="connsiteY2" fmla="*/ 1480 h 6630"/>
                </a:gdLst>
                <a:ahLst/>
                <a:cxnLst>
                  <a:cxn ang="0">
                    <a:pos x="connsiteX0" y="connsiteY0"/>
                  </a:cxn>
                  <a:cxn ang="0">
                    <a:pos x="connsiteX1" y="connsiteY1"/>
                  </a:cxn>
                  <a:cxn ang="0">
                    <a:pos x="connsiteX2" y="connsiteY2"/>
                  </a:cxn>
                </a:cxnLst>
                <a:rect l="l" t="t" r="r" b="b"/>
                <a:pathLst>
                  <a:path w="8295" h="6630">
                    <a:moveTo>
                      <a:pt x="4346" y="1480"/>
                    </a:moveTo>
                    <a:cubicBezTo>
                      <a:pt x="180" y="3920"/>
                      <a:pt x="-2706" y="9195"/>
                      <a:pt x="3952" y="5154"/>
                    </a:cubicBezTo>
                    <a:cubicBezTo>
                      <a:pt x="8141" y="2720"/>
                      <a:pt x="10981" y="-2572"/>
                      <a:pt x="4346" y="148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1" name="Freeform: Shape 2410">
                <a:extLst>
                  <a:ext uri="{FF2B5EF4-FFF2-40B4-BE49-F238E27FC236}">
                    <a16:creationId xmlns:a16="http://schemas.microsoft.com/office/drawing/2014/main" id="{2BAE9FB5-0120-BF8E-C752-803700B18902}"/>
                  </a:ext>
                </a:extLst>
              </p:cNvPr>
              <p:cNvSpPr/>
              <p:nvPr/>
            </p:nvSpPr>
            <p:spPr>
              <a:xfrm>
                <a:off x="4998220" y="5752695"/>
                <a:ext cx="7105" cy="3879"/>
              </a:xfrm>
              <a:custGeom>
                <a:avLst/>
                <a:gdLst>
                  <a:gd name="connsiteX0" fmla="*/ 3621 w 7105"/>
                  <a:gd name="connsiteY0" fmla="*/ 1509 h 3879"/>
                  <a:gd name="connsiteX1" fmla="*/ 3484 w 7105"/>
                  <a:gd name="connsiteY1" fmla="*/ 2360 h 3879"/>
                  <a:gd name="connsiteX2" fmla="*/ 3621 w 7105"/>
                  <a:gd name="connsiteY2" fmla="*/ 1509 h 3879"/>
                </a:gdLst>
                <a:ahLst/>
                <a:cxnLst>
                  <a:cxn ang="0">
                    <a:pos x="connsiteX0" y="connsiteY0"/>
                  </a:cxn>
                  <a:cxn ang="0">
                    <a:pos x="connsiteX1" y="connsiteY1"/>
                  </a:cxn>
                  <a:cxn ang="0">
                    <a:pos x="connsiteX2" y="connsiteY2"/>
                  </a:cxn>
                </a:cxnLst>
                <a:rect l="l" t="t" r="r" b="b"/>
                <a:pathLst>
                  <a:path w="7105" h="3879">
                    <a:moveTo>
                      <a:pt x="3621" y="1509"/>
                    </a:moveTo>
                    <a:cubicBezTo>
                      <a:pt x="-734" y="3778"/>
                      <a:pt x="-1608" y="5058"/>
                      <a:pt x="3484" y="2360"/>
                    </a:cubicBezTo>
                    <a:cubicBezTo>
                      <a:pt x="7845" y="92"/>
                      <a:pt x="8708" y="-1165"/>
                      <a:pt x="3621" y="15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2" name="Freeform: Shape 2411">
                <a:extLst>
                  <a:ext uri="{FF2B5EF4-FFF2-40B4-BE49-F238E27FC236}">
                    <a16:creationId xmlns:a16="http://schemas.microsoft.com/office/drawing/2014/main" id="{57DCE6DC-C3F6-1B9C-7855-0F2C1E1571CF}"/>
                  </a:ext>
                </a:extLst>
              </p:cNvPr>
              <p:cNvSpPr/>
              <p:nvPr/>
            </p:nvSpPr>
            <p:spPr>
              <a:xfrm>
                <a:off x="4755314" y="7526100"/>
                <a:ext cx="11974" cy="5137"/>
              </a:xfrm>
              <a:custGeom>
                <a:avLst/>
                <a:gdLst>
                  <a:gd name="connsiteX0" fmla="*/ 6292 w 11974"/>
                  <a:gd name="connsiteY0" fmla="*/ 46 h 5137"/>
                  <a:gd name="connsiteX1" fmla="*/ 5681 w 11974"/>
                  <a:gd name="connsiteY1" fmla="*/ 5092 h 5137"/>
                  <a:gd name="connsiteX2" fmla="*/ 6292 w 11974"/>
                  <a:gd name="connsiteY2" fmla="*/ 46 h 5137"/>
                </a:gdLst>
                <a:ahLst/>
                <a:cxnLst>
                  <a:cxn ang="0">
                    <a:pos x="connsiteX0" y="connsiteY0"/>
                  </a:cxn>
                  <a:cxn ang="0">
                    <a:pos x="connsiteX1" y="connsiteY1"/>
                  </a:cxn>
                  <a:cxn ang="0">
                    <a:pos x="connsiteX2" y="connsiteY2"/>
                  </a:cxn>
                </a:cxnLst>
                <a:rect l="l" t="t" r="r" b="b"/>
                <a:pathLst>
                  <a:path w="11974" h="5137">
                    <a:moveTo>
                      <a:pt x="6292" y="46"/>
                    </a:moveTo>
                    <a:cubicBezTo>
                      <a:pt x="-1206" y="-583"/>
                      <a:pt x="-2715" y="5509"/>
                      <a:pt x="5681" y="5092"/>
                    </a:cubicBezTo>
                    <a:cubicBezTo>
                      <a:pt x="13184" y="5721"/>
                      <a:pt x="14688" y="-377"/>
                      <a:pt x="6292"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3" name="Freeform: Shape 2412">
                <a:extLst>
                  <a:ext uri="{FF2B5EF4-FFF2-40B4-BE49-F238E27FC236}">
                    <a16:creationId xmlns:a16="http://schemas.microsoft.com/office/drawing/2014/main" id="{0324FC80-9895-CE73-D9DC-4956170A971F}"/>
                  </a:ext>
                </a:extLst>
              </p:cNvPr>
              <p:cNvSpPr/>
              <p:nvPr/>
            </p:nvSpPr>
            <p:spPr>
              <a:xfrm>
                <a:off x="4807257" y="5816137"/>
                <a:ext cx="6738" cy="3411"/>
              </a:xfrm>
              <a:custGeom>
                <a:avLst/>
                <a:gdLst>
                  <a:gd name="connsiteX0" fmla="*/ 3664 w 6738"/>
                  <a:gd name="connsiteY0" fmla="*/ 886 h 3411"/>
                  <a:gd name="connsiteX1" fmla="*/ 858 w 6738"/>
                  <a:gd name="connsiteY1" fmla="*/ 3378 h 3411"/>
                  <a:gd name="connsiteX2" fmla="*/ 3664 w 6738"/>
                  <a:gd name="connsiteY2" fmla="*/ 886 h 3411"/>
                </a:gdLst>
                <a:ahLst/>
                <a:cxnLst>
                  <a:cxn ang="0">
                    <a:pos x="connsiteX0" y="connsiteY0"/>
                  </a:cxn>
                  <a:cxn ang="0">
                    <a:pos x="connsiteX1" y="connsiteY1"/>
                  </a:cxn>
                  <a:cxn ang="0">
                    <a:pos x="connsiteX2" y="connsiteY2"/>
                  </a:cxn>
                </a:cxnLst>
                <a:rect l="l" t="t" r="r" b="b"/>
                <a:pathLst>
                  <a:path w="6738" h="3411">
                    <a:moveTo>
                      <a:pt x="3664" y="886"/>
                    </a:moveTo>
                    <a:cubicBezTo>
                      <a:pt x="2709" y="1246"/>
                      <a:pt x="-1874" y="3727"/>
                      <a:pt x="858" y="3378"/>
                    </a:cubicBezTo>
                    <a:cubicBezTo>
                      <a:pt x="3664" y="3058"/>
                      <a:pt x="10796" y="-2000"/>
                      <a:pt x="3664" y="88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4" name="Freeform: Shape 2413">
                <a:extLst>
                  <a:ext uri="{FF2B5EF4-FFF2-40B4-BE49-F238E27FC236}">
                    <a16:creationId xmlns:a16="http://schemas.microsoft.com/office/drawing/2014/main" id="{4D8C5B4B-CC5A-1024-6AE3-92482C447C4F}"/>
                  </a:ext>
                </a:extLst>
              </p:cNvPr>
              <p:cNvSpPr/>
              <p:nvPr/>
            </p:nvSpPr>
            <p:spPr>
              <a:xfrm>
                <a:off x="4534835" y="6880134"/>
                <a:ext cx="11220" cy="3660"/>
              </a:xfrm>
              <a:custGeom>
                <a:avLst/>
                <a:gdLst>
                  <a:gd name="connsiteX0" fmla="*/ 5944 w 11220"/>
                  <a:gd name="connsiteY0" fmla="*/ 0 h 3660"/>
                  <a:gd name="connsiteX1" fmla="*/ 0 w 11220"/>
                  <a:gd name="connsiteY1" fmla="*/ 1805 h 3660"/>
                  <a:gd name="connsiteX2" fmla="*/ 5944 w 11220"/>
                  <a:gd name="connsiteY2" fmla="*/ 0 h 3660"/>
                </a:gdLst>
                <a:ahLst/>
                <a:cxnLst>
                  <a:cxn ang="0">
                    <a:pos x="connsiteX0" y="connsiteY0"/>
                  </a:cxn>
                  <a:cxn ang="0">
                    <a:pos x="connsiteX1" y="connsiteY1"/>
                  </a:cxn>
                  <a:cxn ang="0">
                    <a:pos x="connsiteX2" y="connsiteY2"/>
                  </a:cxn>
                </a:cxnLst>
                <a:rect l="l" t="t" r="r" b="b"/>
                <a:pathLst>
                  <a:path w="11220" h="3660">
                    <a:moveTo>
                      <a:pt x="5944" y="0"/>
                    </a:moveTo>
                    <a:cubicBezTo>
                      <a:pt x="2875" y="0"/>
                      <a:pt x="217" y="806"/>
                      <a:pt x="0" y="1805"/>
                    </a:cubicBezTo>
                    <a:cubicBezTo>
                      <a:pt x="1269" y="6406"/>
                      <a:pt x="20168" y="1143"/>
                      <a:pt x="594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5" name="Freeform: Shape 2414">
                <a:extLst>
                  <a:ext uri="{FF2B5EF4-FFF2-40B4-BE49-F238E27FC236}">
                    <a16:creationId xmlns:a16="http://schemas.microsoft.com/office/drawing/2014/main" id="{BE80BCD0-4A1E-91F5-3412-2628A1B4C68C}"/>
                  </a:ext>
                </a:extLst>
              </p:cNvPr>
              <p:cNvSpPr/>
              <p:nvPr/>
            </p:nvSpPr>
            <p:spPr>
              <a:xfrm>
                <a:off x="4557502" y="6775961"/>
                <a:ext cx="10509" cy="2975"/>
              </a:xfrm>
              <a:custGeom>
                <a:avLst/>
                <a:gdLst>
                  <a:gd name="connsiteX0" fmla="*/ 5611 w 10509"/>
                  <a:gd name="connsiteY0" fmla="*/ 5 h 2975"/>
                  <a:gd name="connsiteX1" fmla="*/ 4897 w 10509"/>
                  <a:gd name="connsiteY1" fmla="*/ 2972 h 2975"/>
                  <a:gd name="connsiteX2" fmla="*/ 5611 w 10509"/>
                  <a:gd name="connsiteY2" fmla="*/ 5 h 2975"/>
                </a:gdLst>
                <a:ahLst/>
                <a:cxnLst>
                  <a:cxn ang="0">
                    <a:pos x="connsiteX0" y="connsiteY0"/>
                  </a:cxn>
                  <a:cxn ang="0">
                    <a:pos x="connsiteX1" y="connsiteY1"/>
                  </a:cxn>
                  <a:cxn ang="0">
                    <a:pos x="connsiteX2" y="connsiteY2"/>
                  </a:cxn>
                </a:cxnLst>
                <a:rect l="l" t="t" r="r" b="b"/>
                <a:pathLst>
                  <a:path w="10509" h="2975">
                    <a:moveTo>
                      <a:pt x="5611" y="5"/>
                    </a:moveTo>
                    <a:cubicBezTo>
                      <a:pt x="-841" y="-143"/>
                      <a:pt x="-2556" y="2903"/>
                      <a:pt x="4897" y="2972"/>
                    </a:cubicBezTo>
                    <a:cubicBezTo>
                      <a:pt x="11349" y="3103"/>
                      <a:pt x="13069" y="62"/>
                      <a:pt x="5611" y="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6" name="Freeform: Shape 2415">
                <a:extLst>
                  <a:ext uri="{FF2B5EF4-FFF2-40B4-BE49-F238E27FC236}">
                    <a16:creationId xmlns:a16="http://schemas.microsoft.com/office/drawing/2014/main" id="{26818F79-E77D-EFFB-2D98-FD5A1F07869E}"/>
                  </a:ext>
                </a:extLst>
              </p:cNvPr>
              <p:cNvSpPr/>
              <p:nvPr/>
            </p:nvSpPr>
            <p:spPr>
              <a:xfrm>
                <a:off x="4578866" y="6711834"/>
                <a:ext cx="10173" cy="1453"/>
              </a:xfrm>
              <a:custGeom>
                <a:avLst/>
                <a:gdLst>
                  <a:gd name="connsiteX0" fmla="*/ 5427 w 10173"/>
                  <a:gd name="connsiteY0" fmla="*/ 16 h 1453"/>
                  <a:gd name="connsiteX1" fmla="*/ 4741 w 10173"/>
                  <a:gd name="connsiteY1" fmla="*/ 1439 h 1453"/>
                  <a:gd name="connsiteX2" fmla="*/ 5427 w 10173"/>
                  <a:gd name="connsiteY2" fmla="*/ 16 h 1453"/>
                </a:gdLst>
                <a:ahLst/>
                <a:cxnLst>
                  <a:cxn ang="0">
                    <a:pos x="connsiteX0" y="connsiteY0"/>
                  </a:cxn>
                  <a:cxn ang="0">
                    <a:pos x="connsiteX1" y="connsiteY1"/>
                  </a:cxn>
                  <a:cxn ang="0">
                    <a:pos x="connsiteX2" y="connsiteY2"/>
                  </a:cxn>
                </a:cxnLst>
                <a:rect l="l" t="t" r="r" b="b"/>
                <a:pathLst>
                  <a:path w="10173" h="1453">
                    <a:moveTo>
                      <a:pt x="5427" y="16"/>
                    </a:moveTo>
                    <a:cubicBezTo>
                      <a:pt x="-763" y="-167"/>
                      <a:pt x="-2517" y="1296"/>
                      <a:pt x="4741" y="1439"/>
                    </a:cubicBezTo>
                    <a:cubicBezTo>
                      <a:pt x="10942" y="1611"/>
                      <a:pt x="12691" y="159"/>
                      <a:pt x="5427"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7" name="Freeform: Shape 2416">
                <a:extLst>
                  <a:ext uri="{FF2B5EF4-FFF2-40B4-BE49-F238E27FC236}">
                    <a16:creationId xmlns:a16="http://schemas.microsoft.com/office/drawing/2014/main" id="{4783E113-CED7-DCAA-E70C-D90960008D2E}"/>
                  </a:ext>
                </a:extLst>
              </p:cNvPr>
              <p:cNvSpPr/>
              <p:nvPr/>
            </p:nvSpPr>
            <p:spPr>
              <a:xfrm>
                <a:off x="4599083" y="6684193"/>
                <a:ext cx="10414" cy="669"/>
              </a:xfrm>
              <a:custGeom>
                <a:avLst/>
                <a:gdLst>
                  <a:gd name="connsiteX0" fmla="*/ 5412 w 10414"/>
                  <a:gd name="connsiteY0" fmla="*/ 70 h 669"/>
                  <a:gd name="connsiteX1" fmla="*/ 0 w 10414"/>
                  <a:gd name="connsiteY1" fmla="*/ 133 h 669"/>
                  <a:gd name="connsiteX2" fmla="*/ 5412 w 10414"/>
                  <a:gd name="connsiteY2" fmla="*/ 70 h 669"/>
                </a:gdLst>
                <a:ahLst/>
                <a:cxnLst>
                  <a:cxn ang="0">
                    <a:pos x="connsiteX0" y="connsiteY0"/>
                  </a:cxn>
                  <a:cxn ang="0">
                    <a:pos x="connsiteX1" y="connsiteY1"/>
                  </a:cxn>
                  <a:cxn ang="0">
                    <a:pos x="connsiteX2" y="connsiteY2"/>
                  </a:cxn>
                </a:cxnLst>
                <a:rect l="l" t="t" r="r" b="b"/>
                <a:pathLst>
                  <a:path w="10414" h="669">
                    <a:moveTo>
                      <a:pt x="5412" y="70"/>
                    </a:moveTo>
                    <a:cubicBezTo>
                      <a:pt x="2606" y="-44"/>
                      <a:pt x="183" y="-16"/>
                      <a:pt x="0" y="133"/>
                    </a:cubicBezTo>
                    <a:cubicBezTo>
                      <a:pt x="914" y="842"/>
                      <a:pt x="18911" y="876"/>
                      <a:pt x="5412" y="7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8" name="Freeform: Shape 2417">
                <a:extLst>
                  <a:ext uri="{FF2B5EF4-FFF2-40B4-BE49-F238E27FC236}">
                    <a16:creationId xmlns:a16="http://schemas.microsoft.com/office/drawing/2014/main" id="{6B7CDE42-0EE8-740B-4BAB-CFBAAED7600B}"/>
                  </a:ext>
                </a:extLst>
              </p:cNvPr>
              <p:cNvSpPr/>
              <p:nvPr/>
            </p:nvSpPr>
            <p:spPr>
              <a:xfrm>
                <a:off x="4618422" y="6673223"/>
                <a:ext cx="10000" cy="734"/>
              </a:xfrm>
              <a:custGeom>
                <a:avLst/>
                <a:gdLst>
                  <a:gd name="connsiteX0" fmla="*/ 5258 w 10000"/>
                  <a:gd name="connsiteY0" fmla="*/ 222 h 734"/>
                  <a:gd name="connsiteX1" fmla="*/ 0 w 10000"/>
                  <a:gd name="connsiteY1" fmla="*/ 33 h 734"/>
                  <a:gd name="connsiteX2" fmla="*/ 5258 w 10000"/>
                  <a:gd name="connsiteY2" fmla="*/ 222 h 734"/>
                </a:gdLst>
                <a:ahLst/>
                <a:cxnLst>
                  <a:cxn ang="0">
                    <a:pos x="connsiteX0" y="connsiteY0"/>
                  </a:cxn>
                  <a:cxn ang="0">
                    <a:pos x="connsiteX1" y="connsiteY1"/>
                  </a:cxn>
                  <a:cxn ang="0">
                    <a:pos x="connsiteX2" y="connsiteY2"/>
                  </a:cxn>
                </a:cxnLst>
                <a:rect l="l" t="t" r="r" b="b"/>
                <a:pathLst>
                  <a:path w="10000" h="734">
                    <a:moveTo>
                      <a:pt x="5258" y="222"/>
                    </a:moveTo>
                    <a:cubicBezTo>
                      <a:pt x="2526" y="33"/>
                      <a:pt x="171" y="-52"/>
                      <a:pt x="0" y="33"/>
                    </a:cubicBezTo>
                    <a:cubicBezTo>
                      <a:pt x="1154" y="507"/>
                      <a:pt x="18002" y="1239"/>
                      <a:pt x="5258" y="2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9" name="Freeform: Shape 2418">
                <a:extLst>
                  <a:ext uri="{FF2B5EF4-FFF2-40B4-BE49-F238E27FC236}">
                    <a16:creationId xmlns:a16="http://schemas.microsoft.com/office/drawing/2014/main" id="{ADE8893B-4F0A-7A11-832D-50C21E18805F}"/>
                  </a:ext>
                </a:extLst>
              </p:cNvPr>
              <p:cNvSpPr/>
              <p:nvPr/>
            </p:nvSpPr>
            <p:spPr>
              <a:xfrm>
                <a:off x="4636848" y="6659429"/>
                <a:ext cx="9352" cy="1173"/>
              </a:xfrm>
              <a:custGeom>
                <a:avLst/>
                <a:gdLst>
                  <a:gd name="connsiteX0" fmla="*/ 4966 w 9352"/>
                  <a:gd name="connsiteY0" fmla="*/ 232 h 1173"/>
                  <a:gd name="connsiteX1" fmla="*/ 4383 w 9352"/>
                  <a:gd name="connsiteY1" fmla="*/ 940 h 1173"/>
                  <a:gd name="connsiteX2" fmla="*/ 4966 w 9352"/>
                  <a:gd name="connsiteY2" fmla="*/ 232 h 1173"/>
                </a:gdLst>
                <a:ahLst/>
                <a:cxnLst>
                  <a:cxn ang="0">
                    <a:pos x="connsiteX0" y="connsiteY0"/>
                  </a:cxn>
                  <a:cxn ang="0">
                    <a:pos x="connsiteX1" y="connsiteY1"/>
                  </a:cxn>
                  <a:cxn ang="0">
                    <a:pos x="connsiteX2" y="connsiteY2"/>
                  </a:cxn>
                </a:cxnLst>
                <a:rect l="l" t="t" r="r" b="b"/>
                <a:pathLst>
                  <a:path w="9352" h="1173">
                    <a:moveTo>
                      <a:pt x="4966" y="232"/>
                    </a:moveTo>
                    <a:cubicBezTo>
                      <a:pt x="-806" y="-363"/>
                      <a:pt x="-2229" y="300"/>
                      <a:pt x="4383" y="940"/>
                    </a:cubicBezTo>
                    <a:cubicBezTo>
                      <a:pt x="10167" y="1534"/>
                      <a:pt x="11578" y="883"/>
                      <a:pt x="4966" y="2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0" name="Freeform: Shape 2419">
                <a:extLst>
                  <a:ext uri="{FF2B5EF4-FFF2-40B4-BE49-F238E27FC236}">
                    <a16:creationId xmlns:a16="http://schemas.microsoft.com/office/drawing/2014/main" id="{FDBD2CCF-916F-C241-52A1-DCD4FEE8D227}"/>
                  </a:ext>
                </a:extLst>
              </p:cNvPr>
              <p:cNvSpPr/>
              <p:nvPr/>
            </p:nvSpPr>
            <p:spPr>
              <a:xfrm>
                <a:off x="4510563" y="6992794"/>
                <a:ext cx="11570" cy="3897"/>
              </a:xfrm>
              <a:custGeom>
                <a:avLst/>
                <a:gdLst>
                  <a:gd name="connsiteX0" fmla="*/ 6144 w 11570"/>
                  <a:gd name="connsiteY0" fmla="*/ 0 h 3897"/>
                  <a:gd name="connsiteX1" fmla="*/ 0 w 11570"/>
                  <a:gd name="connsiteY1" fmla="*/ 1920 h 3897"/>
                  <a:gd name="connsiteX2" fmla="*/ 6144 w 11570"/>
                  <a:gd name="connsiteY2" fmla="*/ 0 h 3897"/>
                </a:gdLst>
                <a:ahLst/>
                <a:cxnLst>
                  <a:cxn ang="0">
                    <a:pos x="connsiteX0" y="connsiteY0"/>
                  </a:cxn>
                  <a:cxn ang="0">
                    <a:pos x="connsiteX1" y="connsiteY1"/>
                  </a:cxn>
                  <a:cxn ang="0">
                    <a:pos x="connsiteX2" y="connsiteY2"/>
                  </a:cxn>
                </a:cxnLst>
                <a:rect l="l" t="t" r="r" b="b"/>
                <a:pathLst>
                  <a:path w="11570" h="3897">
                    <a:moveTo>
                      <a:pt x="6144" y="0"/>
                    </a:moveTo>
                    <a:cubicBezTo>
                      <a:pt x="2977" y="0"/>
                      <a:pt x="229" y="857"/>
                      <a:pt x="0" y="1920"/>
                    </a:cubicBezTo>
                    <a:cubicBezTo>
                      <a:pt x="1274" y="6824"/>
                      <a:pt x="20797" y="1211"/>
                      <a:pt x="614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1" name="Freeform: Shape 2420">
                <a:extLst>
                  <a:ext uri="{FF2B5EF4-FFF2-40B4-BE49-F238E27FC236}">
                    <a16:creationId xmlns:a16="http://schemas.microsoft.com/office/drawing/2014/main" id="{0FDB1AA6-FC6E-2C16-CA87-CDF333796DFC}"/>
                  </a:ext>
                </a:extLst>
              </p:cNvPr>
              <p:cNvSpPr/>
              <p:nvPr/>
            </p:nvSpPr>
            <p:spPr>
              <a:xfrm>
                <a:off x="4456676" y="7241264"/>
                <a:ext cx="12348" cy="4450"/>
              </a:xfrm>
              <a:custGeom>
                <a:avLst/>
                <a:gdLst>
                  <a:gd name="connsiteX0" fmla="*/ 6584 w 12348"/>
                  <a:gd name="connsiteY0" fmla="*/ 0 h 4450"/>
                  <a:gd name="connsiteX1" fmla="*/ 0 w 12348"/>
                  <a:gd name="connsiteY1" fmla="*/ 2195 h 4450"/>
                  <a:gd name="connsiteX2" fmla="*/ 6584 w 12348"/>
                  <a:gd name="connsiteY2" fmla="*/ 0 h 4450"/>
                </a:gdLst>
                <a:ahLst/>
                <a:cxnLst>
                  <a:cxn ang="0">
                    <a:pos x="connsiteX0" y="connsiteY0"/>
                  </a:cxn>
                  <a:cxn ang="0">
                    <a:pos x="connsiteX1" y="connsiteY1"/>
                  </a:cxn>
                  <a:cxn ang="0">
                    <a:pos x="connsiteX2" y="connsiteY2"/>
                  </a:cxn>
                </a:cxnLst>
                <a:rect l="l" t="t" r="r" b="b"/>
                <a:pathLst>
                  <a:path w="12348" h="4450">
                    <a:moveTo>
                      <a:pt x="6584" y="0"/>
                    </a:moveTo>
                    <a:cubicBezTo>
                      <a:pt x="3206" y="0"/>
                      <a:pt x="257" y="983"/>
                      <a:pt x="0" y="2195"/>
                    </a:cubicBezTo>
                    <a:cubicBezTo>
                      <a:pt x="1320" y="7801"/>
                      <a:pt x="22186" y="1360"/>
                      <a:pt x="658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2" name="Freeform: Shape 2421">
                <a:extLst>
                  <a:ext uri="{FF2B5EF4-FFF2-40B4-BE49-F238E27FC236}">
                    <a16:creationId xmlns:a16="http://schemas.microsoft.com/office/drawing/2014/main" id="{4A64C643-5594-B592-B5FE-E66DC95D4C15}"/>
                  </a:ext>
                </a:extLst>
              </p:cNvPr>
              <p:cNvSpPr/>
              <p:nvPr/>
            </p:nvSpPr>
            <p:spPr>
              <a:xfrm>
                <a:off x="4427214" y="7378733"/>
                <a:ext cx="12382" cy="4715"/>
              </a:xfrm>
              <a:custGeom>
                <a:avLst/>
                <a:gdLst>
                  <a:gd name="connsiteX0" fmla="*/ 6688 w 12382"/>
                  <a:gd name="connsiteY0" fmla="*/ 6 h 4715"/>
                  <a:gd name="connsiteX1" fmla="*/ 5688 w 12382"/>
                  <a:gd name="connsiteY1" fmla="*/ 4710 h 4715"/>
                  <a:gd name="connsiteX2" fmla="*/ 6688 w 12382"/>
                  <a:gd name="connsiteY2" fmla="*/ 6 h 4715"/>
                </a:gdLst>
                <a:ahLst/>
                <a:cxnLst>
                  <a:cxn ang="0">
                    <a:pos x="connsiteX0" y="connsiteY0"/>
                  </a:cxn>
                  <a:cxn ang="0">
                    <a:pos x="connsiteX1" y="connsiteY1"/>
                  </a:cxn>
                  <a:cxn ang="0">
                    <a:pos x="connsiteX2" y="connsiteY2"/>
                  </a:cxn>
                </a:cxnLst>
                <a:rect l="l" t="t" r="r" b="b"/>
                <a:pathLst>
                  <a:path w="12382" h="4715">
                    <a:moveTo>
                      <a:pt x="6688" y="6"/>
                    </a:moveTo>
                    <a:cubicBezTo>
                      <a:pt x="-844" y="-194"/>
                      <a:pt x="-3119" y="4612"/>
                      <a:pt x="5688" y="4710"/>
                    </a:cubicBezTo>
                    <a:cubicBezTo>
                      <a:pt x="13232" y="4903"/>
                      <a:pt x="15501" y="103"/>
                      <a:pt x="6688"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3" name="Freeform: Shape 2422">
                <a:extLst>
                  <a:ext uri="{FF2B5EF4-FFF2-40B4-BE49-F238E27FC236}">
                    <a16:creationId xmlns:a16="http://schemas.microsoft.com/office/drawing/2014/main" id="{1C9BC2C6-3F56-3582-15E9-3E5559AB9F79}"/>
                  </a:ext>
                </a:extLst>
              </p:cNvPr>
              <p:cNvSpPr/>
              <p:nvPr/>
            </p:nvSpPr>
            <p:spPr>
              <a:xfrm>
                <a:off x="4484503" y="7112894"/>
                <a:ext cx="11949" cy="4159"/>
              </a:xfrm>
              <a:custGeom>
                <a:avLst/>
                <a:gdLst>
                  <a:gd name="connsiteX0" fmla="*/ 6361 w 11949"/>
                  <a:gd name="connsiteY0" fmla="*/ 0 h 4159"/>
                  <a:gd name="connsiteX1" fmla="*/ 0 w 11949"/>
                  <a:gd name="connsiteY1" fmla="*/ 2052 h 4159"/>
                  <a:gd name="connsiteX2" fmla="*/ 6361 w 11949"/>
                  <a:gd name="connsiteY2" fmla="*/ 0 h 4159"/>
                </a:gdLst>
                <a:ahLst/>
                <a:cxnLst>
                  <a:cxn ang="0">
                    <a:pos x="connsiteX0" y="connsiteY0"/>
                  </a:cxn>
                  <a:cxn ang="0">
                    <a:pos x="connsiteX1" y="connsiteY1"/>
                  </a:cxn>
                  <a:cxn ang="0">
                    <a:pos x="connsiteX2" y="connsiteY2"/>
                  </a:cxn>
                </a:cxnLst>
                <a:rect l="l" t="t" r="r" b="b"/>
                <a:pathLst>
                  <a:path w="11949" h="4159">
                    <a:moveTo>
                      <a:pt x="6361" y="0"/>
                    </a:moveTo>
                    <a:cubicBezTo>
                      <a:pt x="3097" y="0"/>
                      <a:pt x="246" y="915"/>
                      <a:pt x="0" y="2052"/>
                    </a:cubicBezTo>
                    <a:cubicBezTo>
                      <a:pt x="1297" y="7287"/>
                      <a:pt x="21471" y="1280"/>
                      <a:pt x="636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4" name="Freeform: Shape 2423">
                <a:extLst>
                  <a:ext uri="{FF2B5EF4-FFF2-40B4-BE49-F238E27FC236}">
                    <a16:creationId xmlns:a16="http://schemas.microsoft.com/office/drawing/2014/main" id="{592CBA40-4CD3-0452-1978-0A26ECD661D0}"/>
                  </a:ext>
                </a:extLst>
              </p:cNvPr>
              <p:cNvSpPr/>
              <p:nvPr/>
            </p:nvSpPr>
            <p:spPr>
              <a:xfrm>
                <a:off x="4788295" y="5894192"/>
                <a:ext cx="7608" cy="4192"/>
              </a:xfrm>
              <a:custGeom>
                <a:avLst/>
                <a:gdLst>
                  <a:gd name="connsiteX0" fmla="*/ 3915 w 7608"/>
                  <a:gd name="connsiteY0" fmla="*/ 1584 h 4192"/>
                  <a:gd name="connsiteX1" fmla="*/ 0 w 7608"/>
                  <a:gd name="connsiteY1" fmla="*/ 4162 h 4192"/>
                  <a:gd name="connsiteX2" fmla="*/ 3915 w 7608"/>
                  <a:gd name="connsiteY2" fmla="*/ 1584 h 4192"/>
                </a:gdLst>
                <a:ahLst/>
                <a:cxnLst>
                  <a:cxn ang="0">
                    <a:pos x="connsiteX0" y="connsiteY0"/>
                  </a:cxn>
                  <a:cxn ang="0">
                    <a:pos x="connsiteX1" y="connsiteY1"/>
                  </a:cxn>
                  <a:cxn ang="0">
                    <a:pos x="connsiteX2" y="connsiteY2"/>
                  </a:cxn>
                </a:cxnLst>
                <a:rect l="l" t="t" r="r" b="b"/>
                <a:pathLst>
                  <a:path w="7608" h="4192">
                    <a:moveTo>
                      <a:pt x="3915" y="1584"/>
                    </a:moveTo>
                    <a:cubicBezTo>
                      <a:pt x="1840" y="2699"/>
                      <a:pt x="86" y="3847"/>
                      <a:pt x="0" y="4162"/>
                    </a:cubicBezTo>
                    <a:cubicBezTo>
                      <a:pt x="1206" y="4745"/>
                      <a:pt x="13647" y="-3308"/>
                      <a:pt x="3915" y="158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5" name="Freeform: Shape 2424">
                <a:extLst>
                  <a:ext uri="{FF2B5EF4-FFF2-40B4-BE49-F238E27FC236}">
                    <a16:creationId xmlns:a16="http://schemas.microsoft.com/office/drawing/2014/main" id="{5007A523-1376-B86F-9142-51CB12BC50E2}"/>
                  </a:ext>
                </a:extLst>
              </p:cNvPr>
              <p:cNvSpPr/>
              <p:nvPr/>
            </p:nvSpPr>
            <p:spPr>
              <a:xfrm>
                <a:off x="4768835" y="5964346"/>
                <a:ext cx="8018" cy="5401"/>
              </a:xfrm>
              <a:custGeom>
                <a:avLst/>
                <a:gdLst>
                  <a:gd name="connsiteX0" fmla="*/ 4143 w 8018"/>
                  <a:gd name="connsiteY0" fmla="*/ 2108 h 5401"/>
                  <a:gd name="connsiteX1" fmla="*/ 0 w 8018"/>
                  <a:gd name="connsiteY1" fmla="*/ 5383 h 5401"/>
                  <a:gd name="connsiteX2" fmla="*/ 4143 w 8018"/>
                  <a:gd name="connsiteY2" fmla="*/ 2108 h 5401"/>
                </a:gdLst>
                <a:ahLst/>
                <a:cxnLst>
                  <a:cxn ang="0">
                    <a:pos x="connsiteX0" y="connsiteY0"/>
                  </a:cxn>
                  <a:cxn ang="0">
                    <a:pos x="connsiteX1" y="connsiteY1"/>
                  </a:cxn>
                  <a:cxn ang="0">
                    <a:pos x="connsiteX2" y="connsiteY2"/>
                  </a:cxn>
                </a:cxnLst>
                <a:rect l="l" t="t" r="r" b="b"/>
                <a:pathLst>
                  <a:path w="8018" h="5401">
                    <a:moveTo>
                      <a:pt x="4143" y="2108"/>
                    </a:moveTo>
                    <a:cubicBezTo>
                      <a:pt x="1949" y="3553"/>
                      <a:pt x="97" y="5017"/>
                      <a:pt x="0" y="5383"/>
                    </a:cubicBezTo>
                    <a:cubicBezTo>
                      <a:pt x="1377" y="5891"/>
                      <a:pt x="14328" y="-4264"/>
                      <a:pt x="4143" y="21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6" name="Freeform: Shape 2425">
                <a:extLst>
                  <a:ext uri="{FF2B5EF4-FFF2-40B4-BE49-F238E27FC236}">
                    <a16:creationId xmlns:a16="http://schemas.microsoft.com/office/drawing/2014/main" id="{0DF550B8-D015-B95D-4930-27C8325562DC}"/>
                  </a:ext>
                </a:extLst>
              </p:cNvPr>
              <p:cNvSpPr/>
              <p:nvPr/>
            </p:nvSpPr>
            <p:spPr>
              <a:xfrm>
                <a:off x="4757971" y="6008693"/>
                <a:ext cx="8214" cy="5907"/>
              </a:xfrm>
              <a:custGeom>
                <a:avLst/>
                <a:gdLst>
                  <a:gd name="connsiteX0" fmla="*/ 4263 w 8214"/>
                  <a:gd name="connsiteY0" fmla="*/ 2200 h 5907"/>
                  <a:gd name="connsiteX1" fmla="*/ 0 w 8214"/>
                  <a:gd name="connsiteY1" fmla="*/ 5869 h 5907"/>
                  <a:gd name="connsiteX2" fmla="*/ 4263 w 8214"/>
                  <a:gd name="connsiteY2" fmla="*/ 2200 h 5907"/>
                </a:gdLst>
                <a:ahLst/>
                <a:cxnLst>
                  <a:cxn ang="0">
                    <a:pos x="connsiteX0" y="connsiteY0"/>
                  </a:cxn>
                  <a:cxn ang="0">
                    <a:pos x="connsiteX1" y="connsiteY1"/>
                  </a:cxn>
                  <a:cxn ang="0">
                    <a:pos x="connsiteX2" y="connsiteY2"/>
                  </a:cxn>
                </a:cxnLst>
                <a:rect l="l" t="t" r="r" b="b"/>
                <a:pathLst>
                  <a:path w="8214" h="5907">
                    <a:moveTo>
                      <a:pt x="4263" y="2200"/>
                    </a:moveTo>
                    <a:cubicBezTo>
                      <a:pt x="2012" y="3778"/>
                      <a:pt x="103" y="5412"/>
                      <a:pt x="0" y="5869"/>
                    </a:cubicBezTo>
                    <a:cubicBezTo>
                      <a:pt x="1492" y="6641"/>
                      <a:pt x="14630" y="-4612"/>
                      <a:pt x="4263" y="22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7" name="Freeform: Shape 2426">
                <a:extLst>
                  <a:ext uri="{FF2B5EF4-FFF2-40B4-BE49-F238E27FC236}">
                    <a16:creationId xmlns:a16="http://schemas.microsoft.com/office/drawing/2014/main" id="{C9E65D9D-E003-A72F-D7F9-C24E02A8882A}"/>
                  </a:ext>
                </a:extLst>
              </p:cNvPr>
              <p:cNvSpPr/>
              <p:nvPr/>
            </p:nvSpPr>
            <p:spPr>
              <a:xfrm>
                <a:off x="4746136" y="6064476"/>
                <a:ext cx="8399" cy="6106"/>
              </a:xfrm>
              <a:custGeom>
                <a:avLst/>
                <a:gdLst>
                  <a:gd name="connsiteX0" fmla="*/ 4372 w 8399"/>
                  <a:gd name="connsiteY0" fmla="*/ 2105 h 6106"/>
                  <a:gd name="connsiteX1" fmla="*/ 0 w 8399"/>
                  <a:gd name="connsiteY1" fmla="*/ 6019 h 6106"/>
                  <a:gd name="connsiteX2" fmla="*/ 4372 w 8399"/>
                  <a:gd name="connsiteY2" fmla="*/ 2105 h 6106"/>
                </a:gdLst>
                <a:ahLst/>
                <a:cxnLst>
                  <a:cxn ang="0">
                    <a:pos x="connsiteX0" y="connsiteY0"/>
                  </a:cxn>
                  <a:cxn ang="0">
                    <a:pos x="connsiteX1" y="connsiteY1"/>
                  </a:cxn>
                  <a:cxn ang="0">
                    <a:pos x="connsiteX2" y="connsiteY2"/>
                  </a:cxn>
                </a:cxnLst>
                <a:rect l="l" t="t" r="r" b="b"/>
                <a:pathLst>
                  <a:path w="8399" h="6106">
                    <a:moveTo>
                      <a:pt x="4372" y="2105"/>
                    </a:moveTo>
                    <a:cubicBezTo>
                      <a:pt x="2069" y="3704"/>
                      <a:pt x="108" y="5453"/>
                      <a:pt x="0" y="6019"/>
                    </a:cubicBezTo>
                    <a:cubicBezTo>
                      <a:pt x="1623" y="7231"/>
                      <a:pt x="14910" y="-4685"/>
                      <a:pt x="4372" y="210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8" name="Freeform: Shape 2427">
                <a:extLst>
                  <a:ext uri="{FF2B5EF4-FFF2-40B4-BE49-F238E27FC236}">
                    <a16:creationId xmlns:a16="http://schemas.microsoft.com/office/drawing/2014/main" id="{C9BD0AFE-4100-8A23-7D0A-EC8873247416}"/>
                  </a:ext>
                </a:extLst>
              </p:cNvPr>
              <p:cNvSpPr/>
              <p:nvPr/>
            </p:nvSpPr>
            <p:spPr>
              <a:xfrm>
                <a:off x="4778820" y="5927815"/>
                <a:ext cx="7821" cy="4795"/>
              </a:xfrm>
              <a:custGeom>
                <a:avLst/>
                <a:gdLst>
                  <a:gd name="connsiteX0" fmla="*/ 4023 w 7821"/>
                  <a:gd name="connsiteY0" fmla="*/ 1886 h 4795"/>
                  <a:gd name="connsiteX1" fmla="*/ 0 w 7821"/>
                  <a:gd name="connsiteY1" fmla="*/ 4778 h 4795"/>
                  <a:gd name="connsiteX2" fmla="*/ 4023 w 7821"/>
                  <a:gd name="connsiteY2" fmla="*/ 1886 h 4795"/>
                </a:gdLst>
                <a:ahLst/>
                <a:cxnLst>
                  <a:cxn ang="0">
                    <a:pos x="connsiteX0" y="connsiteY0"/>
                  </a:cxn>
                  <a:cxn ang="0">
                    <a:pos x="connsiteX1" y="connsiteY1"/>
                  </a:cxn>
                  <a:cxn ang="0">
                    <a:pos x="connsiteX2" y="connsiteY2"/>
                  </a:cxn>
                </a:cxnLst>
                <a:rect l="l" t="t" r="r" b="b"/>
                <a:pathLst>
                  <a:path w="7821" h="4795">
                    <a:moveTo>
                      <a:pt x="4023" y="1886"/>
                    </a:moveTo>
                    <a:cubicBezTo>
                      <a:pt x="1892" y="3172"/>
                      <a:pt x="91" y="4457"/>
                      <a:pt x="0" y="4778"/>
                    </a:cubicBezTo>
                    <a:cubicBezTo>
                      <a:pt x="1240" y="5246"/>
                      <a:pt x="14030" y="-3806"/>
                      <a:pt x="4023" y="188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9" name="Freeform: Shape 2428">
                <a:extLst>
                  <a:ext uri="{FF2B5EF4-FFF2-40B4-BE49-F238E27FC236}">
                    <a16:creationId xmlns:a16="http://schemas.microsoft.com/office/drawing/2014/main" id="{AAA4742F-5EA9-BB81-534E-2C48DB613D94}"/>
                  </a:ext>
                </a:extLst>
              </p:cNvPr>
              <p:cNvSpPr/>
              <p:nvPr/>
            </p:nvSpPr>
            <p:spPr>
              <a:xfrm>
                <a:off x="4797628" y="5858560"/>
                <a:ext cx="7396" cy="3738"/>
              </a:xfrm>
              <a:custGeom>
                <a:avLst/>
                <a:gdLst>
                  <a:gd name="connsiteX0" fmla="*/ 3818 w 7396"/>
                  <a:gd name="connsiteY0" fmla="*/ 1275 h 3738"/>
                  <a:gd name="connsiteX1" fmla="*/ 0 w 7396"/>
                  <a:gd name="connsiteY1" fmla="*/ 3669 h 3738"/>
                  <a:gd name="connsiteX2" fmla="*/ 3818 w 7396"/>
                  <a:gd name="connsiteY2" fmla="*/ 1275 h 3738"/>
                </a:gdLst>
                <a:ahLst/>
                <a:cxnLst>
                  <a:cxn ang="0">
                    <a:pos x="connsiteX0" y="connsiteY0"/>
                  </a:cxn>
                  <a:cxn ang="0">
                    <a:pos x="connsiteX1" y="connsiteY1"/>
                  </a:cxn>
                  <a:cxn ang="0">
                    <a:pos x="connsiteX2" y="connsiteY2"/>
                  </a:cxn>
                </a:cxnLst>
                <a:rect l="l" t="t" r="r" b="b"/>
                <a:pathLst>
                  <a:path w="7396" h="3738">
                    <a:moveTo>
                      <a:pt x="3818" y="1275"/>
                    </a:moveTo>
                    <a:cubicBezTo>
                      <a:pt x="1795" y="2246"/>
                      <a:pt x="86" y="3315"/>
                      <a:pt x="0" y="3669"/>
                    </a:cubicBezTo>
                    <a:cubicBezTo>
                      <a:pt x="1212" y="4526"/>
                      <a:pt x="13242" y="-2880"/>
                      <a:pt x="3818" y="12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0" name="Freeform: Shape 2429">
                <a:extLst>
                  <a:ext uri="{FF2B5EF4-FFF2-40B4-BE49-F238E27FC236}">
                    <a16:creationId xmlns:a16="http://schemas.microsoft.com/office/drawing/2014/main" id="{FE147583-960F-951F-921F-221370448A37}"/>
                  </a:ext>
                </a:extLst>
              </p:cNvPr>
              <p:cNvSpPr/>
              <p:nvPr/>
            </p:nvSpPr>
            <p:spPr>
              <a:xfrm>
                <a:off x="4702450" y="6311803"/>
                <a:ext cx="8789" cy="4179"/>
              </a:xfrm>
              <a:custGeom>
                <a:avLst/>
                <a:gdLst>
                  <a:gd name="connsiteX0" fmla="*/ 4601 w 8789"/>
                  <a:gd name="connsiteY0" fmla="*/ 860 h 4179"/>
                  <a:gd name="connsiteX1" fmla="*/ 0 w 8789"/>
                  <a:gd name="connsiteY1" fmla="*/ 3774 h 4179"/>
                  <a:gd name="connsiteX2" fmla="*/ 4601 w 8789"/>
                  <a:gd name="connsiteY2" fmla="*/ 860 h 4179"/>
                </a:gdLst>
                <a:ahLst/>
                <a:cxnLst>
                  <a:cxn ang="0">
                    <a:pos x="connsiteX0" y="connsiteY0"/>
                  </a:cxn>
                  <a:cxn ang="0">
                    <a:pos x="connsiteX1" y="connsiteY1"/>
                  </a:cxn>
                  <a:cxn ang="0">
                    <a:pos x="connsiteX2" y="connsiteY2"/>
                  </a:cxn>
                </a:cxnLst>
                <a:rect l="l" t="t" r="r" b="b"/>
                <a:pathLst>
                  <a:path w="8789" h="4179">
                    <a:moveTo>
                      <a:pt x="4601" y="860"/>
                    </a:moveTo>
                    <a:cubicBezTo>
                      <a:pt x="2195" y="1791"/>
                      <a:pt x="132" y="3100"/>
                      <a:pt x="0" y="3774"/>
                    </a:cubicBezTo>
                    <a:cubicBezTo>
                      <a:pt x="1526" y="6129"/>
                      <a:pt x="15648" y="-2707"/>
                      <a:pt x="4601" y="8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1" name="Freeform: Shape 2430">
                <a:extLst>
                  <a:ext uri="{FF2B5EF4-FFF2-40B4-BE49-F238E27FC236}">
                    <a16:creationId xmlns:a16="http://schemas.microsoft.com/office/drawing/2014/main" id="{136486BA-D6CD-1E86-CD4C-A631112C2AB7}"/>
                  </a:ext>
                </a:extLst>
              </p:cNvPr>
              <p:cNvSpPr/>
              <p:nvPr/>
            </p:nvSpPr>
            <p:spPr>
              <a:xfrm>
                <a:off x="4732701" y="6139736"/>
                <a:ext cx="8286" cy="5759"/>
              </a:xfrm>
              <a:custGeom>
                <a:avLst/>
                <a:gdLst>
                  <a:gd name="connsiteX0" fmla="*/ 4382 w 8286"/>
                  <a:gd name="connsiteY0" fmla="*/ 1494 h 5759"/>
                  <a:gd name="connsiteX1" fmla="*/ 3896 w 8286"/>
                  <a:gd name="connsiteY1" fmla="*/ 4288 h 5759"/>
                  <a:gd name="connsiteX2" fmla="*/ 4382 w 8286"/>
                  <a:gd name="connsiteY2" fmla="*/ 1494 h 5759"/>
                </a:gdLst>
                <a:ahLst/>
                <a:cxnLst>
                  <a:cxn ang="0">
                    <a:pos x="connsiteX0" y="connsiteY0"/>
                  </a:cxn>
                  <a:cxn ang="0">
                    <a:pos x="connsiteX1" y="connsiteY1"/>
                  </a:cxn>
                  <a:cxn ang="0">
                    <a:pos x="connsiteX2" y="connsiteY2"/>
                  </a:cxn>
                </a:cxnLst>
                <a:rect l="l" t="t" r="r" b="b"/>
                <a:pathLst>
                  <a:path w="8286" h="5759">
                    <a:moveTo>
                      <a:pt x="4382" y="1494"/>
                    </a:moveTo>
                    <a:cubicBezTo>
                      <a:pt x="73" y="3871"/>
                      <a:pt x="-2608" y="7969"/>
                      <a:pt x="3896" y="4288"/>
                    </a:cubicBezTo>
                    <a:cubicBezTo>
                      <a:pt x="8217" y="1911"/>
                      <a:pt x="10897" y="-2238"/>
                      <a:pt x="4382" y="14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2" name="Freeform: Shape 2431">
                <a:extLst>
                  <a:ext uri="{FF2B5EF4-FFF2-40B4-BE49-F238E27FC236}">
                    <a16:creationId xmlns:a16="http://schemas.microsoft.com/office/drawing/2014/main" id="{0A07C3A1-C4C3-552F-3559-834050535FA8}"/>
                  </a:ext>
                </a:extLst>
              </p:cNvPr>
              <p:cNvSpPr/>
              <p:nvPr/>
            </p:nvSpPr>
            <p:spPr>
              <a:xfrm>
                <a:off x="4687412" y="6398332"/>
                <a:ext cx="8743" cy="4856"/>
              </a:xfrm>
              <a:custGeom>
                <a:avLst/>
                <a:gdLst>
                  <a:gd name="connsiteX0" fmla="*/ 4637 w 8743"/>
                  <a:gd name="connsiteY0" fmla="*/ 278 h 4856"/>
                  <a:gd name="connsiteX1" fmla="*/ 4099 w 8743"/>
                  <a:gd name="connsiteY1" fmla="*/ 4599 h 4856"/>
                  <a:gd name="connsiteX2" fmla="*/ 4637 w 8743"/>
                  <a:gd name="connsiteY2" fmla="*/ 278 h 4856"/>
                </a:gdLst>
                <a:ahLst/>
                <a:cxnLst>
                  <a:cxn ang="0">
                    <a:pos x="connsiteX0" y="connsiteY0"/>
                  </a:cxn>
                  <a:cxn ang="0">
                    <a:pos x="connsiteX1" y="connsiteY1"/>
                  </a:cxn>
                  <a:cxn ang="0">
                    <a:pos x="connsiteX2" y="connsiteY2"/>
                  </a:cxn>
                </a:cxnLst>
                <a:rect l="l" t="t" r="r" b="b"/>
                <a:pathLst>
                  <a:path w="8743" h="4856">
                    <a:moveTo>
                      <a:pt x="4637" y="278"/>
                    </a:moveTo>
                    <a:cubicBezTo>
                      <a:pt x="-244" y="1268"/>
                      <a:pt x="-2501" y="6000"/>
                      <a:pt x="4099" y="4599"/>
                    </a:cubicBezTo>
                    <a:cubicBezTo>
                      <a:pt x="8980" y="3656"/>
                      <a:pt x="11255" y="-1201"/>
                      <a:pt x="4637" y="2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3" name="Freeform: Shape 2432">
                <a:extLst>
                  <a:ext uri="{FF2B5EF4-FFF2-40B4-BE49-F238E27FC236}">
                    <a16:creationId xmlns:a16="http://schemas.microsoft.com/office/drawing/2014/main" id="{AA75C239-9541-6D1E-C756-C1083CB2D630}"/>
                  </a:ext>
                </a:extLst>
              </p:cNvPr>
              <p:cNvSpPr/>
              <p:nvPr/>
            </p:nvSpPr>
            <p:spPr>
              <a:xfrm>
                <a:off x="4670722" y="6540478"/>
                <a:ext cx="8929" cy="4200"/>
              </a:xfrm>
              <a:custGeom>
                <a:avLst/>
                <a:gdLst>
                  <a:gd name="connsiteX0" fmla="*/ 4742 w 8929"/>
                  <a:gd name="connsiteY0" fmla="*/ 19 h 4200"/>
                  <a:gd name="connsiteX1" fmla="*/ 4182 w 8929"/>
                  <a:gd name="connsiteY1" fmla="*/ 4174 h 4200"/>
                  <a:gd name="connsiteX2" fmla="*/ 4742 w 8929"/>
                  <a:gd name="connsiteY2" fmla="*/ 19 h 4200"/>
                </a:gdLst>
                <a:ahLst/>
                <a:cxnLst>
                  <a:cxn ang="0">
                    <a:pos x="connsiteX0" y="connsiteY0"/>
                  </a:cxn>
                  <a:cxn ang="0">
                    <a:pos x="connsiteX1" y="connsiteY1"/>
                  </a:cxn>
                  <a:cxn ang="0">
                    <a:pos x="connsiteX2" y="connsiteY2"/>
                  </a:cxn>
                </a:cxnLst>
                <a:rect l="l" t="t" r="r" b="b"/>
                <a:pathLst>
                  <a:path w="8929" h="4200">
                    <a:moveTo>
                      <a:pt x="4742" y="19"/>
                    </a:moveTo>
                    <a:cubicBezTo>
                      <a:pt x="-956" y="-313"/>
                      <a:pt x="-1967" y="3859"/>
                      <a:pt x="4182" y="4174"/>
                    </a:cubicBezTo>
                    <a:cubicBezTo>
                      <a:pt x="9909" y="4574"/>
                      <a:pt x="10880" y="299"/>
                      <a:pt x="4742"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4" name="Freeform: Shape 2433">
                <a:extLst>
                  <a:ext uri="{FF2B5EF4-FFF2-40B4-BE49-F238E27FC236}">
                    <a16:creationId xmlns:a16="http://schemas.microsoft.com/office/drawing/2014/main" id="{4EAC0068-DBCE-3E3A-C186-55D8F4AC026C}"/>
                  </a:ext>
                </a:extLst>
              </p:cNvPr>
              <p:cNvSpPr/>
              <p:nvPr/>
            </p:nvSpPr>
            <p:spPr>
              <a:xfrm>
                <a:off x="4717435" y="6228244"/>
                <a:ext cx="8648" cy="5059"/>
              </a:xfrm>
              <a:custGeom>
                <a:avLst/>
                <a:gdLst>
                  <a:gd name="connsiteX0" fmla="*/ 4549 w 8648"/>
                  <a:gd name="connsiteY0" fmla="*/ 1082 h 5059"/>
                  <a:gd name="connsiteX1" fmla="*/ 0 w 8648"/>
                  <a:gd name="connsiteY1" fmla="*/ 4609 h 5059"/>
                  <a:gd name="connsiteX2" fmla="*/ 4549 w 8648"/>
                  <a:gd name="connsiteY2" fmla="*/ 1082 h 5059"/>
                </a:gdLst>
                <a:ahLst/>
                <a:cxnLst>
                  <a:cxn ang="0">
                    <a:pos x="connsiteX0" y="connsiteY0"/>
                  </a:cxn>
                  <a:cxn ang="0">
                    <a:pos x="connsiteX1" y="connsiteY1"/>
                  </a:cxn>
                  <a:cxn ang="0">
                    <a:pos x="connsiteX2" y="connsiteY2"/>
                  </a:cxn>
                </a:cxnLst>
                <a:rect l="l" t="t" r="r" b="b"/>
                <a:pathLst>
                  <a:path w="8648" h="5059">
                    <a:moveTo>
                      <a:pt x="4549" y="1082"/>
                    </a:moveTo>
                    <a:cubicBezTo>
                      <a:pt x="2177" y="2226"/>
                      <a:pt x="143" y="3803"/>
                      <a:pt x="0" y="4609"/>
                    </a:cubicBezTo>
                    <a:cubicBezTo>
                      <a:pt x="1612" y="7329"/>
                      <a:pt x="15333" y="-3324"/>
                      <a:pt x="4549" y="10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5" name="Freeform: Shape 2434">
                <a:extLst>
                  <a:ext uri="{FF2B5EF4-FFF2-40B4-BE49-F238E27FC236}">
                    <a16:creationId xmlns:a16="http://schemas.microsoft.com/office/drawing/2014/main" id="{AFDF53A3-AA2C-5574-79C3-E052D8FF8C25}"/>
                  </a:ext>
                </a:extLst>
              </p:cNvPr>
              <p:cNvSpPr/>
              <p:nvPr/>
            </p:nvSpPr>
            <p:spPr>
              <a:xfrm>
                <a:off x="4653884" y="6622992"/>
                <a:ext cx="9490" cy="2043"/>
              </a:xfrm>
              <a:custGeom>
                <a:avLst/>
                <a:gdLst>
                  <a:gd name="connsiteX0" fmla="*/ 4966 w 9490"/>
                  <a:gd name="connsiteY0" fmla="*/ 155 h 2043"/>
                  <a:gd name="connsiteX1" fmla="*/ 0 w 9490"/>
                  <a:gd name="connsiteY1" fmla="*/ 498 h 2043"/>
                  <a:gd name="connsiteX2" fmla="*/ 4966 w 9490"/>
                  <a:gd name="connsiteY2" fmla="*/ 155 h 2043"/>
                </a:gdLst>
                <a:ahLst/>
                <a:cxnLst>
                  <a:cxn ang="0">
                    <a:pos x="connsiteX0" y="connsiteY0"/>
                  </a:cxn>
                  <a:cxn ang="0">
                    <a:pos x="connsiteX1" y="connsiteY1"/>
                  </a:cxn>
                  <a:cxn ang="0">
                    <a:pos x="connsiteX2" y="connsiteY2"/>
                  </a:cxn>
                </a:cxnLst>
                <a:rect l="l" t="t" r="r" b="b"/>
                <a:pathLst>
                  <a:path w="9490" h="2043">
                    <a:moveTo>
                      <a:pt x="4966" y="155"/>
                    </a:moveTo>
                    <a:cubicBezTo>
                      <a:pt x="2377" y="-148"/>
                      <a:pt x="154" y="7"/>
                      <a:pt x="0" y="498"/>
                    </a:cubicBezTo>
                    <a:cubicBezTo>
                      <a:pt x="971" y="2904"/>
                      <a:pt x="17151" y="2275"/>
                      <a:pt x="4966" y="1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6" name="Freeform: Shape 2435">
                <a:extLst>
                  <a:ext uri="{FF2B5EF4-FFF2-40B4-BE49-F238E27FC236}">
                    <a16:creationId xmlns:a16="http://schemas.microsoft.com/office/drawing/2014/main" id="{C57C782F-4C5D-68A3-D77D-9C9E30B100B0}"/>
                  </a:ext>
                </a:extLst>
              </p:cNvPr>
              <p:cNvSpPr/>
              <p:nvPr/>
            </p:nvSpPr>
            <p:spPr>
              <a:xfrm>
                <a:off x="4395697" y="7526146"/>
                <a:ext cx="12876" cy="5262"/>
              </a:xfrm>
              <a:custGeom>
                <a:avLst/>
                <a:gdLst>
                  <a:gd name="connsiteX0" fmla="*/ 7092 w 12876"/>
                  <a:gd name="connsiteY0" fmla="*/ 0 h 5262"/>
                  <a:gd name="connsiteX1" fmla="*/ 0 w 12876"/>
                  <a:gd name="connsiteY1" fmla="*/ 2521 h 5262"/>
                  <a:gd name="connsiteX2" fmla="*/ 7092 w 12876"/>
                  <a:gd name="connsiteY2" fmla="*/ 0 h 5262"/>
                </a:gdLst>
                <a:ahLst/>
                <a:cxnLst>
                  <a:cxn ang="0">
                    <a:pos x="connsiteX0" y="connsiteY0"/>
                  </a:cxn>
                  <a:cxn ang="0">
                    <a:pos x="connsiteX1" y="connsiteY1"/>
                  </a:cxn>
                  <a:cxn ang="0">
                    <a:pos x="connsiteX2" y="connsiteY2"/>
                  </a:cxn>
                </a:cxnLst>
                <a:rect l="l" t="t" r="r" b="b"/>
                <a:pathLst>
                  <a:path w="12876" h="5262">
                    <a:moveTo>
                      <a:pt x="7092" y="0"/>
                    </a:moveTo>
                    <a:cubicBezTo>
                      <a:pt x="4658" y="57"/>
                      <a:pt x="869" y="451"/>
                      <a:pt x="0" y="2521"/>
                    </a:cubicBezTo>
                    <a:cubicBezTo>
                      <a:pt x="2640" y="9516"/>
                      <a:pt x="22460" y="1046"/>
                      <a:pt x="709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7" name="Freeform: Shape 2436">
                <a:extLst>
                  <a:ext uri="{FF2B5EF4-FFF2-40B4-BE49-F238E27FC236}">
                    <a16:creationId xmlns:a16="http://schemas.microsoft.com/office/drawing/2014/main" id="{566CACEA-ACBB-AA50-6FC7-6196807E82DF}"/>
                  </a:ext>
                </a:extLst>
              </p:cNvPr>
              <p:cNvSpPr/>
              <p:nvPr/>
            </p:nvSpPr>
            <p:spPr>
              <a:xfrm>
                <a:off x="4611513" y="5882201"/>
                <a:ext cx="6878" cy="2048"/>
              </a:xfrm>
              <a:custGeom>
                <a:avLst/>
                <a:gdLst>
                  <a:gd name="connsiteX0" fmla="*/ 3806 w 6878"/>
                  <a:gd name="connsiteY0" fmla="*/ 185 h 2048"/>
                  <a:gd name="connsiteX1" fmla="*/ 0 w 6878"/>
                  <a:gd name="connsiteY1" fmla="*/ 1592 h 2048"/>
                  <a:gd name="connsiteX2" fmla="*/ 3806 w 6878"/>
                  <a:gd name="connsiteY2" fmla="*/ 185 h 2048"/>
                </a:gdLst>
                <a:ahLst/>
                <a:cxnLst>
                  <a:cxn ang="0">
                    <a:pos x="connsiteX0" y="connsiteY0"/>
                  </a:cxn>
                  <a:cxn ang="0">
                    <a:pos x="connsiteX1" y="connsiteY1"/>
                  </a:cxn>
                  <a:cxn ang="0">
                    <a:pos x="connsiteX2" y="connsiteY2"/>
                  </a:cxn>
                </a:cxnLst>
                <a:rect l="l" t="t" r="r" b="b"/>
                <a:pathLst>
                  <a:path w="6878" h="2048">
                    <a:moveTo>
                      <a:pt x="3806" y="185"/>
                    </a:moveTo>
                    <a:cubicBezTo>
                      <a:pt x="2560" y="454"/>
                      <a:pt x="606" y="791"/>
                      <a:pt x="0" y="1592"/>
                    </a:cubicBezTo>
                    <a:cubicBezTo>
                      <a:pt x="1972" y="3426"/>
                      <a:pt x="11767" y="-929"/>
                      <a:pt x="3806" y="1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8" name="Freeform: Shape 2437">
                <a:extLst>
                  <a:ext uri="{FF2B5EF4-FFF2-40B4-BE49-F238E27FC236}">
                    <a16:creationId xmlns:a16="http://schemas.microsoft.com/office/drawing/2014/main" id="{3C4D6911-872E-4481-56F6-A49565458873}"/>
                  </a:ext>
                </a:extLst>
              </p:cNvPr>
              <p:cNvSpPr/>
              <p:nvPr/>
            </p:nvSpPr>
            <p:spPr>
              <a:xfrm>
                <a:off x="4397223" y="6600412"/>
                <a:ext cx="9493" cy="1896"/>
              </a:xfrm>
              <a:custGeom>
                <a:avLst/>
                <a:gdLst>
                  <a:gd name="connsiteX0" fmla="*/ 5081 w 9493"/>
                  <a:gd name="connsiteY0" fmla="*/ 29 h 1896"/>
                  <a:gd name="connsiteX1" fmla="*/ 0 w 9493"/>
                  <a:gd name="connsiteY1" fmla="*/ 727 h 1896"/>
                  <a:gd name="connsiteX2" fmla="*/ 5081 w 9493"/>
                  <a:gd name="connsiteY2" fmla="*/ 29 h 1896"/>
                </a:gdLst>
                <a:ahLst/>
                <a:cxnLst>
                  <a:cxn ang="0">
                    <a:pos x="connsiteX0" y="connsiteY0"/>
                  </a:cxn>
                  <a:cxn ang="0">
                    <a:pos x="connsiteX1" y="connsiteY1"/>
                  </a:cxn>
                  <a:cxn ang="0">
                    <a:pos x="connsiteX2" y="connsiteY2"/>
                  </a:cxn>
                </a:cxnLst>
                <a:rect l="l" t="t" r="r" b="b"/>
                <a:pathLst>
                  <a:path w="9493" h="1896">
                    <a:moveTo>
                      <a:pt x="5081" y="29"/>
                    </a:moveTo>
                    <a:cubicBezTo>
                      <a:pt x="2486" y="-102"/>
                      <a:pt x="211" y="218"/>
                      <a:pt x="0" y="727"/>
                    </a:cubicBezTo>
                    <a:cubicBezTo>
                      <a:pt x="897" y="3121"/>
                      <a:pt x="17082" y="1298"/>
                      <a:pt x="5081"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9" name="Freeform: Shape 2438">
                <a:extLst>
                  <a:ext uri="{FF2B5EF4-FFF2-40B4-BE49-F238E27FC236}">
                    <a16:creationId xmlns:a16="http://schemas.microsoft.com/office/drawing/2014/main" id="{C5E90DC1-7BDD-B7C1-DD3D-29E6860B94B2}"/>
                  </a:ext>
                </a:extLst>
              </p:cNvPr>
              <p:cNvSpPr/>
              <p:nvPr/>
            </p:nvSpPr>
            <p:spPr>
              <a:xfrm>
                <a:off x="4320985" y="6676244"/>
                <a:ext cx="10330" cy="741"/>
              </a:xfrm>
              <a:custGeom>
                <a:avLst/>
                <a:gdLst>
                  <a:gd name="connsiteX0" fmla="*/ 5544 w 10330"/>
                  <a:gd name="connsiteY0" fmla="*/ 7 h 741"/>
                  <a:gd name="connsiteX1" fmla="*/ 0 w 10330"/>
                  <a:gd name="connsiteY1" fmla="*/ 304 h 741"/>
                  <a:gd name="connsiteX2" fmla="*/ 5544 w 10330"/>
                  <a:gd name="connsiteY2" fmla="*/ 7 h 741"/>
                </a:gdLst>
                <a:ahLst/>
                <a:cxnLst>
                  <a:cxn ang="0">
                    <a:pos x="connsiteX0" y="connsiteY0"/>
                  </a:cxn>
                  <a:cxn ang="0">
                    <a:pos x="connsiteX1" y="connsiteY1"/>
                  </a:cxn>
                  <a:cxn ang="0">
                    <a:pos x="connsiteX2" y="connsiteY2"/>
                  </a:cxn>
                </a:cxnLst>
                <a:rect l="l" t="t" r="r" b="b"/>
                <a:pathLst>
                  <a:path w="10330" h="741">
                    <a:moveTo>
                      <a:pt x="5544" y="7"/>
                    </a:moveTo>
                    <a:cubicBezTo>
                      <a:pt x="2732" y="-33"/>
                      <a:pt x="251" y="104"/>
                      <a:pt x="0" y="304"/>
                    </a:cubicBezTo>
                    <a:cubicBezTo>
                      <a:pt x="914" y="1230"/>
                      <a:pt x="18597" y="470"/>
                      <a:pt x="5544"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0" name="Freeform: Shape 2439">
                <a:extLst>
                  <a:ext uri="{FF2B5EF4-FFF2-40B4-BE49-F238E27FC236}">
                    <a16:creationId xmlns:a16="http://schemas.microsoft.com/office/drawing/2014/main" id="{14FDBAC1-8C14-688D-81AA-D9F4392B7F4B}"/>
                  </a:ext>
                </a:extLst>
              </p:cNvPr>
              <p:cNvSpPr/>
              <p:nvPr/>
            </p:nvSpPr>
            <p:spPr>
              <a:xfrm>
                <a:off x="4230937" y="6880127"/>
                <a:ext cx="10892" cy="3624"/>
              </a:xfrm>
              <a:custGeom>
                <a:avLst/>
                <a:gdLst>
                  <a:gd name="connsiteX0" fmla="*/ 5986 w 10892"/>
                  <a:gd name="connsiteY0" fmla="*/ 7 h 3624"/>
                  <a:gd name="connsiteX1" fmla="*/ 4912 w 10892"/>
                  <a:gd name="connsiteY1" fmla="*/ 3618 h 3624"/>
                  <a:gd name="connsiteX2" fmla="*/ 5986 w 10892"/>
                  <a:gd name="connsiteY2" fmla="*/ 7 h 3624"/>
                </a:gdLst>
                <a:ahLst/>
                <a:cxnLst>
                  <a:cxn ang="0">
                    <a:pos x="connsiteX0" y="connsiteY0"/>
                  </a:cxn>
                  <a:cxn ang="0">
                    <a:pos x="connsiteX1" y="connsiteY1"/>
                  </a:cxn>
                  <a:cxn ang="0">
                    <a:pos x="connsiteX2" y="connsiteY2"/>
                  </a:cxn>
                </a:cxnLst>
                <a:rect l="l" t="t" r="r" b="b"/>
                <a:pathLst>
                  <a:path w="10892" h="3624">
                    <a:moveTo>
                      <a:pt x="5986" y="7"/>
                    </a:moveTo>
                    <a:cubicBezTo>
                      <a:pt x="-455" y="-177"/>
                      <a:pt x="-2958" y="3504"/>
                      <a:pt x="4912" y="3618"/>
                    </a:cubicBezTo>
                    <a:cubicBezTo>
                      <a:pt x="11352" y="3801"/>
                      <a:pt x="13844" y="120"/>
                      <a:pt x="5986"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1" name="Freeform: Shape 2440">
                <a:extLst>
                  <a:ext uri="{FF2B5EF4-FFF2-40B4-BE49-F238E27FC236}">
                    <a16:creationId xmlns:a16="http://schemas.microsoft.com/office/drawing/2014/main" id="{0E66B217-3C39-8F02-C7C9-43F247E08FDC}"/>
                  </a:ext>
                </a:extLst>
              </p:cNvPr>
              <p:cNvSpPr/>
              <p:nvPr/>
            </p:nvSpPr>
            <p:spPr>
              <a:xfrm>
                <a:off x="4373209" y="6640241"/>
                <a:ext cx="9770" cy="947"/>
              </a:xfrm>
              <a:custGeom>
                <a:avLst/>
                <a:gdLst>
                  <a:gd name="connsiteX0" fmla="*/ 5224 w 9770"/>
                  <a:gd name="connsiteY0" fmla="*/ 46 h 947"/>
                  <a:gd name="connsiteX1" fmla="*/ 0 w 9770"/>
                  <a:gd name="connsiteY1" fmla="*/ 280 h 947"/>
                  <a:gd name="connsiteX2" fmla="*/ 5224 w 9770"/>
                  <a:gd name="connsiteY2" fmla="*/ 46 h 947"/>
                </a:gdLst>
                <a:ahLst/>
                <a:cxnLst>
                  <a:cxn ang="0">
                    <a:pos x="connsiteX0" y="connsiteY0"/>
                  </a:cxn>
                  <a:cxn ang="0">
                    <a:pos x="connsiteX1" y="connsiteY1"/>
                  </a:cxn>
                  <a:cxn ang="0">
                    <a:pos x="connsiteX2" y="connsiteY2"/>
                  </a:cxn>
                </a:cxnLst>
                <a:rect l="l" t="t" r="r" b="b"/>
                <a:pathLst>
                  <a:path w="9770" h="947">
                    <a:moveTo>
                      <a:pt x="5224" y="46"/>
                    </a:moveTo>
                    <a:cubicBezTo>
                      <a:pt x="2560" y="-69"/>
                      <a:pt x="223" y="40"/>
                      <a:pt x="0" y="280"/>
                    </a:cubicBezTo>
                    <a:cubicBezTo>
                      <a:pt x="897" y="1423"/>
                      <a:pt x="17596" y="932"/>
                      <a:pt x="5224"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2" name="Freeform: Shape 2441">
                <a:extLst>
                  <a:ext uri="{FF2B5EF4-FFF2-40B4-BE49-F238E27FC236}">
                    <a16:creationId xmlns:a16="http://schemas.microsoft.com/office/drawing/2014/main" id="{21B32CDB-A45D-68C0-C3D1-8D3210760475}"/>
                  </a:ext>
                </a:extLst>
              </p:cNvPr>
              <p:cNvSpPr/>
              <p:nvPr/>
            </p:nvSpPr>
            <p:spPr>
              <a:xfrm>
                <a:off x="4347823" y="6659422"/>
                <a:ext cx="10091" cy="564"/>
              </a:xfrm>
              <a:custGeom>
                <a:avLst/>
                <a:gdLst>
                  <a:gd name="connsiteX0" fmla="*/ 5378 w 10091"/>
                  <a:gd name="connsiteY0" fmla="*/ 38 h 564"/>
                  <a:gd name="connsiteX1" fmla="*/ 0 w 10091"/>
                  <a:gd name="connsiteY1" fmla="*/ 147 h 564"/>
                  <a:gd name="connsiteX2" fmla="*/ 5378 w 10091"/>
                  <a:gd name="connsiteY2" fmla="*/ 38 h 564"/>
                </a:gdLst>
                <a:ahLst/>
                <a:cxnLst>
                  <a:cxn ang="0">
                    <a:pos x="connsiteX0" y="connsiteY0"/>
                  </a:cxn>
                  <a:cxn ang="0">
                    <a:pos x="connsiteX1" y="connsiteY1"/>
                  </a:cxn>
                  <a:cxn ang="0">
                    <a:pos x="connsiteX2" y="connsiteY2"/>
                  </a:cxn>
                </a:cxnLst>
                <a:rect l="l" t="t" r="r" b="b"/>
                <a:pathLst>
                  <a:path w="10091" h="564">
                    <a:moveTo>
                      <a:pt x="5378" y="38"/>
                    </a:moveTo>
                    <a:cubicBezTo>
                      <a:pt x="2640" y="-42"/>
                      <a:pt x="234" y="9"/>
                      <a:pt x="0" y="147"/>
                    </a:cubicBezTo>
                    <a:cubicBezTo>
                      <a:pt x="829" y="792"/>
                      <a:pt x="18225" y="638"/>
                      <a:pt x="5378"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3" name="Freeform: Shape 2442">
                <a:extLst>
                  <a:ext uri="{FF2B5EF4-FFF2-40B4-BE49-F238E27FC236}">
                    <a16:creationId xmlns:a16="http://schemas.microsoft.com/office/drawing/2014/main" id="{0276BC6D-B230-C014-AB00-B19B83724640}"/>
                  </a:ext>
                </a:extLst>
              </p:cNvPr>
              <p:cNvSpPr/>
              <p:nvPr/>
            </p:nvSpPr>
            <p:spPr>
              <a:xfrm>
                <a:off x="4262607" y="6775812"/>
                <a:ext cx="10892" cy="3049"/>
              </a:xfrm>
              <a:custGeom>
                <a:avLst/>
                <a:gdLst>
                  <a:gd name="connsiteX0" fmla="*/ 5898 w 10892"/>
                  <a:gd name="connsiteY0" fmla="*/ 0 h 3049"/>
                  <a:gd name="connsiteX1" fmla="*/ 0 w 10892"/>
                  <a:gd name="connsiteY1" fmla="*/ 1503 h 3049"/>
                  <a:gd name="connsiteX2" fmla="*/ 5898 w 10892"/>
                  <a:gd name="connsiteY2" fmla="*/ 0 h 3049"/>
                </a:gdLst>
                <a:ahLst/>
                <a:cxnLst>
                  <a:cxn ang="0">
                    <a:pos x="connsiteX0" y="connsiteY0"/>
                  </a:cxn>
                  <a:cxn ang="0">
                    <a:pos x="connsiteX1" y="connsiteY1"/>
                  </a:cxn>
                  <a:cxn ang="0">
                    <a:pos x="connsiteX2" y="connsiteY2"/>
                  </a:cxn>
                </a:cxnLst>
                <a:rect l="l" t="t" r="r" b="b"/>
                <a:pathLst>
                  <a:path w="10892" h="3049">
                    <a:moveTo>
                      <a:pt x="5898" y="0"/>
                    </a:moveTo>
                    <a:cubicBezTo>
                      <a:pt x="2920" y="6"/>
                      <a:pt x="280" y="675"/>
                      <a:pt x="0" y="1503"/>
                    </a:cubicBezTo>
                    <a:cubicBezTo>
                      <a:pt x="994" y="5343"/>
                      <a:pt x="19551" y="937"/>
                      <a:pt x="589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4" name="Freeform: Shape 2443">
                <a:extLst>
                  <a:ext uri="{FF2B5EF4-FFF2-40B4-BE49-F238E27FC236}">
                    <a16:creationId xmlns:a16="http://schemas.microsoft.com/office/drawing/2014/main" id="{ACA55F60-FA5C-FD08-71FC-D93625CCC54E}"/>
                  </a:ext>
                </a:extLst>
              </p:cNvPr>
              <p:cNvSpPr/>
              <p:nvPr/>
            </p:nvSpPr>
            <p:spPr>
              <a:xfrm>
                <a:off x="4122291" y="7241256"/>
                <a:ext cx="12012" cy="4406"/>
              </a:xfrm>
              <a:custGeom>
                <a:avLst/>
                <a:gdLst>
                  <a:gd name="connsiteX0" fmla="*/ 6664 w 12012"/>
                  <a:gd name="connsiteY0" fmla="*/ 8 h 4406"/>
                  <a:gd name="connsiteX1" fmla="*/ 5355 w 12012"/>
                  <a:gd name="connsiteY1" fmla="*/ 4398 h 4406"/>
                  <a:gd name="connsiteX2" fmla="*/ 6664 w 12012"/>
                  <a:gd name="connsiteY2" fmla="*/ 8 h 4406"/>
                </a:gdLst>
                <a:ahLst/>
                <a:cxnLst>
                  <a:cxn ang="0">
                    <a:pos x="connsiteX0" y="connsiteY0"/>
                  </a:cxn>
                  <a:cxn ang="0">
                    <a:pos x="connsiteX1" y="connsiteY1"/>
                  </a:cxn>
                  <a:cxn ang="0">
                    <a:pos x="connsiteX2" y="connsiteY2"/>
                  </a:cxn>
                </a:cxnLst>
                <a:rect l="l" t="t" r="r" b="b"/>
                <a:pathLst>
                  <a:path w="12012" h="4406">
                    <a:moveTo>
                      <a:pt x="6664" y="8"/>
                    </a:moveTo>
                    <a:cubicBezTo>
                      <a:pt x="-365" y="-220"/>
                      <a:pt x="-3354" y="4249"/>
                      <a:pt x="5355" y="4398"/>
                    </a:cubicBezTo>
                    <a:cubicBezTo>
                      <a:pt x="12385" y="4626"/>
                      <a:pt x="15357" y="157"/>
                      <a:pt x="6664"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5" name="Freeform: Shape 2444">
                <a:extLst>
                  <a:ext uri="{FF2B5EF4-FFF2-40B4-BE49-F238E27FC236}">
                    <a16:creationId xmlns:a16="http://schemas.microsoft.com/office/drawing/2014/main" id="{1C844418-E92B-8D1C-B5D6-C4705E7BAFFF}"/>
                  </a:ext>
                </a:extLst>
              </p:cNvPr>
              <p:cNvSpPr/>
              <p:nvPr/>
            </p:nvSpPr>
            <p:spPr>
              <a:xfrm>
                <a:off x="4080975" y="7378730"/>
                <a:ext cx="12442" cy="4721"/>
              </a:xfrm>
              <a:custGeom>
                <a:avLst/>
                <a:gdLst>
                  <a:gd name="connsiteX0" fmla="*/ 6924 w 12442"/>
                  <a:gd name="connsiteY0" fmla="*/ 9 h 4721"/>
                  <a:gd name="connsiteX1" fmla="*/ 5518 w 12442"/>
                  <a:gd name="connsiteY1" fmla="*/ 4713 h 4721"/>
                  <a:gd name="connsiteX2" fmla="*/ 6924 w 12442"/>
                  <a:gd name="connsiteY2" fmla="*/ 9 h 4721"/>
                </a:gdLst>
                <a:ahLst/>
                <a:cxnLst>
                  <a:cxn ang="0">
                    <a:pos x="connsiteX0" y="connsiteY0"/>
                  </a:cxn>
                  <a:cxn ang="0">
                    <a:pos x="connsiteX1" y="connsiteY1"/>
                  </a:cxn>
                  <a:cxn ang="0">
                    <a:pos x="connsiteX2" y="connsiteY2"/>
                  </a:cxn>
                </a:cxnLst>
                <a:rect l="l" t="t" r="r" b="b"/>
                <a:pathLst>
                  <a:path w="12442" h="4721">
                    <a:moveTo>
                      <a:pt x="6924" y="9"/>
                    </a:moveTo>
                    <a:cubicBezTo>
                      <a:pt x="-334" y="-237"/>
                      <a:pt x="-3500" y="4547"/>
                      <a:pt x="5518" y="4713"/>
                    </a:cubicBezTo>
                    <a:cubicBezTo>
                      <a:pt x="12782" y="4958"/>
                      <a:pt x="15937" y="175"/>
                      <a:pt x="6924"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6" name="Freeform: Shape 2445">
                <a:extLst>
                  <a:ext uri="{FF2B5EF4-FFF2-40B4-BE49-F238E27FC236}">
                    <a16:creationId xmlns:a16="http://schemas.microsoft.com/office/drawing/2014/main" id="{D4857876-CF28-F129-1364-1125660E8B84}"/>
                  </a:ext>
                </a:extLst>
              </p:cNvPr>
              <p:cNvSpPr/>
              <p:nvPr/>
            </p:nvSpPr>
            <p:spPr>
              <a:xfrm>
                <a:off x="4197073" y="6992786"/>
                <a:ext cx="11244" cy="3855"/>
              </a:xfrm>
              <a:custGeom>
                <a:avLst/>
                <a:gdLst>
                  <a:gd name="connsiteX0" fmla="*/ 6200 w 11244"/>
                  <a:gd name="connsiteY0" fmla="*/ 7 h 3855"/>
                  <a:gd name="connsiteX1" fmla="*/ 5051 w 11244"/>
                  <a:gd name="connsiteY1" fmla="*/ 3848 h 3855"/>
                  <a:gd name="connsiteX2" fmla="*/ 6200 w 11244"/>
                  <a:gd name="connsiteY2" fmla="*/ 7 h 3855"/>
                </a:gdLst>
                <a:ahLst/>
                <a:cxnLst>
                  <a:cxn ang="0">
                    <a:pos x="connsiteX0" y="connsiteY0"/>
                  </a:cxn>
                  <a:cxn ang="0">
                    <a:pos x="connsiteX1" y="connsiteY1"/>
                  </a:cxn>
                  <a:cxn ang="0">
                    <a:pos x="connsiteX2" y="connsiteY2"/>
                  </a:cxn>
                </a:cxnLst>
                <a:rect l="l" t="t" r="r" b="b"/>
                <a:pathLst>
                  <a:path w="11244" h="3855">
                    <a:moveTo>
                      <a:pt x="6200" y="7"/>
                    </a:moveTo>
                    <a:cubicBezTo>
                      <a:pt x="-429" y="-193"/>
                      <a:pt x="-3081" y="3728"/>
                      <a:pt x="5051" y="3848"/>
                    </a:cubicBezTo>
                    <a:cubicBezTo>
                      <a:pt x="11675" y="4047"/>
                      <a:pt x="14321" y="133"/>
                      <a:pt x="6200"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7" name="Freeform: Shape 2446">
                <a:extLst>
                  <a:ext uri="{FF2B5EF4-FFF2-40B4-BE49-F238E27FC236}">
                    <a16:creationId xmlns:a16="http://schemas.microsoft.com/office/drawing/2014/main" id="{E64891F2-0395-FFB9-906D-304A34A47B36}"/>
                  </a:ext>
                </a:extLst>
              </p:cNvPr>
              <p:cNvSpPr/>
              <p:nvPr/>
            </p:nvSpPr>
            <p:spPr>
              <a:xfrm>
                <a:off x="4160925" y="7112886"/>
                <a:ext cx="11615" cy="4118"/>
              </a:xfrm>
              <a:custGeom>
                <a:avLst/>
                <a:gdLst>
                  <a:gd name="connsiteX0" fmla="*/ 6424 w 11615"/>
                  <a:gd name="connsiteY0" fmla="*/ 8 h 4118"/>
                  <a:gd name="connsiteX1" fmla="*/ 5195 w 11615"/>
                  <a:gd name="connsiteY1" fmla="*/ 4111 h 4118"/>
                  <a:gd name="connsiteX2" fmla="*/ 6424 w 11615"/>
                  <a:gd name="connsiteY2" fmla="*/ 8 h 4118"/>
                </a:gdLst>
                <a:ahLst/>
                <a:cxnLst>
                  <a:cxn ang="0">
                    <a:pos x="connsiteX0" y="connsiteY0"/>
                  </a:cxn>
                  <a:cxn ang="0">
                    <a:pos x="connsiteX1" y="connsiteY1"/>
                  </a:cxn>
                  <a:cxn ang="0">
                    <a:pos x="connsiteX2" y="connsiteY2"/>
                  </a:cxn>
                </a:cxnLst>
                <a:rect l="l" t="t" r="r" b="b"/>
                <a:pathLst>
                  <a:path w="11615" h="4118">
                    <a:moveTo>
                      <a:pt x="6424" y="8"/>
                    </a:moveTo>
                    <a:cubicBezTo>
                      <a:pt x="-399" y="-204"/>
                      <a:pt x="-3211" y="3974"/>
                      <a:pt x="5195" y="4111"/>
                    </a:cubicBezTo>
                    <a:cubicBezTo>
                      <a:pt x="12019" y="4323"/>
                      <a:pt x="14820" y="145"/>
                      <a:pt x="6424"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8" name="Freeform: Shape 2447">
                <a:extLst>
                  <a:ext uri="{FF2B5EF4-FFF2-40B4-BE49-F238E27FC236}">
                    <a16:creationId xmlns:a16="http://schemas.microsoft.com/office/drawing/2014/main" id="{8E22532D-A0AE-BE44-B560-338A21EB5EFF}"/>
                  </a:ext>
                </a:extLst>
              </p:cNvPr>
              <p:cNvSpPr/>
              <p:nvPr/>
            </p:nvSpPr>
            <p:spPr>
              <a:xfrm>
                <a:off x="4292610" y="6708941"/>
                <a:ext cx="10580" cy="1589"/>
              </a:xfrm>
              <a:custGeom>
                <a:avLst/>
                <a:gdLst>
                  <a:gd name="connsiteX0" fmla="*/ 5715 w 10580"/>
                  <a:gd name="connsiteY0" fmla="*/ 0 h 1589"/>
                  <a:gd name="connsiteX1" fmla="*/ 0 w 10580"/>
                  <a:gd name="connsiteY1" fmla="*/ 772 h 1589"/>
                  <a:gd name="connsiteX2" fmla="*/ 5715 w 10580"/>
                  <a:gd name="connsiteY2" fmla="*/ 0 h 1589"/>
                </a:gdLst>
                <a:ahLst/>
                <a:cxnLst>
                  <a:cxn ang="0">
                    <a:pos x="connsiteX0" y="connsiteY0"/>
                  </a:cxn>
                  <a:cxn ang="0">
                    <a:pos x="connsiteX1" y="connsiteY1"/>
                  </a:cxn>
                  <a:cxn ang="0">
                    <a:pos x="connsiteX2" y="connsiteY2"/>
                  </a:cxn>
                </a:cxnLst>
                <a:rect l="l" t="t" r="r" b="b"/>
                <a:pathLst>
                  <a:path w="10580" h="1589">
                    <a:moveTo>
                      <a:pt x="5715" y="0"/>
                    </a:moveTo>
                    <a:cubicBezTo>
                      <a:pt x="2823" y="-6"/>
                      <a:pt x="269" y="338"/>
                      <a:pt x="0" y="772"/>
                    </a:cubicBezTo>
                    <a:cubicBezTo>
                      <a:pt x="1029" y="2766"/>
                      <a:pt x="18979" y="555"/>
                      <a:pt x="571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9" name="Freeform: Shape 2448">
                <a:extLst>
                  <a:ext uri="{FF2B5EF4-FFF2-40B4-BE49-F238E27FC236}">
                    <a16:creationId xmlns:a16="http://schemas.microsoft.com/office/drawing/2014/main" id="{4690280C-04F3-738B-A2E9-EE4FB75560DE}"/>
                  </a:ext>
                </a:extLst>
              </p:cNvPr>
              <p:cNvSpPr/>
              <p:nvPr/>
            </p:nvSpPr>
            <p:spPr>
              <a:xfrm>
                <a:off x="4568447" y="6023182"/>
                <a:ext cx="7462" cy="2425"/>
              </a:xfrm>
              <a:custGeom>
                <a:avLst/>
                <a:gdLst>
                  <a:gd name="connsiteX0" fmla="*/ 3981 w 7462"/>
                  <a:gd name="connsiteY0" fmla="*/ 422 h 2425"/>
                  <a:gd name="connsiteX1" fmla="*/ 3484 w 7462"/>
                  <a:gd name="connsiteY1" fmla="*/ 2022 h 2425"/>
                  <a:gd name="connsiteX2" fmla="*/ 3981 w 7462"/>
                  <a:gd name="connsiteY2" fmla="*/ 422 h 2425"/>
                </a:gdLst>
                <a:ahLst/>
                <a:cxnLst>
                  <a:cxn ang="0">
                    <a:pos x="connsiteX0" y="connsiteY0"/>
                  </a:cxn>
                  <a:cxn ang="0">
                    <a:pos x="connsiteX1" y="connsiteY1"/>
                  </a:cxn>
                  <a:cxn ang="0">
                    <a:pos x="connsiteX2" y="connsiteY2"/>
                  </a:cxn>
                </a:cxnLst>
                <a:rect l="l" t="t" r="r" b="b"/>
                <a:pathLst>
                  <a:path w="7462" h="2425">
                    <a:moveTo>
                      <a:pt x="3981" y="422"/>
                    </a:moveTo>
                    <a:cubicBezTo>
                      <a:pt x="-316" y="1330"/>
                      <a:pt x="-2048" y="3262"/>
                      <a:pt x="3484" y="2022"/>
                    </a:cubicBezTo>
                    <a:cubicBezTo>
                      <a:pt x="7765" y="1079"/>
                      <a:pt x="9519" y="-853"/>
                      <a:pt x="3981" y="4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0" name="Freeform: Shape 2449">
                <a:extLst>
                  <a:ext uri="{FF2B5EF4-FFF2-40B4-BE49-F238E27FC236}">
                    <a16:creationId xmlns:a16="http://schemas.microsoft.com/office/drawing/2014/main" id="{E7D4B553-EF66-A865-3F79-5F24854E981E}"/>
                  </a:ext>
                </a:extLst>
              </p:cNvPr>
              <p:cNvSpPr/>
              <p:nvPr/>
            </p:nvSpPr>
            <p:spPr>
              <a:xfrm>
                <a:off x="4552814" y="6072895"/>
                <a:ext cx="7907" cy="2747"/>
              </a:xfrm>
              <a:custGeom>
                <a:avLst/>
                <a:gdLst>
                  <a:gd name="connsiteX0" fmla="*/ 4183 w 7907"/>
                  <a:gd name="connsiteY0" fmla="*/ 521 h 2747"/>
                  <a:gd name="connsiteX1" fmla="*/ 0 w 7907"/>
                  <a:gd name="connsiteY1" fmla="*/ 2424 h 2747"/>
                  <a:gd name="connsiteX2" fmla="*/ 4183 w 7907"/>
                  <a:gd name="connsiteY2" fmla="*/ 521 h 2747"/>
                </a:gdLst>
                <a:ahLst/>
                <a:cxnLst>
                  <a:cxn ang="0">
                    <a:pos x="connsiteX0" y="connsiteY0"/>
                  </a:cxn>
                  <a:cxn ang="0">
                    <a:pos x="connsiteX1" y="connsiteY1"/>
                  </a:cxn>
                  <a:cxn ang="0">
                    <a:pos x="connsiteX2" y="connsiteY2"/>
                  </a:cxn>
                </a:cxnLst>
                <a:rect l="l" t="t" r="r" b="b"/>
                <a:pathLst>
                  <a:path w="7907" h="2747">
                    <a:moveTo>
                      <a:pt x="4183" y="521"/>
                    </a:moveTo>
                    <a:cubicBezTo>
                      <a:pt x="2017" y="1115"/>
                      <a:pt x="143" y="1955"/>
                      <a:pt x="0" y="2424"/>
                    </a:cubicBezTo>
                    <a:cubicBezTo>
                      <a:pt x="1137" y="4155"/>
                      <a:pt x="14127" y="-1731"/>
                      <a:pt x="4183" y="5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1" name="Freeform: Shape 2450">
                <a:extLst>
                  <a:ext uri="{FF2B5EF4-FFF2-40B4-BE49-F238E27FC236}">
                    <a16:creationId xmlns:a16="http://schemas.microsoft.com/office/drawing/2014/main" id="{90FB147F-611A-D1EB-166D-C1F41FACF4B3}"/>
                  </a:ext>
                </a:extLst>
              </p:cNvPr>
              <p:cNvSpPr/>
              <p:nvPr/>
            </p:nvSpPr>
            <p:spPr>
              <a:xfrm>
                <a:off x="4536475" y="6126512"/>
                <a:ext cx="8097" cy="2978"/>
              </a:xfrm>
              <a:custGeom>
                <a:avLst/>
                <a:gdLst>
                  <a:gd name="connsiteX0" fmla="*/ 4292 w 8097"/>
                  <a:gd name="connsiteY0" fmla="*/ 562 h 2978"/>
                  <a:gd name="connsiteX1" fmla="*/ 0 w 8097"/>
                  <a:gd name="connsiteY1" fmla="*/ 2625 h 2978"/>
                  <a:gd name="connsiteX2" fmla="*/ 4292 w 8097"/>
                  <a:gd name="connsiteY2" fmla="*/ 562 h 2978"/>
                </a:gdLst>
                <a:ahLst/>
                <a:cxnLst>
                  <a:cxn ang="0">
                    <a:pos x="connsiteX0" y="connsiteY0"/>
                  </a:cxn>
                  <a:cxn ang="0">
                    <a:pos x="connsiteX1" y="connsiteY1"/>
                  </a:cxn>
                  <a:cxn ang="0">
                    <a:pos x="connsiteX2" y="connsiteY2"/>
                  </a:cxn>
                </a:cxnLst>
                <a:rect l="l" t="t" r="r" b="b"/>
                <a:pathLst>
                  <a:path w="8097" h="2978">
                    <a:moveTo>
                      <a:pt x="4292" y="562"/>
                    </a:moveTo>
                    <a:cubicBezTo>
                      <a:pt x="2075" y="1201"/>
                      <a:pt x="149" y="2116"/>
                      <a:pt x="0" y="2625"/>
                    </a:cubicBezTo>
                    <a:cubicBezTo>
                      <a:pt x="1183" y="4511"/>
                      <a:pt x="14453" y="-1873"/>
                      <a:pt x="4292" y="56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2" name="Freeform: Shape 2451">
                <a:extLst>
                  <a:ext uri="{FF2B5EF4-FFF2-40B4-BE49-F238E27FC236}">
                    <a16:creationId xmlns:a16="http://schemas.microsoft.com/office/drawing/2014/main" id="{D99C2F92-31EA-DC4E-3C85-BE3C71061FE2}"/>
                  </a:ext>
                </a:extLst>
              </p:cNvPr>
              <p:cNvSpPr/>
              <p:nvPr/>
            </p:nvSpPr>
            <p:spPr>
              <a:xfrm>
                <a:off x="4420249" y="6530571"/>
                <a:ext cx="9260" cy="2683"/>
              </a:xfrm>
              <a:custGeom>
                <a:avLst/>
                <a:gdLst>
                  <a:gd name="connsiteX0" fmla="*/ 4961 w 9260"/>
                  <a:gd name="connsiteY0" fmla="*/ 11 h 2683"/>
                  <a:gd name="connsiteX1" fmla="*/ 0 w 9260"/>
                  <a:gd name="connsiteY1" fmla="*/ 1160 h 2683"/>
                  <a:gd name="connsiteX2" fmla="*/ 4961 w 9260"/>
                  <a:gd name="connsiteY2" fmla="*/ 11 h 2683"/>
                </a:gdLst>
                <a:ahLst/>
                <a:cxnLst>
                  <a:cxn ang="0">
                    <a:pos x="connsiteX0" y="connsiteY0"/>
                  </a:cxn>
                  <a:cxn ang="0">
                    <a:pos x="connsiteX1" y="connsiteY1"/>
                  </a:cxn>
                  <a:cxn ang="0">
                    <a:pos x="connsiteX2" y="connsiteY2"/>
                  </a:cxn>
                </a:cxnLst>
                <a:rect l="l" t="t" r="r" b="b"/>
                <a:pathLst>
                  <a:path w="9260" h="2683">
                    <a:moveTo>
                      <a:pt x="4961" y="11"/>
                    </a:moveTo>
                    <a:cubicBezTo>
                      <a:pt x="2429" y="-81"/>
                      <a:pt x="212" y="433"/>
                      <a:pt x="0" y="1160"/>
                    </a:cubicBezTo>
                    <a:cubicBezTo>
                      <a:pt x="892" y="4594"/>
                      <a:pt x="16654" y="1337"/>
                      <a:pt x="4961" y="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3" name="Freeform: Shape 2452">
                <a:extLst>
                  <a:ext uri="{FF2B5EF4-FFF2-40B4-BE49-F238E27FC236}">
                    <a16:creationId xmlns:a16="http://schemas.microsoft.com/office/drawing/2014/main" id="{AA32B29A-D856-F604-132A-CA688CBDABA1}"/>
                  </a:ext>
                </a:extLst>
              </p:cNvPr>
              <p:cNvSpPr/>
              <p:nvPr/>
            </p:nvSpPr>
            <p:spPr>
              <a:xfrm>
                <a:off x="4519427" y="6183874"/>
                <a:ext cx="8287" cy="2994"/>
              </a:xfrm>
              <a:custGeom>
                <a:avLst/>
                <a:gdLst>
                  <a:gd name="connsiteX0" fmla="*/ 4389 w 8287"/>
                  <a:gd name="connsiteY0" fmla="*/ 562 h 2994"/>
                  <a:gd name="connsiteX1" fmla="*/ 0 w 8287"/>
                  <a:gd name="connsiteY1" fmla="*/ 2636 h 2994"/>
                  <a:gd name="connsiteX2" fmla="*/ 4389 w 8287"/>
                  <a:gd name="connsiteY2" fmla="*/ 562 h 2994"/>
                </a:gdLst>
                <a:ahLst/>
                <a:cxnLst>
                  <a:cxn ang="0">
                    <a:pos x="connsiteX0" y="connsiteY0"/>
                  </a:cxn>
                  <a:cxn ang="0">
                    <a:pos x="connsiteX1" y="connsiteY1"/>
                  </a:cxn>
                  <a:cxn ang="0">
                    <a:pos x="connsiteX2" y="connsiteY2"/>
                  </a:cxn>
                </a:cxnLst>
                <a:rect l="l" t="t" r="r" b="b"/>
                <a:pathLst>
                  <a:path w="8287" h="2994">
                    <a:moveTo>
                      <a:pt x="4389" y="562"/>
                    </a:moveTo>
                    <a:cubicBezTo>
                      <a:pt x="2120" y="1202"/>
                      <a:pt x="154" y="2116"/>
                      <a:pt x="0" y="2636"/>
                    </a:cubicBezTo>
                    <a:cubicBezTo>
                      <a:pt x="1206" y="4540"/>
                      <a:pt x="14796" y="-1879"/>
                      <a:pt x="4389" y="56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4" name="Freeform: Shape 2453">
                <a:extLst>
                  <a:ext uri="{FF2B5EF4-FFF2-40B4-BE49-F238E27FC236}">
                    <a16:creationId xmlns:a16="http://schemas.microsoft.com/office/drawing/2014/main" id="{BD5230C3-9B89-E4E6-1F06-61373377624E}"/>
                  </a:ext>
                </a:extLst>
              </p:cNvPr>
              <p:cNvSpPr/>
              <p:nvPr/>
            </p:nvSpPr>
            <p:spPr>
              <a:xfrm>
                <a:off x="4583321" y="5975843"/>
                <a:ext cx="7278" cy="2146"/>
              </a:xfrm>
              <a:custGeom>
                <a:avLst/>
                <a:gdLst>
                  <a:gd name="connsiteX0" fmla="*/ 3880 w 7278"/>
                  <a:gd name="connsiteY0" fmla="*/ 309 h 2146"/>
                  <a:gd name="connsiteX1" fmla="*/ 3400 w 7278"/>
                  <a:gd name="connsiteY1" fmla="*/ 1852 h 2146"/>
                  <a:gd name="connsiteX2" fmla="*/ 3880 w 7278"/>
                  <a:gd name="connsiteY2" fmla="*/ 309 h 2146"/>
                </a:gdLst>
                <a:ahLst/>
                <a:cxnLst>
                  <a:cxn ang="0">
                    <a:pos x="connsiteX0" y="connsiteY0"/>
                  </a:cxn>
                  <a:cxn ang="0">
                    <a:pos x="connsiteX1" y="connsiteY1"/>
                  </a:cxn>
                  <a:cxn ang="0">
                    <a:pos x="connsiteX2" y="connsiteY2"/>
                  </a:cxn>
                </a:cxnLst>
                <a:rect l="l" t="t" r="r" b="b"/>
                <a:pathLst>
                  <a:path w="7278" h="2146">
                    <a:moveTo>
                      <a:pt x="3880" y="309"/>
                    </a:moveTo>
                    <a:cubicBezTo>
                      <a:pt x="-355" y="1046"/>
                      <a:pt x="-1961" y="2852"/>
                      <a:pt x="3400" y="1852"/>
                    </a:cubicBezTo>
                    <a:cubicBezTo>
                      <a:pt x="7624" y="1086"/>
                      <a:pt x="9247" y="-720"/>
                      <a:pt x="3880" y="30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5" name="Freeform: Shape 2454">
                <a:extLst>
                  <a:ext uri="{FF2B5EF4-FFF2-40B4-BE49-F238E27FC236}">
                    <a16:creationId xmlns:a16="http://schemas.microsoft.com/office/drawing/2014/main" id="{0C576ADC-A63F-E6CB-D7C4-5D9D64CDA73E}"/>
                  </a:ext>
                </a:extLst>
              </p:cNvPr>
              <p:cNvSpPr/>
              <p:nvPr/>
            </p:nvSpPr>
            <p:spPr>
              <a:xfrm>
                <a:off x="4482873" y="6311952"/>
                <a:ext cx="8373" cy="2722"/>
              </a:xfrm>
              <a:custGeom>
                <a:avLst/>
                <a:gdLst>
                  <a:gd name="connsiteX0" fmla="*/ 4505 w 8373"/>
                  <a:gd name="connsiteY0" fmla="*/ 247 h 2722"/>
                  <a:gd name="connsiteX1" fmla="*/ 3870 w 8373"/>
                  <a:gd name="connsiteY1" fmla="*/ 2494 h 2722"/>
                  <a:gd name="connsiteX2" fmla="*/ 4505 w 8373"/>
                  <a:gd name="connsiteY2" fmla="*/ 247 h 2722"/>
                </a:gdLst>
                <a:ahLst/>
                <a:cxnLst>
                  <a:cxn ang="0">
                    <a:pos x="connsiteX0" y="connsiteY0"/>
                  </a:cxn>
                  <a:cxn ang="0">
                    <a:pos x="connsiteX1" y="connsiteY1"/>
                  </a:cxn>
                  <a:cxn ang="0">
                    <a:pos x="connsiteX2" y="connsiteY2"/>
                  </a:cxn>
                </a:cxnLst>
                <a:rect l="l" t="t" r="r" b="b"/>
                <a:pathLst>
                  <a:path w="8373" h="2722">
                    <a:moveTo>
                      <a:pt x="4505" y="247"/>
                    </a:moveTo>
                    <a:cubicBezTo>
                      <a:pt x="-296" y="968"/>
                      <a:pt x="-2336" y="3488"/>
                      <a:pt x="3870" y="2494"/>
                    </a:cubicBezTo>
                    <a:cubicBezTo>
                      <a:pt x="8654" y="1767"/>
                      <a:pt x="10723" y="-799"/>
                      <a:pt x="4505" y="24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6" name="Freeform: Shape 2455">
                <a:extLst>
                  <a:ext uri="{FF2B5EF4-FFF2-40B4-BE49-F238E27FC236}">
                    <a16:creationId xmlns:a16="http://schemas.microsoft.com/office/drawing/2014/main" id="{E522AADC-3454-B041-E923-8B5F7D7476D2}"/>
                  </a:ext>
                </a:extLst>
              </p:cNvPr>
              <p:cNvSpPr/>
              <p:nvPr/>
            </p:nvSpPr>
            <p:spPr>
              <a:xfrm>
                <a:off x="4442575" y="6447015"/>
                <a:ext cx="8774" cy="2809"/>
              </a:xfrm>
              <a:custGeom>
                <a:avLst/>
                <a:gdLst>
                  <a:gd name="connsiteX0" fmla="*/ 4746 w 8774"/>
                  <a:gd name="connsiteY0" fmla="*/ 104 h 2809"/>
                  <a:gd name="connsiteX1" fmla="*/ 4032 w 8774"/>
                  <a:gd name="connsiteY1" fmla="*/ 2716 h 2809"/>
                  <a:gd name="connsiteX2" fmla="*/ 4746 w 8774"/>
                  <a:gd name="connsiteY2" fmla="*/ 104 h 2809"/>
                </a:gdLst>
                <a:ahLst/>
                <a:cxnLst>
                  <a:cxn ang="0">
                    <a:pos x="connsiteX0" y="connsiteY0"/>
                  </a:cxn>
                  <a:cxn ang="0">
                    <a:pos x="connsiteX1" y="connsiteY1"/>
                  </a:cxn>
                  <a:cxn ang="0">
                    <a:pos x="connsiteX2" y="connsiteY2"/>
                  </a:cxn>
                </a:cxnLst>
                <a:rect l="l" t="t" r="r" b="b"/>
                <a:pathLst>
                  <a:path w="8774" h="2809">
                    <a:moveTo>
                      <a:pt x="4746" y="104"/>
                    </a:moveTo>
                    <a:cubicBezTo>
                      <a:pt x="-340" y="556"/>
                      <a:pt x="-2420" y="3350"/>
                      <a:pt x="4032" y="2716"/>
                    </a:cubicBezTo>
                    <a:cubicBezTo>
                      <a:pt x="9107" y="2276"/>
                      <a:pt x="11199" y="-576"/>
                      <a:pt x="4746" y="1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7" name="Freeform: Shape 2456">
                <a:extLst>
                  <a:ext uri="{FF2B5EF4-FFF2-40B4-BE49-F238E27FC236}">
                    <a16:creationId xmlns:a16="http://schemas.microsoft.com/office/drawing/2014/main" id="{8367BCB6-B58F-7F82-6C9F-504D5FC04F90}"/>
                  </a:ext>
                </a:extLst>
              </p:cNvPr>
              <p:cNvSpPr/>
              <p:nvPr/>
            </p:nvSpPr>
            <p:spPr>
              <a:xfrm>
                <a:off x="4463305" y="6379649"/>
                <a:ext cx="8563" cy="2506"/>
              </a:xfrm>
              <a:custGeom>
                <a:avLst/>
                <a:gdLst>
                  <a:gd name="connsiteX0" fmla="*/ 4608 w 8563"/>
                  <a:gd name="connsiteY0" fmla="*/ 165 h 2506"/>
                  <a:gd name="connsiteX1" fmla="*/ 3962 w 8563"/>
                  <a:gd name="connsiteY1" fmla="*/ 2354 h 2506"/>
                  <a:gd name="connsiteX2" fmla="*/ 4608 w 8563"/>
                  <a:gd name="connsiteY2" fmla="*/ 165 h 2506"/>
                </a:gdLst>
                <a:ahLst/>
                <a:cxnLst>
                  <a:cxn ang="0">
                    <a:pos x="connsiteX0" y="connsiteY0"/>
                  </a:cxn>
                  <a:cxn ang="0">
                    <a:pos x="connsiteX1" y="connsiteY1"/>
                  </a:cxn>
                  <a:cxn ang="0">
                    <a:pos x="connsiteX2" y="connsiteY2"/>
                  </a:cxn>
                </a:cxnLst>
                <a:rect l="l" t="t" r="r" b="b"/>
                <a:pathLst>
                  <a:path w="8563" h="2506">
                    <a:moveTo>
                      <a:pt x="4608" y="165"/>
                    </a:moveTo>
                    <a:cubicBezTo>
                      <a:pt x="-365" y="719"/>
                      <a:pt x="-2342" y="3131"/>
                      <a:pt x="3962" y="2354"/>
                    </a:cubicBezTo>
                    <a:cubicBezTo>
                      <a:pt x="8917" y="1776"/>
                      <a:pt x="10911" y="-647"/>
                      <a:pt x="4608" y="1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8" name="Freeform: Shape 2457">
                <a:extLst>
                  <a:ext uri="{FF2B5EF4-FFF2-40B4-BE49-F238E27FC236}">
                    <a16:creationId xmlns:a16="http://schemas.microsoft.com/office/drawing/2014/main" id="{B0635B53-6FBC-F80A-8824-526C26AE014A}"/>
                  </a:ext>
                </a:extLst>
              </p:cNvPr>
              <p:cNvSpPr/>
              <p:nvPr/>
            </p:nvSpPr>
            <p:spPr>
              <a:xfrm>
                <a:off x="4597659" y="5929342"/>
                <a:ext cx="7116" cy="1991"/>
              </a:xfrm>
              <a:custGeom>
                <a:avLst/>
                <a:gdLst>
                  <a:gd name="connsiteX0" fmla="*/ 3789 w 7116"/>
                  <a:gd name="connsiteY0" fmla="*/ 233 h 1991"/>
                  <a:gd name="connsiteX1" fmla="*/ 3326 w 7116"/>
                  <a:gd name="connsiteY1" fmla="*/ 1770 h 1991"/>
                  <a:gd name="connsiteX2" fmla="*/ 3789 w 7116"/>
                  <a:gd name="connsiteY2" fmla="*/ 233 h 1991"/>
                </a:gdLst>
                <a:ahLst/>
                <a:cxnLst>
                  <a:cxn ang="0">
                    <a:pos x="connsiteX0" y="connsiteY0"/>
                  </a:cxn>
                  <a:cxn ang="0">
                    <a:pos x="connsiteX1" y="connsiteY1"/>
                  </a:cxn>
                  <a:cxn ang="0">
                    <a:pos x="connsiteX2" y="connsiteY2"/>
                  </a:cxn>
                </a:cxnLst>
                <a:rect l="l" t="t" r="r" b="b"/>
                <a:pathLst>
                  <a:path w="7116" h="1991">
                    <a:moveTo>
                      <a:pt x="3789" y="233"/>
                    </a:moveTo>
                    <a:cubicBezTo>
                      <a:pt x="-371" y="851"/>
                      <a:pt x="-1897" y="2605"/>
                      <a:pt x="3326" y="1770"/>
                    </a:cubicBezTo>
                    <a:cubicBezTo>
                      <a:pt x="7481" y="1131"/>
                      <a:pt x="9019" y="-629"/>
                      <a:pt x="3789" y="2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9" name="Freeform: Shape 2458">
                <a:extLst>
                  <a:ext uri="{FF2B5EF4-FFF2-40B4-BE49-F238E27FC236}">
                    <a16:creationId xmlns:a16="http://schemas.microsoft.com/office/drawing/2014/main" id="{12F435A7-02B3-E24C-A3DD-B461816C8219}"/>
                  </a:ext>
                </a:extLst>
              </p:cNvPr>
              <p:cNvSpPr/>
              <p:nvPr/>
            </p:nvSpPr>
            <p:spPr>
              <a:xfrm>
                <a:off x="4501659" y="6244993"/>
                <a:ext cx="8479" cy="2993"/>
              </a:xfrm>
              <a:custGeom>
                <a:avLst/>
                <a:gdLst>
                  <a:gd name="connsiteX0" fmla="*/ 4509 w 8479"/>
                  <a:gd name="connsiteY0" fmla="*/ 399 h 2993"/>
                  <a:gd name="connsiteX1" fmla="*/ 0 w 8479"/>
                  <a:gd name="connsiteY1" fmla="*/ 2485 h 2993"/>
                  <a:gd name="connsiteX2" fmla="*/ 4509 w 8479"/>
                  <a:gd name="connsiteY2" fmla="*/ 399 h 2993"/>
                </a:gdLst>
                <a:ahLst/>
                <a:cxnLst>
                  <a:cxn ang="0">
                    <a:pos x="connsiteX0" y="connsiteY0"/>
                  </a:cxn>
                  <a:cxn ang="0">
                    <a:pos x="connsiteX1" y="connsiteY1"/>
                  </a:cxn>
                  <a:cxn ang="0">
                    <a:pos x="connsiteX2" y="connsiteY2"/>
                  </a:cxn>
                </a:cxnLst>
                <a:rect l="l" t="t" r="r" b="b"/>
                <a:pathLst>
                  <a:path w="8479" h="2993">
                    <a:moveTo>
                      <a:pt x="4509" y="399"/>
                    </a:moveTo>
                    <a:cubicBezTo>
                      <a:pt x="2189" y="970"/>
                      <a:pt x="166" y="1896"/>
                      <a:pt x="0" y="2485"/>
                    </a:cubicBezTo>
                    <a:cubicBezTo>
                      <a:pt x="1206" y="4794"/>
                      <a:pt x="15133" y="-1619"/>
                      <a:pt x="4509" y="39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0" name="Freeform: Shape 2459">
                <a:extLst>
                  <a:ext uri="{FF2B5EF4-FFF2-40B4-BE49-F238E27FC236}">
                    <a16:creationId xmlns:a16="http://schemas.microsoft.com/office/drawing/2014/main" id="{E3EDA79B-5721-35C5-87C2-0934EB2B4EA1}"/>
                  </a:ext>
                </a:extLst>
              </p:cNvPr>
              <p:cNvSpPr/>
              <p:nvPr/>
            </p:nvSpPr>
            <p:spPr>
              <a:xfrm>
                <a:off x="4036669" y="7526123"/>
                <a:ext cx="12794" cy="5249"/>
              </a:xfrm>
              <a:custGeom>
                <a:avLst/>
                <a:gdLst>
                  <a:gd name="connsiteX0" fmla="*/ 7311 w 12794"/>
                  <a:gd name="connsiteY0" fmla="*/ 23 h 5249"/>
                  <a:gd name="connsiteX1" fmla="*/ 1378 w 12794"/>
                  <a:gd name="connsiteY1" fmla="*/ 4326 h 5249"/>
                  <a:gd name="connsiteX2" fmla="*/ 7311 w 12794"/>
                  <a:gd name="connsiteY2" fmla="*/ 23 h 5249"/>
                </a:gdLst>
                <a:ahLst/>
                <a:cxnLst>
                  <a:cxn ang="0">
                    <a:pos x="connsiteX0" y="connsiteY0"/>
                  </a:cxn>
                  <a:cxn ang="0">
                    <a:pos x="connsiteX1" y="connsiteY1"/>
                  </a:cxn>
                  <a:cxn ang="0">
                    <a:pos x="connsiteX2" y="connsiteY2"/>
                  </a:cxn>
                </a:cxnLst>
                <a:rect l="l" t="t" r="r" b="b"/>
                <a:pathLst>
                  <a:path w="12794" h="5249">
                    <a:moveTo>
                      <a:pt x="7311" y="23"/>
                    </a:moveTo>
                    <a:cubicBezTo>
                      <a:pt x="4784" y="-229"/>
                      <a:pt x="-3171" y="1634"/>
                      <a:pt x="1378" y="4326"/>
                    </a:cubicBezTo>
                    <a:cubicBezTo>
                      <a:pt x="6865" y="7675"/>
                      <a:pt x="20295" y="902"/>
                      <a:pt x="7311"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1" name="Freeform: Shape 2460">
                <a:extLst>
                  <a:ext uri="{FF2B5EF4-FFF2-40B4-BE49-F238E27FC236}">
                    <a16:creationId xmlns:a16="http://schemas.microsoft.com/office/drawing/2014/main" id="{C9B9E540-D6B1-EDBA-6CA9-CB9AC8A391BD}"/>
                  </a:ext>
                </a:extLst>
              </p:cNvPr>
              <p:cNvSpPr/>
              <p:nvPr/>
            </p:nvSpPr>
            <p:spPr>
              <a:xfrm>
                <a:off x="4415936" y="5909519"/>
                <a:ext cx="6753" cy="2659"/>
              </a:xfrm>
              <a:custGeom>
                <a:avLst/>
                <a:gdLst>
                  <a:gd name="connsiteX0" fmla="*/ 3787 w 6753"/>
                  <a:gd name="connsiteY0" fmla="*/ 528 h 2659"/>
                  <a:gd name="connsiteX1" fmla="*/ 770 w 6753"/>
                  <a:gd name="connsiteY1" fmla="*/ 2659 h 2659"/>
                  <a:gd name="connsiteX2" fmla="*/ 3787 w 6753"/>
                  <a:gd name="connsiteY2" fmla="*/ 528 h 2659"/>
                </a:gdLst>
                <a:ahLst/>
                <a:cxnLst>
                  <a:cxn ang="0">
                    <a:pos x="connsiteX0" y="connsiteY0"/>
                  </a:cxn>
                  <a:cxn ang="0">
                    <a:pos x="connsiteX1" y="connsiteY1"/>
                  </a:cxn>
                  <a:cxn ang="0">
                    <a:pos x="connsiteX2" y="connsiteY2"/>
                  </a:cxn>
                </a:cxnLst>
                <a:rect l="l" t="t" r="r" b="b"/>
                <a:pathLst>
                  <a:path w="6753" h="2659">
                    <a:moveTo>
                      <a:pt x="3787" y="528"/>
                    </a:moveTo>
                    <a:cubicBezTo>
                      <a:pt x="2856" y="768"/>
                      <a:pt x="-1813" y="2682"/>
                      <a:pt x="770" y="2659"/>
                    </a:cubicBezTo>
                    <a:cubicBezTo>
                      <a:pt x="3427" y="2654"/>
                      <a:pt x="10851" y="-1421"/>
                      <a:pt x="3787" y="5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2" name="Freeform: Shape 2461">
                <a:extLst>
                  <a:ext uri="{FF2B5EF4-FFF2-40B4-BE49-F238E27FC236}">
                    <a16:creationId xmlns:a16="http://schemas.microsoft.com/office/drawing/2014/main" id="{AE2F32DB-E161-9173-4AFB-59698D7161BC}"/>
                  </a:ext>
                </a:extLst>
              </p:cNvPr>
              <p:cNvSpPr/>
              <p:nvPr/>
            </p:nvSpPr>
            <p:spPr>
              <a:xfrm>
                <a:off x="3927145" y="6880125"/>
                <a:ext cx="10935" cy="3629"/>
              </a:xfrm>
              <a:custGeom>
                <a:avLst/>
                <a:gdLst>
                  <a:gd name="connsiteX0" fmla="*/ 6157 w 10935"/>
                  <a:gd name="connsiteY0" fmla="*/ 9 h 3629"/>
                  <a:gd name="connsiteX1" fmla="*/ 4774 w 10935"/>
                  <a:gd name="connsiteY1" fmla="*/ 3621 h 3629"/>
                  <a:gd name="connsiteX2" fmla="*/ 6157 w 10935"/>
                  <a:gd name="connsiteY2" fmla="*/ 9 h 3629"/>
                </a:gdLst>
                <a:ahLst/>
                <a:cxnLst>
                  <a:cxn ang="0">
                    <a:pos x="connsiteX0" y="connsiteY0"/>
                  </a:cxn>
                  <a:cxn ang="0">
                    <a:pos x="connsiteX1" y="connsiteY1"/>
                  </a:cxn>
                  <a:cxn ang="0">
                    <a:pos x="connsiteX2" y="connsiteY2"/>
                  </a:cxn>
                </a:cxnLst>
                <a:rect l="l" t="t" r="r" b="b"/>
                <a:pathLst>
                  <a:path w="10935" h="3629">
                    <a:moveTo>
                      <a:pt x="6157" y="9"/>
                    </a:moveTo>
                    <a:cubicBezTo>
                      <a:pt x="-49" y="-208"/>
                      <a:pt x="-3238" y="3461"/>
                      <a:pt x="4774" y="3621"/>
                    </a:cubicBezTo>
                    <a:cubicBezTo>
                      <a:pt x="10992" y="3832"/>
                      <a:pt x="14170" y="169"/>
                      <a:pt x="6157"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3" name="Freeform: Shape 2462">
                <a:extLst>
                  <a:ext uri="{FF2B5EF4-FFF2-40B4-BE49-F238E27FC236}">
                    <a16:creationId xmlns:a16="http://schemas.microsoft.com/office/drawing/2014/main" id="{A51A5CD0-8AA1-DB9F-6085-E8C9A65D45F6}"/>
                  </a:ext>
                </a:extLst>
              </p:cNvPr>
              <p:cNvSpPr/>
              <p:nvPr/>
            </p:nvSpPr>
            <p:spPr>
              <a:xfrm>
                <a:off x="4006246" y="6708812"/>
                <a:ext cx="10287" cy="1800"/>
              </a:xfrm>
              <a:custGeom>
                <a:avLst/>
                <a:gdLst>
                  <a:gd name="connsiteX0" fmla="*/ 5757 w 10287"/>
                  <a:gd name="connsiteY0" fmla="*/ 37 h 1800"/>
                  <a:gd name="connsiteX1" fmla="*/ 4529 w 10287"/>
                  <a:gd name="connsiteY1" fmla="*/ 1768 h 1800"/>
                  <a:gd name="connsiteX2" fmla="*/ 5757 w 10287"/>
                  <a:gd name="connsiteY2" fmla="*/ 37 h 1800"/>
                </a:gdLst>
                <a:ahLst/>
                <a:cxnLst>
                  <a:cxn ang="0">
                    <a:pos x="connsiteX0" y="connsiteY0"/>
                  </a:cxn>
                  <a:cxn ang="0">
                    <a:pos x="connsiteX1" y="connsiteY1"/>
                  </a:cxn>
                  <a:cxn ang="0">
                    <a:pos x="connsiteX2" y="connsiteY2"/>
                  </a:cxn>
                </a:cxnLst>
                <a:rect l="l" t="t" r="r" b="b"/>
                <a:pathLst>
                  <a:path w="10287" h="1800">
                    <a:moveTo>
                      <a:pt x="5757" y="37"/>
                    </a:moveTo>
                    <a:cubicBezTo>
                      <a:pt x="-9" y="-272"/>
                      <a:pt x="-3084" y="1449"/>
                      <a:pt x="4529" y="1768"/>
                    </a:cubicBezTo>
                    <a:cubicBezTo>
                      <a:pt x="10301" y="2054"/>
                      <a:pt x="13370" y="351"/>
                      <a:pt x="5757" y="3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4" name="Freeform: Shape 2463">
                <a:extLst>
                  <a:ext uri="{FF2B5EF4-FFF2-40B4-BE49-F238E27FC236}">
                    <a16:creationId xmlns:a16="http://schemas.microsoft.com/office/drawing/2014/main" id="{2C688F3F-45E6-F1B9-57B2-627D1A6338A9}"/>
                  </a:ext>
                </a:extLst>
              </p:cNvPr>
              <p:cNvSpPr/>
              <p:nvPr/>
            </p:nvSpPr>
            <p:spPr>
              <a:xfrm>
                <a:off x="4077306" y="6640809"/>
                <a:ext cx="9681" cy="1912"/>
              </a:xfrm>
              <a:custGeom>
                <a:avLst/>
                <a:gdLst>
                  <a:gd name="connsiteX0" fmla="*/ 5392 w 9681"/>
                  <a:gd name="connsiteY0" fmla="*/ 552 h 1912"/>
                  <a:gd name="connsiteX1" fmla="*/ 4290 w 9681"/>
                  <a:gd name="connsiteY1" fmla="*/ 1376 h 1912"/>
                  <a:gd name="connsiteX2" fmla="*/ 5392 w 9681"/>
                  <a:gd name="connsiteY2" fmla="*/ 552 h 1912"/>
                </a:gdLst>
                <a:ahLst/>
                <a:cxnLst>
                  <a:cxn ang="0">
                    <a:pos x="connsiteX0" y="connsiteY0"/>
                  </a:cxn>
                  <a:cxn ang="0">
                    <a:pos x="connsiteX1" y="connsiteY1"/>
                  </a:cxn>
                  <a:cxn ang="0">
                    <a:pos x="connsiteX2" y="connsiteY2"/>
                  </a:cxn>
                </a:cxnLst>
                <a:rect l="l" t="t" r="r" b="b"/>
                <a:pathLst>
                  <a:path w="9681" h="1912">
                    <a:moveTo>
                      <a:pt x="5392" y="552"/>
                    </a:moveTo>
                    <a:cubicBezTo>
                      <a:pt x="-145" y="-516"/>
                      <a:pt x="-2809" y="78"/>
                      <a:pt x="4290" y="1376"/>
                    </a:cubicBezTo>
                    <a:cubicBezTo>
                      <a:pt x="9833" y="2410"/>
                      <a:pt x="12485" y="1849"/>
                      <a:pt x="5392" y="55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5" name="Freeform: Shape 2464">
                <a:extLst>
                  <a:ext uri="{FF2B5EF4-FFF2-40B4-BE49-F238E27FC236}">
                    <a16:creationId xmlns:a16="http://schemas.microsoft.com/office/drawing/2014/main" id="{7CDD6E22-1BAA-E53D-184A-E581662593B8}"/>
                  </a:ext>
                </a:extLst>
              </p:cNvPr>
              <p:cNvSpPr/>
              <p:nvPr/>
            </p:nvSpPr>
            <p:spPr>
              <a:xfrm>
                <a:off x="4042625" y="6668151"/>
                <a:ext cx="10318" cy="1399"/>
              </a:xfrm>
              <a:custGeom>
                <a:avLst/>
                <a:gdLst>
                  <a:gd name="connsiteX0" fmla="*/ 5681 w 10318"/>
                  <a:gd name="connsiteY0" fmla="*/ 196 h 1399"/>
                  <a:gd name="connsiteX1" fmla="*/ 0 w 10318"/>
                  <a:gd name="connsiteY1" fmla="*/ 224 h 1399"/>
                  <a:gd name="connsiteX2" fmla="*/ 5681 w 10318"/>
                  <a:gd name="connsiteY2" fmla="*/ 196 h 1399"/>
                </a:gdLst>
                <a:ahLst/>
                <a:cxnLst>
                  <a:cxn ang="0">
                    <a:pos x="connsiteX0" y="connsiteY0"/>
                  </a:cxn>
                  <a:cxn ang="0">
                    <a:pos x="connsiteX1" y="connsiteY1"/>
                  </a:cxn>
                  <a:cxn ang="0">
                    <a:pos x="connsiteX2" y="connsiteY2"/>
                  </a:cxn>
                </a:cxnLst>
                <a:rect l="l" t="t" r="r" b="b"/>
                <a:pathLst>
                  <a:path w="10318" h="1399">
                    <a:moveTo>
                      <a:pt x="5681" y="196"/>
                    </a:moveTo>
                    <a:cubicBezTo>
                      <a:pt x="2869" y="-73"/>
                      <a:pt x="326" y="-67"/>
                      <a:pt x="0" y="224"/>
                    </a:cubicBezTo>
                    <a:cubicBezTo>
                      <a:pt x="794" y="1791"/>
                      <a:pt x="18488" y="1802"/>
                      <a:pt x="5681" y="1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6" name="Freeform: Shape 2465">
                <a:extLst>
                  <a:ext uri="{FF2B5EF4-FFF2-40B4-BE49-F238E27FC236}">
                    <a16:creationId xmlns:a16="http://schemas.microsoft.com/office/drawing/2014/main" id="{7B56A59A-5833-716A-16D9-467796B07460}"/>
                  </a:ext>
                </a:extLst>
              </p:cNvPr>
              <p:cNvSpPr/>
              <p:nvPr/>
            </p:nvSpPr>
            <p:spPr>
              <a:xfrm>
                <a:off x="3967796" y="6777141"/>
                <a:ext cx="10608" cy="2913"/>
              </a:xfrm>
              <a:custGeom>
                <a:avLst/>
                <a:gdLst>
                  <a:gd name="connsiteX0" fmla="*/ 5951 w 10608"/>
                  <a:gd name="connsiteY0" fmla="*/ 9 h 2913"/>
                  <a:gd name="connsiteX1" fmla="*/ 4654 w 10608"/>
                  <a:gd name="connsiteY1" fmla="*/ 2906 h 2913"/>
                  <a:gd name="connsiteX2" fmla="*/ 5951 w 10608"/>
                  <a:gd name="connsiteY2" fmla="*/ 9 h 2913"/>
                </a:gdLst>
                <a:ahLst/>
                <a:cxnLst>
                  <a:cxn ang="0">
                    <a:pos x="connsiteX0" y="connsiteY0"/>
                  </a:cxn>
                  <a:cxn ang="0">
                    <a:pos x="connsiteX1" y="connsiteY1"/>
                  </a:cxn>
                  <a:cxn ang="0">
                    <a:pos x="connsiteX2" y="connsiteY2"/>
                  </a:cxn>
                </a:cxnLst>
                <a:rect l="l" t="t" r="r" b="b"/>
                <a:pathLst>
                  <a:path w="10608" h="2913">
                    <a:moveTo>
                      <a:pt x="5951" y="9"/>
                    </a:moveTo>
                    <a:cubicBezTo>
                      <a:pt x="-55" y="-180"/>
                      <a:pt x="-3141" y="2769"/>
                      <a:pt x="4654" y="2906"/>
                    </a:cubicBezTo>
                    <a:cubicBezTo>
                      <a:pt x="10666" y="3078"/>
                      <a:pt x="13752" y="134"/>
                      <a:pt x="5951"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7" name="Freeform: Shape 2466">
                <a:extLst>
                  <a:ext uri="{FF2B5EF4-FFF2-40B4-BE49-F238E27FC236}">
                    <a16:creationId xmlns:a16="http://schemas.microsoft.com/office/drawing/2014/main" id="{C9489392-145C-079B-CF1F-35B7843D9A08}"/>
                  </a:ext>
                </a:extLst>
              </p:cNvPr>
              <p:cNvSpPr/>
              <p:nvPr/>
            </p:nvSpPr>
            <p:spPr>
              <a:xfrm>
                <a:off x="3787233" y="7241264"/>
                <a:ext cx="12441" cy="4459"/>
              </a:xfrm>
              <a:custGeom>
                <a:avLst/>
                <a:gdLst>
                  <a:gd name="connsiteX0" fmla="*/ 6978 w 12441"/>
                  <a:gd name="connsiteY0" fmla="*/ 0 h 4459"/>
                  <a:gd name="connsiteX1" fmla="*/ 0 w 12441"/>
                  <a:gd name="connsiteY1" fmla="*/ 2195 h 4459"/>
                  <a:gd name="connsiteX2" fmla="*/ 6978 w 12441"/>
                  <a:gd name="connsiteY2" fmla="*/ 0 h 4459"/>
                </a:gdLst>
                <a:ahLst/>
                <a:cxnLst>
                  <a:cxn ang="0">
                    <a:pos x="connsiteX0" y="connsiteY0"/>
                  </a:cxn>
                  <a:cxn ang="0">
                    <a:pos x="connsiteX1" y="connsiteY1"/>
                  </a:cxn>
                  <a:cxn ang="0">
                    <a:pos x="connsiteX2" y="connsiteY2"/>
                  </a:cxn>
                </a:cxnLst>
                <a:rect l="l" t="t" r="r" b="b"/>
                <a:pathLst>
                  <a:path w="12441" h="4459">
                    <a:moveTo>
                      <a:pt x="6978" y="0"/>
                    </a:moveTo>
                    <a:cubicBezTo>
                      <a:pt x="3595" y="0"/>
                      <a:pt x="469" y="983"/>
                      <a:pt x="0" y="2195"/>
                    </a:cubicBezTo>
                    <a:cubicBezTo>
                      <a:pt x="674" y="7835"/>
                      <a:pt x="22271" y="1326"/>
                      <a:pt x="697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8" name="Freeform: Shape 2467">
                <a:extLst>
                  <a:ext uri="{FF2B5EF4-FFF2-40B4-BE49-F238E27FC236}">
                    <a16:creationId xmlns:a16="http://schemas.microsoft.com/office/drawing/2014/main" id="{24A441A2-126A-BA6A-0B56-3AA944765F83}"/>
                  </a:ext>
                </a:extLst>
              </p:cNvPr>
              <p:cNvSpPr/>
              <p:nvPr/>
            </p:nvSpPr>
            <p:spPr>
              <a:xfrm>
                <a:off x="3734224" y="7378726"/>
                <a:ext cx="12549" cy="4728"/>
              </a:xfrm>
              <a:custGeom>
                <a:avLst/>
                <a:gdLst>
                  <a:gd name="connsiteX0" fmla="*/ 7174 w 12549"/>
                  <a:gd name="connsiteY0" fmla="*/ 13 h 4728"/>
                  <a:gd name="connsiteX1" fmla="*/ 5374 w 12549"/>
                  <a:gd name="connsiteY1" fmla="*/ 4716 h 4728"/>
                  <a:gd name="connsiteX2" fmla="*/ 7174 w 12549"/>
                  <a:gd name="connsiteY2" fmla="*/ 13 h 4728"/>
                </a:gdLst>
                <a:ahLst/>
                <a:cxnLst>
                  <a:cxn ang="0">
                    <a:pos x="connsiteX0" y="connsiteY0"/>
                  </a:cxn>
                  <a:cxn ang="0">
                    <a:pos x="connsiteX1" y="connsiteY1"/>
                  </a:cxn>
                  <a:cxn ang="0">
                    <a:pos x="connsiteX2" y="connsiteY2"/>
                  </a:cxn>
                </a:cxnLst>
                <a:rect l="l" t="t" r="r" b="b"/>
                <a:pathLst>
                  <a:path w="12549" h="4728">
                    <a:moveTo>
                      <a:pt x="7174" y="13"/>
                    </a:moveTo>
                    <a:cubicBezTo>
                      <a:pt x="179" y="-279"/>
                      <a:pt x="-3856" y="4487"/>
                      <a:pt x="5374" y="4716"/>
                    </a:cubicBezTo>
                    <a:cubicBezTo>
                      <a:pt x="12381" y="5002"/>
                      <a:pt x="16398" y="241"/>
                      <a:pt x="7174" y="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9" name="Freeform: Shape 2468">
                <a:extLst>
                  <a:ext uri="{FF2B5EF4-FFF2-40B4-BE49-F238E27FC236}">
                    <a16:creationId xmlns:a16="http://schemas.microsoft.com/office/drawing/2014/main" id="{B3D4172B-EFC2-2A5A-2BFC-98D3FF9BF0D4}"/>
                  </a:ext>
                </a:extLst>
              </p:cNvPr>
              <p:cNvSpPr/>
              <p:nvPr/>
            </p:nvSpPr>
            <p:spPr>
              <a:xfrm>
                <a:off x="4109873" y="6612786"/>
                <a:ext cx="9763" cy="2660"/>
              </a:xfrm>
              <a:custGeom>
                <a:avLst/>
                <a:gdLst>
                  <a:gd name="connsiteX0" fmla="*/ 5338 w 9763"/>
                  <a:gd name="connsiteY0" fmla="*/ 812 h 2660"/>
                  <a:gd name="connsiteX1" fmla="*/ 0 w 9763"/>
                  <a:gd name="connsiteY1" fmla="*/ 115 h 2660"/>
                  <a:gd name="connsiteX2" fmla="*/ 5338 w 9763"/>
                  <a:gd name="connsiteY2" fmla="*/ 812 h 2660"/>
                </a:gdLst>
                <a:ahLst/>
                <a:cxnLst>
                  <a:cxn ang="0">
                    <a:pos x="connsiteX0" y="connsiteY0"/>
                  </a:cxn>
                  <a:cxn ang="0">
                    <a:pos x="connsiteX1" y="connsiteY1"/>
                  </a:cxn>
                  <a:cxn ang="0">
                    <a:pos x="connsiteX2" y="connsiteY2"/>
                  </a:cxn>
                </a:cxnLst>
                <a:rect l="l" t="t" r="r" b="b"/>
                <a:pathLst>
                  <a:path w="9763" h="2660">
                    <a:moveTo>
                      <a:pt x="5338" y="812"/>
                    </a:moveTo>
                    <a:cubicBezTo>
                      <a:pt x="2680" y="131"/>
                      <a:pt x="286" y="-188"/>
                      <a:pt x="0" y="115"/>
                    </a:cubicBezTo>
                    <a:cubicBezTo>
                      <a:pt x="594" y="1983"/>
                      <a:pt x="17585" y="4401"/>
                      <a:pt x="5338" y="8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0" name="Freeform: Shape 2469">
                <a:extLst>
                  <a:ext uri="{FF2B5EF4-FFF2-40B4-BE49-F238E27FC236}">
                    <a16:creationId xmlns:a16="http://schemas.microsoft.com/office/drawing/2014/main" id="{491AB267-D3D2-7617-81A8-CBC6A4E6B231}"/>
                  </a:ext>
                </a:extLst>
              </p:cNvPr>
              <p:cNvSpPr/>
              <p:nvPr/>
            </p:nvSpPr>
            <p:spPr>
              <a:xfrm>
                <a:off x="3883625" y="6992784"/>
                <a:ext cx="11295" cy="3860"/>
              </a:xfrm>
              <a:custGeom>
                <a:avLst/>
                <a:gdLst>
                  <a:gd name="connsiteX0" fmla="*/ 6386 w 11295"/>
                  <a:gd name="connsiteY0" fmla="*/ 10 h 3860"/>
                  <a:gd name="connsiteX1" fmla="*/ 4906 w 11295"/>
                  <a:gd name="connsiteY1" fmla="*/ 3851 h 3860"/>
                  <a:gd name="connsiteX2" fmla="*/ 6386 w 11295"/>
                  <a:gd name="connsiteY2" fmla="*/ 10 h 3860"/>
                </a:gdLst>
                <a:ahLst/>
                <a:cxnLst>
                  <a:cxn ang="0">
                    <a:pos x="connsiteX0" y="connsiteY0"/>
                  </a:cxn>
                  <a:cxn ang="0">
                    <a:pos x="connsiteX1" y="connsiteY1"/>
                  </a:cxn>
                  <a:cxn ang="0">
                    <a:pos x="connsiteX2" y="connsiteY2"/>
                  </a:cxn>
                </a:cxnLst>
                <a:rect l="l" t="t" r="r" b="b"/>
                <a:pathLst>
                  <a:path w="11295" h="3860">
                    <a:moveTo>
                      <a:pt x="6386" y="10"/>
                    </a:moveTo>
                    <a:cubicBezTo>
                      <a:pt x="8" y="-224"/>
                      <a:pt x="-3381" y="3679"/>
                      <a:pt x="4906" y="3851"/>
                    </a:cubicBezTo>
                    <a:cubicBezTo>
                      <a:pt x="11295" y="4084"/>
                      <a:pt x="14673" y="187"/>
                      <a:pt x="6386" y="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1" name="Freeform: Shape 2470">
                <a:extLst>
                  <a:ext uri="{FF2B5EF4-FFF2-40B4-BE49-F238E27FC236}">
                    <a16:creationId xmlns:a16="http://schemas.microsoft.com/office/drawing/2014/main" id="{58C35B9E-549F-5DF6-9352-4A94F6A3C132}"/>
                  </a:ext>
                </a:extLst>
              </p:cNvPr>
              <p:cNvSpPr/>
              <p:nvPr/>
            </p:nvSpPr>
            <p:spPr>
              <a:xfrm>
                <a:off x="3836976" y="7112894"/>
                <a:ext cx="12020" cy="4168"/>
              </a:xfrm>
              <a:custGeom>
                <a:avLst/>
                <a:gdLst>
                  <a:gd name="connsiteX0" fmla="*/ 6721 w 12020"/>
                  <a:gd name="connsiteY0" fmla="*/ 0 h 4168"/>
                  <a:gd name="connsiteX1" fmla="*/ 0 w 12020"/>
                  <a:gd name="connsiteY1" fmla="*/ 2052 h 4168"/>
                  <a:gd name="connsiteX2" fmla="*/ 6721 w 12020"/>
                  <a:gd name="connsiteY2" fmla="*/ 0 h 4168"/>
                </a:gdLst>
                <a:ahLst/>
                <a:cxnLst>
                  <a:cxn ang="0">
                    <a:pos x="connsiteX0" y="connsiteY0"/>
                  </a:cxn>
                  <a:cxn ang="0">
                    <a:pos x="connsiteX1" y="connsiteY1"/>
                  </a:cxn>
                  <a:cxn ang="0">
                    <a:pos x="connsiteX2" y="connsiteY2"/>
                  </a:cxn>
                </a:cxnLst>
                <a:rect l="l" t="t" r="r" b="b"/>
                <a:pathLst>
                  <a:path w="12020" h="4168">
                    <a:moveTo>
                      <a:pt x="6721" y="0"/>
                    </a:moveTo>
                    <a:cubicBezTo>
                      <a:pt x="3452" y="0"/>
                      <a:pt x="440" y="915"/>
                      <a:pt x="0" y="2052"/>
                    </a:cubicBezTo>
                    <a:cubicBezTo>
                      <a:pt x="709" y="7321"/>
                      <a:pt x="21517" y="1246"/>
                      <a:pt x="672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2" name="Freeform: Shape 2471">
                <a:extLst>
                  <a:ext uri="{FF2B5EF4-FFF2-40B4-BE49-F238E27FC236}">
                    <a16:creationId xmlns:a16="http://schemas.microsoft.com/office/drawing/2014/main" id="{9C689E5F-6538-FFEE-EC81-947C99A26E44}"/>
                  </a:ext>
                </a:extLst>
              </p:cNvPr>
              <p:cNvSpPr/>
              <p:nvPr/>
            </p:nvSpPr>
            <p:spPr>
              <a:xfrm>
                <a:off x="4339759" y="6103797"/>
                <a:ext cx="7851" cy="2698"/>
              </a:xfrm>
              <a:custGeom>
                <a:avLst/>
                <a:gdLst>
                  <a:gd name="connsiteX0" fmla="*/ 4229 w 7851"/>
                  <a:gd name="connsiteY0" fmla="*/ 457 h 2698"/>
                  <a:gd name="connsiteX1" fmla="*/ 0 w 7851"/>
                  <a:gd name="connsiteY1" fmla="*/ 2372 h 2698"/>
                  <a:gd name="connsiteX2" fmla="*/ 4229 w 7851"/>
                  <a:gd name="connsiteY2" fmla="*/ 457 h 2698"/>
                </a:gdLst>
                <a:ahLst/>
                <a:cxnLst>
                  <a:cxn ang="0">
                    <a:pos x="connsiteX0" y="connsiteY0"/>
                  </a:cxn>
                  <a:cxn ang="0">
                    <a:pos x="connsiteX1" y="connsiteY1"/>
                  </a:cxn>
                  <a:cxn ang="0">
                    <a:pos x="connsiteX2" y="connsiteY2"/>
                  </a:cxn>
                </a:cxnLst>
                <a:rect l="l" t="t" r="r" b="b"/>
                <a:pathLst>
                  <a:path w="7851" h="2698">
                    <a:moveTo>
                      <a:pt x="4229" y="457"/>
                    </a:moveTo>
                    <a:cubicBezTo>
                      <a:pt x="2086" y="1029"/>
                      <a:pt x="189" y="1892"/>
                      <a:pt x="0" y="2372"/>
                    </a:cubicBezTo>
                    <a:cubicBezTo>
                      <a:pt x="1017" y="4086"/>
                      <a:pt x="14002" y="-1606"/>
                      <a:pt x="4229" y="45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3" name="Freeform: Shape 2472">
                <a:extLst>
                  <a:ext uri="{FF2B5EF4-FFF2-40B4-BE49-F238E27FC236}">
                    <a16:creationId xmlns:a16="http://schemas.microsoft.com/office/drawing/2014/main" id="{058A4479-4F62-7E1C-A402-74F6A0F1BB43}"/>
                  </a:ext>
                </a:extLst>
              </p:cNvPr>
              <p:cNvSpPr/>
              <p:nvPr/>
            </p:nvSpPr>
            <p:spPr>
              <a:xfrm>
                <a:off x="4318688" y="6157973"/>
                <a:ext cx="8025" cy="2720"/>
              </a:xfrm>
              <a:custGeom>
                <a:avLst/>
                <a:gdLst>
                  <a:gd name="connsiteX0" fmla="*/ 4332 w 8025"/>
                  <a:gd name="connsiteY0" fmla="*/ 413 h 2720"/>
                  <a:gd name="connsiteX1" fmla="*/ 0 w 8025"/>
                  <a:gd name="connsiteY1" fmla="*/ 2345 h 2720"/>
                  <a:gd name="connsiteX2" fmla="*/ 4332 w 8025"/>
                  <a:gd name="connsiteY2" fmla="*/ 413 h 2720"/>
                </a:gdLst>
                <a:ahLst/>
                <a:cxnLst>
                  <a:cxn ang="0">
                    <a:pos x="connsiteX0" y="connsiteY0"/>
                  </a:cxn>
                  <a:cxn ang="0">
                    <a:pos x="connsiteX1" y="connsiteY1"/>
                  </a:cxn>
                  <a:cxn ang="0">
                    <a:pos x="connsiteX2" y="connsiteY2"/>
                  </a:cxn>
                </a:cxnLst>
                <a:rect l="l" t="t" r="r" b="b"/>
                <a:pathLst>
                  <a:path w="8025" h="2720">
                    <a:moveTo>
                      <a:pt x="4332" y="413"/>
                    </a:moveTo>
                    <a:cubicBezTo>
                      <a:pt x="2137" y="962"/>
                      <a:pt x="200" y="1837"/>
                      <a:pt x="0" y="2345"/>
                    </a:cubicBezTo>
                    <a:cubicBezTo>
                      <a:pt x="1023" y="4202"/>
                      <a:pt x="14310" y="-1547"/>
                      <a:pt x="4332" y="41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4" name="Freeform: Shape 2473">
                <a:extLst>
                  <a:ext uri="{FF2B5EF4-FFF2-40B4-BE49-F238E27FC236}">
                    <a16:creationId xmlns:a16="http://schemas.microsoft.com/office/drawing/2014/main" id="{71D4C123-4049-AEB5-34DB-9679C71497BC}"/>
                  </a:ext>
                </a:extLst>
              </p:cNvPr>
              <p:cNvSpPr/>
              <p:nvPr/>
            </p:nvSpPr>
            <p:spPr>
              <a:xfrm>
                <a:off x="4360030" y="6052402"/>
                <a:ext cx="7679" cy="2710"/>
              </a:xfrm>
              <a:custGeom>
                <a:avLst/>
                <a:gdLst>
                  <a:gd name="connsiteX0" fmla="*/ 4132 w 7679"/>
                  <a:gd name="connsiteY0" fmla="*/ 514 h 2710"/>
                  <a:gd name="connsiteX1" fmla="*/ 0 w 7679"/>
                  <a:gd name="connsiteY1" fmla="*/ 2429 h 2710"/>
                  <a:gd name="connsiteX2" fmla="*/ 4132 w 7679"/>
                  <a:gd name="connsiteY2" fmla="*/ 514 h 2710"/>
                </a:gdLst>
                <a:ahLst/>
                <a:cxnLst>
                  <a:cxn ang="0">
                    <a:pos x="connsiteX0" y="connsiteY0"/>
                  </a:cxn>
                  <a:cxn ang="0">
                    <a:pos x="connsiteX1" y="connsiteY1"/>
                  </a:cxn>
                  <a:cxn ang="0">
                    <a:pos x="connsiteX2" y="connsiteY2"/>
                  </a:cxn>
                </a:cxnLst>
                <a:rect l="l" t="t" r="r" b="b"/>
                <a:pathLst>
                  <a:path w="7679" h="2710">
                    <a:moveTo>
                      <a:pt x="4132" y="514"/>
                    </a:moveTo>
                    <a:cubicBezTo>
                      <a:pt x="2034" y="1109"/>
                      <a:pt x="177" y="1972"/>
                      <a:pt x="0" y="2429"/>
                    </a:cubicBezTo>
                    <a:cubicBezTo>
                      <a:pt x="1012" y="4012"/>
                      <a:pt x="13693" y="-1692"/>
                      <a:pt x="4132" y="5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5" name="Freeform: Shape 2474">
                <a:extLst>
                  <a:ext uri="{FF2B5EF4-FFF2-40B4-BE49-F238E27FC236}">
                    <a16:creationId xmlns:a16="http://schemas.microsoft.com/office/drawing/2014/main" id="{83BD3D7C-F9B1-0AF1-DC2E-001728339BB3}"/>
                  </a:ext>
                </a:extLst>
              </p:cNvPr>
              <p:cNvSpPr/>
              <p:nvPr/>
            </p:nvSpPr>
            <p:spPr>
              <a:xfrm>
                <a:off x="4379478" y="6003233"/>
                <a:ext cx="7518" cy="2745"/>
              </a:xfrm>
              <a:custGeom>
                <a:avLst/>
                <a:gdLst>
                  <a:gd name="connsiteX0" fmla="*/ 4041 w 7518"/>
                  <a:gd name="connsiteY0" fmla="*/ 569 h 2745"/>
                  <a:gd name="connsiteX1" fmla="*/ 0 w 7518"/>
                  <a:gd name="connsiteY1" fmla="*/ 2500 h 2745"/>
                  <a:gd name="connsiteX2" fmla="*/ 4041 w 7518"/>
                  <a:gd name="connsiteY2" fmla="*/ 569 h 2745"/>
                </a:gdLst>
                <a:ahLst/>
                <a:cxnLst>
                  <a:cxn ang="0">
                    <a:pos x="connsiteX0" y="connsiteY0"/>
                  </a:cxn>
                  <a:cxn ang="0">
                    <a:pos x="connsiteX1" y="connsiteY1"/>
                  </a:cxn>
                  <a:cxn ang="0">
                    <a:pos x="connsiteX2" y="connsiteY2"/>
                  </a:cxn>
                </a:cxnLst>
                <a:rect l="l" t="t" r="r" b="b"/>
                <a:pathLst>
                  <a:path w="7518" h="2745">
                    <a:moveTo>
                      <a:pt x="4041" y="569"/>
                    </a:moveTo>
                    <a:cubicBezTo>
                      <a:pt x="1983" y="1191"/>
                      <a:pt x="171" y="2060"/>
                      <a:pt x="0" y="2500"/>
                    </a:cubicBezTo>
                    <a:cubicBezTo>
                      <a:pt x="1012" y="3975"/>
                      <a:pt x="13402" y="-1774"/>
                      <a:pt x="4041" y="56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6" name="Freeform: Shape 2475">
                <a:extLst>
                  <a:ext uri="{FF2B5EF4-FFF2-40B4-BE49-F238E27FC236}">
                    <a16:creationId xmlns:a16="http://schemas.microsoft.com/office/drawing/2014/main" id="{78680488-7F2F-0C38-3DC4-EBF288238667}"/>
                  </a:ext>
                </a:extLst>
              </p:cNvPr>
              <p:cNvSpPr/>
              <p:nvPr/>
            </p:nvSpPr>
            <p:spPr>
              <a:xfrm>
                <a:off x="4140711" y="6569965"/>
                <a:ext cx="9504" cy="3316"/>
              </a:xfrm>
              <a:custGeom>
                <a:avLst/>
                <a:gdLst>
                  <a:gd name="connsiteX0" fmla="*/ 5183 w 9504"/>
                  <a:gd name="connsiteY0" fmla="*/ 799 h 3316"/>
                  <a:gd name="connsiteX1" fmla="*/ 0 w 9504"/>
                  <a:gd name="connsiteY1" fmla="*/ 256 h 3316"/>
                  <a:gd name="connsiteX2" fmla="*/ 5183 w 9504"/>
                  <a:gd name="connsiteY2" fmla="*/ 799 h 3316"/>
                </a:gdLst>
                <a:ahLst/>
                <a:cxnLst>
                  <a:cxn ang="0">
                    <a:pos x="connsiteX0" y="connsiteY0"/>
                  </a:cxn>
                  <a:cxn ang="0">
                    <a:pos x="connsiteX1" y="connsiteY1"/>
                  </a:cxn>
                  <a:cxn ang="0">
                    <a:pos x="connsiteX2" y="connsiteY2"/>
                  </a:cxn>
                </a:cxnLst>
                <a:rect l="l" t="t" r="r" b="b"/>
                <a:pathLst>
                  <a:path w="9504" h="3316">
                    <a:moveTo>
                      <a:pt x="5183" y="799"/>
                    </a:moveTo>
                    <a:cubicBezTo>
                      <a:pt x="2595" y="10"/>
                      <a:pt x="274" y="-241"/>
                      <a:pt x="0" y="256"/>
                    </a:cubicBezTo>
                    <a:cubicBezTo>
                      <a:pt x="440" y="3068"/>
                      <a:pt x="17179" y="5188"/>
                      <a:pt x="5183" y="79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7" name="Freeform: Shape 2476">
                <a:extLst>
                  <a:ext uri="{FF2B5EF4-FFF2-40B4-BE49-F238E27FC236}">
                    <a16:creationId xmlns:a16="http://schemas.microsoft.com/office/drawing/2014/main" id="{F3080BD6-E7D8-8786-40AA-6456E15B8ACD}"/>
                  </a:ext>
                </a:extLst>
              </p:cNvPr>
              <p:cNvSpPr/>
              <p:nvPr/>
            </p:nvSpPr>
            <p:spPr>
              <a:xfrm>
                <a:off x="4296708" y="6216147"/>
                <a:ext cx="8201" cy="2791"/>
              </a:xfrm>
              <a:custGeom>
                <a:avLst/>
                <a:gdLst>
                  <a:gd name="connsiteX0" fmla="*/ 4441 w 8201"/>
                  <a:gd name="connsiteY0" fmla="*/ 377 h 2791"/>
                  <a:gd name="connsiteX1" fmla="*/ 0 w 8201"/>
                  <a:gd name="connsiteY1" fmla="*/ 2361 h 2791"/>
                  <a:gd name="connsiteX2" fmla="*/ 4441 w 8201"/>
                  <a:gd name="connsiteY2" fmla="*/ 377 h 2791"/>
                </a:gdLst>
                <a:ahLst/>
                <a:cxnLst>
                  <a:cxn ang="0">
                    <a:pos x="connsiteX0" y="connsiteY0"/>
                  </a:cxn>
                  <a:cxn ang="0">
                    <a:pos x="connsiteX1" y="connsiteY1"/>
                  </a:cxn>
                  <a:cxn ang="0">
                    <a:pos x="connsiteX2" y="connsiteY2"/>
                  </a:cxn>
                </a:cxnLst>
                <a:rect l="l" t="t" r="r" b="b"/>
                <a:pathLst>
                  <a:path w="8201" h="2791">
                    <a:moveTo>
                      <a:pt x="4441" y="377"/>
                    </a:moveTo>
                    <a:cubicBezTo>
                      <a:pt x="2200" y="920"/>
                      <a:pt x="212" y="1818"/>
                      <a:pt x="0" y="2361"/>
                    </a:cubicBezTo>
                    <a:cubicBezTo>
                      <a:pt x="1029" y="4390"/>
                      <a:pt x="14619" y="-1508"/>
                      <a:pt x="4441" y="37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8" name="Freeform: Shape 2477">
                <a:extLst>
                  <a:ext uri="{FF2B5EF4-FFF2-40B4-BE49-F238E27FC236}">
                    <a16:creationId xmlns:a16="http://schemas.microsoft.com/office/drawing/2014/main" id="{97DC2847-BC04-68DE-A7CA-6FE1B8996360}"/>
                  </a:ext>
                </a:extLst>
              </p:cNvPr>
              <p:cNvSpPr/>
              <p:nvPr/>
            </p:nvSpPr>
            <p:spPr>
              <a:xfrm>
                <a:off x="4398098" y="5955751"/>
                <a:ext cx="7360" cy="2774"/>
              </a:xfrm>
              <a:custGeom>
                <a:avLst/>
                <a:gdLst>
                  <a:gd name="connsiteX0" fmla="*/ 3949 w 7360"/>
                  <a:gd name="connsiteY0" fmla="*/ 610 h 2774"/>
                  <a:gd name="connsiteX1" fmla="*/ 0 w 7360"/>
                  <a:gd name="connsiteY1" fmla="*/ 2553 h 2774"/>
                  <a:gd name="connsiteX2" fmla="*/ 3949 w 7360"/>
                  <a:gd name="connsiteY2" fmla="*/ 610 h 2774"/>
                </a:gdLst>
                <a:ahLst/>
                <a:cxnLst>
                  <a:cxn ang="0">
                    <a:pos x="connsiteX0" y="connsiteY0"/>
                  </a:cxn>
                  <a:cxn ang="0">
                    <a:pos x="connsiteX1" y="connsiteY1"/>
                  </a:cxn>
                  <a:cxn ang="0">
                    <a:pos x="connsiteX2" y="connsiteY2"/>
                  </a:cxn>
                </a:cxnLst>
                <a:rect l="l" t="t" r="r" b="b"/>
                <a:pathLst>
                  <a:path w="7360" h="2774">
                    <a:moveTo>
                      <a:pt x="3949" y="610"/>
                    </a:moveTo>
                    <a:cubicBezTo>
                      <a:pt x="1937" y="1250"/>
                      <a:pt x="166" y="2130"/>
                      <a:pt x="0" y="2553"/>
                    </a:cubicBezTo>
                    <a:cubicBezTo>
                      <a:pt x="1006" y="3953"/>
                      <a:pt x="13122" y="-1836"/>
                      <a:pt x="3949" y="6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9" name="Freeform: Shape 2478">
                <a:extLst>
                  <a:ext uri="{FF2B5EF4-FFF2-40B4-BE49-F238E27FC236}">
                    <a16:creationId xmlns:a16="http://schemas.microsoft.com/office/drawing/2014/main" id="{41462C25-D4DE-B41D-7854-CA82D422B9E6}"/>
                  </a:ext>
                </a:extLst>
              </p:cNvPr>
              <p:cNvSpPr/>
              <p:nvPr/>
            </p:nvSpPr>
            <p:spPr>
              <a:xfrm>
                <a:off x="4169526" y="6502092"/>
                <a:ext cx="9283" cy="3116"/>
              </a:xfrm>
              <a:custGeom>
                <a:avLst/>
                <a:gdLst>
                  <a:gd name="connsiteX0" fmla="*/ 5046 w 9283"/>
                  <a:gd name="connsiteY0" fmla="*/ 623 h 3116"/>
                  <a:gd name="connsiteX1" fmla="*/ 0 w 9283"/>
                  <a:gd name="connsiteY1" fmla="*/ 331 h 3116"/>
                  <a:gd name="connsiteX2" fmla="*/ 5046 w 9283"/>
                  <a:gd name="connsiteY2" fmla="*/ 623 h 3116"/>
                </a:gdLst>
                <a:ahLst/>
                <a:cxnLst>
                  <a:cxn ang="0">
                    <a:pos x="connsiteX0" y="connsiteY0"/>
                  </a:cxn>
                  <a:cxn ang="0">
                    <a:pos x="connsiteX1" y="connsiteY1"/>
                  </a:cxn>
                  <a:cxn ang="0">
                    <a:pos x="connsiteX2" y="connsiteY2"/>
                  </a:cxn>
                </a:cxnLst>
                <a:rect l="l" t="t" r="r" b="b"/>
                <a:pathLst>
                  <a:path w="9283" h="3116">
                    <a:moveTo>
                      <a:pt x="5046" y="623"/>
                    </a:moveTo>
                    <a:cubicBezTo>
                      <a:pt x="2515" y="-68"/>
                      <a:pt x="257" y="-212"/>
                      <a:pt x="0" y="331"/>
                    </a:cubicBezTo>
                    <a:cubicBezTo>
                      <a:pt x="474" y="3303"/>
                      <a:pt x="16779" y="4601"/>
                      <a:pt x="5046" y="6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0" name="Freeform: Shape 2479">
                <a:extLst>
                  <a:ext uri="{FF2B5EF4-FFF2-40B4-BE49-F238E27FC236}">
                    <a16:creationId xmlns:a16="http://schemas.microsoft.com/office/drawing/2014/main" id="{EF80B996-927D-979D-6133-52339BD75C7E}"/>
                  </a:ext>
                </a:extLst>
              </p:cNvPr>
              <p:cNvSpPr/>
              <p:nvPr/>
            </p:nvSpPr>
            <p:spPr>
              <a:xfrm>
                <a:off x="4273276" y="6271808"/>
                <a:ext cx="8412" cy="2272"/>
              </a:xfrm>
              <a:custGeom>
                <a:avLst/>
                <a:gdLst>
                  <a:gd name="connsiteX0" fmla="*/ 4561 w 8412"/>
                  <a:gd name="connsiteY0" fmla="*/ 227 h 2272"/>
                  <a:gd name="connsiteX1" fmla="*/ 0 w 8412"/>
                  <a:gd name="connsiteY1" fmla="*/ 1833 h 2272"/>
                  <a:gd name="connsiteX2" fmla="*/ 4561 w 8412"/>
                  <a:gd name="connsiteY2" fmla="*/ 227 h 2272"/>
                </a:gdLst>
                <a:ahLst/>
                <a:cxnLst>
                  <a:cxn ang="0">
                    <a:pos x="connsiteX0" y="connsiteY0"/>
                  </a:cxn>
                  <a:cxn ang="0">
                    <a:pos x="connsiteX1" y="connsiteY1"/>
                  </a:cxn>
                  <a:cxn ang="0">
                    <a:pos x="connsiteX2" y="connsiteY2"/>
                  </a:cxn>
                </a:cxnLst>
                <a:rect l="l" t="t" r="r" b="b"/>
                <a:pathLst>
                  <a:path w="8412" h="2272">
                    <a:moveTo>
                      <a:pt x="4561" y="227"/>
                    </a:moveTo>
                    <a:cubicBezTo>
                      <a:pt x="2263" y="633"/>
                      <a:pt x="217" y="1359"/>
                      <a:pt x="0" y="1833"/>
                    </a:cubicBezTo>
                    <a:cubicBezTo>
                      <a:pt x="972" y="3702"/>
                      <a:pt x="15019" y="-1071"/>
                      <a:pt x="4561" y="2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1" name="Freeform: Shape 2480">
                <a:extLst>
                  <a:ext uri="{FF2B5EF4-FFF2-40B4-BE49-F238E27FC236}">
                    <a16:creationId xmlns:a16="http://schemas.microsoft.com/office/drawing/2014/main" id="{E0676F3E-984F-21E7-C6EF-4BC2499568A7}"/>
                  </a:ext>
                </a:extLst>
              </p:cNvPr>
              <p:cNvSpPr/>
              <p:nvPr/>
            </p:nvSpPr>
            <p:spPr>
              <a:xfrm>
                <a:off x="4196884" y="6452403"/>
                <a:ext cx="8768" cy="1865"/>
              </a:xfrm>
              <a:custGeom>
                <a:avLst/>
                <a:gdLst>
                  <a:gd name="connsiteX0" fmla="*/ 4818 w 8768"/>
                  <a:gd name="connsiteY0" fmla="*/ 60 h 1865"/>
                  <a:gd name="connsiteX1" fmla="*/ 3943 w 8768"/>
                  <a:gd name="connsiteY1" fmla="*/ 1797 h 1865"/>
                  <a:gd name="connsiteX2" fmla="*/ 4818 w 8768"/>
                  <a:gd name="connsiteY2" fmla="*/ 60 h 1865"/>
                </a:gdLst>
                <a:ahLst/>
                <a:cxnLst>
                  <a:cxn ang="0">
                    <a:pos x="connsiteX0" y="connsiteY0"/>
                  </a:cxn>
                  <a:cxn ang="0">
                    <a:pos x="connsiteX1" y="connsiteY1"/>
                  </a:cxn>
                  <a:cxn ang="0">
                    <a:pos x="connsiteX2" y="connsiteY2"/>
                  </a:cxn>
                </a:cxnLst>
                <a:rect l="l" t="t" r="r" b="b"/>
                <a:pathLst>
                  <a:path w="8768" h="1865">
                    <a:moveTo>
                      <a:pt x="4818" y="60"/>
                    </a:moveTo>
                    <a:cubicBezTo>
                      <a:pt x="-343" y="-335"/>
                      <a:pt x="-2395" y="1334"/>
                      <a:pt x="3943" y="1797"/>
                    </a:cubicBezTo>
                    <a:cubicBezTo>
                      <a:pt x="9150" y="2232"/>
                      <a:pt x="11138" y="472"/>
                      <a:pt x="4818" y="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2" name="Freeform: Shape 2481">
                <a:extLst>
                  <a:ext uri="{FF2B5EF4-FFF2-40B4-BE49-F238E27FC236}">
                    <a16:creationId xmlns:a16="http://schemas.microsoft.com/office/drawing/2014/main" id="{EBF17D5E-BA18-5D45-B3D8-2A51C7CD8FAE}"/>
                  </a:ext>
                </a:extLst>
              </p:cNvPr>
              <p:cNvSpPr/>
              <p:nvPr/>
            </p:nvSpPr>
            <p:spPr>
              <a:xfrm>
                <a:off x="4223034" y="6385012"/>
                <a:ext cx="8586" cy="2212"/>
              </a:xfrm>
              <a:custGeom>
                <a:avLst/>
                <a:gdLst>
                  <a:gd name="connsiteX0" fmla="*/ 4722 w 8586"/>
                  <a:gd name="connsiteY0" fmla="*/ 3 h 2212"/>
                  <a:gd name="connsiteX1" fmla="*/ 3865 w 8586"/>
                  <a:gd name="connsiteY1" fmla="*/ 2209 h 2212"/>
                  <a:gd name="connsiteX2" fmla="*/ 4722 w 8586"/>
                  <a:gd name="connsiteY2" fmla="*/ 3 h 2212"/>
                </a:gdLst>
                <a:ahLst/>
                <a:cxnLst>
                  <a:cxn ang="0">
                    <a:pos x="connsiteX0" y="connsiteY0"/>
                  </a:cxn>
                  <a:cxn ang="0">
                    <a:pos x="connsiteX1" y="connsiteY1"/>
                  </a:cxn>
                  <a:cxn ang="0">
                    <a:pos x="connsiteX2" y="connsiteY2"/>
                  </a:cxn>
                </a:cxnLst>
                <a:rect l="l" t="t" r="r" b="b"/>
                <a:pathLst>
                  <a:path w="8586" h="2212">
                    <a:moveTo>
                      <a:pt x="4722" y="3"/>
                    </a:moveTo>
                    <a:cubicBezTo>
                      <a:pt x="-284" y="-95"/>
                      <a:pt x="-2387" y="2157"/>
                      <a:pt x="3865" y="2209"/>
                    </a:cubicBezTo>
                    <a:cubicBezTo>
                      <a:pt x="8877" y="2312"/>
                      <a:pt x="10969" y="43"/>
                      <a:pt x="4722"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3" name="Freeform: Shape 2482">
                <a:extLst>
                  <a:ext uri="{FF2B5EF4-FFF2-40B4-BE49-F238E27FC236}">
                    <a16:creationId xmlns:a16="http://schemas.microsoft.com/office/drawing/2014/main" id="{BF0490B3-D700-EB83-BEE7-DF98593AD285}"/>
                  </a:ext>
                </a:extLst>
              </p:cNvPr>
              <p:cNvSpPr/>
              <p:nvPr/>
            </p:nvSpPr>
            <p:spPr>
              <a:xfrm>
                <a:off x="4248633" y="6325067"/>
                <a:ext cx="8640" cy="1932"/>
              </a:xfrm>
              <a:custGeom>
                <a:avLst/>
                <a:gdLst>
                  <a:gd name="connsiteX0" fmla="*/ 4692 w 8640"/>
                  <a:gd name="connsiteY0" fmla="*/ 9 h 1932"/>
                  <a:gd name="connsiteX1" fmla="*/ 0 w 8640"/>
                  <a:gd name="connsiteY1" fmla="*/ 1231 h 1932"/>
                  <a:gd name="connsiteX2" fmla="*/ 4692 w 8640"/>
                  <a:gd name="connsiteY2" fmla="*/ 9 h 1932"/>
                </a:gdLst>
                <a:ahLst/>
                <a:cxnLst>
                  <a:cxn ang="0">
                    <a:pos x="connsiteX0" y="connsiteY0"/>
                  </a:cxn>
                  <a:cxn ang="0">
                    <a:pos x="connsiteX1" y="connsiteY1"/>
                  </a:cxn>
                  <a:cxn ang="0">
                    <a:pos x="connsiteX2" y="connsiteY2"/>
                  </a:cxn>
                </a:cxnLst>
                <a:rect l="l" t="t" r="r" b="b"/>
                <a:pathLst>
                  <a:path w="8640" h="1932">
                    <a:moveTo>
                      <a:pt x="4692" y="9"/>
                    </a:moveTo>
                    <a:cubicBezTo>
                      <a:pt x="2332" y="186"/>
                      <a:pt x="234" y="734"/>
                      <a:pt x="0" y="1231"/>
                    </a:cubicBezTo>
                    <a:cubicBezTo>
                      <a:pt x="892" y="3409"/>
                      <a:pt x="15459" y="-197"/>
                      <a:pt x="4692"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4" name="Freeform: Shape 2483">
                <a:extLst>
                  <a:ext uri="{FF2B5EF4-FFF2-40B4-BE49-F238E27FC236}">
                    <a16:creationId xmlns:a16="http://schemas.microsoft.com/office/drawing/2014/main" id="{45E058B8-CDD5-0A46-65A6-B21B9F92B657}"/>
                  </a:ext>
                </a:extLst>
              </p:cNvPr>
              <p:cNvSpPr/>
              <p:nvPr/>
            </p:nvSpPr>
            <p:spPr>
              <a:xfrm>
                <a:off x="3677578" y="7526128"/>
                <a:ext cx="12862" cy="5241"/>
              </a:xfrm>
              <a:custGeom>
                <a:avLst/>
                <a:gdLst>
                  <a:gd name="connsiteX0" fmla="*/ 7533 w 12862"/>
                  <a:gd name="connsiteY0" fmla="*/ 18 h 5241"/>
                  <a:gd name="connsiteX1" fmla="*/ 1246 w 12862"/>
                  <a:gd name="connsiteY1" fmla="*/ 4321 h 5241"/>
                  <a:gd name="connsiteX2" fmla="*/ 7533 w 12862"/>
                  <a:gd name="connsiteY2" fmla="*/ 18 h 5241"/>
                </a:gdLst>
                <a:ahLst/>
                <a:cxnLst>
                  <a:cxn ang="0">
                    <a:pos x="connsiteX0" y="connsiteY0"/>
                  </a:cxn>
                  <a:cxn ang="0">
                    <a:pos x="connsiteX1" y="connsiteY1"/>
                  </a:cxn>
                  <a:cxn ang="0">
                    <a:pos x="connsiteX2" y="connsiteY2"/>
                  </a:cxn>
                </a:cxnLst>
                <a:rect l="l" t="t" r="r" b="b"/>
                <a:pathLst>
                  <a:path w="12862" h="5241">
                    <a:moveTo>
                      <a:pt x="7533" y="18"/>
                    </a:moveTo>
                    <a:cubicBezTo>
                      <a:pt x="5070" y="-199"/>
                      <a:pt x="-3085" y="1544"/>
                      <a:pt x="1246" y="4321"/>
                    </a:cubicBezTo>
                    <a:cubicBezTo>
                      <a:pt x="6482" y="7647"/>
                      <a:pt x="20455" y="955"/>
                      <a:pt x="7533"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5" name="Freeform: Shape 2484">
                <a:extLst>
                  <a:ext uri="{FF2B5EF4-FFF2-40B4-BE49-F238E27FC236}">
                    <a16:creationId xmlns:a16="http://schemas.microsoft.com/office/drawing/2014/main" id="{A745B6A0-09AE-6B48-F19C-78B672D5766C}"/>
                  </a:ext>
                </a:extLst>
              </p:cNvPr>
              <p:cNvSpPr/>
              <p:nvPr/>
            </p:nvSpPr>
            <p:spPr>
              <a:xfrm>
                <a:off x="4220840" y="6002280"/>
                <a:ext cx="6074" cy="3823"/>
              </a:xfrm>
              <a:custGeom>
                <a:avLst/>
                <a:gdLst>
                  <a:gd name="connsiteX0" fmla="*/ 3288 w 6074"/>
                  <a:gd name="connsiteY0" fmla="*/ 1178 h 3823"/>
                  <a:gd name="connsiteX1" fmla="*/ 659 w 6074"/>
                  <a:gd name="connsiteY1" fmla="*/ 2818 h 3823"/>
                  <a:gd name="connsiteX2" fmla="*/ 3288 w 6074"/>
                  <a:gd name="connsiteY2" fmla="*/ 1178 h 3823"/>
                </a:gdLst>
                <a:ahLst/>
                <a:cxnLst>
                  <a:cxn ang="0">
                    <a:pos x="connsiteX0" y="connsiteY0"/>
                  </a:cxn>
                  <a:cxn ang="0">
                    <a:pos x="connsiteX1" y="connsiteY1"/>
                  </a:cxn>
                  <a:cxn ang="0">
                    <a:pos x="connsiteX2" y="connsiteY2"/>
                  </a:cxn>
                </a:cxnLst>
                <a:rect l="l" t="t" r="r" b="b"/>
                <a:pathLst>
                  <a:path w="6074" h="3823">
                    <a:moveTo>
                      <a:pt x="3288" y="1178"/>
                    </a:moveTo>
                    <a:cubicBezTo>
                      <a:pt x="2345" y="1710"/>
                      <a:pt x="1390" y="2310"/>
                      <a:pt x="659" y="2818"/>
                    </a:cubicBezTo>
                    <a:cubicBezTo>
                      <a:pt x="-3285" y="6968"/>
                      <a:pt x="12140" y="-3359"/>
                      <a:pt x="3288" y="11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6" name="Freeform: Shape 2485">
                <a:extLst>
                  <a:ext uri="{FF2B5EF4-FFF2-40B4-BE49-F238E27FC236}">
                    <a16:creationId xmlns:a16="http://schemas.microsoft.com/office/drawing/2014/main" id="{6DA48F63-83B8-ED20-75D6-37BE82244EA7}"/>
                  </a:ext>
                </a:extLst>
              </p:cNvPr>
              <p:cNvSpPr/>
              <p:nvPr/>
            </p:nvSpPr>
            <p:spPr>
              <a:xfrm>
                <a:off x="3719470" y="6691773"/>
                <a:ext cx="10630" cy="2524"/>
              </a:xfrm>
              <a:custGeom>
                <a:avLst/>
                <a:gdLst>
                  <a:gd name="connsiteX0" fmla="*/ 5995 w 10630"/>
                  <a:gd name="connsiteY0" fmla="*/ 63 h 2524"/>
                  <a:gd name="connsiteX1" fmla="*/ 0 w 10630"/>
                  <a:gd name="connsiteY1" fmla="*/ 875 h 2524"/>
                  <a:gd name="connsiteX2" fmla="*/ 5995 w 10630"/>
                  <a:gd name="connsiteY2" fmla="*/ 63 h 2524"/>
                </a:gdLst>
                <a:ahLst/>
                <a:cxnLst>
                  <a:cxn ang="0">
                    <a:pos x="connsiteX0" y="connsiteY0"/>
                  </a:cxn>
                  <a:cxn ang="0">
                    <a:pos x="connsiteX1" y="connsiteY1"/>
                  </a:cxn>
                  <a:cxn ang="0">
                    <a:pos x="connsiteX2" y="connsiteY2"/>
                  </a:cxn>
                </a:cxnLst>
                <a:rect l="l" t="t" r="r" b="b"/>
                <a:pathLst>
                  <a:path w="10630" h="2524">
                    <a:moveTo>
                      <a:pt x="5995" y="63"/>
                    </a:moveTo>
                    <a:cubicBezTo>
                      <a:pt x="3103" y="-154"/>
                      <a:pt x="417" y="206"/>
                      <a:pt x="0" y="875"/>
                    </a:cubicBezTo>
                    <a:cubicBezTo>
                      <a:pt x="486" y="4155"/>
                      <a:pt x="19031" y="1824"/>
                      <a:pt x="5995" y="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7" name="Freeform: Shape 2486">
                <a:extLst>
                  <a:ext uri="{FF2B5EF4-FFF2-40B4-BE49-F238E27FC236}">
                    <a16:creationId xmlns:a16="http://schemas.microsoft.com/office/drawing/2014/main" id="{8A74804B-7158-693A-ACA8-94811BDAAD8A}"/>
                  </a:ext>
                </a:extLst>
              </p:cNvPr>
              <p:cNvSpPr/>
              <p:nvPr/>
            </p:nvSpPr>
            <p:spPr>
              <a:xfrm>
                <a:off x="3672790" y="6775258"/>
                <a:ext cx="10663" cy="3203"/>
              </a:xfrm>
              <a:custGeom>
                <a:avLst/>
                <a:gdLst>
                  <a:gd name="connsiteX0" fmla="*/ 6115 w 10663"/>
                  <a:gd name="connsiteY0" fmla="*/ 17 h 3203"/>
                  <a:gd name="connsiteX1" fmla="*/ 4543 w 10663"/>
                  <a:gd name="connsiteY1" fmla="*/ 3188 h 3203"/>
                  <a:gd name="connsiteX2" fmla="*/ 6115 w 10663"/>
                  <a:gd name="connsiteY2" fmla="*/ 17 h 3203"/>
                </a:gdLst>
                <a:ahLst/>
                <a:cxnLst>
                  <a:cxn ang="0">
                    <a:pos x="connsiteX0" y="connsiteY0"/>
                  </a:cxn>
                  <a:cxn ang="0">
                    <a:pos x="connsiteX1" y="connsiteY1"/>
                  </a:cxn>
                  <a:cxn ang="0">
                    <a:pos x="connsiteX2" y="connsiteY2"/>
                  </a:cxn>
                </a:cxnLst>
                <a:rect l="l" t="t" r="r" b="b"/>
                <a:pathLst>
                  <a:path w="10663" h="3203">
                    <a:moveTo>
                      <a:pt x="6115" y="17"/>
                    </a:moveTo>
                    <a:cubicBezTo>
                      <a:pt x="268" y="-258"/>
                      <a:pt x="-3350" y="2943"/>
                      <a:pt x="4543" y="3188"/>
                    </a:cubicBezTo>
                    <a:cubicBezTo>
                      <a:pt x="10401" y="3451"/>
                      <a:pt x="14013" y="262"/>
                      <a:pt x="6115"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8" name="Freeform: Shape 2487">
                <a:extLst>
                  <a:ext uri="{FF2B5EF4-FFF2-40B4-BE49-F238E27FC236}">
                    <a16:creationId xmlns:a16="http://schemas.microsoft.com/office/drawing/2014/main" id="{360265C6-1FD4-9AB9-6F52-05132443BA18}"/>
                  </a:ext>
                </a:extLst>
              </p:cNvPr>
              <p:cNvSpPr/>
              <p:nvPr/>
            </p:nvSpPr>
            <p:spPr>
              <a:xfrm>
                <a:off x="3764127" y="6626759"/>
                <a:ext cx="10326" cy="2566"/>
              </a:xfrm>
              <a:custGeom>
                <a:avLst/>
                <a:gdLst>
                  <a:gd name="connsiteX0" fmla="*/ 5807 w 10326"/>
                  <a:gd name="connsiteY0" fmla="*/ 355 h 2566"/>
                  <a:gd name="connsiteX1" fmla="*/ 0 w 10326"/>
                  <a:gd name="connsiteY1" fmla="*/ 424 h 2566"/>
                  <a:gd name="connsiteX2" fmla="*/ 5807 w 10326"/>
                  <a:gd name="connsiteY2" fmla="*/ 355 h 2566"/>
                </a:gdLst>
                <a:ahLst/>
                <a:cxnLst>
                  <a:cxn ang="0">
                    <a:pos x="connsiteX0" y="connsiteY0"/>
                  </a:cxn>
                  <a:cxn ang="0">
                    <a:pos x="connsiteX1" y="connsiteY1"/>
                  </a:cxn>
                  <a:cxn ang="0">
                    <a:pos x="connsiteX2" y="connsiteY2"/>
                  </a:cxn>
                </a:cxnLst>
                <a:rect l="l" t="t" r="r" b="b"/>
                <a:pathLst>
                  <a:path w="10326" h="2566">
                    <a:moveTo>
                      <a:pt x="5807" y="355"/>
                    </a:moveTo>
                    <a:cubicBezTo>
                      <a:pt x="2995" y="-143"/>
                      <a:pt x="394" y="-114"/>
                      <a:pt x="0" y="424"/>
                    </a:cubicBezTo>
                    <a:cubicBezTo>
                      <a:pt x="400" y="3281"/>
                      <a:pt x="18528" y="3303"/>
                      <a:pt x="5807" y="3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9" name="Freeform: Shape 2488">
                <a:extLst>
                  <a:ext uri="{FF2B5EF4-FFF2-40B4-BE49-F238E27FC236}">
                    <a16:creationId xmlns:a16="http://schemas.microsoft.com/office/drawing/2014/main" id="{696642E6-85D4-5E2B-DCFE-3CD5522692A9}"/>
                  </a:ext>
                </a:extLst>
              </p:cNvPr>
              <p:cNvSpPr/>
              <p:nvPr/>
            </p:nvSpPr>
            <p:spPr>
              <a:xfrm>
                <a:off x="3806646" y="6571675"/>
                <a:ext cx="9732" cy="3386"/>
              </a:xfrm>
              <a:custGeom>
                <a:avLst/>
                <a:gdLst>
                  <a:gd name="connsiteX0" fmla="*/ 5544 w 9732"/>
                  <a:gd name="connsiteY0" fmla="*/ 832 h 3386"/>
                  <a:gd name="connsiteX1" fmla="*/ 4184 w 9732"/>
                  <a:gd name="connsiteY1" fmla="*/ 2563 h 3386"/>
                  <a:gd name="connsiteX2" fmla="*/ 5544 w 9732"/>
                  <a:gd name="connsiteY2" fmla="*/ 832 h 3386"/>
                </a:gdLst>
                <a:ahLst/>
                <a:cxnLst>
                  <a:cxn ang="0">
                    <a:pos x="connsiteX0" y="connsiteY0"/>
                  </a:cxn>
                  <a:cxn ang="0">
                    <a:pos x="connsiteX1" y="connsiteY1"/>
                  </a:cxn>
                  <a:cxn ang="0">
                    <a:pos x="connsiteX2" y="connsiteY2"/>
                  </a:cxn>
                </a:cxnLst>
                <a:rect l="l" t="t" r="r" b="b"/>
                <a:pathLst>
                  <a:path w="9732" h="3386">
                    <a:moveTo>
                      <a:pt x="5544" y="832"/>
                    </a:moveTo>
                    <a:cubicBezTo>
                      <a:pt x="-193" y="-997"/>
                      <a:pt x="-2754" y="466"/>
                      <a:pt x="4184" y="2563"/>
                    </a:cubicBezTo>
                    <a:cubicBezTo>
                      <a:pt x="9934" y="4363"/>
                      <a:pt x="12483" y="2952"/>
                      <a:pt x="5544" y="8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0" name="Freeform: Shape 2489">
                <a:extLst>
                  <a:ext uri="{FF2B5EF4-FFF2-40B4-BE49-F238E27FC236}">
                    <a16:creationId xmlns:a16="http://schemas.microsoft.com/office/drawing/2014/main" id="{4F02CD4E-7BBB-2455-ABFC-50E25EF85A83}"/>
                  </a:ext>
                </a:extLst>
              </p:cNvPr>
              <p:cNvSpPr/>
              <p:nvPr/>
            </p:nvSpPr>
            <p:spPr>
              <a:xfrm>
                <a:off x="3846663" y="6518124"/>
                <a:ext cx="9770" cy="4321"/>
              </a:xfrm>
              <a:custGeom>
                <a:avLst/>
                <a:gdLst>
                  <a:gd name="connsiteX0" fmla="*/ 5452 w 9770"/>
                  <a:gd name="connsiteY0" fmla="*/ 1285 h 4321"/>
                  <a:gd name="connsiteX1" fmla="*/ 0 w 9770"/>
                  <a:gd name="connsiteY1" fmla="*/ 198 h 4321"/>
                  <a:gd name="connsiteX2" fmla="*/ 5452 w 9770"/>
                  <a:gd name="connsiteY2" fmla="*/ 1285 h 4321"/>
                </a:gdLst>
                <a:ahLst/>
                <a:cxnLst>
                  <a:cxn ang="0">
                    <a:pos x="connsiteX0" y="connsiteY0"/>
                  </a:cxn>
                  <a:cxn ang="0">
                    <a:pos x="connsiteX1" y="connsiteY1"/>
                  </a:cxn>
                  <a:cxn ang="0">
                    <a:pos x="connsiteX2" y="connsiteY2"/>
                  </a:cxn>
                </a:cxnLst>
                <a:rect l="l" t="t" r="r" b="b"/>
                <a:pathLst>
                  <a:path w="9770" h="4321">
                    <a:moveTo>
                      <a:pt x="5452" y="1285"/>
                    </a:moveTo>
                    <a:cubicBezTo>
                      <a:pt x="2795" y="182"/>
                      <a:pt x="354" y="-305"/>
                      <a:pt x="0" y="198"/>
                    </a:cubicBezTo>
                    <a:cubicBezTo>
                      <a:pt x="154" y="3228"/>
                      <a:pt x="17648" y="7159"/>
                      <a:pt x="5452" y="128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1" name="Freeform: Shape 2490">
                <a:extLst>
                  <a:ext uri="{FF2B5EF4-FFF2-40B4-BE49-F238E27FC236}">
                    <a16:creationId xmlns:a16="http://schemas.microsoft.com/office/drawing/2014/main" id="{62425841-DD5C-F1F6-18CB-AFED6BAACEDA}"/>
                  </a:ext>
                </a:extLst>
              </p:cNvPr>
              <p:cNvSpPr/>
              <p:nvPr/>
            </p:nvSpPr>
            <p:spPr>
              <a:xfrm>
                <a:off x="3513073" y="7112894"/>
                <a:ext cx="12042" cy="4172"/>
              </a:xfrm>
              <a:custGeom>
                <a:avLst/>
                <a:gdLst>
                  <a:gd name="connsiteX0" fmla="*/ 6892 w 12042"/>
                  <a:gd name="connsiteY0" fmla="*/ 0 h 4172"/>
                  <a:gd name="connsiteX1" fmla="*/ 0 w 12042"/>
                  <a:gd name="connsiteY1" fmla="*/ 2052 h 4172"/>
                  <a:gd name="connsiteX2" fmla="*/ 6892 w 12042"/>
                  <a:gd name="connsiteY2" fmla="*/ 0 h 4172"/>
                </a:gdLst>
                <a:ahLst/>
                <a:cxnLst>
                  <a:cxn ang="0">
                    <a:pos x="connsiteX0" y="connsiteY0"/>
                  </a:cxn>
                  <a:cxn ang="0">
                    <a:pos x="connsiteX1" y="connsiteY1"/>
                  </a:cxn>
                  <a:cxn ang="0">
                    <a:pos x="connsiteX2" y="connsiteY2"/>
                  </a:cxn>
                </a:cxnLst>
                <a:rect l="l" t="t" r="r" b="b"/>
                <a:pathLst>
                  <a:path w="12042" h="4172">
                    <a:moveTo>
                      <a:pt x="6892" y="0"/>
                    </a:moveTo>
                    <a:cubicBezTo>
                      <a:pt x="3623" y="0"/>
                      <a:pt x="537" y="915"/>
                      <a:pt x="0" y="2052"/>
                    </a:cubicBezTo>
                    <a:cubicBezTo>
                      <a:pt x="389" y="7338"/>
                      <a:pt x="21517" y="1223"/>
                      <a:pt x="689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2" name="Freeform: Shape 2491">
                <a:extLst>
                  <a:ext uri="{FF2B5EF4-FFF2-40B4-BE49-F238E27FC236}">
                    <a16:creationId xmlns:a16="http://schemas.microsoft.com/office/drawing/2014/main" id="{4CFDC4D8-31E5-3BC8-7607-1A3298C2CF9D}"/>
                  </a:ext>
                </a:extLst>
              </p:cNvPr>
              <p:cNvSpPr/>
              <p:nvPr/>
            </p:nvSpPr>
            <p:spPr>
              <a:xfrm>
                <a:off x="3387163" y="7378723"/>
                <a:ext cx="12639" cy="4735"/>
              </a:xfrm>
              <a:custGeom>
                <a:avLst/>
                <a:gdLst>
                  <a:gd name="connsiteX0" fmla="*/ 7415 w 12639"/>
                  <a:gd name="connsiteY0" fmla="*/ 16 h 4735"/>
                  <a:gd name="connsiteX1" fmla="*/ 5215 w 12639"/>
                  <a:gd name="connsiteY1" fmla="*/ 4719 h 4735"/>
                  <a:gd name="connsiteX2" fmla="*/ 7415 w 12639"/>
                  <a:gd name="connsiteY2" fmla="*/ 16 h 4735"/>
                </a:gdLst>
                <a:ahLst/>
                <a:cxnLst>
                  <a:cxn ang="0">
                    <a:pos x="connsiteX0" y="connsiteY0"/>
                  </a:cxn>
                  <a:cxn ang="0">
                    <a:pos x="connsiteX1" y="connsiteY1"/>
                  </a:cxn>
                  <a:cxn ang="0">
                    <a:pos x="connsiteX2" y="connsiteY2"/>
                  </a:cxn>
                </a:cxnLst>
                <a:rect l="l" t="t" r="r" b="b"/>
                <a:pathLst>
                  <a:path w="12639" h="4735">
                    <a:moveTo>
                      <a:pt x="7415" y="16"/>
                    </a:moveTo>
                    <a:cubicBezTo>
                      <a:pt x="695" y="-310"/>
                      <a:pt x="-4169" y="4428"/>
                      <a:pt x="5215" y="4719"/>
                    </a:cubicBezTo>
                    <a:cubicBezTo>
                      <a:pt x="11959" y="5045"/>
                      <a:pt x="16805" y="307"/>
                      <a:pt x="7415"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3" name="Freeform: Shape 2492">
                <a:extLst>
                  <a:ext uri="{FF2B5EF4-FFF2-40B4-BE49-F238E27FC236}">
                    <a16:creationId xmlns:a16="http://schemas.microsoft.com/office/drawing/2014/main" id="{C7406FA2-B37E-2799-567B-496CCB275FBE}"/>
                  </a:ext>
                </a:extLst>
              </p:cNvPr>
              <p:cNvSpPr/>
              <p:nvPr/>
            </p:nvSpPr>
            <p:spPr>
              <a:xfrm>
                <a:off x="3623452" y="6880134"/>
                <a:ext cx="11273" cy="3671"/>
              </a:xfrm>
              <a:custGeom>
                <a:avLst/>
                <a:gdLst>
                  <a:gd name="connsiteX0" fmla="*/ 6395 w 11273"/>
                  <a:gd name="connsiteY0" fmla="*/ 0 h 3671"/>
                  <a:gd name="connsiteX1" fmla="*/ 0 w 11273"/>
                  <a:gd name="connsiteY1" fmla="*/ 1805 h 3671"/>
                  <a:gd name="connsiteX2" fmla="*/ 6395 w 11273"/>
                  <a:gd name="connsiteY2" fmla="*/ 0 h 3671"/>
                </a:gdLst>
                <a:ahLst/>
                <a:cxnLst>
                  <a:cxn ang="0">
                    <a:pos x="connsiteX0" y="connsiteY0"/>
                  </a:cxn>
                  <a:cxn ang="0">
                    <a:pos x="connsiteX1" y="connsiteY1"/>
                  </a:cxn>
                  <a:cxn ang="0">
                    <a:pos x="connsiteX2" y="connsiteY2"/>
                  </a:cxn>
                </a:cxnLst>
                <a:rect l="l" t="t" r="r" b="b"/>
                <a:pathLst>
                  <a:path w="11273" h="3671">
                    <a:moveTo>
                      <a:pt x="6395" y="0"/>
                    </a:moveTo>
                    <a:cubicBezTo>
                      <a:pt x="3332" y="0"/>
                      <a:pt x="469" y="806"/>
                      <a:pt x="0" y="1805"/>
                    </a:cubicBezTo>
                    <a:cubicBezTo>
                      <a:pt x="497" y="6452"/>
                      <a:pt x="20151" y="1091"/>
                      <a:pt x="639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4" name="Freeform: Shape 2493">
                <a:extLst>
                  <a:ext uri="{FF2B5EF4-FFF2-40B4-BE49-F238E27FC236}">
                    <a16:creationId xmlns:a16="http://schemas.microsoft.com/office/drawing/2014/main" id="{3646122D-8B21-10EA-4838-2FA81B69C806}"/>
                  </a:ext>
                </a:extLst>
              </p:cNvPr>
              <p:cNvSpPr/>
              <p:nvPr/>
            </p:nvSpPr>
            <p:spPr>
              <a:xfrm>
                <a:off x="3452020" y="7241264"/>
                <a:ext cx="12471" cy="4463"/>
              </a:xfrm>
              <a:custGeom>
                <a:avLst/>
                <a:gdLst>
                  <a:gd name="connsiteX0" fmla="*/ 7167 w 12471"/>
                  <a:gd name="connsiteY0" fmla="*/ 0 h 4463"/>
                  <a:gd name="connsiteX1" fmla="*/ 0 w 12471"/>
                  <a:gd name="connsiteY1" fmla="*/ 2195 h 4463"/>
                  <a:gd name="connsiteX2" fmla="*/ 7167 w 12471"/>
                  <a:gd name="connsiteY2" fmla="*/ 0 h 4463"/>
                </a:gdLst>
                <a:ahLst/>
                <a:cxnLst>
                  <a:cxn ang="0">
                    <a:pos x="connsiteX0" y="connsiteY0"/>
                  </a:cxn>
                  <a:cxn ang="0">
                    <a:pos x="connsiteX1" y="connsiteY1"/>
                  </a:cxn>
                  <a:cxn ang="0">
                    <a:pos x="connsiteX2" y="connsiteY2"/>
                  </a:cxn>
                </a:cxnLst>
                <a:rect l="l" t="t" r="r" b="b"/>
                <a:pathLst>
                  <a:path w="12471" h="4463">
                    <a:moveTo>
                      <a:pt x="7167" y="0"/>
                    </a:moveTo>
                    <a:cubicBezTo>
                      <a:pt x="3783" y="0"/>
                      <a:pt x="577" y="983"/>
                      <a:pt x="0" y="2195"/>
                    </a:cubicBezTo>
                    <a:cubicBezTo>
                      <a:pt x="343" y="7853"/>
                      <a:pt x="22277" y="1303"/>
                      <a:pt x="716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5" name="Freeform: Shape 2494">
                <a:extLst>
                  <a:ext uri="{FF2B5EF4-FFF2-40B4-BE49-F238E27FC236}">
                    <a16:creationId xmlns:a16="http://schemas.microsoft.com/office/drawing/2014/main" id="{DD37E257-4E20-10FB-E2E9-D1E4D4A6A952}"/>
                  </a:ext>
                </a:extLst>
              </p:cNvPr>
              <p:cNvSpPr/>
              <p:nvPr/>
            </p:nvSpPr>
            <p:spPr>
              <a:xfrm>
                <a:off x="3884396" y="6457713"/>
                <a:ext cx="9193" cy="5178"/>
              </a:xfrm>
              <a:custGeom>
                <a:avLst/>
                <a:gdLst>
                  <a:gd name="connsiteX0" fmla="*/ 5192 w 9193"/>
                  <a:gd name="connsiteY0" fmla="*/ 1494 h 5178"/>
                  <a:gd name="connsiteX1" fmla="*/ 3998 w 9193"/>
                  <a:gd name="connsiteY1" fmla="*/ 3683 h 5178"/>
                  <a:gd name="connsiteX2" fmla="*/ 5192 w 9193"/>
                  <a:gd name="connsiteY2" fmla="*/ 1494 h 5178"/>
                </a:gdLst>
                <a:ahLst/>
                <a:cxnLst>
                  <a:cxn ang="0">
                    <a:pos x="connsiteX0" y="connsiteY0"/>
                  </a:cxn>
                  <a:cxn ang="0">
                    <a:pos x="connsiteX1" y="connsiteY1"/>
                  </a:cxn>
                  <a:cxn ang="0">
                    <a:pos x="connsiteX2" y="connsiteY2"/>
                  </a:cxn>
                </a:cxnLst>
                <a:rect l="l" t="t" r="r" b="b"/>
                <a:pathLst>
                  <a:path w="9193" h="5178">
                    <a:moveTo>
                      <a:pt x="5192" y="1494"/>
                    </a:moveTo>
                    <a:cubicBezTo>
                      <a:pt x="-797" y="-1609"/>
                      <a:pt x="-2135" y="614"/>
                      <a:pt x="3998" y="3683"/>
                    </a:cubicBezTo>
                    <a:cubicBezTo>
                      <a:pt x="9998" y="6781"/>
                      <a:pt x="11324" y="4580"/>
                      <a:pt x="5192" y="14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6" name="Freeform: Shape 2495">
                <a:extLst>
                  <a:ext uri="{FF2B5EF4-FFF2-40B4-BE49-F238E27FC236}">
                    <a16:creationId xmlns:a16="http://schemas.microsoft.com/office/drawing/2014/main" id="{63B50EDD-0997-F01D-B99C-AE34E77402A5}"/>
                  </a:ext>
                </a:extLst>
              </p:cNvPr>
              <p:cNvSpPr/>
              <p:nvPr/>
            </p:nvSpPr>
            <p:spPr>
              <a:xfrm>
                <a:off x="3570240" y="6992794"/>
                <a:ext cx="11640" cy="3909"/>
              </a:xfrm>
              <a:custGeom>
                <a:avLst/>
                <a:gdLst>
                  <a:gd name="connsiteX0" fmla="*/ 6635 w 11640"/>
                  <a:gd name="connsiteY0" fmla="*/ 0 h 3909"/>
                  <a:gd name="connsiteX1" fmla="*/ 0 w 11640"/>
                  <a:gd name="connsiteY1" fmla="*/ 1920 h 3909"/>
                  <a:gd name="connsiteX2" fmla="*/ 6635 w 11640"/>
                  <a:gd name="connsiteY2" fmla="*/ 0 h 3909"/>
                </a:gdLst>
                <a:ahLst/>
                <a:cxnLst>
                  <a:cxn ang="0">
                    <a:pos x="connsiteX0" y="connsiteY0"/>
                  </a:cxn>
                  <a:cxn ang="0">
                    <a:pos x="connsiteX1" y="connsiteY1"/>
                  </a:cxn>
                  <a:cxn ang="0">
                    <a:pos x="connsiteX2" y="connsiteY2"/>
                  </a:cxn>
                </a:cxnLst>
                <a:rect l="l" t="t" r="r" b="b"/>
                <a:pathLst>
                  <a:path w="11640" h="3909">
                    <a:moveTo>
                      <a:pt x="6635" y="0"/>
                    </a:moveTo>
                    <a:cubicBezTo>
                      <a:pt x="3475" y="0"/>
                      <a:pt x="503" y="857"/>
                      <a:pt x="0" y="1920"/>
                    </a:cubicBezTo>
                    <a:cubicBezTo>
                      <a:pt x="440" y="6874"/>
                      <a:pt x="20803" y="1154"/>
                      <a:pt x="663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7" name="Freeform: Shape 2496">
                <a:extLst>
                  <a:ext uri="{FF2B5EF4-FFF2-40B4-BE49-F238E27FC236}">
                    <a16:creationId xmlns:a16="http://schemas.microsoft.com/office/drawing/2014/main" id="{E417C22D-6C53-6E9A-6AE2-EEDA562B3929}"/>
                  </a:ext>
                </a:extLst>
              </p:cNvPr>
              <p:cNvSpPr/>
              <p:nvPr/>
            </p:nvSpPr>
            <p:spPr>
              <a:xfrm>
                <a:off x="4151947" y="6137511"/>
                <a:ext cx="7675" cy="3971"/>
              </a:xfrm>
              <a:custGeom>
                <a:avLst/>
                <a:gdLst>
                  <a:gd name="connsiteX0" fmla="*/ 4206 w 7675"/>
                  <a:gd name="connsiteY0" fmla="*/ 1256 h 3971"/>
                  <a:gd name="connsiteX1" fmla="*/ 0 w 7675"/>
                  <a:gd name="connsiteY1" fmla="*/ 3879 h 3971"/>
                  <a:gd name="connsiteX2" fmla="*/ 4206 w 7675"/>
                  <a:gd name="connsiteY2" fmla="*/ 1256 h 3971"/>
                </a:gdLst>
                <a:ahLst/>
                <a:cxnLst>
                  <a:cxn ang="0">
                    <a:pos x="connsiteX0" y="connsiteY0"/>
                  </a:cxn>
                  <a:cxn ang="0">
                    <a:pos x="connsiteX1" y="connsiteY1"/>
                  </a:cxn>
                  <a:cxn ang="0">
                    <a:pos x="connsiteX2" y="connsiteY2"/>
                  </a:cxn>
                </a:cxnLst>
                <a:rect l="l" t="t" r="r" b="b"/>
                <a:pathLst>
                  <a:path w="7675" h="3971">
                    <a:moveTo>
                      <a:pt x="4206" y="1256"/>
                    </a:moveTo>
                    <a:cubicBezTo>
                      <a:pt x="2109" y="2279"/>
                      <a:pt x="223" y="3451"/>
                      <a:pt x="0" y="3879"/>
                    </a:cubicBezTo>
                    <a:cubicBezTo>
                      <a:pt x="989" y="4897"/>
                      <a:pt x="13625" y="-2967"/>
                      <a:pt x="4206" y="125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8" name="Freeform: Shape 2497">
                <a:extLst>
                  <a:ext uri="{FF2B5EF4-FFF2-40B4-BE49-F238E27FC236}">
                    <a16:creationId xmlns:a16="http://schemas.microsoft.com/office/drawing/2014/main" id="{1D743894-95B9-7EC8-5E5F-E6BA1CD7E322}"/>
                  </a:ext>
                </a:extLst>
              </p:cNvPr>
              <p:cNvSpPr/>
              <p:nvPr/>
            </p:nvSpPr>
            <p:spPr>
              <a:xfrm>
                <a:off x="4175830" y="6091666"/>
                <a:ext cx="7514" cy="4077"/>
              </a:xfrm>
              <a:custGeom>
                <a:avLst/>
                <a:gdLst>
                  <a:gd name="connsiteX0" fmla="*/ 4109 w 7514"/>
                  <a:gd name="connsiteY0" fmla="*/ 1341 h 4077"/>
                  <a:gd name="connsiteX1" fmla="*/ 0 w 7514"/>
                  <a:gd name="connsiteY1" fmla="*/ 4004 h 4077"/>
                  <a:gd name="connsiteX2" fmla="*/ 4109 w 7514"/>
                  <a:gd name="connsiteY2" fmla="*/ 1341 h 4077"/>
                </a:gdLst>
                <a:ahLst/>
                <a:cxnLst>
                  <a:cxn ang="0">
                    <a:pos x="connsiteX0" y="connsiteY0"/>
                  </a:cxn>
                  <a:cxn ang="0">
                    <a:pos x="connsiteX1" y="connsiteY1"/>
                  </a:cxn>
                  <a:cxn ang="0">
                    <a:pos x="connsiteX2" y="connsiteY2"/>
                  </a:cxn>
                </a:cxnLst>
                <a:rect l="l" t="t" r="r" b="b"/>
                <a:pathLst>
                  <a:path w="7514" h="4077">
                    <a:moveTo>
                      <a:pt x="4109" y="1341"/>
                    </a:moveTo>
                    <a:cubicBezTo>
                      <a:pt x="2052" y="2399"/>
                      <a:pt x="217" y="3593"/>
                      <a:pt x="0" y="4004"/>
                    </a:cubicBezTo>
                    <a:cubicBezTo>
                      <a:pt x="989" y="4913"/>
                      <a:pt x="13339" y="-3077"/>
                      <a:pt x="4109" y="13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9" name="Freeform: Shape 2498">
                <a:extLst>
                  <a:ext uri="{FF2B5EF4-FFF2-40B4-BE49-F238E27FC236}">
                    <a16:creationId xmlns:a16="http://schemas.microsoft.com/office/drawing/2014/main" id="{F93BAEAE-15E8-4D6D-86F7-76A5B082839C}"/>
                  </a:ext>
                </a:extLst>
              </p:cNvPr>
              <p:cNvSpPr/>
              <p:nvPr/>
            </p:nvSpPr>
            <p:spPr>
              <a:xfrm>
                <a:off x="4127087" y="6185690"/>
                <a:ext cx="7848" cy="3891"/>
              </a:xfrm>
              <a:custGeom>
                <a:avLst/>
                <a:gdLst>
                  <a:gd name="connsiteX0" fmla="*/ 4303 w 7848"/>
                  <a:gd name="connsiteY0" fmla="*/ 1162 h 3891"/>
                  <a:gd name="connsiteX1" fmla="*/ 0 w 7848"/>
                  <a:gd name="connsiteY1" fmla="*/ 3769 h 3891"/>
                  <a:gd name="connsiteX2" fmla="*/ 4303 w 7848"/>
                  <a:gd name="connsiteY2" fmla="*/ 1162 h 3891"/>
                </a:gdLst>
                <a:ahLst/>
                <a:cxnLst>
                  <a:cxn ang="0">
                    <a:pos x="connsiteX0" y="connsiteY0"/>
                  </a:cxn>
                  <a:cxn ang="0">
                    <a:pos x="connsiteX1" y="connsiteY1"/>
                  </a:cxn>
                  <a:cxn ang="0">
                    <a:pos x="connsiteX2" y="connsiteY2"/>
                  </a:cxn>
                </a:cxnLst>
                <a:rect l="l" t="t" r="r" b="b"/>
                <a:pathLst>
                  <a:path w="7848" h="3891">
                    <a:moveTo>
                      <a:pt x="4303" y="1162"/>
                    </a:moveTo>
                    <a:cubicBezTo>
                      <a:pt x="2160" y="2145"/>
                      <a:pt x="229" y="3311"/>
                      <a:pt x="0" y="3769"/>
                    </a:cubicBezTo>
                    <a:cubicBezTo>
                      <a:pt x="1006" y="4946"/>
                      <a:pt x="13933" y="-2861"/>
                      <a:pt x="4303" y="116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0" name="Freeform: Shape 2499">
                <a:extLst>
                  <a:ext uri="{FF2B5EF4-FFF2-40B4-BE49-F238E27FC236}">
                    <a16:creationId xmlns:a16="http://schemas.microsoft.com/office/drawing/2014/main" id="{571B877F-EC3D-2C6A-53EA-4B85893DCEFB}"/>
                  </a:ext>
                </a:extLst>
              </p:cNvPr>
              <p:cNvSpPr/>
              <p:nvPr/>
            </p:nvSpPr>
            <p:spPr>
              <a:xfrm>
                <a:off x="3919158" y="6404960"/>
                <a:ext cx="9408" cy="4229"/>
              </a:xfrm>
              <a:custGeom>
                <a:avLst/>
                <a:gdLst>
                  <a:gd name="connsiteX0" fmla="*/ 5132 w 9408"/>
                  <a:gd name="connsiteY0" fmla="*/ 2046 h 4229"/>
                  <a:gd name="connsiteX1" fmla="*/ 0 w 9408"/>
                  <a:gd name="connsiteY1" fmla="*/ 0 h 4229"/>
                  <a:gd name="connsiteX2" fmla="*/ 5132 w 9408"/>
                  <a:gd name="connsiteY2" fmla="*/ 2046 h 4229"/>
                </a:gdLst>
                <a:ahLst/>
                <a:cxnLst>
                  <a:cxn ang="0">
                    <a:pos x="connsiteX0" y="connsiteY0"/>
                  </a:cxn>
                  <a:cxn ang="0">
                    <a:pos x="connsiteX1" y="connsiteY1"/>
                  </a:cxn>
                  <a:cxn ang="0">
                    <a:pos x="connsiteX2" y="connsiteY2"/>
                  </a:cxn>
                </a:cxnLst>
                <a:rect l="l" t="t" r="r" b="b"/>
                <a:pathLst>
                  <a:path w="9408" h="4229">
                    <a:moveTo>
                      <a:pt x="5132" y="2046"/>
                    </a:moveTo>
                    <a:cubicBezTo>
                      <a:pt x="2606" y="920"/>
                      <a:pt x="309" y="-6"/>
                      <a:pt x="0" y="0"/>
                    </a:cubicBezTo>
                    <a:cubicBezTo>
                      <a:pt x="411" y="857"/>
                      <a:pt x="17013" y="7624"/>
                      <a:pt x="5132" y="20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1" name="Freeform: Shape 2500">
                <a:extLst>
                  <a:ext uri="{FF2B5EF4-FFF2-40B4-BE49-F238E27FC236}">
                    <a16:creationId xmlns:a16="http://schemas.microsoft.com/office/drawing/2014/main" id="{6A8604D0-C8C6-D923-6CA4-DB33E22295F3}"/>
                  </a:ext>
                </a:extLst>
              </p:cNvPr>
              <p:cNvSpPr/>
              <p:nvPr/>
            </p:nvSpPr>
            <p:spPr>
              <a:xfrm>
                <a:off x="4198621" y="6046919"/>
                <a:ext cx="7358" cy="4180"/>
              </a:xfrm>
              <a:custGeom>
                <a:avLst/>
                <a:gdLst>
                  <a:gd name="connsiteX0" fmla="*/ 4012 w 7358"/>
                  <a:gd name="connsiteY0" fmla="*/ 1402 h 4180"/>
                  <a:gd name="connsiteX1" fmla="*/ 0 w 7358"/>
                  <a:gd name="connsiteY1" fmla="*/ 4117 h 4180"/>
                  <a:gd name="connsiteX2" fmla="*/ 4012 w 7358"/>
                  <a:gd name="connsiteY2" fmla="*/ 1402 h 4180"/>
                </a:gdLst>
                <a:ahLst/>
                <a:cxnLst>
                  <a:cxn ang="0">
                    <a:pos x="connsiteX0" y="connsiteY0"/>
                  </a:cxn>
                  <a:cxn ang="0">
                    <a:pos x="connsiteX1" y="connsiteY1"/>
                  </a:cxn>
                  <a:cxn ang="0">
                    <a:pos x="connsiteX2" y="connsiteY2"/>
                  </a:cxn>
                </a:cxnLst>
                <a:rect l="l" t="t" r="r" b="b"/>
                <a:pathLst>
                  <a:path w="7358" h="4180">
                    <a:moveTo>
                      <a:pt x="4012" y="1402"/>
                    </a:moveTo>
                    <a:cubicBezTo>
                      <a:pt x="2000" y="2494"/>
                      <a:pt x="200" y="3711"/>
                      <a:pt x="0" y="4117"/>
                    </a:cubicBezTo>
                    <a:cubicBezTo>
                      <a:pt x="994" y="4974"/>
                      <a:pt x="13065" y="-3169"/>
                      <a:pt x="4012" y="14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2" name="Freeform: Shape 2501">
                <a:extLst>
                  <a:ext uri="{FF2B5EF4-FFF2-40B4-BE49-F238E27FC236}">
                    <a16:creationId xmlns:a16="http://schemas.microsoft.com/office/drawing/2014/main" id="{A179CAFE-7EF4-AF85-3A89-C5F8F2AD5AF9}"/>
                  </a:ext>
                </a:extLst>
              </p:cNvPr>
              <p:cNvSpPr/>
              <p:nvPr/>
            </p:nvSpPr>
            <p:spPr>
              <a:xfrm>
                <a:off x="4101375" y="6237448"/>
                <a:ext cx="8016" cy="3857"/>
              </a:xfrm>
              <a:custGeom>
                <a:avLst/>
                <a:gdLst>
                  <a:gd name="connsiteX0" fmla="*/ 4400 w 8016"/>
                  <a:gd name="connsiteY0" fmla="*/ 1073 h 3857"/>
                  <a:gd name="connsiteX1" fmla="*/ 0 w 8016"/>
                  <a:gd name="connsiteY1" fmla="*/ 3691 h 3857"/>
                  <a:gd name="connsiteX2" fmla="*/ 4400 w 8016"/>
                  <a:gd name="connsiteY2" fmla="*/ 1073 h 3857"/>
                </a:gdLst>
                <a:ahLst/>
                <a:cxnLst>
                  <a:cxn ang="0">
                    <a:pos x="connsiteX0" y="connsiteY0"/>
                  </a:cxn>
                  <a:cxn ang="0">
                    <a:pos x="connsiteX1" y="connsiteY1"/>
                  </a:cxn>
                  <a:cxn ang="0">
                    <a:pos x="connsiteX2" y="connsiteY2"/>
                  </a:cxn>
                </a:cxnLst>
                <a:rect l="l" t="t" r="r" b="b"/>
                <a:pathLst>
                  <a:path w="8016" h="3857">
                    <a:moveTo>
                      <a:pt x="4400" y="1073"/>
                    </a:moveTo>
                    <a:cubicBezTo>
                      <a:pt x="2206" y="2028"/>
                      <a:pt x="234" y="3205"/>
                      <a:pt x="0" y="3691"/>
                    </a:cubicBezTo>
                    <a:cubicBezTo>
                      <a:pt x="1017" y="5080"/>
                      <a:pt x="14230" y="-2778"/>
                      <a:pt x="4400" y="107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3" name="Freeform: Shape 2502">
                <a:extLst>
                  <a:ext uri="{FF2B5EF4-FFF2-40B4-BE49-F238E27FC236}">
                    <a16:creationId xmlns:a16="http://schemas.microsoft.com/office/drawing/2014/main" id="{9B6CB79B-054D-AEFA-5462-63C03419ADF5}"/>
                  </a:ext>
                </a:extLst>
              </p:cNvPr>
              <p:cNvSpPr/>
              <p:nvPr/>
            </p:nvSpPr>
            <p:spPr>
              <a:xfrm>
                <a:off x="4015541" y="6351855"/>
                <a:ext cx="8603" cy="1450"/>
              </a:xfrm>
              <a:custGeom>
                <a:avLst/>
                <a:gdLst>
                  <a:gd name="connsiteX0" fmla="*/ 4761 w 8603"/>
                  <a:gd name="connsiteY0" fmla="*/ 287 h 1450"/>
                  <a:gd name="connsiteX1" fmla="*/ 0 w 8603"/>
                  <a:gd name="connsiteY1" fmla="*/ 1304 h 1450"/>
                  <a:gd name="connsiteX2" fmla="*/ 4761 w 8603"/>
                  <a:gd name="connsiteY2" fmla="*/ 287 h 1450"/>
                </a:gdLst>
                <a:ahLst/>
                <a:cxnLst>
                  <a:cxn ang="0">
                    <a:pos x="connsiteX0" y="connsiteY0"/>
                  </a:cxn>
                  <a:cxn ang="0">
                    <a:pos x="connsiteX1" y="connsiteY1"/>
                  </a:cxn>
                  <a:cxn ang="0">
                    <a:pos x="connsiteX2" y="connsiteY2"/>
                  </a:cxn>
                </a:cxnLst>
                <a:rect l="l" t="t" r="r" b="b"/>
                <a:pathLst>
                  <a:path w="8603" h="1450">
                    <a:moveTo>
                      <a:pt x="4761" y="287"/>
                    </a:moveTo>
                    <a:cubicBezTo>
                      <a:pt x="2412" y="619"/>
                      <a:pt x="280" y="1071"/>
                      <a:pt x="0" y="1304"/>
                    </a:cubicBezTo>
                    <a:cubicBezTo>
                      <a:pt x="794" y="2139"/>
                      <a:pt x="15345" y="-924"/>
                      <a:pt x="4761" y="2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4" name="Freeform: Shape 2503">
                <a:extLst>
                  <a:ext uri="{FF2B5EF4-FFF2-40B4-BE49-F238E27FC236}">
                    <a16:creationId xmlns:a16="http://schemas.microsoft.com/office/drawing/2014/main" id="{1E64C7BC-A2F2-E16E-55CF-E838C1611F2C}"/>
                  </a:ext>
                </a:extLst>
              </p:cNvPr>
              <p:cNvSpPr/>
              <p:nvPr/>
            </p:nvSpPr>
            <p:spPr>
              <a:xfrm>
                <a:off x="3952316" y="6427398"/>
                <a:ext cx="9025" cy="1203"/>
              </a:xfrm>
              <a:custGeom>
                <a:avLst/>
                <a:gdLst>
                  <a:gd name="connsiteX0" fmla="*/ 4989 w 9025"/>
                  <a:gd name="connsiteY0" fmla="*/ 783 h 1203"/>
                  <a:gd name="connsiteX1" fmla="*/ 0 w 9025"/>
                  <a:gd name="connsiteY1" fmla="*/ 22 h 1203"/>
                  <a:gd name="connsiteX2" fmla="*/ 4989 w 9025"/>
                  <a:gd name="connsiteY2" fmla="*/ 783 h 1203"/>
                </a:gdLst>
                <a:ahLst/>
                <a:cxnLst>
                  <a:cxn ang="0">
                    <a:pos x="connsiteX0" y="connsiteY0"/>
                  </a:cxn>
                  <a:cxn ang="0">
                    <a:pos x="connsiteX1" y="connsiteY1"/>
                  </a:cxn>
                  <a:cxn ang="0">
                    <a:pos x="connsiteX2" y="connsiteY2"/>
                  </a:cxn>
                </a:cxnLst>
                <a:rect l="l" t="t" r="r" b="b"/>
                <a:pathLst>
                  <a:path w="9025" h="1203">
                    <a:moveTo>
                      <a:pt x="4989" y="783"/>
                    </a:moveTo>
                    <a:cubicBezTo>
                      <a:pt x="2526" y="480"/>
                      <a:pt x="291" y="142"/>
                      <a:pt x="0" y="22"/>
                    </a:cubicBezTo>
                    <a:cubicBezTo>
                      <a:pt x="794" y="-252"/>
                      <a:pt x="16116" y="2143"/>
                      <a:pt x="4989" y="78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5" name="Freeform: Shape 2504">
                <a:extLst>
                  <a:ext uri="{FF2B5EF4-FFF2-40B4-BE49-F238E27FC236}">
                    <a16:creationId xmlns:a16="http://schemas.microsoft.com/office/drawing/2014/main" id="{8361DA7A-8903-235B-5E83-AF6A8BA3048B}"/>
                  </a:ext>
                </a:extLst>
              </p:cNvPr>
              <p:cNvSpPr/>
              <p:nvPr/>
            </p:nvSpPr>
            <p:spPr>
              <a:xfrm>
                <a:off x="4045951" y="6327706"/>
                <a:ext cx="8395" cy="2503"/>
              </a:xfrm>
              <a:custGeom>
                <a:avLst/>
                <a:gdLst>
                  <a:gd name="connsiteX0" fmla="*/ 4640 w 8395"/>
                  <a:gd name="connsiteY0" fmla="*/ 867 h 2503"/>
                  <a:gd name="connsiteX1" fmla="*/ 0 w 8395"/>
                  <a:gd name="connsiteY1" fmla="*/ 2473 h 2503"/>
                  <a:gd name="connsiteX2" fmla="*/ 4640 w 8395"/>
                  <a:gd name="connsiteY2" fmla="*/ 867 h 2503"/>
                </a:gdLst>
                <a:ahLst/>
                <a:cxnLst>
                  <a:cxn ang="0">
                    <a:pos x="connsiteX0" y="connsiteY0"/>
                  </a:cxn>
                  <a:cxn ang="0">
                    <a:pos x="connsiteX1" y="connsiteY1"/>
                  </a:cxn>
                  <a:cxn ang="0">
                    <a:pos x="connsiteX2" y="connsiteY2"/>
                  </a:cxn>
                </a:cxnLst>
                <a:rect l="l" t="t" r="r" b="b"/>
                <a:pathLst>
                  <a:path w="8395" h="2503">
                    <a:moveTo>
                      <a:pt x="4640" y="867"/>
                    </a:moveTo>
                    <a:cubicBezTo>
                      <a:pt x="2349" y="1530"/>
                      <a:pt x="274" y="2250"/>
                      <a:pt x="0" y="2473"/>
                    </a:cubicBezTo>
                    <a:cubicBezTo>
                      <a:pt x="834" y="2930"/>
                      <a:pt x="14956" y="-1916"/>
                      <a:pt x="4640" y="8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6" name="Freeform: Shape 2505">
                <a:extLst>
                  <a:ext uri="{FF2B5EF4-FFF2-40B4-BE49-F238E27FC236}">
                    <a16:creationId xmlns:a16="http://schemas.microsoft.com/office/drawing/2014/main" id="{75ADF4EF-82D3-0319-33C2-582D231FE0A9}"/>
                  </a:ext>
                </a:extLst>
              </p:cNvPr>
              <p:cNvSpPr/>
              <p:nvPr/>
            </p:nvSpPr>
            <p:spPr>
              <a:xfrm>
                <a:off x="3984006" y="6389049"/>
                <a:ext cx="8817" cy="1778"/>
              </a:xfrm>
              <a:custGeom>
                <a:avLst/>
                <a:gdLst>
                  <a:gd name="connsiteX0" fmla="*/ 4881 w 8817"/>
                  <a:gd name="connsiteY0" fmla="*/ 0 h 1778"/>
                  <a:gd name="connsiteX1" fmla="*/ 0 w 8817"/>
                  <a:gd name="connsiteY1" fmla="*/ 961 h 1778"/>
                  <a:gd name="connsiteX2" fmla="*/ 4881 w 8817"/>
                  <a:gd name="connsiteY2" fmla="*/ 0 h 1778"/>
                </a:gdLst>
                <a:ahLst/>
                <a:cxnLst>
                  <a:cxn ang="0">
                    <a:pos x="connsiteX0" y="connsiteY0"/>
                  </a:cxn>
                  <a:cxn ang="0">
                    <a:pos x="connsiteX1" y="connsiteY1"/>
                  </a:cxn>
                  <a:cxn ang="0">
                    <a:pos x="connsiteX2" y="connsiteY2"/>
                  </a:cxn>
                </a:cxnLst>
                <a:rect l="l" t="t" r="r" b="b"/>
                <a:pathLst>
                  <a:path w="8817" h="1778">
                    <a:moveTo>
                      <a:pt x="4881" y="0"/>
                    </a:moveTo>
                    <a:cubicBezTo>
                      <a:pt x="2475" y="57"/>
                      <a:pt x="292" y="480"/>
                      <a:pt x="0" y="961"/>
                    </a:cubicBezTo>
                    <a:cubicBezTo>
                      <a:pt x="709" y="3144"/>
                      <a:pt x="15762" y="297"/>
                      <a:pt x="488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7" name="Freeform: Shape 2506">
                <a:extLst>
                  <a:ext uri="{FF2B5EF4-FFF2-40B4-BE49-F238E27FC236}">
                    <a16:creationId xmlns:a16="http://schemas.microsoft.com/office/drawing/2014/main" id="{EABABC57-C44B-94E2-754D-462DA24044FE}"/>
                  </a:ext>
                </a:extLst>
              </p:cNvPr>
              <p:cNvSpPr/>
              <p:nvPr/>
            </p:nvSpPr>
            <p:spPr>
              <a:xfrm>
                <a:off x="4074714" y="6292685"/>
                <a:ext cx="8195" cy="3623"/>
              </a:xfrm>
              <a:custGeom>
                <a:avLst/>
                <a:gdLst>
                  <a:gd name="connsiteX0" fmla="*/ 4515 w 8195"/>
                  <a:gd name="connsiteY0" fmla="*/ 1049 h 3623"/>
                  <a:gd name="connsiteX1" fmla="*/ 0 w 8195"/>
                  <a:gd name="connsiteY1" fmla="*/ 3495 h 3623"/>
                  <a:gd name="connsiteX2" fmla="*/ 4515 w 8195"/>
                  <a:gd name="connsiteY2" fmla="*/ 1049 h 3623"/>
                </a:gdLst>
                <a:ahLst/>
                <a:cxnLst>
                  <a:cxn ang="0">
                    <a:pos x="connsiteX0" y="connsiteY0"/>
                  </a:cxn>
                  <a:cxn ang="0">
                    <a:pos x="connsiteX1" y="connsiteY1"/>
                  </a:cxn>
                  <a:cxn ang="0">
                    <a:pos x="connsiteX2" y="connsiteY2"/>
                  </a:cxn>
                </a:cxnLst>
                <a:rect l="l" t="t" r="r" b="b"/>
                <a:pathLst>
                  <a:path w="8195" h="3623">
                    <a:moveTo>
                      <a:pt x="4515" y="1049"/>
                    </a:moveTo>
                    <a:cubicBezTo>
                      <a:pt x="2275" y="1964"/>
                      <a:pt x="251" y="3061"/>
                      <a:pt x="0" y="3495"/>
                    </a:cubicBezTo>
                    <a:cubicBezTo>
                      <a:pt x="977" y="4667"/>
                      <a:pt x="14556" y="-2637"/>
                      <a:pt x="4515" y="10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8" name="Freeform: Shape 2507">
                <a:extLst>
                  <a:ext uri="{FF2B5EF4-FFF2-40B4-BE49-F238E27FC236}">
                    <a16:creationId xmlns:a16="http://schemas.microsoft.com/office/drawing/2014/main" id="{D7862038-E172-9501-26B6-737A9036E54E}"/>
                  </a:ext>
                </a:extLst>
              </p:cNvPr>
              <p:cNvSpPr/>
              <p:nvPr/>
            </p:nvSpPr>
            <p:spPr>
              <a:xfrm>
                <a:off x="3318861" y="7526070"/>
                <a:ext cx="12400" cy="5197"/>
              </a:xfrm>
              <a:custGeom>
                <a:avLst/>
                <a:gdLst>
                  <a:gd name="connsiteX0" fmla="*/ 7360 w 12400"/>
                  <a:gd name="connsiteY0" fmla="*/ 76 h 5197"/>
                  <a:gd name="connsiteX1" fmla="*/ 5040 w 12400"/>
                  <a:gd name="connsiteY1" fmla="*/ 5122 h 5197"/>
                  <a:gd name="connsiteX2" fmla="*/ 7360 w 12400"/>
                  <a:gd name="connsiteY2" fmla="*/ 76 h 5197"/>
                </a:gdLst>
                <a:ahLst/>
                <a:cxnLst>
                  <a:cxn ang="0">
                    <a:pos x="connsiteX0" y="connsiteY0"/>
                  </a:cxn>
                  <a:cxn ang="0">
                    <a:pos x="connsiteX1" y="connsiteY1"/>
                  </a:cxn>
                  <a:cxn ang="0">
                    <a:pos x="connsiteX2" y="connsiteY2"/>
                  </a:cxn>
                </a:cxnLst>
                <a:rect l="l" t="t" r="r" b="b"/>
                <a:pathLst>
                  <a:path w="12400" h="5197">
                    <a:moveTo>
                      <a:pt x="7360" y="76"/>
                    </a:moveTo>
                    <a:cubicBezTo>
                      <a:pt x="1136" y="-730"/>
                      <a:pt x="-4356" y="5162"/>
                      <a:pt x="5040" y="5122"/>
                    </a:cubicBezTo>
                    <a:cubicBezTo>
                      <a:pt x="11269" y="5928"/>
                      <a:pt x="16755" y="30"/>
                      <a:pt x="7360" y="7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9" name="Freeform: Shape 2508">
                <a:extLst>
                  <a:ext uri="{FF2B5EF4-FFF2-40B4-BE49-F238E27FC236}">
                    <a16:creationId xmlns:a16="http://schemas.microsoft.com/office/drawing/2014/main" id="{BAA078A1-9EDB-4C12-ED5F-15EB84A124AF}"/>
                  </a:ext>
                </a:extLst>
              </p:cNvPr>
              <p:cNvSpPr/>
              <p:nvPr/>
            </p:nvSpPr>
            <p:spPr>
              <a:xfrm>
                <a:off x="4024657" y="6104119"/>
                <a:ext cx="6699" cy="3060"/>
              </a:xfrm>
              <a:custGeom>
                <a:avLst/>
                <a:gdLst>
                  <a:gd name="connsiteX0" fmla="*/ 3881 w 6699"/>
                  <a:gd name="connsiteY0" fmla="*/ 763 h 3060"/>
                  <a:gd name="connsiteX1" fmla="*/ 657 w 6699"/>
                  <a:gd name="connsiteY1" fmla="*/ 3049 h 3060"/>
                  <a:gd name="connsiteX2" fmla="*/ 3881 w 6699"/>
                  <a:gd name="connsiteY2" fmla="*/ 763 h 3060"/>
                </a:gdLst>
                <a:ahLst/>
                <a:cxnLst>
                  <a:cxn ang="0">
                    <a:pos x="connsiteX0" y="connsiteY0"/>
                  </a:cxn>
                  <a:cxn ang="0">
                    <a:pos x="connsiteX1" y="connsiteY1"/>
                  </a:cxn>
                  <a:cxn ang="0">
                    <a:pos x="connsiteX2" y="connsiteY2"/>
                  </a:cxn>
                </a:cxnLst>
                <a:rect l="l" t="t" r="r" b="b"/>
                <a:pathLst>
                  <a:path w="6699" h="3060">
                    <a:moveTo>
                      <a:pt x="3881" y="763"/>
                    </a:moveTo>
                    <a:cubicBezTo>
                      <a:pt x="3006" y="1089"/>
                      <a:pt x="-1709" y="3232"/>
                      <a:pt x="657" y="3049"/>
                    </a:cubicBezTo>
                    <a:cubicBezTo>
                      <a:pt x="3172" y="2786"/>
                      <a:pt x="10773" y="-1768"/>
                      <a:pt x="3881" y="7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0" name="Freeform: Shape 2509">
                <a:extLst>
                  <a:ext uri="{FF2B5EF4-FFF2-40B4-BE49-F238E27FC236}">
                    <a16:creationId xmlns:a16="http://schemas.microsoft.com/office/drawing/2014/main" id="{22AF878E-838B-238B-8D58-4687BAF2DD40}"/>
                  </a:ext>
                </a:extLst>
              </p:cNvPr>
              <p:cNvSpPr/>
              <p:nvPr/>
            </p:nvSpPr>
            <p:spPr>
              <a:xfrm>
                <a:off x="3377747" y="6772909"/>
                <a:ext cx="10971" cy="3571"/>
              </a:xfrm>
              <a:custGeom>
                <a:avLst/>
                <a:gdLst>
                  <a:gd name="connsiteX0" fmla="*/ 6321 w 10971"/>
                  <a:gd name="connsiteY0" fmla="*/ 0 h 3571"/>
                  <a:gd name="connsiteX1" fmla="*/ 0 w 10971"/>
                  <a:gd name="connsiteY1" fmla="*/ 1738 h 3571"/>
                  <a:gd name="connsiteX2" fmla="*/ 6321 w 10971"/>
                  <a:gd name="connsiteY2" fmla="*/ 0 h 3571"/>
                </a:gdLst>
                <a:ahLst/>
                <a:cxnLst>
                  <a:cxn ang="0">
                    <a:pos x="connsiteX0" y="connsiteY0"/>
                  </a:cxn>
                  <a:cxn ang="0">
                    <a:pos x="connsiteX1" y="connsiteY1"/>
                  </a:cxn>
                  <a:cxn ang="0">
                    <a:pos x="connsiteX2" y="connsiteY2"/>
                  </a:cxn>
                </a:cxnLst>
                <a:rect l="l" t="t" r="r" b="b"/>
                <a:pathLst>
                  <a:path w="10971" h="3571">
                    <a:moveTo>
                      <a:pt x="6321" y="0"/>
                    </a:moveTo>
                    <a:cubicBezTo>
                      <a:pt x="3338" y="-11"/>
                      <a:pt x="509" y="766"/>
                      <a:pt x="0" y="1738"/>
                    </a:cubicBezTo>
                    <a:cubicBezTo>
                      <a:pt x="291" y="6275"/>
                      <a:pt x="19585" y="1097"/>
                      <a:pt x="632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1" name="Freeform: Shape 2510">
                <a:extLst>
                  <a:ext uri="{FF2B5EF4-FFF2-40B4-BE49-F238E27FC236}">
                    <a16:creationId xmlns:a16="http://schemas.microsoft.com/office/drawing/2014/main" id="{45E52874-DEF2-0A6F-B9D8-0A6AD02784AA}"/>
                  </a:ext>
                </a:extLst>
              </p:cNvPr>
              <p:cNvSpPr/>
              <p:nvPr/>
            </p:nvSpPr>
            <p:spPr>
              <a:xfrm>
                <a:off x="3432794" y="6672591"/>
                <a:ext cx="10656" cy="3204"/>
              </a:xfrm>
              <a:custGeom>
                <a:avLst/>
                <a:gdLst>
                  <a:gd name="connsiteX0" fmla="*/ 6132 w 10656"/>
                  <a:gd name="connsiteY0" fmla="*/ 20 h 3204"/>
                  <a:gd name="connsiteX1" fmla="*/ 0 w 10656"/>
                  <a:gd name="connsiteY1" fmla="*/ 1351 h 3204"/>
                  <a:gd name="connsiteX2" fmla="*/ 6132 w 10656"/>
                  <a:gd name="connsiteY2" fmla="*/ 20 h 3204"/>
                </a:gdLst>
                <a:ahLst/>
                <a:cxnLst>
                  <a:cxn ang="0">
                    <a:pos x="connsiteX0" y="connsiteY0"/>
                  </a:cxn>
                  <a:cxn ang="0">
                    <a:pos x="connsiteX1" y="connsiteY1"/>
                  </a:cxn>
                  <a:cxn ang="0">
                    <a:pos x="connsiteX2" y="connsiteY2"/>
                  </a:cxn>
                </a:cxnLst>
                <a:rect l="l" t="t" r="r" b="b"/>
                <a:pathLst>
                  <a:path w="10656" h="3204">
                    <a:moveTo>
                      <a:pt x="6132" y="20"/>
                    </a:moveTo>
                    <a:cubicBezTo>
                      <a:pt x="3235" y="-118"/>
                      <a:pt x="492" y="482"/>
                      <a:pt x="0" y="1351"/>
                    </a:cubicBezTo>
                    <a:cubicBezTo>
                      <a:pt x="246" y="5511"/>
                      <a:pt x="19042" y="1591"/>
                      <a:pt x="6132"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2" name="Freeform: Shape 2511">
                <a:extLst>
                  <a:ext uri="{FF2B5EF4-FFF2-40B4-BE49-F238E27FC236}">
                    <a16:creationId xmlns:a16="http://schemas.microsoft.com/office/drawing/2014/main" id="{6C868CA6-A0F7-FB5D-9617-1401583306C0}"/>
                  </a:ext>
                </a:extLst>
              </p:cNvPr>
              <p:cNvSpPr/>
              <p:nvPr/>
            </p:nvSpPr>
            <p:spPr>
              <a:xfrm>
                <a:off x="3319869" y="6880120"/>
                <a:ext cx="11064" cy="3640"/>
              </a:xfrm>
              <a:custGeom>
                <a:avLst/>
                <a:gdLst>
                  <a:gd name="connsiteX0" fmla="*/ 6529 w 11064"/>
                  <a:gd name="connsiteY0" fmla="*/ 14 h 3640"/>
                  <a:gd name="connsiteX1" fmla="*/ 4540 w 11064"/>
                  <a:gd name="connsiteY1" fmla="*/ 3626 h 3640"/>
                  <a:gd name="connsiteX2" fmla="*/ 6529 w 11064"/>
                  <a:gd name="connsiteY2" fmla="*/ 14 h 3640"/>
                </a:gdLst>
                <a:ahLst/>
                <a:cxnLst>
                  <a:cxn ang="0">
                    <a:pos x="connsiteX0" y="connsiteY0"/>
                  </a:cxn>
                  <a:cxn ang="0">
                    <a:pos x="connsiteX1" y="connsiteY1"/>
                  </a:cxn>
                  <a:cxn ang="0">
                    <a:pos x="connsiteX2" y="connsiteY2"/>
                  </a:cxn>
                </a:cxnLst>
                <a:rect l="l" t="t" r="r" b="b"/>
                <a:pathLst>
                  <a:path w="11064" h="3640">
                    <a:moveTo>
                      <a:pt x="6529" y="14"/>
                    </a:moveTo>
                    <a:cubicBezTo>
                      <a:pt x="751" y="-254"/>
                      <a:pt x="-3736" y="3375"/>
                      <a:pt x="4540" y="3626"/>
                    </a:cubicBezTo>
                    <a:cubicBezTo>
                      <a:pt x="10312" y="3894"/>
                      <a:pt x="14798" y="265"/>
                      <a:pt x="6529" y="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3" name="Freeform: Shape 2512">
                <a:extLst>
                  <a:ext uri="{FF2B5EF4-FFF2-40B4-BE49-F238E27FC236}">
                    <a16:creationId xmlns:a16="http://schemas.microsoft.com/office/drawing/2014/main" id="{6D93ACF7-0B1C-E81E-AA55-A954ED42AB7E}"/>
                  </a:ext>
                </a:extLst>
              </p:cNvPr>
              <p:cNvSpPr/>
              <p:nvPr/>
            </p:nvSpPr>
            <p:spPr>
              <a:xfrm>
                <a:off x="3583447" y="6417178"/>
                <a:ext cx="9782" cy="3853"/>
              </a:xfrm>
              <a:custGeom>
                <a:avLst/>
                <a:gdLst>
                  <a:gd name="connsiteX0" fmla="*/ 5572 w 9782"/>
                  <a:gd name="connsiteY0" fmla="*/ 675 h 3853"/>
                  <a:gd name="connsiteX1" fmla="*/ 0 w 9782"/>
                  <a:gd name="connsiteY1" fmla="*/ 498 h 3853"/>
                  <a:gd name="connsiteX2" fmla="*/ 5572 w 9782"/>
                  <a:gd name="connsiteY2" fmla="*/ 675 h 3853"/>
                </a:gdLst>
                <a:ahLst/>
                <a:cxnLst>
                  <a:cxn ang="0">
                    <a:pos x="connsiteX0" y="connsiteY0"/>
                  </a:cxn>
                  <a:cxn ang="0">
                    <a:pos x="connsiteX1" y="connsiteY1"/>
                  </a:cxn>
                  <a:cxn ang="0">
                    <a:pos x="connsiteX2" y="connsiteY2"/>
                  </a:cxn>
                </a:cxnLst>
                <a:rect l="l" t="t" r="r" b="b"/>
                <a:pathLst>
                  <a:path w="9782" h="3853">
                    <a:moveTo>
                      <a:pt x="5572" y="675"/>
                    </a:moveTo>
                    <a:cubicBezTo>
                      <a:pt x="2915" y="-154"/>
                      <a:pt x="417" y="-227"/>
                      <a:pt x="0" y="498"/>
                    </a:cubicBezTo>
                    <a:cubicBezTo>
                      <a:pt x="0" y="4407"/>
                      <a:pt x="17614" y="5436"/>
                      <a:pt x="5572" y="6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4" name="Freeform: Shape 2513">
                <a:extLst>
                  <a:ext uri="{FF2B5EF4-FFF2-40B4-BE49-F238E27FC236}">
                    <a16:creationId xmlns:a16="http://schemas.microsoft.com/office/drawing/2014/main" id="{E5062AB3-D37C-2A23-45F7-8A4701C9ABD6}"/>
                  </a:ext>
                </a:extLst>
              </p:cNvPr>
              <p:cNvSpPr/>
              <p:nvPr/>
            </p:nvSpPr>
            <p:spPr>
              <a:xfrm>
                <a:off x="3535933" y="6497626"/>
                <a:ext cx="10057" cy="3361"/>
              </a:xfrm>
              <a:custGeom>
                <a:avLst/>
                <a:gdLst>
                  <a:gd name="connsiteX0" fmla="*/ 5755 w 10057"/>
                  <a:gd name="connsiteY0" fmla="*/ 380 h 3361"/>
                  <a:gd name="connsiteX1" fmla="*/ 0 w 10057"/>
                  <a:gd name="connsiteY1" fmla="*/ 654 h 3361"/>
                  <a:gd name="connsiteX2" fmla="*/ 5755 w 10057"/>
                  <a:gd name="connsiteY2" fmla="*/ 380 h 3361"/>
                </a:gdLst>
                <a:ahLst/>
                <a:cxnLst>
                  <a:cxn ang="0">
                    <a:pos x="connsiteX0" y="connsiteY0"/>
                  </a:cxn>
                  <a:cxn ang="0">
                    <a:pos x="connsiteX1" y="connsiteY1"/>
                  </a:cxn>
                  <a:cxn ang="0">
                    <a:pos x="connsiteX2" y="connsiteY2"/>
                  </a:cxn>
                </a:cxnLst>
                <a:rect l="l" t="t" r="r" b="b"/>
                <a:pathLst>
                  <a:path w="10057" h="3361">
                    <a:moveTo>
                      <a:pt x="5755" y="380"/>
                    </a:moveTo>
                    <a:cubicBezTo>
                      <a:pt x="3017" y="-220"/>
                      <a:pt x="446" y="-95"/>
                      <a:pt x="0" y="654"/>
                    </a:cubicBezTo>
                    <a:cubicBezTo>
                      <a:pt x="69" y="4552"/>
                      <a:pt x="18059" y="4049"/>
                      <a:pt x="5755" y="38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5" name="Freeform: Shape 2514">
                <a:extLst>
                  <a:ext uri="{FF2B5EF4-FFF2-40B4-BE49-F238E27FC236}">
                    <a16:creationId xmlns:a16="http://schemas.microsoft.com/office/drawing/2014/main" id="{B99FEFEA-2696-AA3F-7414-6B5F8F4A122C}"/>
                  </a:ext>
                </a:extLst>
              </p:cNvPr>
              <p:cNvSpPr/>
              <p:nvPr/>
            </p:nvSpPr>
            <p:spPr>
              <a:xfrm>
                <a:off x="3485618" y="6581821"/>
                <a:ext cx="10350" cy="3093"/>
              </a:xfrm>
              <a:custGeom>
                <a:avLst/>
                <a:gdLst>
                  <a:gd name="connsiteX0" fmla="*/ 5944 w 10350"/>
                  <a:gd name="connsiteY0" fmla="*/ 132 h 3093"/>
                  <a:gd name="connsiteX1" fmla="*/ 0 w 10350"/>
                  <a:gd name="connsiteY1" fmla="*/ 943 h 3093"/>
                  <a:gd name="connsiteX2" fmla="*/ 5944 w 10350"/>
                  <a:gd name="connsiteY2" fmla="*/ 132 h 3093"/>
                </a:gdLst>
                <a:ahLst/>
                <a:cxnLst>
                  <a:cxn ang="0">
                    <a:pos x="connsiteX0" y="connsiteY0"/>
                  </a:cxn>
                  <a:cxn ang="0">
                    <a:pos x="connsiteX1" y="connsiteY1"/>
                  </a:cxn>
                  <a:cxn ang="0">
                    <a:pos x="connsiteX2" y="connsiteY2"/>
                  </a:cxn>
                </a:cxnLst>
                <a:rect l="l" t="t" r="r" b="b"/>
                <a:pathLst>
                  <a:path w="10350" h="3093">
                    <a:moveTo>
                      <a:pt x="5944" y="132"/>
                    </a:moveTo>
                    <a:cubicBezTo>
                      <a:pt x="3126" y="-217"/>
                      <a:pt x="469" y="150"/>
                      <a:pt x="0" y="943"/>
                    </a:cubicBezTo>
                    <a:cubicBezTo>
                      <a:pt x="160" y="4904"/>
                      <a:pt x="18534" y="2646"/>
                      <a:pt x="5944" y="1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6" name="Freeform: Shape 2515">
                <a:extLst>
                  <a:ext uri="{FF2B5EF4-FFF2-40B4-BE49-F238E27FC236}">
                    <a16:creationId xmlns:a16="http://schemas.microsoft.com/office/drawing/2014/main" id="{18731E2D-7598-717C-A8C1-0746ADD76654}"/>
                  </a:ext>
                </a:extLst>
              </p:cNvPr>
              <p:cNvSpPr/>
              <p:nvPr/>
            </p:nvSpPr>
            <p:spPr>
              <a:xfrm>
                <a:off x="3256941" y="6992778"/>
                <a:ext cx="11448" cy="3872"/>
              </a:xfrm>
              <a:custGeom>
                <a:avLst/>
                <a:gdLst>
                  <a:gd name="connsiteX0" fmla="*/ 6804 w 11448"/>
                  <a:gd name="connsiteY0" fmla="*/ 16 h 3872"/>
                  <a:gd name="connsiteX1" fmla="*/ 4649 w 11448"/>
                  <a:gd name="connsiteY1" fmla="*/ 3856 h 3872"/>
                  <a:gd name="connsiteX2" fmla="*/ 6804 w 11448"/>
                  <a:gd name="connsiteY2" fmla="*/ 16 h 3872"/>
                </a:gdLst>
                <a:ahLst/>
                <a:cxnLst>
                  <a:cxn ang="0">
                    <a:pos x="connsiteX0" y="connsiteY0"/>
                  </a:cxn>
                  <a:cxn ang="0">
                    <a:pos x="connsiteX1" y="connsiteY1"/>
                  </a:cxn>
                  <a:cxn ang="0">
                    <a:pos x="connsiteX2" y="connsiteY2"/>
                  </a:cxn>
                </a:cxnLst>
                <a:rect l="l" t="t" r="r" b="b"/>
                <a:pathLst>
                  <a:path w="11448" h="3872">
                    <a:moveTo>
                      <a:pt x="6804" y="16"/>
                    </a:moveTo>
                    <a:cubicBezTo>
                      <a:pt x="895" y="-276"/>
                      <a:pt x="-3923" y="3581"/>
                      <a:pt x="4649" y="3856"/>
                    </a:cubicBezTo>
                    <a:cubicBezTo>
                      <a:pt x="10559" y="4153"/>
                      <a:pt x="15365" y="295"/>
                      <a:pt x="6804"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7" name="Freeform: Shape 2516">
                <a:extLst>
                  <a:ext uri="{FF2B5EF4-FFF2-40B4-BE49-F238E27FC236}">
                    <a16:creationId xmlns:a16="http://schemas.microsoft.com/office/drawing/2014/main" id="{B06BBC6D-EB96-A511-1EE1-95821951823F}"/>
                  </a:ext>
                </a:extLst>
              </p:cNvPr>
              <p:cNvSpPr/>
              <p:nvPr/>
            </p:nvSpPr>
            <p:spPr>
              <a:xfrm>
                <a:off x="3040101" y="7378719"/>
                <a:ext cx="12735" cy="4743"/>
              </a:xfrm>
              <a:custGeom>
                <a:avLst/>
                <a:gdLst>
                  <a:gd name="connsiteX0" fmla="*/ 7668 w 12735"/>
                  <a:gd name="connsiteY0" fmla="*/ 20 h 4743"/>
                  <a:gd name="connsiteX1" fmla="*/ 5073 w 12735"/>
                  <a:gd name="connsiteY1" fmla="*/ 4724 h 4743"/>
                  <a:gd name="connsiteX2" fmla="*/ 7668 w 12735"/>
                  <a:gd name="connsiteY2" fmla="*/ 20 h 4743"/>
                </a:gdLst>
                <a:ahLst/>
                <a:cxnLst>
                  <a:cxn ang="0">
                    <a:pos x="connsiteX0" y="connsiteY0"/>
                  </a:cxn>
                  <a:cxn ang="0">
                    <a:pos x="connsiteX1" y="connsiteY1"/>
                  </a:cxn>
                  <a:cxn ang="0">
                    <a:pos x="connsiteX2" y="connsiteY2"/>
                  </a:cxn>
                </a:cxnLst>
                <a:rect l="l" t="t" r="r" b="b"/>
                <a:pathLst>
                  <a:path w="12735" h="4743">
                    <a:moveTo>
                      <a:pt x="7668" y="20"/>
                    </a:moveTo>
                    <a:cubicBezTo>
                      <a:pt x="1210" y="-346"/>
                      <a:pt x="-4460" y="4369"/>
                      <a:pt x="5073" y="4724"/>
                    </a:cubicBezTo>
                    <a:cubicBezTo>
                      <a:pt x="11531" y="5084"/>
                      <a:pt x="17189" y="375"/>
                      <a:pt x="7668"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8" name="Freeform: Shape 2517">
                <a:extLst>
                  <a:ext uri="{FF2B5EF4-FFF2-40B4-BE49-F238E27FC236}">
                    <a16:creationId xmlns:a16="http://schemas.microsoft.com/office/drawing/2014/main" id="{288DE4B2-70E6-700A-EA0F-DD30D4CAB9AF}"/>
                  </a:ext>
                </a:extLst>
              </p:cNvPr>
              <p:cNvSpPr/>
              <p:nvPr/>
            </p:nvSpPr>
            <p:spPr>
              <a:xfrm>
                <a:off x="3116788" y="7241246"/>
                <a:ext cx="12285" cy="4426"/>
              </a:xfrm>
              <a:custGeom>
                <a:avLst/>
                <a:gdLst>
                  <a:gd name="connsiteX0" fmla="*/ 7373 w 12285"/>
                  <a:gd name="connsiteY0" fmla="*/ 18 h 4426"/>
                  <a:gd name="connsiteX1" fmla="*/ 4921 w 12285"/>
                  <a:gd name="connsiteY1" fmla="*/ 4408 h 4426"/>
                  <a:gd name="connsiteX2" fmla="*/ 7373 w 12285"/>
                  <a:gd name="connsiteY2" fmla="*/ 18 h 4426"/>
                </a:gdLst>
                <a:ahLst/>
                <a:cxnLst>
                  <a:cxn ang="0">
                    <a:pos x="connsiteX0" y="connsiteY0"/>
                  </a:cxn>
                  <a:cxn ang="0">
                    <a:pos x="connsiteX1" y="connsiteY1"/>
                  </a:cxn>
                  <a:cxn ang="0">
                    <a:pos x="connsiteX2" y="connsiteY2"/>
                  </a:cxn>
                </a:cxnLst>
                <a:rect l="l" t="t" r="r" b="b"/>
                <a:pathLst>
                  <a:path w="12285" h="4426">
                    <a:moveTo>
                      <a:pt x="7373" y="18"/>
                    </a:moveTo>
                    <a:cubicBezTo>
                      <a:pt x="1121" y="-319"/>
                      <a:pt x="-4285" y="4076"/>
                      <a:pt x="4921" y="4408"/>
                    </a:cubicBezTo>
                    <a:cubicBezTo>
                      <a:pt x="11168" y="4750"/>
                      <a:pt x="16563" y="350"/>
                      <a:pt x="7373"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9" name="Freeform: Shape 2518">
                <a:extLst>
                  <a:ext uri="{FF2B5EF4-FFF2-40B4-BE49-F238E27FC236}">
                    <a16:creationId xmlns:a16="http://schemas.microsoft.com/office/drawing/2014/main" id="{03CA9770-B184-F256-E58B-07D3C37814A3}"/>
                  </a:ext>
                </a:extLst>
              </p:cNvPr>
              <p:cNvSpPr/>
              <p:nvPr/>
            </p:nvSpPr>
            <p:spPr>
              <a:xfrm>
                <a:off x="3189159" y="7112877"/>
                <a:ext cx="11855" cy="4137"/>
              </a:xfrm>
              <a:custGeom>
                <a:avLst/>
                <a:gdLst>
                  <a:gd name="connsiteX0" fmla="*/ 7085 w 11855"/>
                  <a:gd name="connsiteY0" fmla="*/ 17 h 4137"/>
                  <a:gd name="connsiteX1" fmla="*/ 4776 w 11855"/>
                  <a:gd name="connsiteY1" fmla="*/ 4121 h 4137"/>
                  <a:gd name="connsiteX2" fmla="*/ 7085 w 11855"/>
                  <a:gd name="connsiteY2" fmla="*/ 17 h 4137"/>
                </a:gdLst>
                <a:ahLst/>
                <a:cxnLst>
                  <a:cxn ang="0">
                    <a:pos x="connsiteX0" y="connsiteY0"/>
                  </a:cxn>
                  <a:cxn ang="0">
                    <a:pos x="connsiteX1" y="connsiteY1"/>
                  </a:cxn>
                  <a:cxn ang="0">
                    <a:pos x="connsiteX2" y="connsiteY2"/>
                  </a:cxn>
                </a:cxnLst>
                <a:rect l="l" t="t" r="r" b="b"/>
                <a:pathLst>
                  <a:path w="11855" h="4137">
                    <a:moveTo>
                      <a:pt x="7085" y="17"/>
                    </a:moveTo>
                    <a:cubicBezTo>
                      <a:pt x="1016" y="-297"/>
                      <a:pt x="-4105" y="3818"/>
                      <a:pt x="4776" y="4121"/>
                    </a:cubicBezTo>
                    <a:cubicBezTo>
                      <a:pt x="10840" y="4435"/>
                      <a:pt x="15955" y="321"/>
                      <a:pt x="7085"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0" name="Freeform: Shape 2519">
                <a:extLst>
                  <a:ext uri="{FF2B5EF4-FFF2-40B4-BE49-F238E27FC236}">
                    <a16:creationId xmlns:a16="http://schemas.microsoft.com/office/drawing/2014/main" id="{A48855B5-2AB9-FCC1-434E-BCF699FCDBF4}"/>
                  </a:ext>
                </a:extLst>
              </p:cNvPr>
              <p:cNvSpPr/>
              <p:nvPr/>
            </p:nvSpPr>
            <p:spPr>
              <a:xfrm>
                <a:off x="3669121" y="6300971"/>
                <a:ext cx="9244" cy="3666"/>
              </a:xfrm>
              <a:custGeom>
                <a:avLst/>
                <a:gdLst>
                  <a:gd name="connsiteX0" fmla="*/ 5241 w 9244"/>
                  <a:gd name="connsiteY0" fmla="*/ 2845 h 3666"/>
                  <a:gd name="connsiteX1" fmla="*/ 0 w 9244"/>
                  <a:gd name="connsiteY1" fmla="*/ 273 h 3666"/>
                  <a:gd name="connsiteX2" fmla="*/ 5241 w 9244"/>
                  <a:gd name="connsiteY2" fmla="*/ 2845 h 3666"/>
                </a:gdLst>
                <a:ahLst/>
                <a:cxnLst>
                  <a:cxn ang="0">
                    <a:pos x="connsiteX0" y="connsiteY0"/>
                  </a:cxn>
                  <a:cxn ang="0">
                    <a:pos x="connsiteX1" y="connsiteY1"/>
                  </a:cxn>
                  <a:cxn ang="0">
                    <a:pos x="connsiteX2" y="connsiteY2"/>
                  </a:cxn>
                </a:cxnLst>
                <a:rect l="l" t="t" r="r" b="b"/>
                <a:pathLst>
                  <a:path w="9244" h="3666">
                    <a:moveTo>
                      <a:pt x="5241" y="2845"/>
                    </a:moveTo>
                    <a:cubicBezTo>
                      <a:pt x="2715" y="2005"/>
                      <a:pt x="371" y="845"/>
                      <a:pt x="0" y="273"/>
                    </a:cubicBezTo>
                    <a:cubicBezTo>
                      <a:pt x="817" y="-1504"/>
                      <a:pt x="16385" y="6102"/>
                      <a:pt x="5241" y="28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1" name="Freeform: Shape 2520">
                <a:extLst>
                  <a:ext uri="{FF2B5EF4-FFF2-40B4-BE49-F238E27FC236}">
                    <a16:creationId xmlns:a16="http://schemas.microsoft.com/office/drawing/2014/main" id="{C02CAE8C-A9CA-6249-CD5A-07861187679F}"/>
                  </a:ext>
                </a:extLst>
              </p:cNvPr>
              <p:cNvSpPr/>
              <p:nvPr/>
            </p:nvSpPr>
            <p:spPr>
              <a:xfrm>
                <a:off x="3884118" y="6324961"/>
                <a:ext cx="7825" cy="3007"/>
              </a:xfrm>
              <a:custGeom>
                <a:avLst/>
                <a:gdLst>
                  <a:gd name="connsiteX0" fmla="*/ 4419 w 7825"/>
                  <a:gd name="connsiteY0" fmla="*/ 652 h 3007"/>
                  <a:gd name="connsiteX1" fmla="*/ 3408 w 7825"/>
                  <a:gd name="connsiteY1" fmla="*/ 2367 h 3007"/>
                  <a:gd name="connsiteX2" fmla="*/ 4419 w 7825"/>
                  <a:gd name="connsiteY2" fmla="*/ 652 h 3007"/>
                </a:gdLst>
                <a:ahLst/>
                <a:cxnLst>
                  <a:cxn ang="0">
                    <a:pos x="connsiteX0" y="connsiteY0"/>
                  </a:cxn>
                  <a:cxn ang="0">
                    <a:pos x="connsiteX1" y="connsiteY1"/>
                  </a:cxn>
                  <a:cxn ang="0">
                    <a:pos x="connsiteX2" y="connsiteY2"/>
                  </a:cxn>
                </a:cxnLst>
                <a:rect l="l" t="t" r="r" b="b"/>
                <a:pathLst>
                  <a:path w="7825" h="3007">
                    <a:moveTo>
                      <a:pt x="4419" y="652"/>
                    </a:moveTo>
                    <a:cubicBezTo>
                      <a:pt x="430" y="1778"/>
                      <a:pt x="-2644" y="4144"/>
                      <a:pt x="3408" y="2367"/>
                    </a:cubicBezTo>
                    <a:cubicBezTo>
                      <a:pt x="7391" y="1229"/>
                      <a:pt x="10472" y="-1148"/>
                      <a:pt x="4419" y="65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2" name="Freeform: Shape 2521">
                <a:extLst>
                  <a:ext uri="{FF2B5EF4-FFF2-40B4-BE49-F238E27FC236}">
                    <a16:creationId xmlns:a16="http://schemas.microsoft.com/office/drawing/2014/main" id="{093B5F41-5F37-6F59-8EA5-D6C9E0223A4F}"/>
                  </a:ext>
                </a:extLst>
              </p:cNvPr>
              <p:cNvSpPr/>
              <p:nvPr/>
            </p:nvSpPr>
            <p:spPr>
              <a:xfrm>
                <a:off x="3914414" y="6275869"/>
                <a:ext cx="7855" cy="2989"/>
              </a:xfrm>
              <a:custGeom>
                <a:avLst/>
                <a:gdLst>
                  <a:gd name="connsiteX0" fmla="*/ 4383 w 7855"/>
                  <a:gd name="connsiteY0" fmla="*/ 750 h 2989"/>
                  <a:gd name="connsiteX1" fmla="*/ 0 w 7855"/>
                  <a:gd name="connsiteY1" fmla="*/ 2801 h 2989"/>
                  <a:gd name="connsiteX2" fmla="*/ 4383 w 7855"/>
                  <a:gd name="connsiteY2" fmla="*/ 750 h 2989"/>
                </a:gdLst>
                <a:ahLst/>
                <a:cxnLst>
                  <a:cxn ang="0">
                    <a:pos x="connsiteX0" y="connsiteY0"/>
                  </a:cxn>
                  <a:cxn ang="0">
                    <a:pos x="connsiteX1" y="connsiteY1"/>
                  </a:cxn>
                  <a:cxn ang="0">
                    <a:pos x="connsiteX2" y="connsiteY2"/>
                  </a:cxn>
                </a:cxnLst>
                <a:rect l="l" t="t" r="r" b="b"/>
                <a:pathLst>
                  <a:path w="7855" h="2989">
                    <a:moveTo>
                      <a:pt x="4383" y="750"/>
                    </a:moveTo>
                    <a:cubicBezTo>
                      <a:pt x="2235" y="1464"/>
                      <a:pt x="274" y="2379"/>
                      <a:pt x="0" y="2801"/>
                    </a:cubicBezTo>
                    <a:cubicBezTo>
                      <a:pt x="812" y="4128"/>
                      <a:pt x="13945" y="-2085"/>
                      <a:pt x="4383" y="7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3" name="Freeform: Shape 2522">
                <a:extLst>
                  <a:ext uri="{FF2B5EF4-FFF2-40B4-BE49-F238E27FC236}">
                    <a16:creationId xmlns:a16="http://schemas.microsoft.com/office/drawing/2014/main" id="{BDB02296-355B-8E75-3CE0-532D9C749190}"/>
                  </a:ext>
                </a:extLst>
              </p:cNvPr>
              <p:cNvSpPr/>
              <p:nvPr/>
            </p:nvSpPr>
            <p:spPr>
              <a:xfrm>
                <a:off x="3999151" y="6147148"/>
                <a:ext cx="7361" cy="3173"/>
              </a:xfrm>
              <a:custGeom>
                <a:avLst/>
                <a:gdLst>
                  <a:gd name="connsiteX0" fmla="*/ 4080 w 7361"/>
                  <a:gd name="connsiteY0" fmla="*/ 928 h 3173"/>
                  <a:gd name="connsiteX1" fmla="*/ 0 w 7361"/>
                  <a:gd name="connsiteY1" fmla="*/ 3054 h 3173"/>
                  <a:gd name="connsiteX2" fmla="*/ 4080 w 7361"/>
                  <a:gd name="connsiteY2" fmla="*/ 928 h 3173"/>
                </a:gdLst>
                <a:ahLst/>
                <a:cxnLst>
                  <a:cxn ang="0">
                    <a:pos x="connsiteX0" y="connsiteY0"/>
                  </a:cxn>
                  <a:cxn ang="0">
                    <a:pos x="connsiteX1" y="connsiteY1"/>
                  </a:cxn>
                  <a:cxn ang="0">
                    <a:pos x="connsiteX2" y="connsiteY2"/>
                  </a:cxn>
                </a:cxnLst>
                <a:rect l="l" t="t" r="r" b="b"/>
                <a:pathLst>
                  <a:path w="7361" h="3173">
                    <a:moveTo>
                      <a:pt x="4080" y="928"/>
                    </a:moveTo>
                    <a:cubicBezTo>
                      <a:pt x="2063" y="1728"/>
                      <a:pt x="240" y="2671"/>
                      <a:pt x="0" y="3054"/>
                    </a:cubicBezTo>
                    <a:cubicBezTo>
                      <a:pt x="829" y="4117"/>
                      <a:pt x="13070" y="-2330"/>
                      <a:pt x="4080" y="9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4" name="Freeform: Shape 2523">
                <a:extLst>
                  <a:ext uri="{FF2B5EF4-FFF2-40B4-BE49-F238E27FC236}">
                    <a16:creationId xmlns:a16="http://schemas.microsoft.com/office/drawing/2014/main" id="{11750541-EEAF-6E84-AA7C-8F3BCE3824C5}"/>
                  </a:ext>
                </a:extLst>
              </p:cNvPr>
              <p:cNvSpPr/>
              <p:nvPr/>
            </p:nvSpPr>
            <p:spPr>
              <a:xfrm>
                <a:off x="3852824" y="6376489"/>
                <a:ext cx="8198" cy="2662"/>
              </a:xfrm>
              <a:custGeom>
                <a:avLst/>
                <a:gdLst>
                  <a:gd name="connsiteX0" fmla="*/ 4589 w 8198"/>
                  <a:gd name="connsiteY0" fmla="*/ 782 h 2662"/>
                  <a:gd name="connsiteX1" fmla="*/ 0 w 8198"/>
                  <a:gd name="connsiteY1" fmla="*/ 2571 h 2662"/>
                  <a:gd name="connsiteX2" fmla="*/ 4589 w 8198"/>
                  <a:gd name="connsiteY2" fmla="*/ 782 h 2662"/>
                </a:gdLst>
                <a:ahLst/>
                <a:cxnLst>
                  <a:cxn ang="0">
                    <a:pos x="connsiteX0" y="connsiteY0"/>
                  </a:cxn>
                  <a:cxn ang="0">
                    <a:pos x="connsiteX1" y="connsiteY1"/>
                  </a:cxn>
                  <a:cxn ang="0">
                    <a:pos x="connsiteX2" y="connsiteY2"/>
                  </a:cxn>
                </a:cxnLst>
                <a:rect l="l" t="t" r="r" b="b"/>
                <a:pathLst>
                  <a:path w="8198" h="2662">
                    <a:moveTo>
                      <a:pt x="4589" y="782"/>
                    </a:moveTo>
                    <a:cubicBezTo>
                      <a:pt x="2349" y="1456"/>
                      <a:pt x="291" y="2257"/>
                      <a:pt x="0" y="2571"/>
                    </a:cubicBezTo>
                    <a:cubicBezTo>
                      <a:pt x="771" y="3417"/>
                      <a:pt x="14567" y="-1949"/>
                      <a:pt x="4589" y="7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5" name="Freeform: Shape 2524">
                <a:extLst>
                  <a:ext uri="{FF2B5EF4-FFF2-40B4-BE49-F238E27FC236}">
                    <a16:creationId xmlns:a16="http://schemas.microsoft.com/office/drawing/2014/main" id="{54F9E2C1-89E8-0405-CAEB-0CABE62C2C48}"/>
                  </a:ext>
                </a:extLst>
              </p:cNvPr>
              <p:cNvSpPr/>
              <p:nvPr/>
            </p:nvSpPr>
            <p:spPr>
              <a:xfrm>
                <a:off x="3943858" y="6231167"/>
                <a:ext cx="7686" cy="3019"/>
              </a:xfrm>
              <a:custGeom>
                <a:avLst/>
                <a:gdLst>
                  <a:gd name="connsiteX0" fmla="*/ 4280 w 7686"/>
                  <a:gd name="connsiteY0" fmla="*/ 829 h 3019"/>
                  <a:gd name="connsiteX1" fmla="*/ 0 w 7686"/>
                  <a:gd name="connsiteY1" fmla="*/ 2875 h 3019"/>
                  <a:gd name="connsiteX2" fmla="*/ 4280 w 7686"/>
                  <a:gd name="connsiteY2" fmla="*/ 829 h 3019"/>
                </a:gdLst>
                <a:ahLst/>
                <a:cxnLst>
                  <a:cxn ang="0">
                    <a:pos x="connsiteX0" y="connsiteY0"/>
                  </a:cxn>
                  <a:cxn ang="0">
                    <a:pos x="connsiteX1" y="connsiteY1"/>
                  </a:cxn>
                  <a:cxn ang="0">
                    <a:pos x="connsiteX2" y="connsiteY2"/>
                  </a:cxn>
                </a:cxnLst>
                <a:rect l="l" t="t" r="r" b="b"/>
                <a:pathLst>
                  <a:path w="7686" h="3019">
                    <a:moveTo>
                      <a:pt x="4280" y="829"/>
                    </a:moveTo>
                    <a:cubicBezTo>
                      <a:pt x="2177" y="1572"/>
                      <a:pt x="263" y="2480"/>
                      <a:pt x="0" y="2875"/>
                    </a:cubicBezTo>
                    <a:cubicBezTo>
                      <a:pt x="812" y="4029"/>
                      <a:pt x="13647" y="-2172"/>
                      <a:pt x="4280" y="8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6" name="Freeform: Shape 2525">
                <a:extLst>
                  <a:ext uri="{FF2B5EF4-FFF2-40B4-BE49-F238E27FC236}">
                    <a16:creationId xmlns:a16="http://schemas.microsoft.com/office/drawing/2014/main" id="{159626AA-22B6-C6AD-0507-60455EDEC550}"/>
                  </a:ext>
                </a:extLst>
              </p:cNvPr>
              <p:cNvSpPr/>
              <p:nvPr/>
            </p:nvSpPr>
            <p:spPr>
              <a:xfrm>
                <a:off x="3819117" y="6388606"/>
                <a:ext cx="8390" cy="1796"/>
              </a:xfrm>
              <a:custGeom>
                <a:avLst/>
                <a:gdLst>
                  <a:gd name="connsiteX0" fmla="*/ 4721 w 8390"/>
                  <a:gd name="connsiteY0" fmla="*/ 981 h 1796"/>
                  <a:gd name="connsiteX1" fmla="*/ 0 w 8390"/>
                  <a:gd name="connsiteY1" fmla="*/ 1793 h 1796"/>
                  <a:gd name="connsiteX2" fmla="*/ 4721 w 8390"/>
                  <a:gd name="connsiteY2" fmla="*/ 981 h 1796"/>
                </a:gdLst>
                <a:ahLst/>
                <a:cxnLst>
                  <a:cxn ang="0">
                    <a:pos x="connsiteX0" y="connsiteY0"/>
                  </a:cxn>
                  <a:cxn ang="0">
                    <a:pos x="connsiteX1" y="connsiteY1"/>
                  </a:cxn>
                  <a:cxn ang="0">
                    <a:pos x="connsiteX2" y="connsiteY2"/>
                  </a:cxn>
                </a:cxnLst>
                <a:rect l="l" t="t" r="r" b="b"/>
                <a:pathLst>
                  <a:path w="8390" h="1796">
                    <a:moveTo>
                      <a:pt x="4721" y="981"/>
                    </a:moveTo>
                    <a:cubicBezTo>
                      <a:pt x="2429" y="1478"/>
                      <a:pt x="320" y="1838"/>
                      <a:pt x="0" y="1793"/>
                    </a:cubicBezTo>
                    <a:cubicBezTo>
                      <a:pt x="560" y="1158"/>
                      <a:pt x="14968" y="-1368"/>
                      <a:pt x="4721" y="9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7" name="Freeform: Shape 2526">
                <a:extLst>
                  <a:ext uri="{FF2B5EF4-FFF2-40B4-BE49-F238E27FC236}">
                    <a16:creationId xmlns:a16="http://schemas.microsoft.com/office/drawing/2014/main" id="{490A9D2D-3338-C1AA-C50C-50BF54F87150}"/>
                  </a:ext>
                </a:extLst>
              </p:cNvPr>
              <p:cNvSpPr/>
              <p:nvPr/>
            </p:nvSpPr>
            <p:spPr>
              <a:xfrm>
                <a:off x="3708834" y="6398300"/>
                <a:ext cx="9011" cy="2824"/>
              </a:xfrm>
              <a:custGeom>
                <a:avLst/>
                <a:gdLst>
                  <a:gd name="connsiteX0" fmla="*/ 5086 w 9011"/>
                  <a:gd name="connsiteY0" fmla="*/ 2820 h 2824"/>
                  <a:gd name="connsiteX1" fmla="*/ 0 w 9011"/>
                  <a:gd name="connsiteY1" fmla="*/ 1117 h 2824"/>
                  <a:gd name="connsiteX2" fmla="*/ 5086 w 9011"/>
                  <a:gd name="connsiteY2" fmla="*/ 2820 h 2824"/>
                </a:gdLst>
                <a:ahLst/>
                <a:cxnLst>
                  <a:cxn ang="0">
                    <a:pos x="connsiteX0" y="connsiteY0"/>
                  </a:cxn>
                  <a:cxn ang="0">
                    <a:pos x="connsiteX1" y="connsiteY1"/>
                  </a:cxn>
                  <a:cxn ang="0">
                    <a:pos x="connsiteX2" y="connsiteY2"/>
                  </a:cxn>
                </a:cxnLst>
                <a:rect l="l" t="t" r="r" b="b"/>
                <a:pathLst>
                  <a:path w="9011" h="2824">
                    <a:moveTo>
                      <a:pt x="5086" y="2820"/>
                    </a:moveTo>
                    <a:cubicBezTo>
                      <a:pt x="2629" y="2620"/>
                      <a:pt x="354" y="1871"/>
                      <a:pt x="0" y="1117"/>
                    </a:cubicBezTo>
                    <a:cubicBezTo>
                      <a:pt x="543" y="-2221"/>
                      <a:pt x="16082" y="3003"/>
                      <a:pt x="5086" y="28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8" name="Freeform: Shape 2527">
                <a:extLst>
                  <a:ext uri="{FF2B5EF4-FFF2-40B4-BE49-F238E27FC236}">
                    <a16:creationId xmlns:a16="http://schemas.microsoft.com/office/drawing/2014/main" id="{2FC92C9B-952C-6DA4-789F-C069CBFE5145}"/>
                  </a:ext>
                </a:extLst>
              </p:cNvPr>
              <p:cNvSpPr/>
              <p:nvPr/>
            </p:nvSpPr>
            <p:spPr>
              <a:xfrm>
                <a:off x="3972176" y="6188908"/>
                <a:ext cx="7523" cy="3091"/>
              </a:xfrm>
              <a:custGeom>
                <a:avLst/>
                <a:gdLst>
                  <a:gd name="connsiteX0" fmla="*/ 4183 w 7523"/>
                  <a:gd name="connsiteY0" fmla="*/ 894 h 3091"/>
                  <a:gd name="connsiteX1" fmla="*/ 0 w 7523"/>
                  <a:gd name="connsiteY1" fmla="*/ 2969 h 3091"/>
                  <a:gd name="connsiteX2" fmla="*/ 4183 w 7523"/>
                  <a:gd name="connsiteY2" fmla="*/ 894 h 3091"/>
                </a:gdLst>
                <a:ahLst/>
                <a:cxnLst>
                  <a:cxn ang="0">
                    <a:pos x="connsiteX0" y="connsiteY0"/>
                  </a:cxn>
                  <a:cxn ang="0">
                    <a:pos x="connsiteX1" y="connsiteY1"/>
                  </a:cxn>
                  <a:cxn ang="0">
                    <a:pos x="connsiteX2" y="connsiteY2"/>
                  </a:cxn>
                </a:cxnLst>
                <a:rect l="l" t="t" r="r" b="b"/>
                <a:pathLst>
                  <a:path w="7523" h="3091">
                    <a:moveTo>
                      <a:pt x="4183" y="894"/>
                    </a:moveTo>
                    <a:cubicBezTo>
                      <a:pt x="2126" y="1665"/>
                      <a:pt x="251" y="2591"/>
                      <a:pt x="0" y="2969"/>
                    </a:cubicBezTo>
                    <a:cubicBezTo>
                      <a:pt x="817" y="4032"/>
                      <a:pt x="13356" y="-2261"/>
                      <a:pt x="4183" y="8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9" name="Freeform: Shape 2528">
                <a:extLst>
                  <a:ext uri="{FF2B5EF4-FFF2-40B4-BE49-F238E27FC236}">
                    <a16:creationId xmlns:a16="http://schemas.microsoft.com/office/drawing/2014/main" id="{7B5ADA14-5969-AB12-FB1D-502610249BA3}"/>
                  </a:ext>
                </a:extLst>
              </p:cNvPr>
              <p:cNvSpPr/>
              <p:nvPr/>
            </p:nvSpPr>
            <p:spPr>
              <a:xfrm>
                <a:off x="3627953" y="6337685"/>
                <a:ext cx="9244" cy="4413"/>
              </a:xfrm>
              <a:custGeom>
                <a:avLst/>
                <a:gdLst>
                  <a:gd name="connsiteX0" fmla="*/ 5329 w 9244"/>
                  <a:gd name="connsiteY0" fmla="*/ 883 h 4413"/>
                  <a:gd name="connsiteX1" fmla="*/ 3917 w 9244"/>
                  <a:gd name="connsiteY1" fmla="*/ 3518 h 4413"/>
                  <a:gd name="connsiteX2" fmla="*/ 5329 w 9244"/>
                  <a:gd name="connsiteY2" fmla="*/ 883 h 4413"/>
                </a:gdLst>
                <a:ahLst/>
                <a:cxnLst>
                  <a:cxn ang="0">
                    <a:pos x="connsiteX0" y="connsiteY0"/>
                  </a:cxn>
                  <a:cxn ang="0">
                    <a:pos x="connsiteX1" y="connsiteY1"/>
                  </a:cxn>
                  <a:cxn ang="0">
                    <a:pos x="connsiteX2" y="connsiteY2"/>
                  </a:cxn>
                </a:cxnLst>
                <a:rect l="l" t="t" r="r" b="b"/>
                <a:pathLst>
                  <a:path w="9244" h="4413">
                    <a:moveTo>
                      <a:pt x="5329" y="883"/>
                    </a:moveTo>
                    <a:cubicBezTo>
                      <a:pt x="-449" y="-1380"/>
                      <a:pt x="-2403" y="1146"/>
                      <a:pt x="3917" y="3518"/>
                    </a:cubicBezTo>
                    <a:cubicBezTo>
                      <a:pt x="9713" y="5798"/>
                      <a:pt x="11633" y="3284"/>
                      <a:pt x="5329" y="88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0" name="Freeform: Shape 2529">
                <a:extLst>
                  <a:ext uri="{FF2B5EF4-FFF2-40B4-BE49-F238E27FC236}">
                    <a16:creationId xmlns:a16="http://schemas.microsoft.com/office/drawing/2014/main" id="{EC41530A-ABBF-E657-E3E0-8ABB19A2FA60}"/>
                  </a:ext>
                </a:extLst>
              </p:cNvPr>
              <p:cNvSpPr/>
              <p:nvPr/>
            </p:nvSpPr>
            <p:spPr>
              <a:xfrm>
                <a:off x="3746385" y="6393843"/>
                <a:ext cx="8545" cy="1197"/>
              </a:xfrm>
              <a:custGeom>
                <a:avLst/>
                <a:gdLst>
                  <a:gd name="connsiteX0" fmla="*/ 4889 w 8545"/>
                  <a:gd name="connsiteY0" fmla="*/ 2 h 1197"/>
                  <a:gd name="connsiteX1" fmla="*/ 3660 w 8545"/>
                  <a:gd name="connsiteY1" fmla="*/ 1196 h 1197"/>
                  <a:gd name="connsiteX2" fmla="*/ 4889 w 8545"/>
                  <a:gd name="connsiteY2" fmla="*/ 2 h 1197"/>
                </a:gdLst>
                <a:ahLst/>
                <a:cxnLst>
                  <a:cxn ang="0">
                    <a:pos x="connsiteX0" y="connsiteY0"/>
                  </a:cxn>
                  <a:cxn ang="0">
                    <a:pos x="connsiteX1" y="connsiteY1"/>
                  </a:cxn>
                  <a:cxn ang="0">
                    <a:pos x="connsiteX2" y="connsiteY2"/>
                  </a:cxn>
                </a:cxnLst>
                <a:rect l="l" t="t" r="r" b="b"/>
                <a:pathLst>
                  <a:path w="8545" h="1197">
                    <a:moveTo>
                      <a:pt x="4889" y="2"/>
                    </a:moveTo>
                    <a:cubicBezTo>
                      <a:pt x="351" y="-49"/>
                      <a:pt x="-2786" y="1168"/>
                      <a:pt x="3660" y="1196"/>
                    </a:cubicBezTo>
                    <a:cubicBezTo>
                      <a:pt x="8186" y="1242"/>
                      <a:pt x="11335" y="-4"/>
                      <a:pt x="4889"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1" name="Freeform: Shape 2530">
                <a:extLst>
                  <a:ext uri="{FF2B5EF4-FFF2-40B4-BE49-F238E27FC236}">
                    <a16:creationId xmlns:a16="http://schemas.microsoft.com/office/drawing/2014/main" id="{7C2EC0A3-EFE7-5A40-E8A4-CF7FC61C7B55}"/>
                  </a:ext>
                </a:extLst>
              </p:cNvPr>
              <p:cNvSpPr/>
              <p:nvPr/>
            </p:nvSpPr>
            <p:spPr>
              <a:xfrm>
                <a:off x="3783307" y="6381335"/>
                <a:ext cx="8584" cy="824"/>
              </a:xfrm>
              <a:custGeom>
                <a:avLst/>
                <a:gdLst>
                  <a:gd name="connsiteX0" fmla="*/ 4846 w 8584"/>
                  <a:gd name="connsiteY0" fmla="*/ 484 h 824"/>
                  <a:gd name="connsiteX1" fmla="*/ 0 w 8584"/>
                  <a:gd name="connsiteY1" fmla="*/ 816 h 824"/>
                  <a:gd name="connsiteX2" fmla="*/ 4846 w 8584"/>
                  <a:gd name="connsiteY2" fmla="*/ 484 h 824"/>
                </a:gdLst>
                <a:ahLst/>
                <a:cxnLst>
                  <a:cxn ang="0">
                    <a:pos x="connsiteX0" y="connsiteY0"/>
                  </a:cxn>
                  <a:cxn ang="0">
                    <a:pos x="connsiteX1" y="connsiteY1"/>
                  </a:cxn>
                  <a:cxn ang="0">
                    <a:pos x="connsiteX2" y="connsiteY2"/>
                  </a:cxn>
                </a:cxnLst>
                <a:rect l="l" t="t" r="r" b="b"/>
                <a:pathLst>
                  <a:path w="8584" h="824">
                    <a:moveTo>
                      <a:pt x="4846" y="484"/>
                    </a:moveTo>
                    <a:cubicBezTo>
                      <a:pt x="2503" y="713"/>
                      <a:pt x="331" y="862"/>
                      <a:pt x="0" y="816"/>
                    </a:cubicBezTo>
                    <a:cubicBezTo>
                      <a:pt x="623" y="445"/>
                      <a:pt x="15282" y="-612"/>
                      <a:pt x="4846" y="48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2" name="Freeform: Shape 2531">
                <a:extLst>
                  <a:ext uri="{FF2B5EF4-FFF2-40B4-BE49-F238E27FC236}">
                    <a16:creationId xmlns:a16="http://schemas.microsoft.com/office/drawing/2014/main" id="{42805832-D928-2D8D-571D-1775EF7B5EAE}"/>
                  </a:ext>
                </a:extLst>
              </p:cNvPr>
              <p:cNvSpPr/>
              <p:nvPr/>
            </p:nvSpPr>
            <p:spPr>
              <a:xfrm>
                <a:off x="2959692" y="7526065"/>
                <a:ext cx="12549" cy="5207"/>
              </a:xfrm>
              <a:custGeom>
                <a:avLst/>
                <a:gdLst>
                  <a:gd name="connsiteX0" fmla="*/ 7638 w 12549"/>
                  <a:gd name="connsiteY0" fmla="*/ 81 h 5207"/>
                  <a:gd name="connsiteX1" fmla="*/ 4918 w 12549"/>
                  <a:gd name="connsiteY1" fmla="*/ 5127 h 5207"/>
                  <a:gd name="connsiteX2" fmla="*/ 7638 w 12549"/>
                  <a:gd name="connsiteY2" fmla="*/ 81 h 5207"/>
                </a:gdLst>
                <a:ahLst/>
                <a:cxnLst>
                  <a:cxn ang="0">
                    <a:pos x="connsiteX0" y="connsiteY0"/>
                  </a:cxn>
                  <a:cxn ang="0">
                    <a:pos x="connsiteX1" y="connsiteY1"/>
                  </a:cxn>
                  <a:cxn ang="0">
                    <a:pos x="connsiteX2" y="connsiteY2"/>
                  </a:cxn>
                </a:cxnLst>
                <a:rect l="l" t="t" r="r" b="b"/>
                <a:pathLst>
                  <a:path w="12549" h="5207">
                    <a:moveTo>
                      <a:pt x="7638" y="81"/>
                    </a:moveTo>
                    <a:cubicBezTo>
                      <a:pt x="1689" y="-748"/>
                      <a:pt x="-4661" y="5076"/>
                      <a:pt x="4918" y="5127"/>
                    </a:cubicBezTo>
                    <a:cubicBezTo>
                      <a:pt x="10855" y="5955"/>
                      <a:pt x="17211" y="132"/>
                      <a:pt x="7638" y="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3" name="Freeform: Shape 2532">
                <a:extLst>
                  <a:ext uri="{FF2B5EF4-FFF2-40B4-BE49-F238E27FC236}">
                    <a16:creationId xmlns:a16="http://schemas.microsoft.com/office/drawing/2014/main" id="{C82E3EFD-A7CC-D1CC-4E49-4C7D47D33DA2}"/>
                  </a:ext>
                </a:extLst>
              </p:cNvPr>
              <p:cNvSpPr/>
              <p:nvPr/>
            </p:nvSpPr>
            <p:spPr>
              <a:xfrm>
                <a:off x="3828937" y="6136652"/>
                <a:ext cx="6847" cy="1915"/>
              </a:xfrm>
              <a:custGeom>
                <a:avLst/>
                <a:gdLst>
                  <a:gd name="connsiteX0" fmla="*/ 3999 w 6847"/>
                  <a:gd name="connsiteY0" fmla="*/ 308 h 1915"/>
                  <a:gd name="connsiteX1" fmla="*/ 672 w 6847"/>
                  <a:gd name="connsiteY1" fmla="*/ 977 h 1915"/>
                  <a:gd name="connsiteX2" fmla="*/ 3999 w 6847"/>
                  <a:gd name="connsiteY2" fmla="*/ 308 h 1915"/>
                </a:gdLst>
                <a:ahLst/>
                <a:cxnLst>
                  <a:cxn ang="0">
                    <a:pos x="connsiteX0" y="connsiteY0"/>
                  </a:cxn>
                  <a:cxn ang="0">
                    <a:pos x="connsiteX1" y="connsiteY1"/>
                  </a:cxn>
                  <a:cxn ang="0">
                    <a:pos x="connsiteX2" y="connsiteY2"/>
                  </a:cxn>
                </a:cxnLst>
                <a:rect l="l" t="t" r="r" b="b"/>
                <a:pathLst>
                  <a:path w="6847" h="1915">
                    <a:moveTo>
                      <a:pt x="3999" y="308"/>
                    </a:moveTo>
                    <a:cubicBezTo>
                      <a:pt x="2970" y="23"/>
                      <a:pt x="-1722" y="-446"/>
                      <a:pt x="672" y="977"/>
                    </a:cubicBezTo>
                    <a:cubicBezTo>
                      <a:pt x="3113" y="2566"/>
                      <a:pt x="11039" y="2000"/>
                      <a:pt x="3999" y="3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4" name="Freeform: Shape 2533">
                <a:extLst>
                  <a:ext uri="{FF2B5EF4-FFF2-40B4-BE49-F238E27FC236}">
                    <a16:creationId xmlns:a16="http://schemas.microsoft.com/office/drawing/2014/main" id="{BD67E7D0-B298-5020-61E2-6AD7EC5F614E}"/>
                  </a:ext>
                </a:extLst>
              </p:cNvPr>
              <p:cNvSpPr/>
              <p:nvPr/>
            </p:nvSpPr>
            <p:spPr>
              <a:xfrm>
                <a:off x="3265304" y="6472053"/>
                <a:ext cx="9889" cy="3105"/>
              </a:xfrm>
              <a:custGeom>
                <a:avLst/>
                <a:gdLst>
                  <a:gd name="connsiteX0" fmla="*/ 5876 w 9889"/>
                  <a:gd name="connsiteY0" fmla="*/ 7 h 3105"/>
                  <a:gd name="connsiteX1" fmla="*/ 4013 w 9889"/>
                  <a:gd name="connsiteY1" fmla="*/ 3098 h 3105"/>
                  <a:gd name="connsiteX2" fmla="*/ 5876 w 9889"/>
                  <a:gd name="connsiteY2" fmla="*/ 7 h 3105"/>
                </a:gdLst>
                <a:ahLst/>
                <a:cxnLst>
                  <a:cxn ang="0">
                    <a:pos x="connsiteX0" y="connsiteY0"/>
                  </a:cxn>
                  <a:cxn ang="0">
                    <a:pos x="connsiteX1" y="connsiteY1"/>
                  </a:cxn>
                  <a:cxn ang="0">
                    <a:pos x="connsiteX2" y="connsiteY2"/>
                  </a:cxn>
                </a:cxnLst>
                <a:rect l="l" t="t" r="r" b="b"/>
                <a:pathLst>
                  <a:path w="9889" h="3105">
                    <a:moveTo>
                      <a:pt x="5876" y="7"/>
                    </a:moveTo>
                    <a:cubicBezTo>
                      <a:pt x="938" y="46"/>
                      <a:pt x="-3491" y="3281"/>
                      <a:pt x="4013" y="3098"/>
                    </a:cubicBezTo>
                    <a:cubicBezTo>
                      <a:pt x="8973" y="3075"/>
                      <a:pt x="13368" y="-165"/>
                      <a:pt x="5876" y="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5" name="Freeform: Shape 2534">
                <a:extLst>
                  <a:ext uri="{FF2B5EF4-FFF2-40B4-BE49-F238E27FC236}">
                    <a16:creationId xmlns:a16="http://schemas.microsoft.com/office/drawing/2014/main" id="{56289235-0009-B76F-5782-CDAC273571EE}"/>
                  </a:ext>
                </a:extLst>
              </p:cNvPr>
              <p:cNvSpPr/>
              <p:nvPr/>
            </p:nvSpPr>
            <p:spPr>
              <a:xfrm>
                <a:off x="3082817" y="6773219"/>
                <a:ext cx="10793" cy="3557"/>
              </a:xfrm>
              <a:custGeom>
                <a:avLst/>
                <a:gdLst>
                  <a:gd name="connsiteX0" fmla="*/ 6460 w 10793"/>
                  <a:gd name="connsiteY0" fmla="*/ 21 h 3557"/>
                  <a:gd name="connsiteX1" fmla="*/ 4334 w 10793"/>
                  <a:gd name="connsiteY1" fmla="*/ 3537 h 3557"/>
                  <a:gd name="connsiteX2" fmla="*/ 6460 w 10793"/>
                  <a:gd name="connsiteY2" fmla="*/ 21 h 3557"/>
                </a:gdLst>
                <a:ahLst/>
                <a:cxnLst>
                  <a:cxn ang="0">
                    <a:pos x="connsiteX0" y="connsiteY0"/>
                  </a:cxn>
                  <a:cxn ang="0">
                    <a:pos x="connsiteX1" y="connsiteY1"/>
                  </a:cxn>
                  <a:cxn ang="0">
                    <a:pos x="connsiteX2" y="connsiteY2"/>
                  </a:cxn>
                </a:cxnLst>
                <a:rect l="l" t="t" r="r" b="b"/>
                <a:pathLst>
                  <a:path w="10793" h="3557">
                    <a:moveTo>
                      <a:pt x="6460" y="21"/>
                    </a:moveTo>
                    <a:cubicBezTo>
                      <a:pt x="968" y="-304"/>
                      <a:pt x="-3758" y="3205"/>
                      <a:pt x="4334" y="3537"/>
                    </a:cubicBezTo>
                    <a:cubicBezTo>
                      <a:pt x="9832" y="3856"/>
                      <a:pt x="14547" y="359"/>
                      <a:pt x="6460"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6" name="Freeform: Shape 2535">
                <a:extLst>
                  <a:ext uri="{FF2B5EF4-FFF2-40B4-BE49-F238E27FC236}">
                    <a16:creationId xmlns:a16="http://schemas.microsoft.com/office/drawing/2014/main" id="{156BD6BF-8D06-BEE6-0AFC-06358D512AA6}"/>
                  </a:ext>
                </a:extLst>
              </p:cNvPr>
              <p:cNvSpPr/>
              <p:nvPr/>
            </p:nvSpPr>
            <p:spPr>
              <a:xfrm>
                <a:off x="3016117" y="6880117"/>
                <a:ext cx="11164" cy="3645"/>
              </a:xfrm>
              <a:custGeom>
                <a:avLst/>
                <a:gdLst>
                  <a:gd name="connsiteX0" fmla="*/ 6729 w 11164"/>
                  <a:gd name="connsiteY0" fmla="*/ 17 h 3645"/>
                  <a:gd name="connsiteX1" fmla="*/ 4437 w 11164"/>
                  <a:gd name="connsiteY1" fmla="*/ 3629 h 3645"/>
                  <a:gd name="connsiteX2" fmla="*/ 6729 w 11164"/>
                  <a:gd name="connsiteY2" fmla="*/ 17 h 3645"/>
                </a:gdLst>
                <a:ahLst/>
                <a:cxnLst>
                  <a:cxn ang="0">
                    <a:pos x="connsiteX0" y="connsiteY0"/>
                  </a:cxn>
                  <a:cxn ang="0">
                    <a:pos x="connsiteX1" y="connsiteY1"/>
                  </a:cxn>
                  <a:cxn ang="0">
                    <a:pos x="connsiteX2" y="connsiteY2"/>
                  </a:cxn>
                </a:cxnLst>
                <a:rect l="l" t="t" r="r" b="b"/>
                <a:pathLst>
                  <a:path w="11164" h="3645">
                    <a:moveTo>
                      <a:pt x="6729" y="17"/>
                    </a:moveTo>
                    <a:cubicBezTo>
                      <a:pt x="1156" y="-280"/>
                      <a:pt x="-3964" y="3332"/>
                      <a:pt x="4437" y="3629"/>
                    </a:cubicBezTo>
                    <a:cubicBezTo>
                      <a:pt x="10015" y="3921"/>
                      <a:pt x="15124" y="308"/>
                      <a:pt x="6729"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7" name="Freeform: Shape 2536">
                <a:extLst>
                  <a:ext uri="{FF2B5EF4-FFF2-40B4-BE49-F238E27FC236}">
                    <a16:creationId xmlns:a16="http://schemas.microsoft.com/office/drawing/2014/main" id="{8B258C27-2FDA-E09E-4D34-4B92A3672939}"/>
                  </a:ext>
                </a:extLst>
              </p:cNvPr>
              <p:cNvSpPr/>
              <p:nvPr/>
            </p:nvSpPr>
            <p:spPr>
              <a:xfrm>
                <a:off x="3146253" y="6668656"/>
                <a:ext cx="10469" cy="3441"/>
              </a:xfrm>
              <a:custGeom>
                <a:avLst/>
                <a:gdLst>
                  <a:gd name="connsiteX0" fmla="*/ 6260 w 10469"/>
                  <a:gd name="connsiteY0" fmla="*/ 23 h 3441"/>
                  <a:gd name="connsiteX1" fmla="*/ 4209 w 10469"/>
                  <a:gd name="connsiteY1" fmla="*/ 3418 h 3441"/>
                  <a:gd name="connsiteX2" fmla="*/ 6260 w 10469"/>
                  <a:gd name="connsiteY2" fmla="*/ 23 h 3441"/>
                </a:gdLst>
                <a:ahLst/>
                <a:cxnLst>
                  <a:cxn ang="0">
                    <a:pos x="connsiteX0" y="connsiteY0"/>
                  </a:cxn>
                  <a:cxn ang="0">
                    <a:pos x="connsiteX1" y="connsiteY1"/>
                  </a:cxn>
                  <a:cxn ang="0">
                    <a:pos x="connsiteX2" y="connsiteY2"/>
                  </a:cxn>
                </a:cxnLst>
                <a:rect l="l" t="t" r="r" b="b"/>
                <a:pathLst>
                  <a:path w="10469" h="3441">
                    <a:moveTo>
                      <a:pt x="6260" y="23"/>
                    </a:moveTo>
                    <a:cubicBezTo>
                      <a:pt x="917" y="-309"/>
                      <a:pt x="-3632" y="3063"/>
                      <a:pt x="4209" y="3418"/>
                    </a:cubicBezTo>
                    <a:cubicBezTo>
                      <a:pt x="9563" y="3755"/>
                      <a:pt x="14095" y="377"/>
                      <a:pt x="6260"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8" name="Freeform: Shape 2537">
                <a:extLst>
                  <a:ext uri="{FF2B5EF4-FFF2-40B4-BE49-F238E27FC236}">
                    <a16:creationId xmlns:a16="http://schemas.microsoft.com/office/drawing/2014/main" id="{80973256-68C5-5CB1-B657-B7AC942E8BC4}"/>
                  </a:ext>
                </a:extLst>
              </p:cNvPr>
              <p:cNvSpPr/>
              <p:nvPr/>
            </p:nvSpPr>
            <p:spPr>
              <a:xfrm>
                <a:off x="3207201" y="6568066"/>
                <a:ext cx="10174" cy="3265"/>
              </a:xfrm>
              <a:custGeom>
                <a:avLst/>
                <a:gdLst>
                  <a:gd name="connsiteX0" fmla="*/ 6068 w 10174"/>
                  <a:gd name="connsiteY0" fmla="*/ 6 h 3265"/>
                  <a:gd name="connsiteX1" fmla="*/ 4102 w 10174"/>
                  <a:gd name="connsiteY1" fmla="*/ 3258 h 3265"/>
                  <a:gd name="connsiteX2" fmla="*/ 6068 w 10174"/>
                  <a:gd name="connsiteY2" fmla="*/ 6 h 3265"/>
                </a:gdLst>
                <a:ahLst/>
                <a:cxnLst>
                  <a:cxn ang="0">
                    <a:pos x="connsiteX0" y="connsiteY0"/>
                  </a:cxn>
                  <a:cxn ang="0">
                    <a:pos x="connsiteX1" y="connsiteY1"/>
                  </a:cxn>
                  <a:cxn ang="0">
                    <a:pos x="connsiteX2" y="connsiteY2"/>
                  </a:cxn>
                </a:cxnLst>
                <a:rect l="l" t="t" r="r" b="b"/>
                <a:pathLst>
                  <a:path w="10174" h="3265">
                    <a:moveTo>
                      <a:pt x="6068" y="6"/>
                    </a:moveTo>
                    <a:cubicBezTo>
                      <a:pt x="925" y="-165"/>
                      <a:pt x="-3556" y="3126"/>
                      <a:pt x="4102" y="3258"/>
                    </a:cubicBezTo>
                    <a:cubicBezTo>
                      <a:pt x="9269" y="3447"/>
                      <a:pt x="13721" y="149"/>
                      <a:pt x="6068"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9" name="Freeform: Shape 2538">
                <a:extLst>
                  <a:ext uri="{FF2B5EF4-FFF2-40B4-BE49-F238E27FC236}">
                    <a16:creationId xmlns:a16="http://schemas.microsoft.com/office/drawing/2014/main" id="{C6C14F6D-009C-E7E4-F25F-1D343967928D}"/>
                  </a:ext>
                </a:extLst>
              </p:cNvPr>
              <p:cNvSpPr/>
              <p:nvPr/>
            </p:nvSpPr>
            <p:spPr>
              <a:xfrm>
                <a:off x="2865245" y="7112874"/>
                <a:ext cx="11949" cy="4144"/>
              </a:xfrm>
              <a:custGeom>
                <a:avLst/>
                <a:gdLst>
                  <a:gd name="connsiteX0" fmla="*/ 7308 w 11949"/>
                  <a:gd name="connsiteY0" fmla="*/ 20 h 4144"/>
                  <a:gd name="connsiteX1" fmla="*/ 4645 w 11949"/>
                  <a:gd name="connsiteY1" fmla="*/ 4124 h 4144"/>
                  <a:gd name="connsiteX2" fmla="*/ 7308 w 11949"/>
                  <a:gd name="connsiteY2" fmla="*/ 20 h 4144"/>
                </a:gdLst>
                <a:ahLst/>
                <a:cxnLst>
                  <a:cxn ang="0">
                    <a:pos x="connsiteX0" y="connsiteY0"/>
                  </a:cxn>
                  <a:cxn ang="0">
                    <a:pos x="connsiteX1" y="connsiteY1"/>
                  </a:cxn>
                  <a:cxn ang="0">
                    <a:pos x="connsiteX2" y="connsiteY2"/>
                  </a:cxn>
                </a:cxnLst>
                <a:rect l="l" t="t" r="r" b="b"/>
                <a:pathLst>
                  <a:path w="11949" h="4144">
                    <a:moveTo>
                      <a:pt x="7308" y="20"/>
                    </a:moveTo>
                    <a:cubicBezTo>
                      <a:pt x="1490" y="-322"/>
                      <a:pt x="-4351" y="3764"/>
                      <a:pt x="4645" y="4124"/>
                    </a:cubicBezTo>
                    <a:cubicBezTo>
                      <a:pt x="10462" y="4467"/>
                      <a:pt x="16297" y="375"/>
                      <a:pt x="7308"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0" name="Freeform: Shape 2539">
                <a:extLst>
                  <a:ext uri="{FF2B5EF4-FFF2-40B4-BE49-F238E27FC236}">
                    <a16:creationId xmlns:a16="http://schemas.microsoft.com/office/drawing/2014/main" id="{0B567939-7F5F-2910-4034-1D312C8086B0}"/>
                  </a:ext>
                </a:extLst>
              </p:cNvPr>
              <p:cNvSpPr/>
              <p:nvPr/>
            </p:nvSpPr>
            <p:spPr>
              <a:xfrm>
                <a:off x="2693228" y="7378715"/>
                <a:ext cx="12817" cy="4750"/>
              </a:xfrm>
              <a:custGeom>
                <a:avLst/>
                <a:gdLst>
                  <a:gd name="connsiteX0" fmla="*/ 7904 w 12817"/>
                  <a:gd name="connsiteY0" fmla="*/ 24 h 4750"/>
                  <a:gd name="connsiteX1" fmla="*/ 4915 w 12817"/>
                  <a:gd name="connsiteY1" fmla="*/ 4727 h 4750"/>
                  <a:gd name="connsiteX2" fmla="*/ 7904 w 12817"/>
                  <a:gd name="connsiteY2" fmla="*/ 24 h 4750"/>
                </a:gdLst>
                <a:ahLst/>
                <a:cxnLst>
                  <a:cxn ang="0">
                    <a:pos x="connsiteX0" y="connsiteY0"/>
                  </a:cxn>
                  <a:cxn ang="0">
                    <a:pos x="connsiteX1" y="connsiteY1"/>
                  </a:cxn>
                  <a:cxn ang="0">
                    <a:pos x="connsiteX2" y="connsiteY2"/>
                  </a:cxn>
                </a:cxnLst>
                <a:rect l="l" t="t" r="r" b="b"/>
                <a:pathLst>
                  <a:path w="12817" h="4750">
                    <a:moveTo>
                      <a:pt x="7904" y="24"/>
                    </a:moveTo>
                    <a:cubicBezTo>
                      <a:pt x="1732" y="-371"/>
                      <a:pt x="-4715" y="4310"/>
                      <a:pt x="4915" y="4727"/>
                    </a:cubicBezTo>
                    <a:cubicBezTo>
                      <a:pt x="11093" y="5121"/>
                      <a:pt x="17528" y="441"/>
                      <a:pt x="7904" y="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1" name="Freeform: Shape 2540">
                <a:extLst>
                  <a:ext uri="{FF2B5EF4-FFF2-40B4-BE49-F238E27FC236}">
                    <a16:creationId xmlns:a16="http://schemas.microsoft.com/office/drawing/2014/main" id="{E81CC2FA-946F-108E-3EC6-AB8FB692C972}"/>
                  </a:ext>
                </a:extLst>
              </p:cNvPr>
              <p:cNvSpPr/>
              <p:nvPr/>
            </p:nvSpPr>
            <p:spPr>
              <a:xfrm>
                <a:off x="2943517" y="6992775"/>
                <a:ext cx="11549" cy="3878"/>
              </a:xfrm>
              <a:custGeom>
                <a:avLst/>
                <a:gdLst>
                  <a:gd name="connsiteX0" fmla="*/ 7017 w 11549"/>
                  <a:gd name="connsiteY0" fmla="*/ 19 h 3878"/>
                  <a:gd name="connsiteX1" fmla="*/ 4531 w 11549"/>
                  <a:gd name="connsiteY1" fmla="*/ 3859 h 3878"/>
                  <a:gd name="connsiteX2" fmla="*/ 7017 w 11549"/>
                  <a:gd name="connsiteY2" fmla="*/ 19 h 3878"/>
                </a:gdLst>
                <a:ahLst/>
                <a:cxnLst>
                  <a:cxn ang="0">
                    <a:pos x="connsiteX0" y="connsiteY0"/>
                  </a:cxn>
                  <a:cxn ang="0">
                    <a:pos x="connsiteX1" y="connsiteY1"/>
                  </a:cxn>
                  <a:cxn ang="0">
                    <a:pos x="connsiteX2" y="connsiteY2"/>
                  </a:cxn>
                </a:cxnLst>
                <a:rect l="l" t="t" r="r" b="b"/>
                <a:pathLst>
                  <a:path w="11549" h="3878">
                    <a:moveTo>
                      <a:pt x="7017" y="19"/>
                    </a:moveTo>
                    <a:cubicBezTo>
                      <a:pt x="1337" y="-301"/>
                      <a:pt x="-4161" y="3534"/>
                      <a:pt x="4531" y="3859"/>
                    </a:cubicBezTo>
                    <a:cubicBezTo>
                      <a:pt x="10218" y="4179"/>
                      <a:pt x="15710" y="344"/>
                      <a:pt x="7017"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2" name="Freeform: Shape 2541">
                <a:extLst>
                  <a:ext uri="{FF2B5EF4-FFF2-40B4-BE49-F238E27FC236}">
                    <a16:creationId xmlns:a16="http://schemas.microsoft.com/office/drawing/2014/main" id="{FAB13C7F-D6E1-9D00-25FF-F601462308B1}"/>
                  </a:ext>
                </a:extLst>
              </p:cNvPr>
              <p:cNvSpPr/>
              <p:nvPr/>
            </p:nvSpPr>
            <p:spPr>
              <a:xfrm>
                <a:off x="3320152" y="6381257"/>
                <a:ext cx="9809" cy="3070"/>
              </a:xfrm>
              <a:custGeom>
                <a:avLst/>
                <a:gdLst>
                  <a:gd name="connsiteX0" fmla="*/ 5698 w 9809"/>
                  <a:gd name="connsiteY0" fmla="*/ 9 h 3070"/>
                  <a:gd name="connsiteX1" fmla="*/ 0 w 9809"/>
                  <a:gd name="connsiteY1" fmla="*/ 1923 h 3070"/>
                  <a:gd name="connsiteX2" fmla="*/ 5698 w 9809"/>
                  <a:gd name="connsiteY2" fmla="*/ 9 h 3070"/>
                </a:gdLst>
                <a:ahLst/>
                <a:cxnLst>
                  <a:cxn ang="0">
                    <a:pos x="connsiteX0" y="connsiteY0"/>
                  </a:cxn>
                  <a:cxn ang="0">
                    <a:pos x="connsiteX1" y="connsiteY1"/>
                  </a:cxn>
                  <a:cxn ang="0">
                    <a:pos x="connsiteX2" y="connsiteY2"/>
                  </a:cxn>
                </a:cxnLst>
                <a:rect l="l" t="t" r="r" b="b"/>
                <a:pathLst>
                  <a:path w="9809" h="3070">
                    <a:moveTo>
                      <a:pt x="5698" y="9"/>
                    </a:moveTo>
                    <a:cubicBezTo>
                      <a:pt x="3035" y="254"/>
                      <a:pt x="486" y="1117"/>
                      <a:pt x="0" y="1923"/>
                    </a:cubicBezTo>
                    <a:cubicBezTo>
                      <a:pt x="343" y="5432"/>
                      <a:pt x="17436" y="-249"/>
                      <a:pt x="5698"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3" name="Freeform: Shape 2542">
                <a:extLst>
                  <a:ext uri="{FF2B5EF4-FFF2-40B4-BE49-F238E27FC236}">
                    <a16:creationId xmlns:a16="http://schemas.microsoft.com/office/drawing/2014/main" id="{3822F892-AD02-6C01-94ED-3DACE21EF49B}"/>
                  </a:ext>
                </a:extLst>
              </p:cNvPr>
              <p:cNvSpPr/>
              <p:nvPr/>
            </p:nvSpPr>
            <p:spPr>
              <a:xfrm>
                <a:off x="2781690" y="7241242"/>
                <a:ext cx="12368" cy="4434"/>
              </a:xfrm>
              <a:custGeom>
                <a:avLst/>
                <a:gdLst>
                  <a:gd name="connsiteX0" fmla="*/ 7601 w 12368"/>
                  <a:gd name="connsiteY0" fmla="*/ 22 h 4434"/>
                  <a:gd name="connsiteX1" fmla="*/ 4766 w 12368"/>
                  <a:gd name="connsiteY1" fmla="*/ 4412 h 4434"/>
                  <a:gd name="connsiteX2" fmla="*/ 7601 w 12368"/>
                  <a:gd name="connsiteY2" fmla="*/ 22 h 4434"/>
                </a:gdLst>
                <a:ahLst/>
                <a:cxnLst>
                  <a:cxn ang="0">
                    <a:pos x="connsiteX0" y="connsiteY0"/>
                  </a:cxn>
                  <a:cxn ang="0">
                    <a:pos x="connsiteX1" y="connsiteY1"/>
                  </a:cxn>
                  <a:cxn ang="0">
                    <a:pos x="connsiteX2" y="connsiteY2"/>
                  </a:cxn>
                </a:cxnLst>
                <a:rect l="l" t="t" r="r" b="b"/>
                <a:pathLst>
                  <a:path w="12368" h="4434">
                    <a:moveTo>
                      <a:pt x="7601" y="22"/>
                    </a:moveTo>
                    <a:cubicBezTo>
                      <a:pt x="1623" y="-349"/>
                      <a:pt x="-4532" y="4023"/>
                      <a:pt x="4766" y="4412"/>
                    </a:cubicBezTo>
                    <a:cubicBezTo>
                      <a:pt x="10750" y="4783"/>
                      <a:pt x="16899" y="411"/>
                      <a:pt x="7601"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4" name="Freeform: Shape 2543">
                <a:extLst>
                  <a:ext uri="{FF2B5EF4-FFF2-40B4-BE49-F238E27FC236}">
                    <a16:creationId xmlns:a16="http://schemas.microsoft.com/office/drawing/2014/main" id="{FECB4FC1-AEC5-E2B7-DCC0-45367918849E}"/>
                  </a:ext>
                </a:extLst>
              </p:cNvPr>
              <p:cNvSpPr/>
              <p:nvPr/>
            </p:nvSpPr>
            <p:spPr>
              <a:xfrm>
                <a:off x="3465920" y="6390790"/>
                <a:ext cx="8837" cy="3578"/>
              </a:xfrm>
              <a:custGeom>
                <a:avLst/>
                <a:gdLst>
                  <a:gd name="connsiteX0" fmla="*/ 5165 w 8837"/>
                  <a:gd name="connsiteY0" fmla="*/ 3569 h 3578"/>
                  <a:gd name="connsiteX1" fmla="*/ 3673 w 8837"/>
                  <a:gd name="connsiteY1" fmla="*/ 8 h 3578"/>
                  <a:gd name="connsiteX2" fmla="*/ 5165 w 8837"/>
                  <a:gd name="connsiteY2" fmla="*/ 3569 h 3578"/>
                </a:gdLst>
                <a:ahLst/>
                <a:cxnLst>
                  <a:cxn ang="0">
                    <a:pos x="connsiteX0" y="connsiteY0"/>
                  </a:cxn>
                  <a:cxn ang="0">
                    <a:pos x="connsiteX1" y="connsiteY1"/>
                  </a:cxn>
                  <a:cxn ang="0">
                    <a:pos x="connsiteX2" y="connsiteY2"/>
                  </a:cxn>
                </a:cxnLst>
                <a:rect l="l" t="t" r="r" b="b"/>
                <a:pathLst>
                  <a:path w="8837" h="3578">
                    <a:moveTo>
                      <a:pt x="5165" y="3569"/>
                    </a:moveTo>
                    <a:cubicBezTo>
                      <a:pt x="387" y="3786"/>
                      <a:pt x="-2859" y="214"/>
                      <a:pt x="3673" y="8"/>
                    </a:cubicBezTo>
                    <a:cubicBezTo>
                      <a:pt x="8416" y="-197"/>
                      <a:pt x="11720" y="3432"/>
                      <a:pt x="5165" y="356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5" name="Freeform: Shape 2544">
                <a:extLst>
                  <a:ext uri="{FF2B5EF4-FFF2-40B4-BE49-F238E27FC236}">
                    <a16:creationId xmlns:a16="http://schemas.microsoft.com/office/drawing/2014/main" id="{D8C5C6EF-166E-B896-424E-0A52DD6E0765}"/>
                  </a:ext>
                </a:extLst>
              </p:cNvPr>
              <p:cNvSpPr/>
              <p:nvPr/>
            </p:nvSpPr>
            <p:spPr>
              <a:xfrm>
                <a:off x="3701799" y="6307600"/>
                <a:ext cx="7877" cy="1592"/>
              </a:xfrm>
              <a:custGeom>
                <a:avLst/>
                <a:gdLst>
                  <a:gd name="connsiteX0" fmla="*/ 4458 w 7877"/>
                  <a:gd name="connsiteY0" fmla="*/ 28 h 1592"/>
                  <a:gd name="connsiteX1" fmla="*/ 0 w 7877"/>
                  <a:gd name="connsiteY1" fmla="*/ 577 h 1592"/>
                  <a:gd name="connsiteX2" fmla="*/ 4458 w 7877"/>
                  <a:gd name="connsiteY2" fmla="*/ 28 h 1592"/>
                </a:gdLst>
                <a:ahLst/>
                <a:cxnLst>
                  <a:cxn ang="0">
                    <a:pos x="connsiteX0" y="connsiteY0"/>
                  </a:cxn>
                  <a:cxn ang="0">
                    <a:pos x="connsiteX1" y="connsiteY1"/>
                  </a:cxn>
                  <a:cxn ang="0">
                    <a:pos x="connsiteX2" y="connsiteY2"/>
                  </a:cxn>
                </a:cxnLst>
                <a:rect l="l" t="t" r="r" b="b"/>
                <a:pathLst>
                  <a:path w="7877" h="1592">
                    <a:moveTo>
                      <a:pt x="4458" y="28"/>
                    </a:moveTo>
                    <a:cubicBezTo>
                      <a:pt x="2309" y="-86"/>
                      <a:pt x="320" y="154"/>
                      <a:pt x="0" y="577"/>
                    </a:cubicBezTo>
                    <a:cubicBezTo>
                      <a:pt x="394" y="2691"/>
                      <a:pt x="14076" y="1000"/>
                      <a:pt x="4458" y="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6" name="Freeform: Shape 2545">
                <a:extLst>
                  <a:ext uri="{FF2B5EF4-FFF2-40B4-BE49-F238E27FC236}">
                    <a16:creationId xmlns:a16="http://schemas.microsoft.com/office/drawing/2014/main" id="{1D56470F-BFE3-249B-F88E-5A0572F15E70}"/>
                  </a:ext>
                </a:extLst>
              </p:cNvPr>
              <p:cNvSpPr/>
              <p:nvPr/>
            </p:nvSpPr>
            <p:spPr>
              <a:xfrm>
                <a:off x="3666795" y="6356110"/>
                <a:ext cx="8049" cy="1712"/>
              </a:xfrm>
              <a:custGeom>
                <a:avLst/>
                <a:gdLst>
                  <a:gd name="connsiteX0" fmla="*/ 4555 w 8049"/>
                  <a:gd name="connsiteY0" fmla="*/ 9 h 1712"/>
                  <a:gd name="connsiteX1" fmla="*/ 0 w 8049"/>
                  <a:gd name="connsiteY1" fmla="*/ 713 h 1712"/>
                  <a:gd name="connsiteX2" fmla="*/ 4555 w 8049"/>
                  <a:gd name="connsiteY2" fmla="*/ 9 h 1712"/>
                </a:gdLst>
                <a:ahLst/>
                <a:cxnLst>
                  <a:cxn ang="0">
                    <a:pos x="connsiteX0" y="connsiteY0"/>
                  </a:cxn>
                  <a:cxn ang="0">
                    <a:pos x="connsiteX1" y="connsiteY1"/>
                  </a:cxn>
                  <a:cxn ang="0">
                    <a:pos x="connsiteX2" y="connsiteY2"/>
                  </a:cxn>
                </a:cxnLst>
                <a:rect l="l" t="t" r="r" b="b"/>
                <a:pathLst>
                  <a:path w="8049" h="1712">
                    <a:moveTo>
                      <a:pt x="4555" y="9"/>
                    </a:moveTo>
                    <a:cubicBezTo>
                      <a:pt x="2360" y="-59"/>
                      <a:pt x="326" y="249"/>
                      <a:pt x="0" y="713"/>
                    </a:cubicBezTo>
                    <a:cubicBezTo>
                      <a:pt x="417" y="2964"/>
                      <a:pt x="14379" y="826"/>
                      <a:pt x="4555"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7" name="Freeform: Shape 2546">
                <a:extLst>
                  <a:ext uri="{FF2B5EF4-FFF2-40B4-BE49-F238E27FC236}">
                    <a16:creationId xmlns:a16="http://schemas.microsoft.com/office/drawing/2014/main" id="{68BE8079-D818-D2C8-2F10-568AA785BD0B}"/>
                  </a:ext>
                </a:extLst>
              </p:cNvPr>
              <p:cNvSpPr/>
              <p:nvPr/>
            </p:nvSpPr>
            <p:spPr>
              <a:xfrm>
                <a:off x="3630950" y="6406709"/>
                <a:ext cx="8230" cy="1207"/>
              </a:xfrm>
              <a:custGeom>
                <a:avLst/>
                <a:gdLst>
                  <a:gd name="connsiteX0" fmla="*/ 4669 w 8230"/>
                  <a:gd name="connsiteY0" fmla="*/ 56 h 1207"/>
                  <a:gd name="connsiteX1" fmla="*/ 0 w 8230"/>
                  <a:gd name="connsiteY1" fmla="*/ 354 h 1207"/>
                  <a:gd name="connsiteX2" fmla="*/ 4669 w 8230"/>
                  <a:gd name="connsiteY2" fmla="*/ 56 h 1207"/>
                </a:gdLst>
                <a:ahLst/>
                <a:cxnLst>
                  <a:cxn ang="0">
                    <a:pos x="connsiteX0" y="connsiteY0"/>
                  </a:cxn>
                  <a:cxn ang="0">
                    <a:pos x="connsiteX1" y="connsiteY1"/>
                  </a:cxn>
                  <a:cxn ang="0">
                    <a:pos x="connsiteX2" y="connsiteY2"/>
                  </a:cxn>
                </a:cxnLst>
                <a:rect l="l" t="t" r="r" b="b"/>
                <a:pathLst>
                  <a:path w="8230" h="1207">
                    <a:moveTo>
                      <a:pt x="4669" y="56"/>
                    </a:moveTo>
                    <a:cubicBezTo>
                      <a:pt x="2423" y="-86"/>
                      <a:pt x="337" y="51"/>
                      <a:pt x="0" y="354"/>
                    </a:cubicBezTo>
                    <a:cubicBezTo>
                      <a:pt x="451" y="1897"/>
                      <a:pt x="14682" y="1068"/>
                      <a:pt x="4669" y="5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8" name="Freeform: Shape 2547">
                <a:extLst>
                  <a:ext uri="{FF2B5EF4-FFF2-40B4-BE49-F238E27FC236}">
                    <a16:creationId xmlns:a16="http://schemas.microsoft.com/office/drawing/2014/main" id="{44C188EE-54AF-C25F-286D-8181D7FE6F0D}"/>
                  </a:ext>
                </a:extLst>
              </p:cNvPr>
              <p:cNvSpPr/>
              <p:nvPr/>
            </p:nvSpPr>
            <p:spPr>
              <a:xfrm>
                <a:off x="3371427" y="6296276"/>
                <a:ext cx="9349" cy="2817"/>
              </a:xfrm>
              <a:custGeom>
                <a:avLst/>
                <a:gdLst>
                  <a:gd name="connsiteX0" fmla="*/ 5486 w 9349"/>
                  <a:gd name="connsiteY0" fmla="*/ 53 h 2817"/>
                  <a:gd name="connsiteX1" fmla="*/ 3863 w 9349"/>
                  <a:gd name="connsiteY1" fmla="*/ 2756 h 2817"/>
                  <a:gd name="connsiteX2" fmla="*/ 5486 w 9349"/>
                  <a:gd name="connsiteY2" fmla="*/ 53 h 2817"/>
                </a:gdLst>
                <a:ahLst/>
                <a:cxnLst>
                  <a:cxn ang="0">
                    <a:pos x="connsiteX0" y="connsiteY0"/>
                  </a:cxn>
                  <a:cxn ang="0">
                    <a:pos x="connsiteX1" y="connsiteY1"/>
                  </a:cxn>
                  <a:cxn ang="0">
                    <a:pos x="connsiteX2" y="connsiteY2"/>
                  </a:cxn>
                </a:cxnLst>
                <a:rect l="l" t="t" r="r" b="b"/>
                <a:pathLst>
                  <a:path w="9349" h="2817">
                    <a:moveTo>
                      <a:pt x="5486" y="53"/>
                    </a:moveTo>
                    <a:cubicBezTo>
                      <a:pt x="822" y="316"/>
                      <a:pt x="-3287" y="3277"/>
                      <a:pt x="3863" y="2756"/>
                    </a:cubicBezTo>
                    <a:cubicBezTo>
                      <a:pt x="8549" y="2511"/>
                      <a:pt x="12624" y="-427"/>
                      <a:pt x="5486" y="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9" name="Freeform: Shape 2548">
                <a:extLst>
                  <a:ext uri="{FF2B5EF4-FFF2-40B4-BE49-F238E27FC236}">
                    <a16:creationId xmlns:a16="http://schemas.microsoft.com/office/drawing/2014/main" id="{6DFA3CC0-02A5-0BA8-05DF-FDD4DFB3FFC1}"/>
                  </a:ext>
                </a:extLst>
              </p:cNvPr>
              <p:cNvSpPr/>
              <p:nvPr/>
            </p:nvSpPr>
            <p:spPr>
              <a:xfrm>
                <a:off x="3768547" y="6219878"/>
                <a:ext cx="7344" cy="1940"/>
              </a:xfrm>
              <a:custGeom>
                <a:avLst/>
                <a:gdLst>
                  <a:gd name="connsiteX0" fmla="*/ 4198 w 7344"/>
                  <a:gd name="connsiteY0" fmla="*/ 293 h 1940"/>
                  <a:gd name="connsiteX1" fmla="*/ 3147 w 7344"/>
                  <a:gd name="connsiteY1" fmla="*/ 1676 h 1940"/>
                  <a:gd name="connsiteX2" fmla="*/ 4198 w 7344"/>
                  <a:gd name="connsiteY2" fmla="*/ 293 h 1940"/>
                </a:gdLst>
                <a:ahLst/>
                <a:cxnLst>
                  <a:cxn ang="0">
                    <a:pos x="connsiteX0" y="connsiteY0"/>
                  </a:cxn>
                  <a:cxn ang="0">
                    <a:pos x="connsiteX1" y="connsiteY1"/>
                  </a:cxn>
                  <a:cxn ang="0">
                    <a:pos x="connsiteX2" y="connsiteY2"/>
                  </a:cxn>
                </a:cxnLst>
                <a:rect l="l" t="t" r="r" b="b"/>
                <a:pathLst>
                  <a:path w="7344" h="1940">
                    <a:moveTo>
                      <a:pt x="4198" y="293"/>
                    </a:moveTo>
                    <a:cubicBezTo>
                      <a:pt x="20" y="-570"/>
                      <a:pt x="-2197" y="648"/>
                      <a:pt x="3147" y="1676"/>
                    </a:cubicBezTo>
                    <a:cubicBezTo>
                      <a:pt x="7307" y="2482"/>
                      <a:pt x="9553" y="1282"/>
                      <a:pt x="4198" y="29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0" name="Freeform: Shape 2549">
                <a:extLst>
                  <a:ext uri="{FF2B5EF4-FFF2-40B4-BE49-F238E27FC236}">
                    <a16:creationId xmlns:a16="http://schemas.microsoft.com/office/drawing/2014/main" id="{544088D1-58DA-8279-BAC5-1296A20CD3C9}"/>
                  </a:ext>
                </a:extLst>
              </p:cNvPr>
              <p:cNvSpPr/>
              <p:nvPr/>
            </p:nvSpPr>
            <p:spPr>
              <a:xfrm>
                <a:off x="3735792" y="6262616"/>
                <a:ext cx="7714" cy="1636"/>
              </a:xfrm>
              <a:custGeom>
                <a:avLst/>
                <a:gdLst>
                  <a:gd name="connsiteX0" fmla="*/ 4355 w 7714"/>
                  <a:gd name="connsiteY0" fmla="*/ 121 h 1636"/>
                  <a:gd name="connsiteX1" fmla="*/ 0 w 7714"/>
                  <a:gd name="connsiteY1" fmla="*/ 400 h 1636"/>
                  <a:gd name="connsiteX2" fmla="*/ 4355 w 7714"/>
                  <a:gd name="connsiteY2" fmla="*/ 121 h 1636"/>
                </a:gdLst>
                <a:ahLst/>
                <a:cxnLst>
                  <a:cxn ang="0">
                    <a:pos x="connsiteX0" y="connsiteY0"/>
                  </a:cxn>
                  <a:cxn ang="0">
                    <a:pos x="connsiteX1" y="connsiteY1"/>
                  </a:cxn>
                  <a:cxn ang="0">
                    <a:pos x="connsiteX2" y="connsiteY2"/>
                  </a:cxn>
                </a:cxnLst>
                <a:rect l="l" t="t" r="r" b="b"/>
                <a:pathLst>
                  <a:path w="7714" h="1636">
                    <a:moveTo>
                      <a:pt x="4355" y="121"/>
                    </a:moveTo>
                    <a:cubicBezTo>
                      <a:pt x="2252" y="-114"/>
                      <a:pt x="303" y="1"/>
                      <a:pt x="0" y="400"/>
                    </a:cubicBezTo>
                    <a:cubicBezTo>
                      <a:pt x="331" y="2475"/>
                      <a:pt x="13813" y="1629"/>
                      <a:pt x="4355" y="1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1" name="Freeform: Shape 2550">
                <a:extLst>
                  <a:ext uri="{FF2B5EF4-FFF2-40B4-BE49-F238E27FC236}">
                    <a16:creationId xmlns:a16="http://schemas.microsoft.com/office/drawing/2014/main" id="{1345FC7F-72EB-7B14-D728-259DF86CE1D2}"/>
                  </a:ext>
                </a:extLst>
              </p:cNvPr>
              <p:cNvSpPr/>
              <p:nvPr/>
            </p:nvSpPr>
            <p:spPr>
              <a:xfrm>
                <a:off x="3419326" y="6263743"/>
                <a:ext cx="9073" cy="3005"/>
              </a:xfrm>
              <a:custGeom>
                <a:avLst/>
                <a:gdLst>
                  <a:gd name="connsiteX0" fmla="*/ 5319 w 9073"/>
                  <a:gd name="connsiteY0" fmla="*/ 2897 h 3005"/>
                  <a:gd name="connsiteX1" fmla="*/ 3758 w 9073"/>
                  <a:gd name="connsiteY1" fmla="*/ 119 h 3005"/>
                  <a:gd name="connsiteX2" fmla="*/ 5319 w 9073"/>
                  <a:gd name="connsiteY2" fmla="*/ 2897 h 3005"/>
                </a:gdLst>
                <a:ahLst/>
                <a:cxnLst>
                  <a:cxn ang="0">
                    <a:pos x="connsiteX0" y="connsiteY0"/>
                  </a:cxn>
                  <a:cxn ang="0">
                    <a:pos x="connsiteX1" y="connsiteY1"/>
                  </a:cxn>
                  <a:cxn ang="0">
                    <a:pos x="connsiteX2" y="connsiteY2"/>
                  </a:cxn>
                </a:cxnLst>
                <a:rect l="l" t="t" r="r" b="b"/>
                <a:pathLst>
                  <a:path w="9073" h="3005">
                    <a:moveTo>
                      <a:pt x="5319" y="2897"/>
                    </a:moveTo>
                    <a:cubicBezTo>
                      <a:pt x="341" y="3571"/>
                      <a:pt x="-2894" y="931"/>
                      <a:pt x="3758" y="119"/>
                    </a:cubicBezTo>
                    <a:cubicBezTo>
                      <a:pt x="8759" y="-589"/>
                      <a:pt x="11948" y="2068"/>
                      <a:pt x="5319" y="289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2" name="Freeform: Shape 2551">
                <a:extLst>
                  <a:ext uri="{FF2B5EF4-FFF2-40B4-BE49-F238E27FC236}">
                    <a16:creationId xmlns:a16="http://schemas.microsoft.com/office/drawing/2014/main" id="{DB3775A2-536C-C654-D011-528475685CFF}"/>
                  </a:ext>
                </a:extLst>
              </p:cNvPr>
              <p:cNvSpPr/>
              <p:nvPr/>
            </p:nvSpPr>
            <p:spPr>
              <a:xfrm>
                <a:off x="3592511" y="6411103"/>
                <a:ext cx="8393" cy="687"/>
              </a:xfrm>
              <a:custGeom>
                <a:avLst/>
                <a:gdLst>
                  <a:gd name="connsiteX0" fmla="*/ 4801 w 8393"/>
                  <a:gd name="connsiteY0" fmla="*/ 635 h 687"/>
                  <a:gd name="connsiteX1" fmla="*/ 0 w 8393"/>
                  <a:gd name="connsiteY1" fmla="*/ 149 h 687"/>
                  <a:gd name="connsiteX2" fmla="*/ 4801 w 8393"/>
                  <a:gd name="connsiteY2" fmla="*/ 635 h 687"/>
                </a:gdLst>
                <a:ahLst/>
                <a:cxnLst>
                  <a:cxn ang="0">
                    <a:pos x="connsiteX0" y="connsiteY0"/>
                  </a:cxn>
                  <a:cxn ang="0">
                    <a:pos x="connsiteX1" y="connsiteY1"/>
                  </a:cxn>
                  <a:cxn ang="0">
                    <a:pos x="connsiteX2" y="connsiteY2"/>
                  </a:cxn>
                </a:cxnLst>
                <a:rect l="l" t="t" r="r" b="b"/>
                <a:pathLst>
                  <a:path w="8393" h="687">
                    <a:moveTo>
                      <a:pt x="4801" y="635"/>
                    </a:moveTo>
                    <a:cubicBezTo>
                      <a:pt x="2509" y="521"/>
                      <a:pt x="360" y="298"/>
                      <a:pt x="0" y="149"/>
                    </a:cubicBezTo>
                    <a:cubicBezTo>
                      <a:pt x="543" y="-451"/>
                      <a:pt x="14905" y="973"/>
                      <a:pt x="4801" y="6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3" name="Freeform: Shape 2552">
                <a:extLst>
                  <a:ext uri="{FF2B5EF4-FFF2-40B4-BE49-F238E27FC236}">
                    <a16:creationId xmlns:a16="http://schemas.microsoft.com/office/drawing/2014/main" id="{75528283-DE84-3B2F-5758-C325730B327B}"/>
                  </a:ext>
                </a:extLst>
              </p:cNvPr>
              <p:cNvSpPr/>
              <p:nvPr/>
            </p:nvSpPr>
            <p:spPr>
              <a:xfrm>
                <a:off x="3799675" y="6178280"/>
                <a:ext cx="7189" cy="2114"/>
              </a:xfrm>
              <a:custGeom>
                <a:avLst/>
                <a:gdLst>
                  <a:gd name="connsiteX0" fmla="*/ 4091 w 7189"/>
                  <a:gd name="connsiteY0" fmla="*/ 389 h 2114"/>
                  <a:gd name="connsiteX1" fmla="*/ 3096 w 7189"/>
                  <a:gd name="connsiteY1" fmla="*/ 1755 h 2114"/>
                  <a:gd name="connsiteX2" fmla="*/ 4091 w 7189"/>
                  <a:gd name="connsiteY2" fmla="*/ 389 h 2114"/>
                </a:gdLst>
                <a:ahLst/>
                <a:cxnLst>
                  <a:cxn ang="0">
                    <a:pos x="connsiteX0" y="connsiteY0"/>
                  </a:cxn>
                  <a:cxn ang="0">
                    <a:pos x="connsiteX1" y="connsiteY1"/>
                  </a:cxn>
                  <a:cxn ang="0">
                    <a:pos x="connsiteX2" y="connsiteY2"/>
                  </a:cxn>
                </a:cxnLst>
                <a:rect l="l" t="t" r="r" b="b"/>
                <a:pathLst>
                  <a:path w="7189" h="2114">
                    <a:moveTo>
                      <a:pt x="4091" y="389"/>
                    </a:moveTo>
                    <a:cubicBezTo>
                      <a:pt x="-81" y="-634"/>
                      <a:pt x="-2081" y="549"/>
                      <a:pt x="3096" y="1755"/>
                    </a:cubicBezTo>
                    <a:cubicBezTo>
                      <a:pt x="7251" y="2727"/>
                      <a:pt x="9286" y="1544"/>
                      <a:pt x="4091" y="38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4" name="Freeform: Shape 2553">
                <a:extLst>
                  <a:ext uri="{FF2B5EF4-FFF2-40B4-BE49-F238E27FC236}">
                    <a16:creationId xmlns:a16="http://schemas.microsoft.com/office/drawing/2014/main" id="{48A64978-5CF1-F4AB-3EA1-AC6A2C1BD8E5}"/>
                  </a:ext>
                </a:extLst>
              </p:cNvPr>
              <p:cNvSpPr/>
              <p:nvPr/>
            </p:nvSpPr>
            <p:spPr>
              <a:xfrm>
                <a:off x="3551609" y="6390223"/>
                <a:ext cx="8574" cy="575"/>
              </a:xfrm>
              <a:custGeom>
                <a:avLst/>
                <a:gdLst>
                  <a:gd name="connsiteX0" fmla="*/ 4921 w 8574"/>
                  <a:gd name="connsiteY0" fmla="*/ 575 h 575"/>
                  <a:gd name="connsiteX1" fmla="*/ 0 w 8574"/>
                  <a:gd name="connsiteY1" fmla="*/ 255 h 575"/>
                  <a:gd name="connsiteX2" fmla="*/ 4921 w 8574"/>
                  <a:gd name="connsiteY2" fmla="*/ 575 h 575"/>
                </a:gdLst>
                <a:ahLst/>
                <a:cxnLst>
                  <a:cxn ang="0">
                    <a:pos x="connsiteX0" y="connsiteY0"/>
                  </a:cxn>
                  <a:cxn ang="0">
                    <a:pos x="connsiteX1" y="connsiteY1"/>
                  </a:cxn>
                  <a:cxn ang="0">
                    <a:pos x="connsiteX2" y="connsiteY2"/>
                  </a:cxn>
                </a:cxnLst>
                <a:rect l="l" t="t" r="r" b="b"/>
                <a:pathLst>
                  <a:path w="8574" h="575">
                    <a:moveTo>
                      <a:pt x="4921" y="575"/>
                    </a:moveTo>
                    <a:cubicBezTo>
                      <a:pt x="2583" y="552"/>
                      <a:pt x="377" y="409"/>
                      <a:pt x="0" y="255"/>
                    </a:cubicBezTo>
                    <a:cubicBezTo>
                      <a:pt x="515" y="-431"/>
                      <a:pt x="15225" y="473"/>
                      <a:pt x="4921" y="57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5" name="Freeform: Shape 2554">
                <a:extLst>
                  <a:ext uri="{FF2B5EF4-FFF2-40B4-BE49-F238E27FC236}">
                    <a16:creationId xmlns:a16="http://schemas.microsoft.com/office/drawing/2014/main" id="{53782CB7-88C7-59F6-03D2-EE08CD64CD9C}"/>
                  </a:ext>
                </a:extLst>
              </p:cNvPr>
              <p:cNvSpPr/>
              <p:nvPr/>
            </p:nvSpPr>
            <p:spPr>
              <a:xfrm>
                <a:off x="3509375" y="6393919"/>
                <a:ext cx="8774" cy="1117"/>
              </a:xfrm>
              <a:custGeom>
                <a:avLst/>
                <a:gdLst>
                  <a:gd name="connsiteX0" fmla="*/ 5029 w 8774"/>
                  <a:gd name="connsiteY0" fmla="*/ 0 h 1117"/>
                  <a:gd name="connsiteX1" fmla="*/ 0 w 8774"/>
                  <a:gd name="connsiteY1" fmla="*/ 577 h 1117"/>
                  <a:gd name="connsiteX2" fmla="*/ 5029 w 8774"/>
                  <a:gd name="connsiteY2" fmla="*/ 0 h 1117"/>
                </a:gdLst>
                <a:ahLst/>
                <a:cxnLst>
                  <a:cxn ang="0">
                    <a:pos x="connsiteX0" y="connsiteY0"/>
                  </a:cxn>
                  <a:cxn ang="0">
                    <a:pos x="connsiteX1" y="connsiteY1"/>
                  </a:cxn>
                  <a:cxn ang="0">
                    <a:pos x="connsiteX2" y="connsiteY2"/>
                  </a:cxn>
                </a:cxnLst>
                <a:rect l="l" t="t" r="r" b="b"/>
                <a:pathLst>
                  <a:path w="8774" h="1117">
                    <a:moveTo>
                      <a:pt x="5029" y="0"/>
                    </a:moveTo>
                    <a:cubicBezTo>
                      <a:pt x="2635" y="23"/>
                      <a:pt x="389" y="274"/>
                      <a:pt x="0" y="577"/>
                    </a:cubicBezTo>
                    <a:cubicBezTo>
                      <a:pt x="469" y="1995"/>
                      <a:pt x="15608" y="200"/>
                      <a:pt x="502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6" name="Freeform: Shape 2555">
                <a:extLst>
                  <a:ext uri="{FF2B5EF4-FFF2-40B4-BE49-F238E27FC236}">
                    <a16:creationId xmlns:a16="http://schemas.microsoft.com/office/drawing/2014/main" id="{D2276612-C2F8-587E-0A48-78EFA94C61DA}"/>
                  </a:ext>
                </a:extLst>
              </p:cNvPr>
              <p:cNvSpPr/>
              <p:nvPr/>
            </p:nvSpPr>
            <p:spPr>
              <a:xfrm>
                <a:off x="2600313" y="7526146"/>
                <a:ext cx="13119" cy="5276"/>
              </a:xfrm>
              <a:custGeom>
                <a:avLst/>
                <a:gdLst>
                  <a:gd name="connsiteX0" fmla="*/ 8138 w 13119"/>
                  <a:gd name="connsiteY0" fmla="*/ 0 h 5276"/>
                  <a:gd name="connsiteX1" fmla="*/ 0 w 13119"/>
                  <a:gd name="connsiteY1" fmla="*/ 2521 h 5276"/>
                  <a:gd name="connsiteX2" fmla="*/ 8138 w 13119"/>
                  <a:gd name="connsiteY2" fmla="*/ 0 h 5276"/>
                </a:gdLst>
                <a:ahLst/>
                <a:cxnLst>
                  <a:cxn ang="0">
                    <a:pos x="connsiteX0" y="connsiteY0"/>
                  </a:cxn>
                  <a:cxn ang="0">
                    <a:pos x="connsiteX1" y="connsiteY1"/>
                  </a:cxn>
                  <a:cxn ang="0">
                    <a:pos x="connsiteX2" y="connsiteY2"/>
                  </a:cxn>
                </a:cxnLst>
                <a:rect l="l" t="t" r="r" b="b"/>
                <a:pathLst>
                  <a:path w="13119" h="5276">
                    <a:moveTo>
                      <a:pt x="8138" y="0"/>
                    </a:moveTo>
                    <a:cubicBezTo>
                      <a:pt x="5526" y="17"/>
                      <a:pt x="1434" y="634"/>
                      <a:pt x="0" y="2521"/>
                    </a:cubicBezTo>
                    <a:cubicBezTo>
                      <a:pt x="532" y="9538"/>
                      <a:pt x="22780" y="1069"/>
                      <a:pt x="813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7" name="Freeform: Shape 2556">
                <a:extLst>
                  <a:ext uri="{FF2B5EF4-FFF2-40B4-BE49-F238E27FC236}">
                    <a16:creationId xmlns:a16="http://schemas.microsoft.com/office/drawing/2014/main" id="{6D27A6D8-A281-DA61-B1FB-9B1B07428C81}"/>
                  </a:ext>
                </a:extLst>
              </p:cNvPr>
              <p:cNvSpPr/>
              <p:nvPr/>
            </p:nvSpPr>
            <p:spPr>
              <a:xfrm>
                <a:off x="3633631" y="6016357"/>
                <a:ext cx="6337" cy="5975"/>
              </a:xfrm>
              <a:custGeom>
                <a:avLst/>
                <a:gdLst>
                  <a:gd name="connsiteX0" fmla="*/ 3703 w 6337"/>
                  <a:gd name="connsiteY0" fmla="*/ 2361 h 5975"/>
                  <a:gd name="connsiteX1" fmla="*/ 2640 w 6337"/>
                  <a:gd name="connsiteY1" fmla="*/ 3641 h 5975"/>
                  <a:gd name="connsiteX2" fmla="*/ 3703 w 6337"/>
                  <a:gd name="connsiteY2" fmla="*/ 2361 h 5975"/>
                </a:gdLst>
                <a:ahLst/>
                <a:cxnLst>
                  <a:cxn ang="0">
                    <a:pos x="connsiteX0" y="connsiteY0"/>
                  </a:cxn>
                  <a:cxn ang="0">
                    <a:pos x="connsiteX1" y="connsiteY1"/>
                  </a:cxn>
                  <a:cxn ang="0">
                    <a:pos x="connsiteX2" y="connsiteY2"/>
                  </a:cxn>
                </a:cxnLst>
                <a:rect l="l" t="t" r="r" b="b"/>
                <a:pathLst>
                  <a:path w="6337" h="5975">
                    <a:moveTo>
                      <a:pt x="3703" y="2361"/>
                    </a:moveTo>
                    <a:cubicBezTo>
                      <a:pt x="-326" y="-1742"/>
                      <a:pt x="-1623" y="35"/>
                      <a:pt x="2640" y="3641"/>
                    </a:cubicBezTo>
                    <a:cubicBezTo>
                      <a:pt x="6658" y="7699"/>
                      <a:pt x="7961" y="5944"/>
                      <a:pt x="3703" y="236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8" name="Freeform: Shape 2557">
                <a:extLst>
                  <a:ext uri="{FF2B5EF4-FFF2-40B4-BE49-F238E27FC236}">
                    <a16:creationId xmlns:a16="http://schemas.microsoft.com/office/drawing/2014/main" id="{FBDCC511-C512-CB13-8453-08126DC530D8}"/>
                  </a:ext>
                </a:extLst>
              </p:cNvPr>
              <p:cNvSpPr/>
              <p:nvPr/>
            </p:nvSpPr>
            <p:spPr>
              <a:xfrm>
                <a:off x="2860230" y="6675345"/>
                <a:ext cx="10546" cy="2995"/>
              </a:xfrm>
              <a:custGeom>
                <a:avLst/>
                <a:gdLst>
                  <a:gd name="connsiteX0" fmla="*/ 6437 w 10546"/>
                  <a:gd name="connsiteY0" fmla="*/ 4 h 2995"/>
                  <a:gd name="connsiteX1" fmla="*/ 4111 w 10546"/>
                  <a:gd name="connsiteY1" fmla="*/ 2992 h 2995"/>
                  <a:gd name="connsiteX2" fmla="*/ 6437 w 10546"/>
                  <a:gd name="connsiteY2" fmla="*/ 4 h 2995"/>
                </a:gdLst>
                <a:ahLst/>
                <a:cxnLst>
                  <a:cxn ang="0">
                    <a:pos x="connsiteX0" y="connsiteY0"/>
                  </a:cxn>
                  <a:cxn ang="0">
                    <a:pos x="connsiteX1" y="connsiteY1"/>
                  </a:cxn>
                  <a:cxn ang="0">
                    <a:pos x="connsiteX2" y="connsiteY2"/>
                  </a:cxn>
                </a:cxnLst>
                <a:rect l="l" t="t" r="r" b="b"/>
                <a:pathLst>
                  <a:path w="10546" h="2995">
                    <a:moveTo>
                      <a:pt x="6437" y="4"/>
                    </a:moveTo>
                    <a:cubicBezTo>
                      <a:pt x="1499" y="-3"/>
                      <a:pt x="-3953" y="3107"/>
                      <a:pt x="4111" y="2992"/>
                    </a:cubicBezTo>
                    <a:cubicBezTo>
                      <a:pt x="9054" y="3021"/>
                      <a:pt x="14495" y="-123"/>
                      <a:pt x="6437"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9" name="Freeform: Shape 2558">
                <a:extLst>
                  <a:ext uri="{FF2B5EF4-FFF2-40B4-BE49-F238E27FC236}">
                    <a16:creationId xmlns:a16="http://schemas.microsoft.com/office/drawing/2014/main" id="{804F6254-5549-0554-AF94-6E37253C183D}"/>
                  </a:ext>
                </a:extLst>
              </p:cNvPr>
              <p:cNvSpPr/>
              <p:nvPr/>
            </p:nvSpPr>
            <p:spPr>
              <a:xfrm>
                <a:off x="2788112" y="6772858"/>
                <a:ext cx="11024" cy="3562"/>
              </a:xfrm>
              <a:custGeom>
                <a:avLst/>
                <a:gdLst>
                  <a:gd name="connsiteX0" fmla="*/ 6608 w 11024"/>
                  <a:gd name="connsiteY0" fmla="*/ 0 h 3562"/>
                  <a:gd name="connsiteX1" fmla="*/ 2 w 11024"/>
                  <a:gd name="connsiteY1" fmla="*/ 1771 h 3562"/>
                  <a:gd name="connsiteX2" fmla="*/ 6608 w 11024"/>
                  <a:gd name="connsiteY2" fmla="*/ 0 h 3562"/>
                </a:gdLst>
                <a:ahLst/>
                <a:cxnLst>
                  <a:cxn ang="0">
                    <a:pos x="connsiteX0" y="connsiteY0"/>
                  </a:cxn>
                  <a:cxn ang="0">
                    <a:pos x="connsiteX1" y="connsiteY1"/>
                  </a:cxn>
                  <a:cxn ang="0">
                    <a:pos x="connsiteX2" y="connsiteY2"/>
                  </a:cxn>
                </a:cxnLst>
                <a:rect l="l" t="t" r="r" b="b"/>
                <a:pathLst>
                  <a:path w="11024" h="3562">
                    <a:moveTo>
                      <a:pt x="6608" y="0"/>
                    </a:moveTo>
                    <a:cubicBezTo>
                      <a:pt x="3631" y="17"/>
                      <a:pt x="676" y="806"/>
                      <a:pt x="2" y="1771"/>
                    </a:cubicBezTo>
                    <a:cubicBezTo>
                      <a:pt x="-210" y="6292"/>
                      <a:pt x="19593" y="943"/>
                      <a:pt x="660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0" name="Freeform: Shape 2559">
                <a:extLst>
                  <a:ext uri="{FF2B5EF4-FFF2-40B4-BE49-F238E27FC236}">
                    <a16:creationId xmlns:a16="http://schemas.microsoft.com/office/drawing/2014/main" id="{AABCD0B0-E50F-BB7C-2B8C-FD24EC995895}"/>
                  </a:ext>
                </a:extLst>
              </p:cNvPr>
              <p:cNvSpPr/>
              <p:nvPr/>
            </p:nvSpPr>
            <p:spPr>
              <a:xfrm>
                <a:off x="2929194" y="6590515"/>
                <a:ext cx="10368" cy="2978"/>
              </a:xfrm>
              <a:custGeom>
                <a:avLst/>
                <a:gdLst>
                  <a:gd name="connsiteX0" fmla="*/ 6195 w 10368"/>
                  <a:gd name="connsiteY0" fmla="*/ 103 h 2978"/>
                  <a:gd name="connsiteX1" fmla="*/ 0 w 10368"/>
                  <a:gd name="connsiteY1" fmla="*/ 2097 h 2978"/>
                  <a:gd name="connsiteX2" fmla="*/ 6195 w 10368"/>
                  <a:gd name="connsiteY2" fmla="*/ 103 h 2978"/>
                </a:gdLst>
                <a:ahLst/>
                <a:cxnLst>
                  <a:cxn ang="0">
                    <a:pos x="connsiteX0" y="connsiteY0"/>
                  </a:cxn>
                  <a:cxn ang="0">
                    <a:pos x="connsiteX1" y="connsiteY1"/>
                  </a:cxn>
                  <a:cxn ang="0">
                    <a:pos x="connsiteX2" y="connsiteY2"/>
                  </a:cxn>
                </a:cxnLst>
                <a:rect l="l" t="t" r="r" b="b"/>
                <a:pathLst>
                  <a:path w="10368" h="2978">
                    <a:moveTo>
                      <a:pt x="6195" y="103"/>
                    </a:moveTo>
                    <a:cubicBezTo>
                      <a:pt x="3383" y="480"/>
                      <a:pt x="611" y="1372"/>
                      <a:pt x="0" y="2097"/>
                    </a:cubicBezTo>
                    <a:cubicBezTo>
                      <a:pt x="131" y="5166"/>
                      <a:pt x="18339" y="-846"/>
                      <a:pt x="6195" y="10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1" name="Freeform: Shape 2560">
                <a:extLst>
                  <a:ext uri="{FF2B5EF4-FFF2-40B4-BE49-F238E27FC236}">
                    <a16:creationId xmlns:a16="http://schemas.microsoft.com/office/drawing/2014/main" id="{E9FF458C-3A8F-3FCB-EAD4-593573B08232}"/>
                  </a:ext>
                </a:extLst>
              </p:cNvPr>
              <p:cNvSpPr/>
              <p:nvPr/>
            </p:nvSpPr>
            <p:spPr>
              <a:xfrm>
                <a:off x="2994699" y="6513358"/>
                <a:ext cx="10077" cy="3355"/>
              </a:xfrm>
              <a:custGeom>
                <a:avLst/>
                <a:gdLst>
                  <a:gd name="connsiteX0" fmla="*/ 6001 w 10077"/>
                  <a:gd name="connsiteY0" fmla="*/ 422 h 3355"/>
                  <a:gd name="connsiteX1" fmla="*/ 0 w 10077"/>
                  <a:gd name="connsiteY1" fmla="*/ 2799 h 3355"/>
                  <a:gd name="connsiteX2" fmla="*/ 6001 w 10077"/>
                  <a:gd name="connsiteY2" fmla="*/ 422 h 3355"/>
                </a:gdLst>
                <a:ahLst/>
                <a:cxnLst>
                  <a:cxn ang="0">
                    <a:pos x="connsiteX0" y="connsiteY0"/>
                  </a:cxn>
                  <a:cxn ang="0">
                    <a:pos x="connsiteX1" y="connsiteY1"/>
                  </a:cxn>
                  <a:cxn ang="0">
                    <a:pos x="connsiteX2" y="connsiteY2"/>
                  </a:cxn>
                </a:cxnLst>
                <a:rect l="l" t="t" r="r" b="b"/>
                <a:pathLst>
                  <a:path w="10077" h="3355">
                    <a:moveTo>
                      <a:pt x="6001" y="422"/>
                    </a:moveTo>
                    <a:cubicBezTo>
                      <a:pt x="3263" y="1056"/>
                      <a:pt x="577" y="2119"/>
                      <a:pt x="0" y="2799"/>
                    </a:cubicBezTo>
                    <a:cubicBezTo>
                      <a:pt x="286" y="5337"/>
                      <a:pt x="17791" y="-1756"/>
                      <a:pt x="6001" y="4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2" name="Freeform: Shape 2561">
                <a:extLst>
                  <a:ext uri="{FF2B5EF4-FFF2-40B4-BE49-F238E27FC236}">
                    <a16:creationId xmlns:a16="http://schemas.microsoft.com/office/drawing/2014/main" id="{95FD01B6-BF1F-B429-FC23-F549F4B50EC9}"/>
                  </a:ext>
                </a:extLst>
              </p:cNvPr>
              <p:cNvSpPr/>
              <p:nvPr/>
            </p:nvSpPr>
            <p:spPr>
              <a:xfrm>
                <a:off x="2712038" y="6880134"/>
                <a:ext cx="11385" cy="3681"/>
              </a:xfrm>
              <a:custGeom>
                <a:avLst/>
                <a:gdLst>
                  <a:gd name="connsiteX0" fmla="*/ 6867 w 11385"/>
                  <a:gd name="connsiteY0" fmla="*/ 0 h 3681"/>
                  <a:gd name="connsiteX1" fmla="*/ 4 w 11385"/>
                  <a:gd name="connsiteY1" fmla="*/ 1805 h 3681"/>
                  <a:gd name="connsiteX2" fmla="*/ 6867 w 11385"/>
                  <a:gd name="connsiteY2" fmla="*/ 0 h 3681"/>
                </a:gdLst>
                <a:ahLst/>
                <a:cxnLst>
                  <a:cxn ang="0">
                    <a:pos x="connsiteX0" y="connsiteY0"/>
                  </a:cxn>
                  <a:cxn ang="0">
                    <a:pos x="connsiteX1" y="connsiteY1"/>
                  </a:cxn>
                  <a:cxn ang="0">
                    <a:pos x="connsiteX2" y="connsiteY2"/>
                  </a:cxn>
                </a:cxnLst>
                <a:rect l="l" t="t" r="r" b="b"/>
                <a:pathLst>
                  <a:path w="11385" h="3681">
                    <a:moveTo>
                      <a:pt x="6867" y="0"/>
                    </a:moveTo>
                    <a:cubicBezTo>
                      <a:pt x="3793" y="0"/>
                      <a:pt x="724" y="806"/>
                      <a:pt x="4" y="1805"/>
                    </a:cubicBezTo>
                    <a:cubicBezTo>
                      <a:pt x="-316" y="6498"/>
                      <a:pt x="20223" y="1034"/>
                      <a:pt x="686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3" name="Freeform: Shape 2562">
                <a:extLst>
                  <a:ext uri="{FF2B5EF4-FFF2-40B4-BE49-F238E27FC236}">
                    <a16:creationId xmlns:a16="http://schemas.microsoft.com/office/drawing/2014/main" id="{80852FBB-E22D-1DB4-08ED-FDE4CBC8AFC4}"/>
                  </a:ext>
                </a:extLst>
              </p:cNvPr>
              <p:cNvSpPr/>
              <p:nvPr/>
            </p:nvSpPr>
            <p:spPr>
              <a:xfrm>
                <a:off x="2347131" y="7378712"/>
                <a:ext cx="12940" cy="4757"/>
              </a:xfrm>
              <a:custGeom>
                <a:avLst/>
                <a:gdLst>
                  <a:gd name="connsiteX0" fmla="*/ 8168 w 12940"/>
                  <a:gd name="connsiteY0" fmla="*/ 27 h 4757"/>
                  <a:gd name="connsiteX1" fmla="*/ 4774 w 12940"/>
                  <a:gd name="connsiteY1" fmla="*/ 4731 h 4757"/>
                  <a:gd name="connsiteX2" fmla="*/ 8168 w 12940"/>
                  <a:gd name="connsiteY2" fmla="*/ 27 h 4757"/>
                </a:gdLst>
                <a:ahLst/>
                <a:cxnLst>
                  <a:cxn ang="0">
                    <a:pos x="connsiteX0" y="connsiteY0"/>
                  </a:cxn>
                  <a:cxn ang="0">
                    <a:pos x="connsiteX1" y="connsiteY1"/>
                  </a:cxn>
                  <a:cxn ang="0">
                    <a:pos x="connsiteX2" y="connsiteY2"/>
                  </a:cxn>
                </a:cxnLst>
                <a:rect l="l" t="t" r="r" b="b"/>
                <a:pathLst>
                  <a:path w="12940" h="4757">
                    <a:moveTo>
                      <a:pt x="8168" y="27"/>
                    </a:moveTo>
                    <a:cubicBezTo>
                      <a:pt x="2259" y="-396"/>
                      <a:pt x="-4959" y="4256"/>
                      <a:pt x="4774" y="4731"/>
                    </a:cubicBezTo>
                    <a:cubicBezTo>
                      <a:pt x="10689" y="5153"/>
                      <a:pt x="17895" y="502"/>
                      <a:pt x="8168"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4" name="Freeform: Shape 2563">
                <a:extLst>
                  <a:ext uri="{FF2B5EF4-FFF2-40B4-BE49-F238E27FC236}">
                    <a16:creationId xmlns:a16="http://schemas.microsoft.com/office/drawing/2014/main" id="{4EE4F838-39A3-BEE1-9A74-7CC309D48E3B}"/>
                  </a:ext>
                </a:extLst>
              </p:cNvPr>
              <p:cNvSpPr/>
              <p:nvPr/>
            </p:nvSpPr>
            <p:spPr>
              <a:xfrm>
                <a:off x="3056593" y="6439175"/>
                <a:ext cx="9806" cy="3949"/>
              </a:xfrm>
              <a:custGeom>
                <a:avLst/>
                <a:gdLst>
                  <a:gd name="connsiteX0" fmla="*/ 5812 w 9806"/>
                  <a:gd name="connsiteY0" fmla="*/ 767 h 3949"/>
                  <a:gd name="connsiteX1" fmla="*/ 0 w 9806"/>
                  <a:gd name="connsiteY1" fmla="*/ 3562 h 3949"/>
                  <a:gd name="connsiteX2" fmla="*/ 5812 w 9806"/>
                  <a:gd name="connsiteY2" fmla="*/ 767 h 3949"/>
                </a:gdLst>
                <a:ahLst/>
                <a:cxnLst>
                  <a:cxn ang="0">
                    <a:pos x="connsiteX0" y="connsiteY0"/>
                  </a:cxn>
                  <a:cxn ang="0">
                    <a:pos x="connsiteX1" y="connsiteY1"/>
                  </a:cxn>
                  <a:cxn ang="0">
                    <a:pos x="connsiteX2" y="connsiteY2"/>
                  </a:cxn>
                </a:cxnLst>
                <a:rect l="l" t="t" r="r" b="b"/>
                <a:pathLst>
                  <a:path w="9806" h="3949">
                    <a:moveTo>
                      <a:pt x="5812" y="767"/>
                    </a:moveTo>
                    <a:cubicBezTo>
                      <a:pt x="3149" y="1635"/>
                      <a:pt x="549" y="2893"/>
                      <a:pt x="0" y="3562"/>
                    </a:cubicBezTo>
                    <a:cubicBezTo>
                      <a:pt x="417" y="5796"/>
                      <a:pt x="17294" y="-2485"/>
                      <a:pt x="5812" y="7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5" name="Freeform: Shape 2564">
                <a:extLst>
                  <a:ext uri="{FF2B5EF4-FFF2-40B4-BE49-F238E27FC236}">
                    <a16:creationId xmlns:a16="http://schemas.microsoft.com/office/drawing/2014/main" id="{173F881E-95AF-9086-5269-CBC1898405CC}"/>
                  </a:ext>
                </a:extLst>
              </p:cNvPr>
              <p:cNvSpPr/>
              <p:nvPr/>
            </p:nvSpPr>
            <p:spPr>
              <a:xfrm>
                <a:off x="2447404" y="7241264"/>
                <a:ext cx="12582" cy="4472"/>
              </a:xfrm>
              <a:custGeom>
                <a:avLst/>
                <a:gdLst>
                  <a:gd name="connsiteX0" fmla="*/ 7737 w 12582"/>
                  <a:gd name="connsiteY0" fmla="*/ 0 h 4472"/>
                  <a:gd name="connsiteX1" fmla="*/ 16 w 12582"/>
                  <a:gd name="connsiteY1" fmla="*/ 2195 h 4472"/>
                  <a:gd name="connsiteX2" fmla="*/ 7737 w 12582"/>
                  <a:gd name="connsiteY2" fmla="*/ 0 h 4472"/>
                </a:gdLst>
                <a:ahLst/>
                <a:cxnLst>
                  <a:cxn ang="0">
                    <a:pos x="connsiteX0" y="connsiteY0"/>
                  </a:cxn>
                  <a:cxn ang="0">
                    <a:pos x="connsiteX1" y="connsiteY1"/>
                  </a:cxn>
                  <a:cxn ang="0">
                    <a:pos x="connsiteX2" y="connsiteY2"/>
                  </a:cxn>
                </a:cxnLst>
                <a:rect l="l" t="t" r="r" b="b"/>
                <a:pathLst>
                  <a:path w="12582" h="4472">
                    <a:moveTo>
                      <a:pt x="7737" y="0"/>
                    </a:moveTo>
                    <a:cubicBezTo>
                      <a:pt x="4359" y="0"/>
                      <a:pt x="902" y="983"/>
                      <a:pt x="16" y="2195"/>
                    </a:cubicBezTo>
                    <a:cubicBezTo>
                      <a:pt x="-687" y="7898"/>
                      <a:pt x="22304" y="1246"/>
                      <a:pt x="773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6" name="Freeform: Shape 2565">
                <a:extLst>
                  <a:ext uri="{FF2B5EF4-FFF2-40B4-BE49-F238E27FC236}">
                    <a16:creationId xmlns:a16="http://schemas.microsoft.com/office/drawing/2014/main" id="{4F5DFB1B-5D8F-E3E4-9943-417BD7FD337C}"/>
                  </a:ext>
                </a:extLst>
              </p:cNvPr>
              <p:cNvSpPr/>
              <p:nvPr/>
            </p:nvSpPr>
            <p:spPr>
              <a:xfrm>
                <a:off x="2629815" y="6992772"/>
                <a:ext cx="11640" cy="3884"/>
              </a:xfrm>
              <a:custGeom>
                <a:avLst/>
                <a:gdLst>
                  <a:gd name="connsiteX0" fmla="*/ 7223 w 11640"/>
                  <a:gd name="connsiteY0" fmla="*/ 22 h 3884"/>
                  <a:gd name="connsiteX1" fmla="*/ 4416 w 11640"/>
                  <a:gd name="connsiteY1" fmla="*/ 3862 h 3884"/>
                  <a:gd name="connsiteX2" fmla="*/ 7223 w 11640"/>
                  <a:gd name="connsiteY2" fmla="*/ 22 h 3884"/>
                </a:gdLst>
                <a:ahLst/>
                <a:cxnLst>
                  <a:cxn ang="0">
                    <a:pos x="connsiteX0" y="connsiteY0"/>
                  </a:cxn>
                  <a:cxn ang="0">
                    <a:pos x="connsiteX1" y="connsiteY1"/>
                  </a:cxn>
                  <a:cxn ang="0">
                    <a:pos x="connsiteX2" y="connsiteY2"/>
                  </a:cxn>
                </a:cxnLst>
                <a:rect l="l" t="t" r="r" b="b"/>
                <a:pathLst>
                  <a:path w="11640" h="3884">
                    <a:moveTo>
                      <a:pt x="7223" y="22"/>
                    </a:moveTo>
                    <a:cubicBezTo>
                      <a:pt x="1759" y="-321"/>
                      <a:pt x="-4368" y="3496"/>
                      <a:pt x="4416" y="3862"/>
                    </a:cubicBezTo>
                    <a:cubicBezTo>
                      <a:pt x="9886" y="4205"/>
                      <a:pt x="16006" y="393"/>
                      <a:pt x="7223"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7" name="Freeform: Shape 2566">
                <a:extLst>
                  <a:ext uri="{FF2B5EF4-FFF2-40B4-BE49-F238E27FC236}">
                    <a16:creationId xmlns:a16="http://schemas.microsoft.com/office/drawing/2014/main" id="{2801A9F2-DA49-F92E-44D0-2A89232BE21B}"/>
                  </a:ext>
                </a:extLst>
              </p:cNvPr>
              <p:cNvSpPr/>
              <p:nvPr/>
            </p:nvSpPr>
            <p:spPr>
              <a:xfrm>
                <a:off x="2541649" y="7112894"/>
                <a:ext cx="12159" cy="4181"/>
              </a:xfrm>
              <a:custGeom>
                <a:avLst/>
                <a:gdLst>
                  <a:gd name="connsiteX0" fmla="*/ 7435 w 12159"/>
                  <a:gd name="connsiteY0" fmla="*/ 0 h 4181"/>
                  <a:gd name="connsiteX1" fmla="*/ 11 w 12159"/>
                  <a:gd name="connsiteY1" fmla="*/ 2052 h 4181"/>
                  <a:gd name="connsiteX2" fmla="*/ 7435 w 12159"/>
                  <a:gd name="connsiteY2" fmla="*/ 0 h 4181"/>
                </a:gdLst>
                <a:ahLst/>
                <a:cxnLst>
                  <a:cxn ang="0">
                    <a:pos x="connsiteX0" y="connsiteY0"/>
                  </a:cxn>
                  <a:cxn ang="0">
                    <a:pos x="connsiteX1" y="connsiteY1"/>
                  </a:cxn>
                  <a:cxn ang="0">
                    <a:pos x="connsiteX2" y="connsiteY2"/>
                  </a:cxn>
                </a:cxnLst>
                <a:rect l="l" t="t" r="r" b="b"/>
                <a:pathLst>
                  <a:path w="12159" h="4181">
                    <a:moveTo>
                      <a:pt x="7435" y="0"/>
                    </a:moveTo>
                    <a:cubicBezTo>
                      <a:pt x="4166" y="0"/>
                      <a:pt x="840" y="915"/>
                      <a:pt x="11" y="2052"/>
                    </a:cubicBezTo>
                    <a:cubicBezTo>
                      <a:pt x="-566" y="7384"/>
                      <a:pt x="21568" y="1166"/>
                      <a:pt x="743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8" name="Freeform: Shape 2567">
                <a:extLst>
                  <a:ext uri="{FF2B5EF4-FFF2-40B4-BE49-F238E27FC236}">
                    <a16:creationId xmlns:a16="http://schemas.microsoft.com/office/drawing/2014/main" id="{14B57F12-2AB9-4BDB-4521-BAC6EA665996}"/>
                  </a:ext>
                </a:extLst>
              </p:cNvPr>
              <p:cNvSpPr/>
              <p:nvPr/>
            </p:nvSpPr>
            <p:spPr>
              <a:xfrm>
                <a:off x="3169623" y="6323712"/>
                <a:ext cx="9312" cy="3537"/>
              </a:xfrm>
              <a:custGeom>
                <a:avLst/>
                <a:gdLst>
                  <a:gd name="connsiteX0" fmla="*/ 5465 w 9312"/>
                  <a:gd name="connsiteY0" fmla="*/ 2546 h 3537"/>
                  <a:gd name="connsiteX1" fmla="*/ 2 w 9312"/>
                  <a:gd name="connsiteY1" fmla="*/ 3352 h 3537"/>
                  <a:gd name="connsiteX2" fmla="*/ 5465 w 9312"/>
                  <a:gd name="connsiteY2" fmla="*/ 2546 h 3537"/>
                </a:gdLst>
                <a:ahLst/>
                <a:cxnLst>
                  <a:cxn ang="0">
                    <a:pos x="connsiteX0" y="connsiteY0"/>
                  </a:cxn>
                  <a:cxn ang="0">
                    <a:pos x="connsiteX1" y="connsiteY1"/>
                  </a:cxn>
                  <a:cxn ang="0">
                    <a:pos x="connsiteX2" y="connsiteY2"/>
                  </a:cxn>
                </a:cxnLst>
                <a:rect l="l" t="t" r="r" b="b"/>
                <a:pathLst>
                  <a:path w="9312" h="3537">
                    <a:moveTo>
                      <a:pt x="5465" y="2546"/>
                    </a:moveTo>
                    <a:cubicBezTo>
                      <a:pt x="2945" y="3432"/>
                      <a:pt x="499" y="3786"/>
                      <a:pt x="2" y="3352"/>
                    </a:cubicBezTo>
                    <a:cubicBezTo>
                      <a:pt x="-187" y="592"/>
                      <a:pt x="16672" y="-2163"/>
                      <a:pt x="5465" y="25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9" name="Freeform: Shape 2568">
                <a:extLst>
                  <a:ext uri="{FF2B5EF4-FFF2-40B4-BE49-F238E27FC236}">
                    <a16:creationId xmlns:a16="http://schemas.microsoft.com/office/drawing/2014/main" id="{1B09641E-0068-4D6D-6EC3-57AE2A967BA8}"/>
                  </a:ext>
                </a:extLst>
              </p:cNvPr>
              <p:cNvSpPr/>
              <p:nvPr/>
            </p:nvSpPr>
            <p:spPr>
              <a:xfrm>
                <a:off x="3489480" y="6253823"/>
                <a:ext cx="7898" cy="3709"/>
              </a:xfrm>
              <a:custGeom>
                <a:avLst/>
                <a:gdLst>
                  <a:gd name="connsiteX0" fmla="*/ 4528 w 7898"/>
                  <a:gd name="connsiteY0" fmla="*/ 838 h 3709"/>
                  <a:gd name="connsiteX1" fmla="*/ 2 w 7898"/>
                  <a:gd name="connsiteY1" fmla="*/ 335 h 3709"/>
                  <a:gd name="connsiteX2" fmla="*/ 4528 w 7898"/>
                  <a:gd name="connsiteY2" fmla="*/ 838 h 3709"/>
                </a:gdLst>
                <a:ahLst/>
                <a:cxnLst>
                  <a:cxn ang="0">
                    <a:pos x="connsiteX0" y="connsiteY0"/>
                  </a:cxn>
                  <a:cxn ang="0">
                    <a:pos x="connsiteX1" y="connsiteY1"/>
                  </a:cxn>
                  <a:cxn ang="0">
                    <a:pos x="connsiteX2" y="connsiteY2"/>
                  </a:cxn>
                </a:cxnLst>
                <a:rect l="l" t="t" r="r" b="b"/>
                <a:pathLst>
                  <a:path w="7898" h="3709">
                    <a:moveTo>
                      <a:pt x="4528" y="838"/>
                    </a:moveTo>
                    <a:cubicBezTo>
                      <a:pt x="2385" y="-36"/>
                      <a:pt x="356" y="-265"/>
                      <a:pt x="2" y="335"/>
                    </a:cubicBezTo>
                    <a:cubicBezTo>
                      <a:pt x="-181" y="3673"/>
                      <a:pt x="14255" y="5645"/>
                      <a:pt x="4528" y="8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0" name="Freeform: Shape 2569">
                <a:extLst>
                  <a:ext uri="{FF2B5EF4-FFF2-40B4-BE49-F238E27FC236}">
                    <a16:creationId xmlns:a16="http://schemas.microsoft.com/office/drawing/2014/main" id="{4C40CF70-29E4-4BAD-FD96-45FF025405EE}"/>
                  </a:ext>
                </a:extLst>
              </p:cNvPr>
              <p:cNvSpPr/>
              <p:nvPr/>
            </p:nvSpPr>
            <p:spPr>
              <a:xfrm>
                <a:off x="3527900" y="6187000"/>
                <a:ext cx="7508" cy="4709"/>
              </a:xfrm>
              <a:custGeom>
                <a:avLst/>
                <a:gdLst>
                  <a:gd name="connsiteX0" fmla="*/ 4375 w 7508"/>
                  <a:gd name="connsiteY0" fmla="*/ 1265 h 4709"/>
                  <a:gd name="connsiteX1" fmla="*/ 3135 w 7508"/>
                  <a:gd name="connsiteY1" fmla="*/ 3465 h 4709"/>
                  <a:gd name="connsiteX2" fmla="*/ 4375 w 7508"/>
                  <a:gd name="connsiteY2" fmla="*/ 1265 h 4709"/>
                </a:gdLst>
                <a:ahLst/>
                <a:cxnLst>
                  <a:cxn ang="0">
                    <a:pos x="connsiteX0" y="connsiteY0"/>
                  </a:cxn>
                  <a:cxn ang="0">
                    <a:pos x="connsiteX1" y="connsiteY1"/>
                  </a:cxn>
                  <a:cxn ang="0">
                    <a:pos x="connsiteX2" y="connsiteY2"/>
                  </a:cxn>
                </a:cxnLst>
                <a:rect l="l" t="t" r="r" b="b"/>
                <a:pathLst>
                  <a:path w="7508" h="4709">
                    <a:moveTo>
                      <a:pt x="4375" y="1265"/>
                    </a:moveTo>
                    <a:cubicBezTo>
                      <a:pt x="-522" y="-1513"/>
                      <a:pt x="-1820" y="768"/>
                      <a:pt x="3135" y="3465"/>
                    </a:cubicBezTo>
                    <a:cubicBezTo>
                      <a:pt x="8027" y="6191"/>
                      <a:pt x="9330" y="3974"/>
                      <a:pt x="4375" y="126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1" name="Freeform: Shape 2570">
                <a:extLst>
                  <a:ext uri="{FF2B5EF4-FFF2-40B4-BE49-F238E27FC236}">
                    <a16:creationId xmlns:a16="http://schemas.microsoft.com/office/drawing/2014/main" id="{00AD0346-19F8-B9E7-9E04-7AB1465C619E}"/>
                  </a:ext>
                </a:extLst>
              </p:cNvPr>
              <p:cNvSpPr/>
              <p:nvPr/>
            </p:nvSpPr>
            <p:spPr>
              <a:xfrm>
                <a:off x="3599959" y="6062702"/>
                <a:ext cx="7188" cy="6315"/>
              </a:xfrm>
              <a:custGeom>
                <a:avLst/>
                <a:gdLst>
                  <a:gd name="connsiteX0" fmla="*/ 4159 w 7188"/>
                  <a:gd name="connsiteY0" fmla="*/ 2289 h 6315"/>
                  <a:gd name="connsiteX1" fmla="*/ 3034 w 7188"/>
                  <a:gd name="connsiteY1" fmla="*/ 4049 h 6315"/>
                  <a:gd name="connsiteX2" fmla="*/ 4159 w 7188"/>
                  <a:gd name="connsiteY2" fmla="*/ 2289 h 6315"/>
                </a:gdLst>
                <a:ahLst/>
                <a:cxnLst>
                  <a:cxn ang="0">
                    <a:pos x="connsiteX0" y="connsiteY0"/>
                  </a:cxn>
                  <a:cxn ang="0">
                    <a:pos x="connsiteX1" y="connsiteY1"/>
                  </a:cxn>
                  <a:cxn ang="0">
                    <a:pos x="connsiteX2" y="connsiteY2"/>
                  </a:cxn>
                </a:cxnLst>
                <a:rect l="l" t="t" r="r" b="b"/>
                <a:pathLst>
                  <a:path w="7188" h="6315">
                    <a:moveTo>
                      <a:pt x="4159" y="2289"/>
                    </a:moveTo>
                    <a:cubicBezTo>
                      <a:pt x="-716" y="-1883"/>
                      <a:pt x="-1578" y="215"/>
                      <a:pt x="3034" y="4049"/>
                    </a:cubicBezTo>
                    <a:cubicBezTo>
                      <a:pt x="7903" y="8170"/>
                      <a:pt x="8766" y="6119"/>
                      <a:pt x="4159" y="228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2" name="Freeform: Shape 2571">
                <a:extLst>
                  <a:ext uri="{FF2B5EF4-FFF2-40B4-BE49-F238E27FC236}">
                    <a16:creationId xmlns:a16="http://schemas.microsoft.com/office/drawing/2014/main" id="{AD1ED74D-2BC9-BDCD-8FFD-FB3D6E02A348}"/>
                  </a:ext>
                </a:extLst>
              </p:cNvPr>
              <p:cNvSpPr/>
              <p:nvPr/>
            </p:nvSpPr>
            <p:spPr>
              <a:xfrm>
                <a:off x="3564771" y="6121492"/>
                <a:ext cx="7347" cy="5611"/>
              </a:xfrm>
              <a:custGeom>
                <a:avLst/>
                <a:gdLst>
                  <a:gd name="connsiteX0" fmla="*/ 4269 w 7347"/>
                  <a:gd name="connsiteY0" fmla="*/ 1782 h 5611"/>
                  <a:gd name="connsiteX1" fmla="*/ 3081 w 7347"/>
                  <a:gd name="connsiteY1" fmla="*/ 3851 h 5611"/>
                  <a:gd name="connsiteX2" fmla="*/ 4269 w 7347"/>
                  <a:gd name="connsiteY2" fmla="*/ 1782 h 5611"/>
                </a:gdLst>
                <a:ahLst/>
                <a:cxnLst>
                  <a:cxn ang="0">
                    <a:pos x="connsiteX0" y="connsiteY0"/>
                  </a:cxn>
                  <a:cxn ang="0">
                    <a:pos x="connsiteX1" y="connsiteY1"/>
                  </a:cxn>
                  <a:cxn ang="0">
                    <a:pos x="connsiteX2" y="connsiteY2"/>
                  </a:cxn>
                </a:cxnLst>
                <a:rect l="l" t="t" r="r" b="b"/>
                <a:pathLst>
                  <a:path w="7347" h="5611">
                    <a:moveTo>
                      <a:pt x="4269" y="1782"/>
                    </a:moveTo>
                    <a:cubicBezTo>
                      <a:pt x="-686" y="-1778"/>
                      <a:pt x="-1646" y="564"/>
                      <a:pt x="3081" y="3851"/>
                    </a:cubicBezTo>
                    <a:cubicBezTo>
                      <a:pt x="8030" y="7360"/>
                      <a:pt x="8996" y="5074"/>
                      <a:pt x="4269" y="17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3" name="Freeform: Shape 2572">
                <a:extLst>
                  <a:ext uri="{FF2B5EF4-FFF2-40B4-BE49-F238E27FC236}">
                    <a16:creationId xmlns:a16="http://schemas.microsoft.com/office/drawing/2014/main" id="{8BA95E33-C467-C718-4107-72354C46623B}"/>
                  </a:ext>
                </a:extLst>
              </p:cNvPr>
              <p:cNvSpPr/>
              <p:nvPr/>
            </p:nvSpPr>
            <p:spPr>
              <a:xfrm>
                <a:off x="3449785" y="6316608"/>
                <a:ext cx="8075" cy="2969"/>
              </a:xfrm>
              <a:custGeom>
                <a:avLst/>
                <a:gdLst>
                  <a:gd name="connsiteX0" fmla="*/ 4635 w 8075"/>
                  <a:gd name="connsiteY0" fmla="*/ 564 h 2969"/>
                  <a:gd name="connsiteX1" fmla="*/ 0 w 8075"/>
                  <a:gd name="connsiteY1" fmla="*/ 347 h 2969"/>
                  <a:gd name="connsiteX2" fmla="*/ 4635 w 8075"/>
                  <a:gd name="connsiteY2" fmla="*/ 564 h 2969"/>
                </a:gdLst>
                <a:ahLst/>
                <a:cxnLst>
                  <a:cxn ang="0">
                    <a:pos x="connsiteX0" y="connsiteY0"/>
                  </a:cxn>
                  <a:cxn ang="0">
                    <a:pos x="connsiteX1" y="connsiteY1"/>
                  </a:cxn>
                  <a:cxn ang="0">
                    <a:pos x="connsiteX2" y="connsiteY2"/>
                  </a:cxn>
                </a:cxnLst>
                <a:rect l="l" t="t" r="r" b="b"/>
                <a:pathLst>
                  <a:path w="8075" h="2969">
                    <a:moveTo>
                      <a:pt x="4635" y="564"/>
                    </a:moveTo>
                    <a:cubicBezTo>
                      <a:pt x="2440" y="-93"/>
                      <a:pt x="366" y="-190"/>
                      <a:pt x="0" y="347"/>
                    </a:cubicBezTo>
                    <a:cubicBezTo>
                      <a:pt x="-46" y="3308"/>
                      <a:pt x="14522" y="4256"/>
                      <a:pt x="4635" y="5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4" name="Freeform: Shape 2573">
                <a:extLst>
                  <a:ext uri="{FF2B5EF4-FFF2-40B4-BE49-F238E27FC236}">
                    <a16:creationId xmlns:a16="http://schemas.microsoft.com/office/drawing/2014/main" id="{6BD8EB32-AF84-C0A0-84E1-39C53A04428F}"/>
                  </a:ext>
                </a:extLst>
              </p:cNvPr>
              <p:cNvSpPr/>
              <p:nvPr/>
            </p:nvSpPr>
            <p:spPr>
              <a:xfrm>
                <a:off x="3272786" y="6393487"/>
                <a:ext cx="8789" cy="1268"/>
              </a:xfrm>
              <a:custGeom>
                <a:avLst/>
                <a:gdLst>
                  <a:gd name="connsiteX0" fmla="*/ 5121 w 8789"/>
                  <a:gd name="connsiteY0" fmla="*/ 2 h 1268"/>
                  <a:gd name="connsiteX1" fmla="*/ 0 w 8789"/>
                  <a:gd name="connsiteY1" fmla="*/ 568 h 1268"/>
                  <a:gd name="connsiteX2" fmla="*/ 5121 w 8789"/>
                  <a:gd name="connsiteY2" fmla="*/ 2 h 1268"/>
                </a:gdLst>
                <a:ahLst/>
                <a:cxnLst>
                  <a:cxn ang="0">
                    <a:pos x="connsiteX0" y="connsiteY0"/>
                  </a:cxn>
                  <a:cxn ang="0">
                    <a:pos x="connsiteX1" y="connsiteY1"/>
                  </a:cxn>
                  <a:cxn ang="0">
                    <a:pos x="connsiteX2" y="connsiteY2"/>
                  </a:cxn>
                </a:cxnLst>
                <a:rect l="l" t="t" r="r" b="b"/>
                <a:pathLst>
                  <a:path w="8789" h="1268">
                    <a:moveTo>
                      <a:pt x="5121" y="2"/>
                    </a:moveTo>
                    <a:cubicBezTo>
                      <a:pt x="2726" y="-26"/>
                      <a:pt x="434" y="225"/>
                      <a:pt x="0" y="568"/>
                    </a:cubicBezTo>
                    <a:cubicBezTo>
                      <a:pt x="297" y="2231"/>
                      <a:pt x="15613" y="471"/>
                      <a:pt x="5121" y="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5" name="Freeform: Shape 2574">
                <a:extLst>
                  <a:ext uri="{FF2B5EF4-FFF2-40B4-BE49-F238E27FC236}">
                    <a16:creationId xmlns:a16="http://schemas.microsoft.com/office/drawing/2014/main" id="{5D09F2AE-38D2-76C0-7E44-E7EA3E6B4C66}"/>
                  </a:ext>
                </a:extLst>
              </p:cNvPr>
              <p:cNvSpPr/>
              <p:nvPr/>
            </p:nvSpPr>
            <p:spPr>
              <a:xfrm>
                <a:off x="3114692" y="6363240"/>
                <a:ext cx="9545" cy="4483"/>
              </a:xfrm>
              <a:custGeom>
                <a:avLst/>
                <a:gdLst>
                  <a:gd name="connsiteX0" fmla="*/ 5624 w 9545"/>
                  <a:gd name="connsiteY0" fmla="*/ 978 h 4483"/>
                  <a:gd name="connsiteX1" fmla="*/ 0 w 9545"/>
                  <a:gd name="connsiteY1" fmla="*/ 4132 h 4483"/>
                  <a:gd name="connsiteX2" fmla="*/ 5624 w 9545"/>
                  <a:gd name="connsiteY2" fmla="*/ 978 h 4483"/>
                </a:gdLst>
                <a:ahLst/>
                <a:cxnLst>
                  <a:cxn ang="0">
                    <a:pos x="connsiteX0" y="connsiteY0"/>
                  </a:cxn>
                  <a:cxn ang="0">
                    <a:pos x="connsiteX1" y="connsiteY1"/>
                  </a:cxn>
                  <a:cxn ang="0">
                    <a:pos x="connsiteX2" y="connsiteY2"/>
                  </a:cxn>
                </a:cxnLst>
                <a:rect l="l" t="t" r="r" b="b"/>
                <a:pathLst>
                  <a:path w="9545" h="4483">
                    <a:moveTo>
                      <a:pt x="5624" y="978"/>
                    </a:moveTo>
                    <a:cubicBezTo>
                      <a:pt x="3029" y="2007"/>
                      <a:pt x="514" y="3424"/>
                      <a:pt x="0" y="4132"/>
                    </a:cubicBezTo>
                    <a:cubicBezTo>
                      <a:pt x="526" y="6367"/>
                      <a:pt x="16825" y="-2948"/>
                      <a:pt x="5624" y="97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6" name="Freeform: Shape 2575">
                <a:extLst>
                  <a:ext uri="{FF2B5EF4-FFF2-40B4-BE49-F238E27FC236}">
                    <a16:creationId xmlns:a16="http://schemas.microsoft.com/office/drawing/2014/main" id="{6098BDD2-53FD-F3FB-32A5-B82450C42D54}"/>
                  </a:ext>
                </a:extLst>
              </p:cNvPr>
              <p:cNvSpPr/>
              <p:nvPr/>
            </p:nvSpPr>
            <p:spPr>
              <a:xfrm>
                <a:off x="3223008" y="6403330"/>
                <a:ext cx="9057" cy="2308"/>
              </a:xfrm>
              <a:custGeom>
                <a:avLst/>
                <a:gdLst>
                  <a:gd name="connsiteX0" fmla="*/ 5303 w 9057"/>
                  <a:gd name="connsiteY0" fmla="*/ 2236 h 2308"/>
                  <a:gd name="connsiteX1" fmla="*/ 0 w 9057"/>
                  <a:gd name="connsiteY1" fmla="*/ 1579 h 2308"/>
                  <a:gd name="connsiteX2" fmla="*/ 5303 w 9057"/>
                  <a:gd name="connsiteY2" fmla="*/ 2236 h 2308"/>
                </a:gdLst>
                <a:ahLst/>
                <a:cxnLst>
                  <a:cxn ang="0">
                    <a:pos x="connsiteX0" y="connsiteY0"/>
                  </a:cxn>
                  <a:cxn ang="0">
                    <a:pos x="connsiteX1" y="connsiteY1"/>
                  </a:cxn>
                  <a:cxn ang="0">
                    <a:pos x="connsiteX2" y="connsiteY2"/>
                  </a:cxn>
                </a:cxnLst>
                <a:rect l="l" t="t" r="r" b="b"/>
                <a:pathLst>
                  <a:path w="9057" h="2308">
                    <a:moveTo>
                      <a:pt x="5303" y="2236"/>
                    </a:moveTo>
                    <a:cubicBezTo>
                      <a:pt x="2846" y="2453"/>
                      <a:pt x="474" y="2168"/>
                      <a:pt x="0" y="1579"/>
                    </a:cubicBezTo>
                    <a:cubicBezTo>
                      <a:pt x="29" y="-1479"/>
                      <a:pt x="16156" y="556"/>
                      <a:pt x="5303" y="22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7" name="Freeform: Shape 2576">
                <a:extLst>
                  <a:ext uri="{FF2B5EF4-FFF2-40B4-BE49-F238E27FC236}">
                    <a16:creationId xmlns:a16="http://schemas.microsoft.com/office/drawing/2014/main" id="{80D9C4D1-7A85-D033-5245-29D82C5A54D7}"/>
                  </a:ext>
                </a:extLst>
              </p:cNvPr>
              <p:cNvSpPr/>
              <p:nvPr/>
            </p:nvSpPr>
            <p:spPr>
              <a:xfrm>
                <a:off x="3408974" y="6368781"/>
                <a:ext cx="8252" cy="2321"/>
              </a:xfrm>
              <a:custGeom>
                <a:avLst/>
                <a:gdLst>
                  <a:gd name="connsiteX0" fmla="*/ 4749 w 8252"/>
                  <a:gd name="connsiteY0" fmla="*/ 592 h 2321"/>
                  <a:gd name="connsiteX1" fmla="*/ 0 w 8252"/>
                  <a:gd name="connsiteY1" fmla="*/ 158 h 2321"/>
                  <a:gd name="connsiteX2" fmla="*/ 4749 w 8252"/>
                  <a:gd name="connsiteY2" fmla="*/ 592 h 2321"/>
                </a:gdLst>
                <a:ahLst/>
                <a:cxnLst>
                  <a:cxn ang="0">
                    <a:pos x="connsiteX0" y="connsiteY0"/>
                  </a:cxn>
                  <a:cxn ang="0">
                    <a:pos x="connsiteX1" y="connsiteY1"/>
                  </a:cxn>
                  <a:cxn ang="0">
                    <a:pos x="connsiteX2" y="connsiteY2"/>
                  </a:cxn>
                </a:cxnLst>
                <a:rect l="l" t="t" r="r" b="b"/>
                <a:pathLst>
                  <a:path w="8252" h="2321">
                    <a:moveTo>
                      <a:pt x="4749" y="592"/>
                    </a:moveTo>
                    <a:cubicBezTo>
                      <a:pt x="2503" y="26"/>
                      <a:pt x="383" y="-168"/>
                      <a:pt x="0" y="158"/>
                    </a:cubicBezTo>
                    <a:cubicBezTo>
                      <a:pt x="160" y="2146"/>
                      <a:pt x="14756" y="3621"/>
                      <a:pt x="4749" y="5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8" name="Freeform: Shape 2577">
                <a:extLst>
                  <a:ext uri="{FF2B5EF4-FFF2-40B4-BE49-F238E27FC236}">
                    <a16:creationId xmlns:a16="http://schemas.microsoft.com/office/drawing/2014/main" id="{448B771E-6E6E-8786-9BC9-265AFA2F5005}"/>
                  </a:ext>
                </a:extLst>
              </p:cNvPr>
              <p:cNvSpPr/>
              <p:nvPr/>
            </p:nvSpPr>
            <p:spPr>
              <a:xfrm>
                <a:off x="3365854" y="6382997"/>
                <a:ext cx="8403" cy="1502"/>
              </a:xfrm>
              <a:custGeom>
                <a:avLst/>
                <a:gdLst>
                  <a:gd name="connsiteX0" fmla="*/ 4881 w 8403"/>
                  <a:gd name="connsiteY0" fmla="*/ 777 h 1502"/>
                  <a:gd name="connsiteX1" fmla="*/ 0 w 8403"/>
                  <a:gd name="connsiteY1" fmla="*/ 0 h 1502"/>
                  <a:gd name="connsiteX2" fmla="*/ 4881 w 8403"/>
                  <a:gd name="connsiteY2" fmla="*/ 777 h 1502"/>
                </a:gdLst>
                <a:ahLst/>
                <a:cxnLst>
                  <a:cxn ang="0">
                    <a:pos x="connsiteX0" y="connsiteY0"/>
                  </a:cxn>
                  <a:cxn ang="0">
                    <a:pos x="connsiteX1" y="connsiteY1"/>
                  </a:cxn>
                  <a:cxn ang="0">
                    <a:pos x="connsiteX2" y="connsiteY2"/>
                  </a:cxn>
                </a:cxnLst>
                <a:rect l="l" t="t" r="r" b="b"/>
                <a:pathLst>
                  <a:path w="8403" h="1502">
                    <a:moveTo>
                      <a:pt x="4881" y="777"/>
                    </a:moveTo>
                    <a:cubicBezTo>
                      <a:pt x="2589" y="360"/>
                      <a:pt x="406" y="11"/>
                      <a:pt x="0" y="0"/>
                    </a:cubicBezTo>
                    <a:cubicBezTo>
                      <a:pt x="440" y="354"/>
                      <a:pt x="14888" y="2646"/>
                      <a:pt x="4881" y="77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9" name="Freeform: Shape 2578">
                <a:extLst>
                  <a:ext uri="{FF2B5EF4-FFF2-40B4-BE49-F238E27FC236}">
                    <a16:creationId xmlns:a16="http://schemas.microsoft.com/office/drawing/2014/main" id="{7E95B804-8FE0-8AA2-EBF0-1B9843F93F66}"/>
                  </a:ext>
                </a:extLst>
              </p:cNvPr>
              <p:cNvSpPr/>
              <p:nvPr/>
            </p:nvSpPr>
            <p:spPr>
              <a:xfrm>
                <a:off x="3320186" y="6378734"/>
                <a:ext cx="8581" cy="701"/>
              </a:xfrm>
              <a:custGeom>
                <a:avLst/>
                <a:gdLst>
                  <a:gd name="connsiteX0" fmla="*/ 5006 w 8581"/>
                  <a:gd name="connsiteY0" fmla="*/ 371 h 701"/>
                  <a:gd name="connsiteX1" fmla="*/ 0 w 8581"/>
                  <a:gd name="connsiteY1" fmla="*/ 0 h 701"/>
                  <a:gd name="connsiteX2" fmla="*/ 5006 w 8581"/>
                  <a:gd name="connsiteY2" fmla="*/ 371 h 701"/>
                </a:gdLst>
                <a:ahLst/>
                <a:cxnLst>
                  <a:cxn ang="0">
                    <a:pos x="connsiteX0" y="connsiteY0"/>
                  </a:cxn>
                  <a:cxn ang="0">
                    <a:pos x="connsiteX1" y="connsiteY1"/>
                  </a:cxn>
                  <a:cxn ang="0">
                    <a:pos x="connsiteX2" y="connsiteY2"/>
                  </a:cxn>
                </a:cxnLst>
                <a:rect l="l" t="t" r="r" b="b"/>
                <a:pathLst>
                  <a:path w="8581" h="701">
                    <a:moveTo>
                      <a:pt x="5006" y="371"/>
                    </a:moveTo>
                    <a:cubicBezTo>
                      <a:pt x="2663" y="177"/>
                      <a:pt x="429" y="6"/>
                      <a:pt x="0" y="0"/>
                    </a:cubicBezTo>
                    <a:cubicBezTo>
                      <a:pt x="457" y="165"/>
                      <a:pt x="15179" y="1229"/>
                      <a:pt x="5006" y="37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0" name="Freeform: Shape 2579">
                <a:extLst>
                  <a:ext uri="{FF2B5EF4-FFF2-40B4-BE49-F238E27FC236}">
                    <a16:creationId xmlns:a16="http://schemas.microsoft.com/office/drawing/2014/main" id="{F07F8F88-806D-6228-6C27-7360674E9E7D}"/>
                  </a:ext>
                </a:extLst>
              </p:cNvPr>
              <p:cNvSpPr/>
              <p:nvPr/>
            </p:nvSpPr>
            <p:spPr>
              <a:xfrm>
                <a:off x="2241417" y="7526058"/>
                <a:ext cx="12896" cy="5222"/>
              </a:xfrm>
              <a:custGeom>
                <a:avLst/>
                <a:gdLst>
                  <a:gd name="connsiteX0" fmla="*/ 8241 w 12896"/>
                  <a:gd name="connsiteY0" fmla="*/ 88 h 5222"/>
                  <a:gd name="connsiteX1" fmla="*/ 4658 w 12896"/>
                  <a:gd name="connsiteY1" fmla="*/ 5134 h 5222"/>
                  <a:gd name="connsiteX2" fmla="*/ 8241 w 12896"/>
                  <a:gd name="connsiteY2" fmla="*/ 88 h 5222"/>
                </a:gdLst>
                <a:ahLst/>
                <a:cxnLst>
                  <a:cxn ang="0">
                    <a:pos x="connsiteX0" y="connsiteY0"/>
                  </a:cxn>
                  <a:cxn ang="0">
                    <a:pos x="connsiteX1" y="connsiteY1"/>
                  </a:cxn>
                  <a:cxn ang="0">
                    <a:pos x="connsiteX2" y="connsiteY2"/>
                  </a:cxn>
                </a:cxnLst>
                <a:rect l="l" t="t" r="r" b="b"/>
                <a:pathLst>
                  <a:path w="12896" h="5222">
                    <a:moveTo>
                      <a:pt x="8241" y="88"/>
                    </a:moveTo>
                    <a:cubicBezTo>
                      <a:pt x="2875" y="-769"/>
                      <a:pt x="-5223" y="4889"/>
                      <a:pt x="4658" y="5134"/>
                    </a:cubicBezTo>
                    <a:cubicBezTo>
                      <a:pt x="10024" y="5992"/>
                      <a:pt x="18117" y="334"/>
                      <a:pt x="8241" y="8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1" name="Freeform: Shape 2580">
                <a:extLst>
                  <a:ext uri="{FF2B5EF4-FFF2-40B4-BE49-F238E27FC236}">
                    <a16:creationId xmlns:a16="http://schemas.microsoft.com/office/drawing/2014/main" id="{088512F5-CFCC-4914-4D3A-D4A18F8016AA}"/>
                  </a:ext>
                </a:extLst>
              </p:cNvPr>
              <p:cNvSpPr/>
              <p:nvPr/>
            </p:nvSpPr>
            <p:spPr>
              <a:xfrm>
                <a:off x="3437911" y="5801390"/>
                <a:ext cx="6789" cy="8097"/>
              </a:xfrm>
              <a:custGeom>
                <a:avLst/>
                <a:gdLst>
                  <a:gd name="connsiteX0" fmla="*/ 3810 w 6789"/>
                  <a:gd name="connsiteY0" fmla="*/ 3152 h 8097"/>
                  <a:gd name="connsiteX1" fmla="*/ 5319 w 6789"/>
                  <a:gd name="connsiteY1" fmla="*/ 7444 h 8097"/>
                  <a:gd name="connsiteX2" fmla="*/ 3810 w 6789"/>
                  <a:gd name="connsiteY2" fmla="*/ 3152 h 8097"/>
                </a:gdLst>
                <a:ahLst/>
                <a:cxnLst>
                  <a:cxn ang="0">
                    <a:pos x="connsiteX0" y="connsiteY0"/>
                  </a:cxn>
                  <a:cxn ang="0">
                    <a:pos x="connsiteX1" y="connsiteY1"/>
                  </a:cxn>
                  <a:cxn ang="0">
                    <a:pos x="connsiteX2" y="connsiteY2"/>
                  </a:cxn>
                </a:cxnLst>
                <a:rect l="l" t="t" r="r" b="b"/>
                <a:pathLst>
                  <a:path w="6789" h="8097">
                    <a:moveTo>
                      <a:pt x="3810" y="3152"/>
                    </a:moveTo>
                    <a:cubicBezTo>
                      <a:pt x="-3682" y="-5032"/>
                      <a:pt x="1547" y="5026"/>
                      <a:pt x="5319" y="7444"/>
                    </a:cubicBezTo>
                    <a:cubicBezTo>
                      <a:pt x="8896" y="10004"/>
                      <a:pt x="4970" y="4295"/>
                      <a:pt x="3810" y="315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2" name="Freeform: Shape 2581">
                <a:extLst>
                  <a:ext uri="{FF2B5EF4-FFF2-40B4-BE49-F238E27FC236}">
                    <a16:creationId xmlns:a16="http://schemas.microsoft.com/office/drawing/2014/main" id="{A7A1118F-D83B-5371-E0F2-FE04A9B7986C}"/>
                  </a:ext>
                </a:extLst>
              </p:cNvPr>
              <p:cNvSpPr/>
              <p:nvPr/>
            </p:nvSpPr>
            <p:spPr>
              <a:xfrm>
                <a:off x="2493312" y="6775220"/>
                <a:ext cx="10955" cy="3183"/>
              </a:xfrm>
              <a:custGeom>
                <a:avLst/>
                <a:gdLst>
                  <a:gd name="connsiteX0" fmla="*/ 6840 w 10955"/>
                  <a:gd name="connsiteY0" fmla="*/ 14 h 3183"/>
                  <a:gd name="connsiteX1" fmla="*/ 4109 w 10955"/>
                  <a:gd name="connsiteY1" fmla="*/ 3169 h 3183"/>
                  <a:gd name="connsiteX2" fmla="*/ 6840 w 10955"/>
                  <a:gd name="connsiteY2" fmla="*/ 14 h 3183"/>
                </a:gdLst>
                <a:ahLst/>
                <a:cxnLst>
                  <a:cxn ang="0">
                    <a:pos x="connsiteX0" y="connsiteY0"/>
                  </a:cxn>
                  <a:cxn ang="0">
                    <a:pos x="connsiteX1" y="connsiteY1"/>
                  </a:cxn>
                  <a:cxn ang="0">
                    <a:pos x="connsiteX2" y="connsiteY2"/>
                  </a:cxn>
                </a:cxnLst>
                <a:rect l="l" t="t" r="r" b="b"/>
                <a:pathLst>
                  <a:path w="10955" h="3183">
                    <a:moveTo>
                      <a:pt x="6840" y="14"/>
                    </a:moveTo>
                    <a:cubicBezTo>
                      <a:pt x="1868" y="-237"/>
                      <a:pt x="-4207" y="2907"/>
                      <a:pt x="4109" y="3169"/>
                    </a:cubicBezTo>
                    <a:cubicBezTo>
                      <a:pt x="9098" y="3426"/>
                      <a:pt x="15161" y="261"/>
                      <a:pt x="6840" y="1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3" name="Freeform: Shape 2582">
                <a:extLst>
                  <a:ext uri="{FF2B5EF4-FFF2-40B4-BE49-F238E27FC236}">
                    <a16:creationId xmlns:a16="http://schemas.microsoft.com/office/drawing/2014/main" id="{21FF0346-0ADA-C768-B779-54CB978483A7}"/>
                  </a:ext>
                </a:extLst>
              </p:cNvPr>
              <p:cNvSpPr/>
              <p:nvPr/>
            </p:nvSpPr>
            <p:spPr>
              <a:xfrm>
                <a:off x="2651182" y="6634739"/>
                <a:ext cx="10389" cy="2454"/>
              </a:xfrm>
              <a:custGeom>
                <a:avLst/>
                <a:gdLst>
                  <a:gd name="connsiteX0" fmla="*/ 6315 w 10389"/>
                  <a:gd name="connsiteY0" fmla="*/ 364 h 2454"/>
                  <a:gd name="connsiteX1" fmla="*/ 0 w 10389"/>
                  <a:gd name="connsiteY1" fmla="*/ 2095 h 2454"/>
                  <a:gd name="connsiteX2" fmla="*/ 6315 w 10389"/>
                  <a:gd name="connsiteY2" fmla="*/ 364 h 2454"/>
                </a:gdLst>
                <a:ahLst/>
                <a:cxnLst>
                  <a:cxn ang="0">
                    <a:pos x="connsiteX0" y="connsiteY0"/>
                  </a:cxn>
                  <a:cxn ang="0">
                    <a:pos x="connsiteX1" y="connsiteY1"/>
                  </a:cxn>
                  <a:cxn ang="0">
                    <a:pos x="connsiteX2" y="connsiteY2"/>
                  </a:cxn>
                </a:cxnLst>
                <a:rect l="l" t="t" r="r" b="b"/>
                <a:pathLst>
                  <a:path w="10389" h="2454">
                    <a:moveTo>
                      <a:pt x="6315" y="364"/>
                    </a:moveTo>
                    <a:cubicBezTo>
                      <a:pt x="3509" y="849"/>
                      <a:pt x="680" y="1627"/>
                      <a:pt x="0" y="2095"/>
                    </a:cubicBezTo>
                    <a:cubicBezTo>
                      <a:pt x="17" y="3833"/>
                      <a:pt x="18305" y="-1385"/>
                      <a:pt x="6315" y="36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4" name="Freeform: Shape 2583">
                <a:extLst>
                  <a:ext uri="{FF2B5EF4-FFF2-40B4-BE49-F238E27FC236}">
                    <a16:creationId xmlns:a16="http://schemas.microsoft.com/office/drawing/2014/main" id="{8B509A57-9F92-FAE3-072F-E5F8BFA295FB}"/>
                  </a:ext>
                </a:extLst>
              </p:cNvPr>
              <p:cNvSpPr/>
              <p:nvPr/>
            </p:nvSpPr>
            <p:spPr>
              <a:xfrm>
                <a:off x="2724100" y="6586115"/>
                <a:ext cx="10123" cy="3221"/>
              </a:xfrm>
              <a:custGeom>
                <a:avLst/>
                <a:gdLst>
                  <a:gd name="connsiteX0" fmla="*/ 6115 w 10123"/>
                  <a:gd name="connsiteY0" fmla="*/ 908 h 3221"/>
                  <a:gd name="connsiteX1" fmla="*/ 0 w 10123"/>
                  <a:gd name="connsiteY1" fmla="*/ 3092 h 3221"/>
                  <a:gd name="connsiteX2" fmla="*/ 6115 w 10123"/>
                  <a:gd name="connsiteY2" fmla="*/ 908 h 3221"/>
                </a:gdLst>
                <a:ahLst/>
                <a:cxnLst>
                  <a:cxn ang="0">
                    <a:pos x="connsiteX0" y="connsiteY0"/>
                  </a:cxn>
                  <a:cxn ang="0">
                    <a:pos x="connsiteX1" y="connsiteY1"/>
                  </a:cxn>
                  <a:cxn ang="0">
                    <a:pos x="connsiteX2" y="connsiteY2"/>
                  </a:cxn>
                </a:cxnLst>
                <a:rect l="l" t="t" r="r" b="b"/>
                <a:pathLst>
                  <a:path w="10123" h="3221">
                    <a:moveTo>
                      <a:pt x="6115" y="908"/>
                    </a:moveTo>
                    <a:cubicBezTo>
                      <a:pt x="3383" y="1703"/>
                      <a:pt x="646" y="2680"/>
                      <a:pt x="0" y="3092"/>
                    </a:cubicBezTo>
                    <a:cubicBezTo>
                      <a:pt x="120" y="4206"/>
                      <a:pt x="17842" y="-2326"/>
                      <a:pt x="6115" y="9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5" name="Freeform: Shape 2584">
                <a:extLst>
                  <a:ext uri="{FF2B5EF4-FFF2-40B4-BE49-F238E27FC236}">
                    <a16:creationId xmlns:a16="http://schemas.microsoft.com/office/drawing/2014/main" id="{D1CADD8B-BC8B-2FAF-88DA-00A11200D585}"/>
                  </a:ext>
                </a:extLst>
              </p:cNvPr>
              <p:cNvSpPr/>
              <p:nvPr/>
            </p:nvSpPr>
            <p:spPr>
              <a:xfrm>
                <a:off x="2793034" y="6538459"/>
                <a:ext cx="9767" cy="4091"/>
              </a:xfrm>
              <a:custGeom>
                <a:avLst/>
                <a:gdLst>
                  <a:gd name="connsiteX0" fmla="*/ 5921 w 9767"/>
                  <a:gd name="connsiteY0" fmla="*/ 1267 h 4091"/>
                  <a:gd name="connsiteX1" fmla="*/ 0 w 9767"/>
                  <a:gd name="connsiteY1" fmla="*/ 4038 h 4091"/>
                  <a:gd name="connsiteX2" fmla="*/ 5921 w 9767"/>
                  <a:gd name="connsiteY2" fmla="*/ 1267 h 4091"/>
                </a:gdLst>
                <a:ahLst/>
                <a:cxnLst>
                  <a:cxn ang="0">
                    <a:pos x="connsiteX0" y="connsiteY0"/>
                  </a:cxn>
                  <a:cxn ang="0">
                    <a:pos x="connsiteX1" y="connsiteY1"/>
                  </a:cxn>
                  <a:cxn ang="0">
                    <a:pos x="connsiteX2" y="connsiteY2"/>
                  </a:cxn>
                </a:cxnLst>
                <a:rect l="l" t="t" r="r" b="b"/>
                <a:pathLst>
                  <a:path w="9767" h="4091">
                    <a:moveTo>
                      <a:pt x="5921" y="1267"/>
                    </a:moveTo>
                    <a:cubicBezTo>
                      <a:pt x="3263" y="2347"/>
                      <a:pt x="611" y="3587"/>
                      <a:pt x="0" y="4038"/>
                    </a:cubicBezTo>
                    <a:cubicBezTo>
                      <a:pt x="434" y="4799"/>
                      <a:pt x="17088" y="-2957"/>
                      <a:pt x="5921" y="12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6" name="Freeform: Shape 2585">
                <a:extLst>
                  <a:ext uri="{FF2B5EF4-FFF2-40B4-BE49-F238E27FC236}">
                    <a16:creationId xmlns:a16="http://schemas.microsoft.com/office/drawing/2014/main" id="{8CBC26E7-D69C-8A29-3572-E5AB125ED32A}"/>
                  </a:ext>
                </a:extLst>
              </p:cNvPr>
              <p:cNvSpPr/>
              <p:nvPr/>
            </p:nvSpPr>
            <p:spPr>
              <a:xfrm>
                <a:off x="2574214" y="6694334"/>
                <a:ext cx="10601" cy="2333"/>
              </a:xfrm>
              <a:custGeom>
                <a:avLst/>
                <a:gdLst>
                  <a:gd name="connsiteX0" fmla="*/ 6599 w 10601"/>
                  <a:gd name="connsiteY0" fmla="*/ 34 h 2333"/>
                  <a:gd name="connsiteX1" fmla="*/ 3999 w 10601"/>
                  <a:gd name="connsiteY1" fmla="*/ 2303 h 2333"/>
                  <a:gd name="connsiteX2" fmla="*/ 6599 w 10601"/>
                  <a:gd name="connsiteY2" fmla="*/ 34 h 2333"/>
                </a:gdLst>
                <a:ahLst/>
                <a:cxnLst>
                  <a:cxn ang="0">
                    <a:pos x="connsiteX0" y="connsiteY0"/>
                  </a:cxn>
                  <a:cxn ang="0">
                    <a:pos x="connsiteX1" y="connsiteY1"/>
                  </a:cxn>
                  <a:cxn ang="0">
                    <a:pos x="connsiteX2" y="connsiteY2"/>
                  </a:cxn>
                </a:cxnLst>
                <a:rect l="l" t="t" r="r" b="b"/>
                <a:pathLst>
                  <a:path w="10601" h="2333">
                    <a:moveTo>
                      <a:pt x="6599" y="34"/>
                    </a:moveTo>
                    <a:cubicBezTo>
                      <a:pt x="1982" y="160"/>
                      <a:pt x="-4179" y="2634"/>
                      <a:pt x="3999" y="2303"/>
                    </a:cubicBezTo>
                    <a:cubicBezTo>
                      <a:pt x="8628" y="2194"/>
                      <a:pt x="14778" y="-320"/>
                      <a:pt x="6599" y="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7" name="Freeform: Shape 2586">
                <a:extLst>
                  <a:ext uri="{FF2B5EF4-FFF2-40B4-BE49-F238E27FC236}">
                    <a16:creationId xmlns:a16="http://schemas.microsoft.com/office/drawing/2014/main" id="{B59EAF65-8B94-5F4A-DA05-B6ED343970A7}"/>
                  </a:ext>
                </a:extLst>
              </p:cNvPr>
              <p:cNvSpPr/>
              <p:nvPr/>
            </p:nvSpPr>
            <p:spPr>
              <a:xfrm>
                <a:off x="2001193" y="7378739"/>
                <a:ext cx="13104" cy="4792"/>
              </a:xfrm>
              <a:custGeom>
                <a:avLst/>
                <a:gdLst>
                  <a:gd name="connsiteX0" fmla="*/ 8269 w 13104"/>
                  <a:gd name="connsiteY0" fmla="*/ 0 h 4792"/>
                  <a:gd name="connsiteX1" fmla="*/ 45 w 13104"/>
                  <a:gd name="connsiteY1" fmla="*/ 2349 h 4792"/>
                  <a:gd name="connsiteX2" fmla="*/ 8269 w 13104"/>
                  <a:gd name="connsiteY2" fmla="*/ 0 h 4792"/>
                </a:gdLst>
                <a:ahLst/>
                <a:cxnLst>
                  <a:cxn ang="0">
                    <a:pos x="connsiteX0" y="connsiteY0"/>
                  </a:cxn>
                  <a:cxn ang="0">
                    <a:pos x="connsiteX1" y="connsiteY1"/>
                  </a:cxn>
                  <a:cxn ang="0">
                    <a:pos x="connsiteX2" y="connsiteY2"/>
                  </a:cxn>
                </a:cxnLst>
                <a:rect l="l" t="t" r="r" b="b"/>
                <a:pathLst>
                  <a:path w="13104" h="4792">
                    <a:moveTo>
                      <a:pt x="8269" y="0"/>
                    </a:moveTo>
                    <a:cubicBezTo>
                      <a:pt x="4777" y="0"/>
                      <a:pt x="1096" y="1051"/>
                      <a:pt x="45" y="2349"/>
                    </a:cubicBezTo>
                    <a:cubicBezTo>
                      <a:pt x="-1178" y="8475"/>
                      <a:pt x="23151" y="1309"/>
                      <a:pt x="826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8" name="Freeform: Shape 2587">
                <a:extLst>
                  <a:ext uri="{FF2B5EF4-FFF2-40B4-BE49-F238E27FC236}">
                    <a16:creationId xmlns:a16="http://schemas.microsoft.com/office/drawing/2014/main" id="{C24FD65A-F44A-DCEE-5664-83C761BE1789}"/>
                  </a:ext>
                </a:extLst>
              </p:cNvPr>
              <p:cNvSpPr/>
              <p:nvPr/>
            </p:nvSpPr>
            <p:spPr>
              <a:xfrm>
                <a:off x="2112902" y="7241235"/>
                <a:ext cx="12586" cy="4447"/>
              </a:xfrm>
              <a:custGeom>
                <a:avLst/>
                <a:gdLst>
                  <a:gd name="connsiteX0" fmla="*/ 8077 w 12586"/>
                  <a:gd name="connsiteY0" fmla="*/ 29 h 4447"/>
                  <a:gd name="connsiteX1" fmla="*/ 4505 w 12586"/>
                  <a:gd name="connsiteY1" fmla="*/ 4419 h 4447"/>
                  <a:gd name="connsiteX2" fmla="*/ 8077 w 12586"/>
                  <a:gd name="connsiteY2" fmla="*/ 29 h 4447"/>
                </a:gdLst>
                <a:ahLst/>
                <a:cxnLst>
                  <a:cxn ang="0">
                    <a:pos x="connsiteX0" y="connsiteY0"/>
                  </a:cxn>
                  <a:cxn ang="0">
                    <a:pos x="connsiteX1" y="connsiteY1"/>
                  </a:cxn>
                  <a:cxn ang="0">
                    <a:pos x="connsiteX2" y="connsiteY2"/>
                  </a:cxn>
                </a:cxnLst>
                <a:rect l="l" t="t" r="r" b="b"/>
                <a:pathLst>
                  <a:path w="12586" h="4447">
                    <a:moveTo>
                      <a:pt x="8077" y="29"/>
                    </a:moveTo>
                    <a:cubicBezTo>
                      <a:pt x="2585" y="-394"/>
                      <a:pt x="-4959" y="3927"/>
                      <a:pt x="4505" y="4419"/>
                    </a:cubicBezTo>
                    <a:cubicBezTo>
                      <a:pt x="10008" y="4841"/>
                      <a:pt x="17546" y="521"/>
                      <a:pt x="8077"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9" name="Freeform: Shape 2588">
                <a:extLst>
                  <a:ext uri="{FF2B5EF4-FFF2-40B4-BE49-F238E27FC236}">
                    <a16:creationId xmlns:a16="http://schemas.microsoft.com/office/drawing/2014/main" id="{87D4735A-789F-60B0-9DFD-5CCA67D48FAD}"/>
                  </a:ext>
                </a:extLst>
              </p:cNvPr>
              <p:cNvSpPr/>
              <p:nvPr/>
            </p:nvSpPr>
            <p:spPr>
              <a:xfrm>
                <a:off x="2316107" y="6992770"/>
                <a:ext cx="11733" cy="3889"/>
              </a:xfrm>
              <a:custGeom>
                <a:avLst/>
                <a:gdLst>
                  <a:gd name="connsiteX0" fmla="*/ 7428 w 11733"/>
                  <a:gd name="connsiteY0" fmla="*/ 24 h 3889"/>
                  <a:gd name="connsiteX1" fmla="*/ 4302 w 11733"/>
                  <a:gd name="connsiteY1" fmla="*/ 3865 h 3889"/>
                  <a:gd name="connsiteX2" fmla="*/ 7428 w 11733"/>
                  <a:gd name="connsiteY2" fmla="*/ 24 h 3889"/>
                </a:gdLst>
                <a:ahLst/>
                <a:cxnLst>
                  <a:cxn ang="0">
                    <a:pos x="connsiteX0" y="connsiteY0"/>
                  </a:cxn>
                  <a:cxn ang="0">
                    <a:pos x="connsiteX1" y="connsiteY1"/>
                  </a:cxn>
                  <a:cxn ang="0">
                    <a:pos x="connsiteX2" y="connsiteY2"/>
                  </a:cxn>
                </a:cxnLst>
                <a:rect l="l" t="t" r="r" b="b"/>
                <a:pathLst>
                  <a:path w="11733" h="3889">
                    <a:moveTo>
                      <a:pt x="7428" y="24"/>
                    </a:moveTo>
                    <a:cubicBezTo>
                      <a:pt x="2182" y="-337"/>
                      <a:pt x="-4556" y="3453"/>
                      <a:pt x="4302" y="3865"/>
                    </a:cubicBezTo>
                    <a:cubicBezTo>
                      <a:pt x="9560" y="4230"/>
                      <a:pt x="16287" y="435"/>
                      <a:pt x="7428" y="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0" name="Freeform: Shape 2589">
                <a:extLst>
                  <a:ext uri="{FF2B5EF4-FFF2-40B4-BE49-F238E27FC236}">
                    <a16:creationId xmlns:a16="http://schemas.microsoft.com/office/drawing/2014/main" id="{D0E5D84F-9BB3-0252-8F97-50CDED7ACCCC}"/>
                  </a:ext>
                </a:extLst>
              </p:cNvPr>
              <p:cNvSpPr/>
              <p:nvPr/>
            </p:nvSpPr>
            <p:spPr>
              <a:xfrm>
                <a:off x="2217860" y="7112868"/>
                <a:ext cx="12149" cy="4156"/>
              </a:xfrm>
              <a:custGeom>
                <a:avLst/>
                <a:gdLst>
                  <a:gd name="connsiteX0" fmla="*/ 7744 w 12149"/>
                  <a:gd name="connsiteY0" fmla="*/ 26 h 4156"/>
                  <a:gd name="connsiteX1" fmla="*/ 4400 w 12149"/>
                  <a:gd name="connsiteY1" fmla="*/ 4130 h 4156"/>
                  <a:gd name="connsiteX2" fmla="*/ 7744 w 12149"/>
                  <a:gd name="connsiteY2" fmla="*/ 26 h 4156"/>
                </a:gdLst>
                <a:ahLst/>
                <a:cxnLst>
                  <a:cxn ang="0">
                    <a:pos x="connsiteX0" y="connsiteY0"/>
                  </a:cxn>
                  <a:cxn ang="0">
                    <a:pos x="connsiteX1" y="connsiteY1"/>
                  </a:cxn>
                  <a:cxn ang="0">
                    <a:pos x="connsiteX2" y="connsiteY2"/>
                  </a:cxn>
                </a:cxnLst>
                <a:rect l="l" t="t" r="r" b="b"/>
                <a:pathLst>
                  <a:path w="12149" h="4156">
                    <a:moveTo>
                      <a:pt x="7744" y="26"/>
                    </a:moveTo>
                    <a:cubicBezTo>
                      <a:pt x="2383" y="-362"/>
                      <a:pt x="-4755" y="3678"/>
                      <a:pt x="4400" y="4130"/>
                    </a:cubicBezTo>
                    <a:cubicBezTo>
                      <a:pt x="9772" y="4518"/>
                      <a:pt x="16905" y="478"/>
                      <a:pt x="7744" y="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1" name="Freeform: Shape 2590">
                <a:extLst>
                  <a:ext uri="{FF2B5EF4-FFF2-40B4-BE49-F238E27FC236}">
                    <a16:creationId xmlns:a16="http://schemas.microsoft.com/office/drawing/2014/main" id="{B37AE399-1C81-DD8A-72D9-3F9FC2A6911F}"/>
                  </a:ext>
                </a:extLst>
              </p:cNvPr>
              <p:cNvSpPr/>
              <p:nvPr/>
            </p:nvSpPr>
            <p:spPr>
              <a:xfrm>
                <a:off x="2857985" y="6481267"/>
                <a:ext cx="9574" cy="5063"/>
              </a:xfrm>
              <a:custGeom>
                <a:avLst/>
                <a:gdLst>
                  <a:gd name="connsiteX0" fmla="*/ 5732 w 9574"/>
                  <a:gd name="connsiteY0" fmla="*/ 1543 h 5063"/>
                  <a:gd name="connsiteX1" fmla="*/ 0 w 9574"/>
                  <a:gd name="connsiteY1" fmla="*/ 4938 h 5063"/>
                  <a:gd name="connsiteX2" fmla="*/ 5732 w 9574"/>
                  <a:gd name="connsiteY2" fmla="*/ 1543 h 5063"/>
                </a:gdLst>
                <a:ahLst/>
                <a:cxnLst>
                  <a:cxn ang="0">
                    <a:pos x="connsiteX0" y="connsiteY0"/>
                  </a:cxn>
                  <a:cxn ang="0">
                    <a:pos x="connsiteX1" y="connsiteY1"/>
                  </a:cxn>
                  <a:cxn ang="0">
                    <a:pos x="connsiteX2" y="connsiteY2"/>
                  </a:cxn>
                </a:cxnLst>
                <a:rect l="l" t="t" r="r" b="b"/>
                <a:pathLst>
                  <a:path w="9574" h="5063">
                    <a:moveTo>
                      <a:pt x="5732" y="1543"/>
                    </a:moveTo>
                    <a:cubicBezTo>
                      <a:pt x="3143" y="2829"/>
                      <a:pt x="577" y="4349"/>
                      <a:pt x="0" y="4938"/>
                    </a:cubicBezTo>
                    <a:cubicBezTo>
                      <a:pt x="326" y="6281"/>
                      <a:pt x="16854" y="-3721"/>
                      <a:pt x="5732" y="15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2" name="Freeform: Shape 2591">
                <a:extLst>
                  <a:ext uri="{FF2B5EF4-FFF2-40B4-BE49-F238E27FC236}">
                    <a16:creationId xmlns:a16="http://schemas.microsoft.com/office/drawing/2014/main" id="{89F79A33-67C9-D19D-CE77-123F7FAA4130}"/>
                  </a:ext>
                </a:extLst>
              </p:cNvPr>
              <p:cNvSpPr/>
              <p:nvPr/>
            </p:nvSpPr>
            <p:spPr>
              <a:xfrm>
                <a:off x="2407922" y="6880134"/>
                <a:ext cx="11431" cy="3683"/>
              </a:xfrm>
              <a:custGeom>
                <a:avLst/>
                <a:gdLst>
                  <a:gd name="connsiteX0" fmla="*/ 7031 w 11431"/>
                  <a:gd name="connsiteY0" fmla="*/ 0 h 3683"/>
                  <a:gd name="connsiteX1" fmla="*/ 13 w 11431"/>
                  <a:gd name="connsiteY1" fmla="*/ 1805 h 3683"/>
                  <a:gd name="connsiteX2" fmla="*/ 7031 w 11431"/>
                  <a:gd name="connsiteY2" fmla="*/ 0 h 3683"/>
                </a:gdLst>
                <a:ahLst/>
                <a:cxnLst>
                  <a:cxn ang="0">
                    <a:pos x="connsiteX0" y="connsiteY0"/>
                  </a:cxn>
                  <a:cxn ang="0">
                    <a:pos x="connsiteX1" y="connsiteY1"/>
                  </a:cxn>
                  <a:cxn ang="0">
                    <a:pos x="connsiteX2" y="connsiteY2"/>
                  </a:cxn>
                </a:cxnLst>
                <a:rect l="l" t="t" r="r" b="b"/>
                <a:pathLst>
                  <a:path w="11431" h="3683">
                    <a:moveTo>
                      <a:pt x="7031" y="0"/>
                    </a:moveTo>
                    <a:cubicBezTo>
                      <a:pt x="3962" y="0"/>
                      <a:pt x="818" y="806"/>
                      <a:pt x="13" y="1805"/>
                    </a:cubicBezTo>
                    <a:cubicBezTo>
                      <a:pt x="-582" y="6509"/>
                      <a:pt x="20249" y="1017"/>
                      <a:pt x="703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3" name="Freeform: Shape 2592">
                <a:extLst>
                  <a:ext uri="{FF2B5EF4-FFF2-40B4-BE49-F238E27FC236}">
                    <a16:creationId xmlns:a16="http://schemas.microsoft.com/office/drawing/2014/main" id="{192C9C46-B9DA-D50C-7F4D-7E9FBFAC2977}"/>
                  </a:ext>
                </a:extLst>
              </p:cNvPr>
              <p:cNvSpPr/>
              <p:nvPr/>
            </p:nvSpPr>
            <p:spPr>
              <a:xfrm>
                <a:off x="3232769" y="6238628"/>
                <a:ext cx="8097" cy="3874"/>
              </a:xfrm>
              <a:custGeom>
                <a:avLst/>
                <a:gdLst>
                  <a:gd name="connsiteX0" fmla="*/ 4715 w 8097"/>
                  <a:gd name="connsiteY0" fmla="*/ 718 h 3874"/>
                  <a:gd name="connsiteX1" fmla="*/ 6 w 8097"/>
                  <a:gd name="connsiteY1" fmla="*/ 472 h 3874"/>
                  <a:gd name="connsiteX2" fmla="*/ 4715 w 8097"/>
                  <a:gd name="connsiteY2" fmla="*/ 718 h 3874"/>
                </a:gdLst>
                <a:ahLst/>
                <a:cxnLst>
                  <a:cxn ang="0">
                    <a:pos x="connsiteX0" y="connsiteY0"/>
                  </a:cxn>
                  <a:cxn ang="0">
                    <a:pos x="connsiteX1" y="connsiteY1"/>
                  </a:cxn>
                  <a:cxn ang="0">
                    <a:pos x="connsiteX2" y="connsiteY2"/>
                  </a:cxn>
                </a:cxnLst>
                <a:rect l="l" t="t" r="r" b="b"/>
                <a:pathLst>
                  <a:path w="8097" h="3874">
                    <a:moveTo>
                      <a:pt x="4715" y="718"/>
                    </a:moveTo>
                    <a:cubicBezTo>
                      <a:pt x="2526" y="-134"/>
                      <a:pt x="417" y="-242"/>
                      <a:pt x="6" y="472"/>
                    </a:cubicBezTo>
                    <a:cubicBezTo>
                      <a:pt x="-337" y="4341"/>
                      <a:pt x="14591" y="5535"/>
                      <a:pt x="4715" y="7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4" name="Freeform: Shape 2593">
                <a:extLst>
                  <a:ext uri="{FF2B5EF4-FFF2-40B4-BE49-F238E27FC236}">
                    <a16:creationId xmlns:a16="http://schemas.microsoft.com/office/drawing/2014/main" id="{8BE81C55-34CA-E09E-5086-316DB2EBD63A}"/>
                  </a:ext>
                </a:extLst>
              </p:cNvPr>
              <p:cNvSpPr/>
              <p:nvPr/>
            </p:nvSpPr>
            <p:spPr>
              <a:xfrm>
                <a:off x="3319936" y="6050620"/>
                <a:ext cx="7535" cy="6277"/>
              </a:xfrm>
              <a:custGeom>
                <a:avLst/>
                <a:gdLst>
                  <a:gd name="connsiteX0" fmla="*/ 4456 w 7535"/>
                  <a:gd name="connsiteY0" fmla="*/ 1473 h 6277"/>
                  <a:gd name="connsiteX1" fmla="*/ 3073 w 7535"/>
                  <a:gd name="connsiteY1" fmla="*/ 4811 h 6277"/>
                  <a:gd name="connsiteX2" fmla="*/ 4456 w 7535"/>
                  <a:gd name="connsiteY2" fmla="*/ 1473 h 6277"/>
                </a:gdLst>
                <a:ahLst/>
                <a:cxnLst>
                  <a:cxn ang="0">
                    <a:pos x="connsiteX0" y="connsiteY0"/>
                  </a:cxn>
                  <a:cxn ang="0">
                    <a:pos x="connsiteX1" y="connsiteY1"/>
                  </a:cxn>
                  <a:cxn ang="0">
                    <a:pos x="connsiteX2" y="connsiteY2"/>
                  </a:cxn>
                </a:cxnLst>
                <a:rect l="l" t="t" r="r" b="b"/>
                <a:pathLst>
                  <a:path w="7535" h="6277">
                    <a:moveTo>
                      <a:pt x="4456" y="1473"/>
                    </a:moveTo>
                    <a:cubicBezTo>
                      <a:pt x="-893" y="-2202"/>
                      <a:pt x="-1516" y="1794"/>
                      <a:pt x="3073" y="4811"/>
                    </a:cubicBezTo>
                    <a:cubicBezTo>
                      <a:pt x="8440" y="8457"/>
                      <a:pt x="9045" y="4525"/>
                      <a:pt x="4456" y="147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5" name="Freeform: Shape 2594">
                <a:extLst>
                  <a:ext uri="{FF2B5EF4-FFF2-40B4-BE49-F238E27FC236}">
                    <a16:creationId xmlns:a16="http://schemas.microsoft.com/office/drawing/2014/main" id="{9B67DA12-05FF-1676-5CC7-DC0F1C2E9B17}"/>
                  </a:ext>
                </a:extLst>
              </p:cNvPr>
              <p:cNvSpPr/>
              <p:nvPr/>
            </p:nvSpPr>
            <p:spPr>
              <a:xfrm>
                <a:off x="3277183" y="6150401"/>
                <a:ext cx="7705" cy="5159"/>
              </a:xfrm>
              <a:custGeom>
                <a:avLst/>
                <a:gdLst>
                  <a:gd name="connsiteX0" fmla="*/ 4569 w 7705"/>
                  <a:gd name="connsiteY0" fmla="*/ 1008 h 5159"/>
                  <a:gd name="connsiteX1" fmla="*/ 3135 w 7705"/>
                  <a:gd name="connsiteY1" fmla="*/ 4156 h 5159"/>
                  <a:gd name="connsiteX2" fmla="*/ 4569 w 7705"/>
                  <a:gd name="connsiteY2" fmla="*/ 1008 h 5159"/>
                </a:gdLst>
                <a:ahLst/>
                <a:cxnLst>
                  <a:cxn ang="0">
                    <a:pos x="connsiteX0" y="connsiteY0"/>
                  </a:cxn>
                  <a:cxn ang="0">
                    <a:pos x="connsiteX1" y="connsiteY1"/>
                  </a:cxn>
                  <a:cxn ang="0">
                    <a:pos x="connsiteX2" y="connsiteY2"/>
                  </a:cxn>
                </a:cxnLst>
                <a:rect l="l" t="t" r="r" b="b"/>
                <a:pathLst>
                  <a:path w="7705" h="5159">
                    <a:moveTo>
                      <a:pt x="4569" y="1008"/>
                    </a:moveTo>
                    <a:cubicBezTo>
                      <a:pt x="-557" y="-1708"/>
                      <a:pt x="-1831" y="1653"/>
                      <a:pt x="3135" y="4156"/>
                    </a:cubicBezTo>
                    <a:cubicBezTo>
                      <a:pt x="8273" y="6848"/>
                      <a:pt x="9530" y="3545"/>
                      <a:pt x="4569" y="100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6" name="Freeform: Shape 2595">
                <a:extLst>
                  <a:ext uri="{FF2B5EF4-FFF2-40B4-BE49-F238E27FC236}">
                    <a16:creationId xmlns:a16="http://schemas.microsoft.com/office/drawing/2014/main" id="{D4AEB509-4C1A-C8E4-2C76-BF80B39F0CFD}"/>
                  </a:ext>
                </a:extLst>
              </p:cNvPr>
              <p:cNvSpPr/>
              <p:nvPr/>
            </p:nvSpPr>
            <p:spPr>
              <a:xfrm>
                <a:off x="3400137" y="5863900"/>
                <a:ext cx="7400" cy="8151"/>
              </a:xfrm>
              <a:custGeom>
                <a:avLst/>
                <a:gdLst>
                  <a:gd name="connsiteX0" fmla="*/ 4322 w 7400"/>
                  <a:gd name="connsiteY0" fmla="*/ 2896 h 8151"/>
                  <a:gd name="connsiteX1" fmla="*/ 7345 w 7400"/>
                  <a:gd name="connsiteY1" fmla="*/ 8040 h 8151"/>
                  <a:gd name="connsiteX2" fmla="*/ 4322 w 7400"/>
                  <a:gd name="connsiteY2" fmla="*/ 2896 h 8151"/>
                </a:gdLst>
                <a:ahLst/>
                <a:cxnLst>
                  <a:cxn ang="0">
                    <a:pos x="connsiteX0" y="connsiteY0"/>
                  </a:cxn>
                  <a:cxn ang="0">
                    <a:pos x="connsiteX1" y="connsiteY1"/>
                  </a:cxn>
                  <a:cxn ang="0">
                    <a:pos x="connsiteX2" y="connsiteY2"/>
                  </a:cxn>
                </a:cxnLst>
                <a:rect l="l" t="t" r="r" b="b"/>
                <a:pathLst>
                  <a:path w="7400" h="8151">
                    <a:moveTo>
                      <a:pt x="4322" y="2896"/>
                    </a:moveTo>
                    <a:cubicBezTo>
                      <a:pt x="-5571" y="-6346"/>
                      <a:pt x="4179" y="9628"/>
                      <a:pt x="7345" y="8040"/>
                    </a:cubicBezTo>
                    <a:cubicBezTo>
                      <a:pt x="7694" y="7342"/>
                      <a:pt x="6340" y="5039"/>
                      <a:pt x="4322" y="28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7" name="Freeform: Shape 2596">
                <a:extLst>
                  <a:ext uri="{FF2B5EF4-FFF2-40B4-BE49-F238E27FC236}">
                    <a16:creationId xmlns:a16="http://schemas.microsoft.com/office/drawing/2014/main" id="{161118DA-F80B-0E29-7D84-322E5B6A7B51}"/>
                  </a:ext>
                </a:extLst>
              </p:cNvPr>
              <p:cNvSpPr/>
              <p:nvPr/>
            </p:nvSpPr>
            <p:spPr>
              <a:xfrm>
                <a:off x="3360977" y="5951185"/>
                <a:ext cx="7372" cy="7282"/>
              </a:xfrm>
              <a:custGeom>
                <a:avLst/>
                <a:gdLst>
                  <a:gd name="connsiteX0" fmla="*/ 4345 w 7372"/>
                  <a:gd name="connsiteY0" fmla="*/ 2079 h 7282"/>
                  <a:gd name="connsiteX1" fmla="*/ 3025 w 7372"/>
                  <a:gd name="connsiteY1" fmla="*/ 5211 h 7282"/>
                  <a:gd name="connsiteX2" fmla="*/ 4345 w 7372"/>
                  <a:gd name="connsiteY2" fmla="*/ 2079 h 7282"/>
                </a:gdLst>
                <a:ahLst/>
                <a:cxnLst>
                  <a:cxn ang="0">
                    <a:pos x="connsiteX0" y="connsiteY0"/>
                  </a:cxn>
                  <a:cxn ang="0">
                    <a:pos x="connsiteX1" y="connsiteY1"/>
                  </a:cxn>
                  <a:cxn ang="0">
                    <a:pos x="connsiteX2" y="connsiteY2"/>
                  </a:cxn>
                </a:cxnLst>
                <a:rect l="l" t="t" r="r" b="b"/>
                <a:pathLst>
                  <a:path w="7372" h="7282">
                    <a:moveTo>
                      <a:pt x="4345" y="2079"/>
                    </a:moveTo>
                    <a:cubicBezTo>
                      <a:pt x="-1049" y="-2596"/>
                      <a:pt x="-1341" y="1570"/>
                      <a:pt x="3025" y="5211"/>
                    </a:cubicBezTo>
                    <a:cubicBezTo>
                      <a:pt x="8432" y="9857"/>
                      <a:pt x="8706" y="5748"/>
                      <a:pt x="4345" y="207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8" name="Freeform: Shape 2597">
                <a:extLst>
                  <a:ext uri="{FF2B5EF4-FFF2-40B4-BE49-F238E27FC236}">
                    <a16:creationId xmlns:a16="http://schemas.microsoft.com/office/drawing/2014/main" id="{8849264B-699B-8572-BE54-A6F89A096C0B}"/>
                  </a:ext>
                </a:extLst>
              </p:cNvPr>
              <p:cNvSpPr/>
              <p:nvPr/>
            </p:nvSpPr>
            <p:spPr>
              <a:xfrm>
                <a:off x="3139043" y="6335206"/>
                <a:ext cx="8437" cy="1970"/>
              </a:xfrm>
              <a:custGeom>
                <a:avLst/>
                <a:gdLst>
                  <a:gd name="connsiteX0" fmla="*/ 4961 w 8437"/>
                  <a:gd name="connsiteY0" fmla="*/ 643 h 1970"/>
                  <a:gd name="connsiteX1" fmla="*/ 0 w 8437"/>
                  <a:gd name="connsiteY1" fmla="*/ 66 h 1970"/>
                  <a:gd name="connsiteX2" fmla="*/ 4961 w 8437"/>
                  <a:gd name="connsiteY2" fmla="*/ 643 h 1970"/>
                </a:gdLst>
                <a:ahLst/>
                <a:cxnLst>
                  <a:cxn ang="0">
                    <a:pos x="connsiteX0" y="connsiteY0"/>
                  </a:cxn>
                  <a:cxn ang="0">
                    <a:pos x="connsiteX1" y="connsiteY1"/>
                  </a:cxn>
                  <a:cxn ang="0">
                    <a:pos x="connsiteX2" y="connsiteY2"/>
                  </a:cxn>
                </a:cxnLst>
                <a:rect l="l" t="t" r="r" b="b"/>
                <a:pathLst>
                  <a:path w="8437" h="1970">
                    <a:moveTo>
                      <a:pt x="4961" y="643"/>
                    </a:moveTo>
                    <a:cubicBezTo>
                      <a:pt x="2669" y="122"/>
                      <a:pt x="451" y="-129"/>
                      <a:pt x="0" y="66"/>
                    </a:cubicBezTo>
                    <a:cubicBezTo>
                      <a:pt x="114" y="1488"/>
                      <a:pt x="15002" y="3226"/>
                      <a:pt x="4961" y="6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9" name="Freeform: Shape 2598">
                <a:extLst>
                  <a:ext uri="{FF2B5EF4-FFF2-40B4-BE49-F238E27FC236}">
                    <a16:creationId xmlns:a16="http://schemas.microsoft.com/office/drawing/2014/main" id="{176715AE-2967-11C5-A039-79CDD83B5508}"/>
                  </a:ext>
                </a:extLst>
              </p:cNvPr>
              <p:cNvSpPr/>
              <p:nvPr/>
            </p:nvSpPr>
            <p:spPr>
              <a:xfrm>
                <a:off x="3035796" y="6389668"/>
                <a:ext cx="8836" cy="1700"/>
              </a:xfrm>
              <a:custGeom>
                <a:avLst/>
                <a:gdLst>
                  <a:gd name="connsiteX0" fmla="*/ 5224 w 8836"/>
                  <a:gd name="connsiteY0" fmla="*/ 4 h 1700"/>
                  <a:gd name="connsiteX1" fmla="*/ 0 w 8836"/>
                  <a:gd name="connsiteY1" fmla="*/ 753 h 1700"/>
                  <a:gd name="connsiteX2" fmla="*/ 5224 w 8836"/>
                  <a:gd name="connsiteY2" fmla="*/ 4 h 1700"/>
                </a:gdLst>
                <a:ahLst/>
                <a:cxnLst>
                  <a:cxn ang="0">
                    <a:pos x="connsiteX0" y="connsiteY0"/>
                  </a:cxn>
                  <a:cxn ang="0">
                    <a:pos x="connsiteX1" y="connsiteY1"/>
                  </a:cxn>
                  <a:cxn ang="0">
                    <a:pos x="connsiteX2" y="connsiteY2"/>
                  </a:cxn>
                </a:cxnLst>
                <a:rect l="l" t="t" r="r" b="b"/>
                <a:pathLst>
                  <a:path w="8836" h="1700">
                    <a:moveTo>
                      <a:pt x="5224" y="4"/>
                    </a:moveTo>
                    <a:cubicBezTo>
                      <a:pt x="2829" y="-41"/>
                      <a:pt x="491" y="290"/>
                      <a:pt x="0" y="753"/>
                    </a:cubicBezTo>
                    <a:cubicBezTo>
                      <a:pt x="103" y="2982"/>
                      <a:pt x="15688" y="667"/>
                      <a:pt x="5224"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0" name="Freeform: Shape 2599">
                <a:extLst>
                  <a:ext uri="{FF2B5EF4-FFF2-40B4-BE49-F238E27FC236}">
                    <a16:creationId xmlns:a16="http://schemas.microsoft.com/office/drawing/2014/main" id="{B4522D90-BDFF-4047-2A1B-C860F710F80F}"/>
                  </a:ext>
                </a:extLst>
              </p:cNvPr>
              <p:cNvSpPr/>
              <p:nvPr/>
            </p:nvSpPr>
            <p:spPr>
              <a:xfrm>
                <a:off x="2979818" y="6431764"/>
                <a:ext cx="9038" cy="1119"/>
              </a:xfrm>
              <a:custGeom>
                <a:avLst/>
                <a:gdLst>
                  <a:gd name="connsiteX0" fmla="*/ 5412 w 9038"/>
                  <a:gd name="connsiteY0" fmla="*/ 520 h 1119"/>
                  <a:gd name="connsiteX1" fmla="*/ 0 w 9038"/>
                  <a:gd name="connsiteY1" fmla="*/ 1120 h 1119"/>
                  <a:gd name="connsiteX2" fmla="*/ 5412 w 9038"/>
                  <a:gd name="connsiteY2" fmla="*/ 520 h 1119"/>
                </a:gdLst>
                <a:ahLst/>
                <a:cxnLst>
                  <a:cxn ang="0">
                    <a:pos x="connsiteX0" y="connsiteY0"/>
                  </a:cxn>
                  <a:cxn ang="0">
                    <a:pos x="connsiteX1" y="connsiteY1"/>
                  </a:cxn>
                  <a:cxn ang="0">
                    <a:pos x="connsiteX2" y="connsiteY2"/>
                  </a:cxn>
                </a:cxnLst>
                <a:rect l="l" t="t" r="r" b="b"/>
                <a:pathLst>
                  <a:path w="9038" h="1119">
                    <a:moveTo>
                      <a:pt x="5412" y="520"/>
                    </a:moveTo>
                    <a:cubicBezTo>
                      <a:pt x="2955" y="817"/>
                      <a:pt x="531" y="1091"/>
                      <a:pt x="0" y="1120"/>
                    </a:cubicBezTo>
                    <a:cubicBezTo>
                      <a:pt x="274" y="857"/>
                      <a:pt x="15922" y="-835"/>
                      <a:pt x="5412" y="5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1" name="Freeform: Shape 2600">
                <a:extLst>
                  <a:ext uri="{FF2B5EF4-FFF2-40B4-BE49-F238E27FC236}">
                    <a16:creationId xmlns:a16="http://schemas.microsoft.com/office/drawing/2014/main" id="{29923659-86B5-BC68-5A68-4D40A824AA2A}"/>
                  </a:ext>
                </a:extLst>
              </p:cNvPr>
              <p:cNvSpPr/>
              <p:nvPr/>
            </p:nvSpPr>
            <p:spPr>
              <a:xfrm>
                <a:off x="3186969" y="6302992"/>
                <a:ext cx="8267" cy="2928"/>
              </a:xfrm>
              <a:custGeom>
                <a:avLst/>
                <a:gdLst>
                  <a:gd name="connsiteX0" fmla="*/ 4824 w 8267"/>
                  <a:gd name="connsiteY0" fmla="*/ 726 h 2928"/>
                  <a:gd name="connsiteX1" fmla="*/ 0 w 8267"/>
                  <a:gd name="connsiteY1" fmla="*/ 212 h 2928"/>
                  <a:gd name="connsiteX2" fmla="*/ 4824 w 8267"/>
                  <a:gd name="connsiteY2" fmla="*/ 726 h 2928"/>
                </a:gdLst>
                <a:ahLst/>
                <a:cxnLst>
                  <a:cxn ang="0">
                    <a:pos x="connsiteX0" y="connsiteY0"/>
                  </a:cxn>
                  <a:cxn ang="0">
                    <a:pos x="connsiteX1" y="connsiteY1"/>
                  </a:cxn>
                  <a:cxn ang="0">
                    <a:pos x="connsiteX2" y="connsiteY2"/>
                  </a:cxn>
                </a:cxnLst>
                <a:rect l="l" t="t" r="r" b="b"/>
                <a:pathLst>
                  <a:path w="8267" h="2928">
                    <a:moveTo>
                      <a:pt x="4824" y="726"/>
                    </a:moveTo>
                    <a:cubicBezTo>
                      <a:pt x="2584" y="18"/>
                      <a:pt x="423" y="-211"/>
                      <a:pt x="0" y="212"/>
                    </a:cubicBezTo>
                    <a:cubicBezTo>
                      <a:pt x="-91" y="2761"/>
                      <a:pt x="14802" y="4539"/>
                      <a:pt x="4824" y="7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2" name="Freeform: Shape 2601">
                <a:extLst>
                  <a:ext uri="{FF2B5EF4-FFF2-40B4-BE49-F238E27FC236}">
                    <a16:creationId xmlns:a16="http://schemas.microsoft.com/office/drawing/2014/main" id="{94D8956B-B99E-5250-BE62-DD84FDEB3E10}"/>
                  </a:ext>
                </a:extLst>
              </p:cNvPr>
              <p:cNvSpPr/>
              <p:nvPr/>
            </p:nvSpPr>
            <p:spPr>
              <a:xfrm>
                <a:off x="3088488" y="6355518"/>
                <a:ext cx="8621" cy="1158"/>
              </a:xfrm>
              <a:custGeom>
                <a:avLst/>
                <a:gdLst>
                  <a:gd name="connsiteX0" fmla="*/ 5092 w 8621"/>
                  <a:gd name="connsiteY0" fmla="*/ 219 h 1158"/>
                  <a:gd name="connsiteX1" fmla="*/ 0 w 8621"/>
                  <a:gd name="connsiteY1" fmla="*/ 138 h 1158"/>
                  <a:gd name="connsiteX2" fmla="*/ 5092 w 8621"/>
                  <a:gd name="connsiteY2" fmla="*/ 219 h 1158"/>
                </a:gdLst>
                <a:ahLst/>
                <a:cxnLst>
                  <a:cxn ang="0">
                    <a:pos x="connsiteX0" y="connsiteY0"/>
                  </a:cxn>
                  <a:cxn ang="0">
                    <a:pos x="connsiteX1" y="connsiteY1"/>
                  </a:cxn>
                  <a:cxn ang="0">
                    <a:pos x="connsiteX2" y="connsiteY2"/>
                  </a:cxn>
                </a:cxnLst>
                <a:rect l="l" t="t" r="r" b="b"/>
                <a:pathLst>
                  <a:path w="8621" h="1158">
                    <a:moveTo>
                      <a:pt x="5092" y="219"/>
                    </a:moveTo>
                    <a:cubicBezTo>
                      <a:pt x="2755" y="-39"/>
                      <a:pt x="469" y="-73"/>
                      <a:pt x="0" y="138"/>
                    </a:cubicBezTo>
                    <a:cubicBezTo>
                      <a:pt x="171" y="1384"/>
                      <a:pt x="15288" y="1579"/>
                      <a:pt x="5092" y="2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3" name="Freeform: Shape 2602">
                <a:extLst>
                  <a:ext uri="{FF2B5EF4-FFF2-40B4-BE49-F238E27FC236}">
                    <a16:creationId xmlns:a16="http://schemas.microsoft.com/office/drawing/2014/main" id="{1F9237ED-84CD-F9D2-BC9D-6710B9A5C818}"/>
                  </a:ext>
                </a:extLst>
              </p:cNvPr>
              <p:cNvSpPr/>
              <p:nvPr/>
            </p:nvSpPr>
            <p:spPr>
              <a:xfrm>
                <a:off x="2919839" y="6425823"/>
                <a:ext cx="9308" cy="4049"/>
              </a:xfrm>
              <a:custGeom>
                <a:avLst/>
                <a:gdLst>
                  <a:gd name="connsiteX0" fmla="*/ 5578 w 9308"/>
                  <a:gd name="connsiteY0" fmla="*/ 1826 h 4049"/>
                  <a:gd name="connsiteX1" fmla="*/ 0 w 9308"/>
                  <a:gd name="connsiteY1" fmla="*/ 4049 h 4049"/>
                  <a:gd name="connsiteX2" fmla="*/ 5578 w 9308"/>
                  <a:gd name="connsiteY2" fmla="*/ 1826 h 4049"/>
                </a:gdLst>
                <a:ahLst/>
                <a:cxnLst>
                  <a:cxn ang="0">
                    <a:pos x="connsiteX0" y="connsiteY0"/>
                  </a:cxn>
                  <a:cxn ang="0">
                    <a:pos x="connsiteX1" y="connsiteY1"/>
                  </a:cxn>
                  <a:cxn ang="0">
                    <a:pos x="connsiteX2" y="connsiteY2"/>
                  </a:cxn>
                </a:cxnLst>
                <a:rect l="l" t="t" r="r" b="b"/>
                <a:pathLst>
                  <a:path w="9308" h="4049">
                    <a:moveTo>
                      <a:pt x="5578" y="1826"/>
                    </a:moveTo>
                    <a:cubicBezTo>
                      <a:pt x="3058" y="2923"/>
                      <a:pt x="560" y="3906"/>
                      <a:pt x="0" y="4049"/>
                    </a:cubicBezTo>
                    <a:cubicBezTo>
                      <a:pt x="132" y="3466"/>
                      <a:pt x="16442" y="-3112"/>
                      <a:pt x="5578" y="18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4" name="Freeform: Shape 2603">
                <a:extLst>
                  <a:ext uri="{FF2B5EF4-FFF2-40B4-BE49-F238E27FC236}">
                    <a16:creationId xmlns:a16="http://schemas.microsoft.com/office/drawing/2014/main" id="{CB2CA3B8-849D-1038-CCBA-763EE8FA8124}"/>
                  </a:ext>
                </a:extLst>
              </p:cNvPr>
              <p:cNvSpPr/>
              <p:nvPr/>
            </p:nvSpPr>
            <p:spPr>
              <a:xfrm>
                <a:off x="1882297" y="7526055"/>
                <a:ext cx="13081" cy="5228"/>
              </a:xfrm>
              <a:custGeom>
                <a:avLst/>
                <a:gdLst>
                  <a:gd name="connsiteX0" fmla="*/ 8556 w 13081"/>
                  <a:gd name="connsiteY0" fmla="*/ 91 h 5228"/>
                  <a:gd name="connsiteX1" fmla="*/ 4521 w 13081"/>
                  <a:gd name="connsiteY1" fmla="*/ 5137 h 5228"/>
                  <a:gd name="connsiteX2" fmla="*/ 8556 w 13081"/>
                  <a:gd name="connsiteY2" fmla="*/ 91 h 5228"/>
                </a:gdLst>
                <a:ahLst/>
                <a:cxnLst>
                  <a:cxn ang="0">
                    <a:pos x="connsiteX0" y="connsiteY0"/>
                  </a:cxn>
                  <a:cxn ang="0">
                    <a:pos x="connsiteX1" y="connsiteY1"/>
                  </a:cxn>
                  <a:cxn ang="0">
                    <a:pos x="connsiteX2" y="connsiteY2"/>
                  </a:cxn>
                </a:cxnLst>
                <a:rect l="l" t="t" r="r" b="b"/>
                <a:pathLst>
                  <a:path w="13081" h="5228">
                    <a:moveTo>
                      <a:pt x="8556" y="91"/>
                    </a:moveTo>
                    <a:cubicBezTo>
                      <a:pt x="3464" y="-772"/>
                      <a:pt x="-5457" y="4800"/>
                      <a:pt x="4521" y="5137"/>
                    </a:cubicBezTo>
                    <a:cubicBezTo>
                      <a:pt x="9613" y="6006"/>
                      <a:pt x="18546" y="428"/>
                      <a:pt x="8556" y="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5" name="Freeform: Shape 2604">
                <a:extLst>
                  <a:ext uri="{FF2B5EF4-FFF2-40B4-BE49-F238E27FC236}">
                    <a16:creationId xmlns:a16="http://schemas.microsoft.com/office/drawing/2014/main" id="{9A0BBE26-A1DC-8642-4198-E16087BA0A75}"/>
                  </a:ext>
                </a:extLst>
              </p:cNvPr>
              <p:cNvSpPr/>
              <p:nvPr/>
            </p:nvSpPr>
            <p:spPr>
              <a:xfrm>
                <a:off x="3242222" y="5587464"/>
                <a:ext cx="6827" cy="6631"/>
              </a:xfrm>
              <a:custGeom>
                <a:avLst/>
                <a:gdLst>
                  <a:gd name="connsiteX0" fmla="*/ 3897 w 6827"/>
                  <a:gd name="connsiteY0" fmla="*/ 2326 h 6631"/>
                  <a:gd name="connsiteX1" fmla="*/ 5292 w 6827"/>
                  <a:gd name="connsiteY1" fmla="*/ 6241 h 6631"/>
                  <a:gd name="connsiteX2" fmla="*/ 3897 w 6827"/>
                  <a:gd name="connsiteY2" fmla="*/ 2326 h 6631"/>
                </a:gdLst>
                <a:ahLst/>
                <a:cxnLst>
                  <a:cxn ang="0">
                    <a:pos x="connsiteX0" y="connsiteY0"/>
                  </a:cxn>
                  <a:cxn ang="0">
                    <a:pos x="connsiteX1" y="connsiteY1"/>
                  </a:cxn>
                  <a:cxn ang="0">
                    <a:pos x="connsiteX2" y="connsiteY2"/>
                  </a:cxn>
                </a:cxnLst>
                <a:rect l="l" t="t" r="r" b="b"/>
                <a:pathLst>
                  <a:path w="6827" h="6631">
                    <a:moveTo>
                      <a:pt x="3897" y="2326"/>
                    </a:moveTo>
                    <a:cubicBezTo>
                      <a:pt x="-3567" y="-4069"/>
                      <a:pt x="1280" y="4572"/>
                      <a:pt x="5292" y="6241"/>
                    </a:cubicBezTo>
                    <a:cubicBezTo>
                      <a:pt x="8904" y="8001"/>
                      <a:pt x="5183" y="3303"/>
                      <a:pt x="3897" y="23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6" name="Freeform: Shape 2605">
                <a:extLst>
                  <a:ext uri="{FF2B5EF4-FFF2-40B4-BE49-F238E27FC236}">
                    <a16:creationId xmlns:a16="http://schemas.microsoft.com/office/drawing/2014/main" id="{ABD90E19-38C0-FFB1-885B-E49BCB20A405}"/>
                  </a:ext>
                </a:extLst>
              </p:cNvPr>
              <p:cNvSpPr/>
              <p:nvPr/>
            </p:nvSpPr>
            <p:spPr>
              <a:xfrm>
                <a:off x="2198669" y="6777624"/>
                <a:ext cx="11094" cy="2888"/>
              </a:xfrm>
              <a:custGeom>
                <a:avLst/>
                <a:gdLst>
                  <a:gd name="connsiteX0" fmla="*/ 6926 w 11094"/>
                  <a:gd name="connsiteY0" fmla="*/ 0 h 2888"/>
                  <a:gd name="connsiteX1" fmla="*/ 17 w 11094"/>
                  <a:gd name="connsiteY1" fmla="*/ 1429 h 2888"/>
                  <a:gd name="connsiteX2" fmla="*/ 6926 w 11094"/>
                  <a:gd name="connsiteY2" fmla="*/ 0 h 2888"/>
                </a:gdLst>
                <a:ahLst/>
                <a:cxnLst>
                  <a:cxn ang="0">
                    <a:pos x="connsiteX0" y="connsiteY0"/>
                  </a:cxn>
                  <a:cxn ang="0">
                    <a:pos x="connsiteX1" y="connsiteY1"/>
                  </a:cxn>
                  <a:cxn ang="0">
                    <a:pos x="connsiteX2" y="connsiteY2"/>
                  </a:cxn>
                </a:cxnLst>
                <a:rect l="l" t="t" r="r" b="b"/>
                <a:pathLst>
                  <a:path w="11094" h="2888">
                    <a:moveTo>
                      <a:pt x="6926" y="0"/>
                    </a:moveTo>
                    <a:cubicBezTo>
                      <a:pt x="3948" y="17"/>
                      <a:pt x="857" y="652"/>
                      <a:pt x="17" y="1429"/>
                    </a:cubicBezTo>
                    <a:cubicBezTo>
                      <a:pt x="-658" y="5137"/>
                      <a:pt x="19573" y="691"/>
                      <a:pt x="692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7" name="Freeform: Shape 2606">
                <a:extLst>
                  <a:ext uri="{FF2B5EF4-FFF2-40B4-BE49-F238E27FC236}">
                    <a16:creationId xmlns:a16="http://schemas.microsoft.com/office/drawing/2014/main" id="{8E0CF2BF-1BF6-2FA0-278E-6C3583A9D874}"/>
                  </a:ext>
                </a:extLst>
              </p:cNvPr>
              <p:cNvSpPr/>
              <p:nvPr/>
            </p:nvSpPr>
            <p:spPr>
              <a:xfrm>
                <a:off x="2288291" y="6713439"/>
                <a:ext cx="10742" cy="1661"/>
              </a:xfrm>
              <a:custGeom>
                <a:avLst/>
                <a:gdLst>
                  <a:gd name="connsiteX0" fmla="*/ 6675 w 10742"/>
                  <a:gd name="connsiteY0" fmla="*/ 22 h 1661"/>
                  <a:gd name="connsiteX1" fmla="*/ 6 w 10742"/>
                  <a:gd name="connsiteY1" fmla="*/ 1057 h 1661"/>
                  <a:gd name="connsiteX2" fmla="*/ 6675 w 10742"/>
                  <a:gd name="connsiteY2" fmla="*/ 22 h 1661"/>
                </a:gdLst>
                <a:ahLst/>
                <a:cxnLst>
                  <a:cxn ang="0">
                    <a:pos x="connsiteX0" y="connsiteY0"/>
                  </a:cxn>
                  <a:cxn ang="0">
                    <a:pos x="connsiteX1" y="connsiteY1"/>
                  </a:cxn>
                  <a:cxn ang="0">
                    <a:pos x="connsiteX2" y="connsiteY2"/>
                  </a:cxn>
                </a:cxnLst>
                <a:rect l="l" t="t" r="r" b="b"/>
                <a:pathLst>
                  <a:path w="10742" h="1661">
                    <a:moveTo>
                      <a:pt x="6675" y="22"/>
                    </a:moveTo>
                    <a:cubicBezTo>
                      <a:pt x="3783" y="176"/>
                      <a:pt x="800" y="634"/>
                      <a:pt x="6" y="1057"/>
                    </a:cubicBezTo>
                    <a:cubicBezTo>
                      <a:pt x="-377" y="2971"/>
                      <a:pt x="18905" y="-298"/>
                      <a:pt x="6675"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8" name="Freeform: Shape 2607">
                <a:extLst>
                  <a:ext uri="{FF2B5EF4-FFF2-40B4-BE49-F238E27FC236}">
                    <a16:creationId xmlns:a16="http://schemas.microsoft.com/office/drawing/2014/main" id="{301A5612-F5A8-E073-ABF5-C91510F29295}"/>
                  </a:ext>
                </a:extLst>
              </p:cNvPr>
              <p:cNvSpPr/>
              <p:nvPr/>
            </p:nvSpPr>
            <p:spPr>
              <a:xfrm>
                <a:off x="2373169" y="6679290"/>
                <a:ext cx="10487" cy="1573"/>
              </a:xfrm>
              <a:custGeom>
                <a:avLst/>
                <a:gdLst>
                  <a:gd name="connsiteX0" fmla="*/ 6448 w 10487"/>
                  <a:gd name="connsiteY0" fmla="*/ 424 h 1573"/>
                  <a:gd name="connsiteX1" fmla="*/ 1 w 10487"/>
                  <a:gd name="connsiteY1" fmla="*/ 1493 h 1573"/>
                  <a:gd name="connsiteX2" fmla="*/ 6448 w 10487"/>
                  <a:gd name="connsiteY2" fmla="*/ 424 h 1573"/>
                </a:gdLst>
                <a:ahLst/>
                <a:cxnLst>
                  <a:cxn ang="0">
                    <a:pos x="connsiteX0" y="connsiteY0"/>
                  </a:cxn>
                  <a:cxn ang="0">
                    <a:pos x="connsiteX1" y="connsiteY1"/>
                  </a:cxn>
                  <a:cxn ang="0">
                    <a:pos x="connsiteX2" y="connsiteY2"/>
                  </a:cxn>
                </a:cxnLst>
                <a:rect l="l" t="t" r="r" b="b"/>
                <a:pathLst>
                  <a:path w="10487" h="1573">
                    <a:moveTo>
                      <a:pt x="6448" y="424"/>
                    </a:moveTo>
                    <a:cubicBezTo>
                      <a:pt x="3636" y="801"/>
                      <a:pt x="756" y="1276"/>
                      <a:pt x="1" y="1493"/>
                    </a:cubicBezTo>
                    <a:cubicBezTo>
                      <a:pt x="-176" y="2116"/>
                      <a:pt x="18466" y="-1125"/>
                      <a:pt x="6448" y="42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9" name="Freeform: Shape 2608">
                <a:extLst>
                  <a:ext uri="{FF2B5EF4-FFF2-40B4-BE49-F238E27FC236}">
                    <a16:creationId xmlns:a16="http://schemas.microsoft.com/office/drawing/2014/main" id="{B0D3DC03-3E2F-15B3-C468-31AE16435C4B}"/>
                  </a:ext>
                </a:extLst>
              </p:cNvPr>
              <p:cNvSpPr/>
              <p:nvPr/>
            </p:nvSpPr>
            <p:spPr>
              <a:xfrm>
                <a:off x="2529470" y="6638549"/>
                <a:ext cx="9809" cy="3217"/>
              </a:xfrm>
              <a:custGeom>
                <a:avLst/>
                <a:gdLst>
                  <a:gd name="connsiteX0" fmla="*/ 6041 w 9809"/>
                  <a:gd name="connsiteY0" fmla="*/ 1212 h 3217"/>
                  <a:gd name="connsiteX1" fmla="*/ 0 w 9809"/>
                  <a:gd name="connsiteY1" fmla="*/ 3217 h 3217"/>
                  <a:gd name="connsiteX2" fmla="*/ 6041 w 9809"/>
                  <a:gd name="connsiteY2" fmla="*/ 1212 h 3217"/>
                </a:gdLst>
                <a:ahLst/>
                <a:cxnLst>
                  <a:cxn ang="0">
                    <a:pos x="connsiteX0" y="connsiteY0"/>
                  </a:cxn>
                  <a:cxn ang="0">
                    <a:pos x="connsiteX1" y="connsiteY1"/>
                  </a:cxn>
                  <a:cxn ang="0">
                    <a:pos x="connsiteX2" y="connsiteY2"/>
                  </a:cxn>
                </a:cxnLst>
                <a:rect l="l" t="t" r="r" b="b"/>
                <a:pathLst>
                  <a:path w="9809" h="3217">
                    <a:moveTo>
                      <a:pt x="6041" y="1212"/>
                    </a:moveTo>
                    <a:cubicBezTo>
                      <a:pt x="3378" y="2086"/>
                      <a:pt x="674" y="2984"/>
                      <a:pt x="0" y="3217"/>
                    </a:cubicBezTo>
                    <a:cubicBezTo>
                      <a:pt x="417" y="3195"/>
                      <a:pt x="17071" y="-2394"/>
                      <a:pt x="6041" y="121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0" name="Freeform: Shape 2609">
                <a:extLst>
                  <a:ext uri="{FF2B5EF4-FFF2-40B4-BE49-F238E27FC236}">
                    <a16:creationId xmlns:a16="http://schemas.microsoft.com/office/drawing/2014/main" id="{0380AEAE-9009-21D2-FCE0-7AD2B07DD966}"/>
                  </a:ext>
                </a:extLst>
              </p:cNvPr>
              <p:cNvSpPr/>
              <p:nvPr/>
            </p:nvSpPr>
            <p:spPr>
              <a:xfrm>
                <a:off x="2453485" y="6659514"/>
                <a:ext cx="10258" cy="2370"/>
              </a:xfrm>
              <a:custGeom>
                <a:avLst/>
                <a:gdLst>
                  <a:gd name="connsiteX0" fmla="*/ 6251 w 10258"/>
                  <a:gd name="connsiteY0" fmla="*/ 941 h 2370"/>
                  <a:gd name="connsiteX1" fmla="*/ 10 w 10258"/>
                  <a:gd name="connsiteY1" fmla="*/ 2369 h 2370"/>
                  <a:gd name="connsiteX2" fmla="*/ 6251 w 10258"/>
                  <a:gd name="connsiteY2" fmla="*/ 941 h 2370"/>
                </a:gdLst>
                <a:ahLst/>
                <a:cxnLst>
                  <a:cxn ang="0">
                    <a:pos x="connsiteX0" y="connsiteY0"/>
                  </a:cxn>
                  <a:cxn ang="0">
                    <a:pos x="connsiteX1" y="connsiteY1"/>
                  </a:cxn>
                  <a:cxn ang="0">
                    <a:pos x="connsiteX2" y="connsiteY2"/>
                  </a:cxn>
                </a:cxnLst>
                <a:rect l="l" t="t" r="r" b="b"/>
                <a:pathLst>
                  <a:path w="10258" h="2370">
                    <a:moveTo>
                      <a:pt x="6251" y="941"/>
                    </a:moveTo>
                    <a:cubicBezTo>
                      <a:pt x="3513" y="1581"/>
                      <a:pt x="724" y="2215"/>
                      <a:pt x="10" y="2369"/>
                    </a:cubicBezTo>
                    <a:cubicBezTo>
                      <a:pt x="-493" y="2461"/>
                      <a:pt x="18224" y="-1848"/>
                      <a:pt x="6251" y="9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1" name="Freeform: Shape 2610">
                <a:extLst>
                  <a:ext uri="{FF2B5EF4-FFF2-40B4-BE49-F238E27FC236}">
                    <a16:creationId xmlns:a16="http://schemas.microsoft.com/office/drawing/2014/main" id="{5039775C-2C5C-3B59-BF00-38ECBBD3C5E5}"/>
                  </a:ext>
                </a:extLst>
              </p:cNvPr>
              <p:cNvSpPr/>
              <p:nvPr/>
            </p:nvSpPr>
            <p:spPr>
              <a:xfrm>
                <a:off x="1654924" y="7378705"/>
                <a:ext cx="13201" cy="4772"/>
              </a:xfrm>
              <a:custGeom>
                <a:avLst/>
                <a:gdLst>
                  <a:gd name="connsiteX0" fmla="*/ 8707 w 13201"/>
                  <a:gd name="connsiteY0" fmla="*/ 34 h 4772"/>
                  <a:gd name="connsiteX1" fmla="*/ 4500 w 13201"/>
                  <a:gd name="connsiteY1" fmla="*/ 4738 h 4772"/>
                  <a:gd name="connsiteX2" fmla="*/ 8707 w 13201"/>
                  <a:gd name="connsiteY2" fmla="*/ 34 h 4772"/>
                </a:gdLst>
                <a:ahLst/>
                <a:cxnLst>
                  <a:cxn ang="0">
                    <a:pos x="connsiteX0" y="connsiteY0"/>
                  </a:cxn>
                  <a:cxn ang="0">
                    <a:pos x="connsiteX1" y="connsiteY1"/>
                  </a:cxn>
                  <a:cxn ang="0">
                    <a:pos x="connsiteX2" y="connsiteY2"/>
                  </a:cxn>
                </a:cxnLst>
                <a:rect l="l" t="t" r="r" b="b"/>
                <a:pathLst>
                  <a:path w="13201" h="4772">
                    <a:moveTo>
                      <a:pt x="8707" y="34"/>
                    </a:moveTo>
                    <a:cubicBezTo>
                      <a:pt x="3300" y="-440"/>
                      <a:pt x="-5375" y="4149"/>
                      <a:pt x="4500" y="4738"/>
                    </a:cubicBezTo>
                    <a:cubicBezTo>
                      <a:pt x="9907" y="5212"/>
                      <a:pt x="18571" y="617"/>
                      <a:pt x="8707" y="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2" name="Freeform: Shape 2611">
                <a:extLst>
                  <a:ext uri="{FF2B5EF4-FFF2-40B4-BE49-F238E27FC236}">
                    <a16:creationId xmlns:a16="http://schemas.microsoft.com/office/drawing/2014/main" id="{F7B31A8F-946B-38AA-23BB-7FF2FE580B55}"/>
                  </a:ext>
                </a:extLst>
              </p:cNvPr>
              <p:cNvSpPr/>
              <p:nvPr/>
            </p:nvSpPr>
            <p:spPr>
              <a:xfrm>
                <a:off x="1778503" y="7241233"/>
                <a:ext cx="12707" cy="4452"/>
              </a:xfrm>
              <a:custGeom>
                <a:avLst/>
                <a:gdLst>
                  <a:gd name="connsiteX0" fmla="*/ 8326 w 12707"/>
                  <a:gd name="connsiteY0" fmla="*/ 32 h 4452"/>
                  <a:gd name="connsiteX1" fmla="*/ 4388 w 12707"/>
                  <a:gd name="connsiteY1" fmla="*/ 4421 h 4452"/>
                  <a:gd name="connsiteX2" fmla="*/ 8326 w 12707"/>
                  <a:gd name="connsiteY2" fmla="*/ 32 h 4452"/>
                </a:gdLst>
                <a:ahLst/>
                <a:cxnLst>
                  <a:cxn ang="0">
                    <a:pos x="connsiteX0" y="connsiteY0"/>
                  </a:cxn>
                  <a:cxn ang="0">
                    <a:pos x="connsiteX1" y="connsiteY1"/>
                  </a:cxn>
                  <a:cxn ang="0">
                    <a:pos x="connsiteX2" y="connsiteY2"/>
                  </a:cxn>
                </a:cxnLst>
                <a:rect l="l" t="t" r="r" b="b"/>
                <a:pathLst>
                  <a:path w="12707" h="4452">
                    <a:moveTo>
                      <a:pt x="8326" y="32"/>
                    </a:moveTo>
                    <a:cubicBezTo>
                      <a:pt x="3051" y="-409"/>
                      <a:pt x="-5145" y="3884"/>
                      <a:pt x="4388" y="4421"/>
                    </a:cubicBezTo>
                    <a:cubicBezTo>
                      <a:pt x="9657" y="4861"/>
                      <a:pt x="17847" y="569"/>
                      <a:pt x="8326" y="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3" name="Freeform: Shape 2612">
                <a:extLst>
                  <a:ext uri="{FF2B5EF4-FFF2-40B4-BE49-F238E27FC236}">
                    <a16:creationId xmlns:a16="http://schemas.microsoft.com/office/drawing/2014/main" id="{DF109C17-B393-B410-5255-7D7F6DD09516}"/>
                  </a:ext>
                </a:extLst>
              </p:cNvPr>
              <p:cNvSpPr/>
              <p:nvPr/>
            </p:nvSpPr>
            <p:spPr>
              <a:xfrm>
                <a:off x="1894161" y="7112864"/>
                <a:ext cx="12258" cy="4162"/>
              </a:xfrm>
              <a:custGeom>
                <a:avLst/>
                <a:gdLst>
                  <a:gd name="connsiteX0" fmla="*/ 7974 w 12258"/>
                  <a:gd name="connsiteY0" fmla="*/ 29 h 4162"/>
                  <a:gd name="connsiteX1" fmla="*/ 4287 w 12258"/>
                  <a:gd name="connsiteY1" fmla="*/ 4133 h 4162"/>
                  <a:gd name="connsiteX2" fmla="*/ 7974 w 12258"/>
                  <a:gd name="connsiteY2" fmla="*/ 29 h 4162"/>
                </a:gdLst>
                <a:ahLst/>
                <a:cxnLst>
                  <a:cxn ang="0">
                    <a:pos x="connsiteX0" y="connsiteY0"/>
                  </a:cxn>
                  <a:cxn ang="0">
                    <a:pos x="connsiteX1" y="connsiteY1"/>
                  </a:cxn>
                  <a:cxn ang="0">
                    <a:pos x="connsiteX2" y="connsiteY2"/>
                  </a:cxn>
                </a:cxnLst>
                <a:rect l="l" t="t" r="r" b="b"/>
                <a:pathLst>
                  <a:path w="12258" h="4162">
                    <a:moveTo>
                      <a:pt x="7974" y="29"/>
                    </a:moveTo>
                    <a:cubicBezTo>
                      <a:pt x="2819" y="-381"/>
                      <a:pt x="-4931" y="3636"/>
                      <a:pt x="4287" y="4133"/>
                    </a:cubicBezTo>
                    <a:cubicBezTo>
                      <a:pt x="9442" y="4545"/>
                      <a:pt x="17186" y="521"/>
                      <a:pt x="7974"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4" name="Freeform: Shape 2613">
                <a:extLst>
                  <a:ext uri="{FF2B5EF4-FFF2-40B4-BE49-F238E27FC236}">
                    <a16:creationId xmlns:a16="http://schemas.microsoft.com/office/drawing/2014/main" id="{48115165-8772-DC68-6E31-280455CFC7F1}"/>
                  </a:ext>
                </a:extLst>
              </p:cNvPr>
              <p:cNvSpPr/>
              <p:nvPr/>
            </p:nvSpPr>
            <p:spPr>
              <a:xfrm>
                <a:off x="2002538" y="6992794"/>
                <a:ext cx="11869" cy="3920"/>
              </a:xfrm>
              <a:custGeom>
                <a:avLst/>
                <a:gdLst>
                  <a:gd name="connsiteX0" fmla="*/ 7501 w 11869"/>
                  <a:gd name="connsiteY0" fmla="*/ 0 h 3920"/>
                  <a:gd name="connsiteX1" fmla="*/ 37 w 11869"/>
                  <a:gd name="connsiteY1" fmla="*/ 1920 h 3920"/>
                  <a:gd name="connsiteX2" fmla="*/ 7501 w 11869"/>
                  <a:gd name="connsiteY2" fmla="*/ 0 h 3920"/>
                </a:gdLst>
                <a:ahLst/>
                <a:cxnLst>
                  <a:cxn ang="0">
                    <a:pos x="connsiteX0" y="connsiteY0"/>
                  </a:cxn>
                  <a:cxn ang="0">
                    <a:pos x="connsiteX1" y="connsiteY1"/>
                  </a:cxn>
                  <a:cxn ang="0">
                    <a:pos x="connsiteX2" y="connsiteY2"/>
                  </a:cxn>
                </a:cxnLst>
                <a:rect l="l" t="t" r="r" b="b"/>
                <a:pathLst>
                  <a:path w="11869" h="3920">
                    <a:moveTo>
                      <a:pt x="7501" y="0"/>
                    </a:moveTo>
                    <a:cubicBezTo>
                      <a:pt x="4329" y="0"/>
                      <a:pt x="992" y="857"/>
                      <a:pt x="37" y="1920"/>
                    </a:cubicBezTo>
                    <a:cubicBezTo>
                      <a:pt x="-1020" y="6938"/>
                      <a:pt x="20943" y="1062"/>
                      <a:pt x="750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5" name="Freeform: Shape 2614">
                <a:extLst>
                  <a:ext uri="{FF2B5EF4-FFF2-40B4-BE49-F238E27FC236}">
                    <a16:creationId xmlns:a16="http://schemas.microsoft.com/office/drawing/2014/main" id="{28D957DB-AACB-EA0F-8AD3-6801E2A7DED4}"/>
                  </a:ext>
                </a:extLst>
              </p:cNvPr>
              <p:cNvSpPr/>
              <p:nvPr/>
            </p:nvSpPr>
            <p:spPr>
              <a:xfrm>
                <a:off x="2103682" y="6880109"/>
                <a:ext cx="11433" cy="3661"/>
              </a:xfrm>
              <a:custGeom>
                <a:avLst/>
                <a:gdLst>
                  <a:gd name="connsiteX0" fmla="*/ 7336 w 11433"/>
                  <a:gd name="connsiteY0" fmla="*/ 25 h 3661"/>
                  <a:gd name="connsiteX1" fmla="*/ 4107 w 11433"/>
                  <a:gd name="connsiteY1" fmla="*/ 3636 h 3661"/>
                  <a:gd name="connsiteX2" fmla="*/ 7336 w 11433"/>
                  <a:gd name="connsiteY2" fmla="*/ 25 h 3661"/>
                </a:gdLst>
                <a:ahLst/>
                <a:cxnLst>
                  <a:cxn ang="0">
                    <a:pos x="connsiteX0" y="connsiteY0"/>
                  </a:cxn>
                  <a:cxn ang="0">
                    <a:pos x="connsiteX1" y="connsiteY1"/>
                  </a:cxn>
                  <a:cxn ang="0">
                    <a:pos x="connsiteX2" y="connsiteY2"/>
                  </a:cxn>
                </a:cxnLst>
                <a:rect l="l" t="t" r="r" b="b"/>
                <a:pathLst>
                  <a:path w="11433" h="3661">
                    <a:moveTo>
                      <a:pt x="7336" y="25"/>
                    </a:moveTo>
                    <a:cubicBezTo>
                      <a:pt x="2387" y="-330"/>
                      <a:pt x="-4534" y="3219"/>
                      <a:pt x="4107" y="3636"/>
                    </a:cubicBezTo>
                    <a:cubicBezTo>
                      <a:pt x="9050" y="3991"/>
                      <a:pt x="15960" y="442"/>
                      <a:pt x="7336" y="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6" name="Freeform: Shape 2615">
                <a:extLst>
                  <a:ext uri="{FF2B5EF4-FFF2-40B4-BE49-F238E27FC236}">
                    <a16:creationId xmlns:a16="http://schemas.microsoft.com/office/drawing/2014/main" id="{64844703-68A1-E3D8-D260-C6C74DE2FF24}"/>
                  </a:ext>
                </a:extLst>
              </p:cNvPr>
              <p:cNvSpPr/>
              <p:nvPr/>
            </p:nvSpPr>
            <p:spPr>
              <a:xfrm>
                <a:off x="2911865" y="6287480"/>
                <a:ext cx="8483" cy="2061"/>
              </a:xfrm>
              <a:custGeom>
                <a:avLst/>
                <a:gdLst>
                  <a:gd name="connsiteX0" fmla="*/ 5059 w 8483"/>
                  <a:gd name="connsiteY0" fmla="*/ 317 h 2061"/>
                  <a:gd name="connsiteX1" fmla="*/ 1 w 8483"/>
                  <a:gd name="connsiteY1" fmla="*/ 305 h 2061"/>
                  <a:gd name="connsiteX2" fmla="*/ 5059 w 8483"/>
                  <a:gd name="connsiteY2" fmla="*/ 317 h 2061"/>
                </a:gdLst>
                <a:ahLst/>
                <a:cxnLst>
                  <a:cxn ang="0">
                    <a:pos x="connsiteX0" y="connsiteY0"/>
                  </a:cxn>
                  <a:cxn ang="0">
                    <a:pos x="connsiteX1" y="connsiteY1"/>
                  </a:cxn>
                  <a:cxn ang="0">
                    <a:pos x="connsiteX2" y="connsiteY2"/>
                  </a:cxn>
                </a:cxnLst>
                <a:rect l="l" t="t" r="r" b="b"/>
                <a:pathLst>
                  <a:path w="8483" h="2061">
                    <a:moveTo>
                      <a:pt x="5059" y="317"/>
                    </a:moveTo>
                    <a:cubicBezTo>
                      <a:pt x="2761" y="-100"/>
                      <a:pt x="498" y="-107"/>
                      <a:pt x="1" y="305"/>
                    </a:cubicBezTo>
                    <a:cubicBezTo>
                      <a:pt x="-136" y="2608"/>
                      <a:pt x="15094" y="2682"/>
                      <a:pt x="5059" y="3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7" name="Freeform: Shape 2616">
                <a:extLst>
                  <a:ext uri="{FF2B5EF4-FFF2-40B4-BE49-F238E27FC236}">
                    <a16:creationId xmlns:a16="http://schemas.microsoft.com/office/drawing/2014/main" id="{55D5FB9F-65C7-CE4D-8ED7-A03D96BB27F9}"/>
                  </a:ext>
                </a:extLst>
              </p:cNvPr>
              <p:cNvSpPr/>
              <p:nvPr/>
            </p:nvSpPr>
            <p:spPr>
              <a:xfrm>
                <a:off x="3157184" y="5781514"/>
                <a:ext cx="7406" cy="6798"/>
              </a:xfrm>
              <a:custGeom>
                <a:avLst/>
                <a:gdLst>
                  <a:gd name="connsiteX0" fmla="*/ 4433 w 7406"/>
                  <a:gd name="connsiteY0" fmla="*/ 1300 h 6798"/>
                  <a:gd name="connsiteX1" fmla="*/ 2976 w 7406"/>
                  <a:gd name="connsiteY1" fmla="*/ 5495 h 6798"/>
                  <a:gd name="connsiteX2" fmla="*/ 4433 w 7406"/>
                  <a:gd name="connsiteY2" fmla="*/ 1300 h 6798"/>
                </a:gdLst>
                <a:ahLst/>
                <a:cxnLst>
                  <a:cxn ang="0">
                    <a:pos x="connsiteX0" y="connsiteY0"/>
                  </a:cxn>
                  <a:cxn ang="0">
                    <a:pos x="connsiteX1" y="connsiteY1"/>
                  </a:cxn>
                  <a:cxn ang="0">
                    <a:pos x="connsiteX2" y="connsiteY2"/>
                  </a:cxn>
                </a:cxnLst>
                <a:rect l="l" t="t" r="r" b="b"/>
                <a:pathLst>
                  <a:path w="7406" h="6798">
                    <a:moveTo>
                      <a:pt x="4433" y="1300"/>
                    </a:moveTo>
                    <a:cubicBezTo>
                      <a:pt x="-1019" y="-2398"/>
                      <a:pt x="-1368" y="2683"/>
                      <a:pt x="2976" y="5495"/>
                    </a:cubicBezTo>
                    <a:cubicBezTo>
                      <a:pt x="8439" y="9192"/>
                      <a:pt x="8759" y="4140"/>
                      <a:pt x="4433" y="130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8" name="Freeform: Shape 2617">
                <a:extLst>
                  <a:ext uri="{FF2B5EF4-FFF2-40B4-BE49-F238E27FC236}">
                    <a16:creationId xmlns:a16="http://schemas.microsoft.com/office/drawing/2014/main" id="{65229A7C-C57D-8771-E204-F06A6AE22121}"/>
                  </a:ext>
                </a:extLst>
              </p:cNvPr>
              <p:cNvSpPr/>
              <p:nvPr/>
            </p:nvSpPr>
            <p:spPr>
              <a:xfrm>
                <a:off x="3111943" y="5914719"/>
                <a:ext cx="7693" cy="6252"/>
              </a:xfrm>
              <a:custGeom>
                <a:avLst/>
                <a:gdLst>
                  <a:gd name="connsiteX0" fmla="*/ 4578 w 7693"/>
                  <a:gd name="connsiteY0" fmla="*/ 831 h 6252"/>
                  <a:gd name="connsiteX1" fmla="*/ 7618 w 7693"/>
                  <a:gd name="connsiteY1" fmla="*/ 5197 h 6252"/>
                  <a:gd name="connsiteX2" fmla="*/ 4578 w 7693"/>
                  <a:gd name="connsiteY2" fmla="*/ 831 h 6252"/>
                </a:gdLst>
                <a:ahLst/>
                <a:cxnLst>
                  <a:cxn ang="0">
                    <a:pos x="connsiteX0" y="connsiteY0"/>
                  </a:cxn>
                  <a:cxn ang="0">
                    <a:pos x="connsiteX1" y="connsiteY1"/>
                  </a:cxn>
                  <a:cxn ang="0">
                    <a:pos x="connsiteX2" y="connsiteY2"/>
                  </a:cxn>
                </a:cxnLst>
                <a:rect l="l" t="t" r="r" b="b"/>
                <a:pathLst>
                  <a:path w="7693" h="6252">
                    <a:moveTo>
                      <a:pt x="4578" y="831"/>
                    </a:moveTo>
                    <a:cubicBezTo>
                      <a:pt x="-5686" y="-3375"/>
                      <a:pt x="4006" y="9998"/>
                      <a:pt x="7618" y="5197"/>
                    </a:cubicBezTo>
                    <a:cubicBezTo>
                      <a:pt x="8035" y="3968"/>
                      <a:pt x="6675" y="2008"/>
                      <a:pt x="4578" y="8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9" name="Freeform: Shape 2618">
                <a:extLst>
                  <a:ext uri="{FF2B5EF4-FFF2-40B4-BE49-F238E27FC236}">
                    <a16:creationId xmlns:a16="http://schemas.microsoft.com/office/drawing/2014/main" id="{D666D592-AB82-B590-3C38-D2508593CC06}"/>
                  </a:ext>
                </a:extLst>
              </p:cNvPr>
              <p:cNvSpPr/>
              <p:nvPr/>
            </p:nvSpPr>
            <p:spPr>
              <a:xfrm>
                <a:off x="3015755" y="6160894"/>
                <a:ext cx="8125" cy="3865"/>
              </a:xfrm>
              <a:custGeom>
                <a:avLst/>
                <a:gdLst>
                  <a:gd name="connsiteX0" fmla="*/ 4805 w 8125"/>
                  <a:gd name="connsiteY0" fmla="*/ 390 h 3865"/>
                  <a:gd name="connsiteX1" fmla="*/ 10 w 8125"/>
                  <a:gd name="connsiteY1" fmla="*/ 819 h 3865"/>
                  <a:gd name="connsiteX2" fmla="*/ 4805 w 8125"/>
                  <a:gd name="connsiteY2" fmla="*/ 390 h 3865"/>
                </a:gdLst>
                <a:ahLst/>
                <a:cxnLst>
                  <a:cxn ang="0">
                    <a:pos x="connsiteX0" y="connsiteY0"/>
                  </a:cxn>
                  <a:cxn ang="0">
                    <a:pos x="connsiteX1" y="connsiteY1"/>
                  </a:cxn>
                  <a:cxn ang="0">
                    <a:pos x="connsiteX2" y="connsiteY2"/>
                  </a:cxn>
                </a:cxnLst>
                <a:rect l="l" t="t" r="r" b="b"/>
                <a:pathLst>
                  <a:path w="8125" h="3865">
                    <a:moveTo>
                      <a:pt x="4805" y="390"/>
                    </a:moveTo>
                    <a:cubicBezTo>
                      <a:pt x="2610" y="-268"/>
                      <a:pt x="467" y="-73"/>
                      <a:pt x="10" y="819"/>
                    </a:cubicBezTo>
                    <a:cubicBezTo>
                      <a:pt x="-436" y="5402"/>
                      <a:pt x="14600" y="4448"/>
                      <a:pt x="4805" y="39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0" name="Freeform: Shape 2619">
                <a:extLst>
                  <a:ext uri="{FF2B5EF4-FFF2-40B4-BE49-F238E27FC236}">
                    <a16:creationId xmlns:a16="http://schemas.microsoft.com/office/drawing/2014/main" id="{9EC3522E-63F1-DF3D-C88A-4DEA0974F811}"/>
                  </a:ext>
                </a:extLst>
              </p:cNvPr>
              <p:cNvSpPr/>
              <p:nvPr/>
            </p:nvSpPr>
            <p:spPr>
              <a:xfrm>
                <a:off x="3064838" y="6047286"/>
                <a:ext cx="7747" cy="5282"/>
              </a:xfrm>
              <a:custGeom>
                <a:avLst/>
                <a:gdLst>
                  <a:gd name="connsiteX0" fmla="*/ 4665 w 7747"/>
                  <a:gd name="connsiteY0" fmla="*/ 566 h 5282"/>
                  <a:gd name="connsiteX1" fmla="*/ 3082 w 7747"/>
                  <a:gd name="connsiteY1" fmla="*/ 4716 h 5282"/>
                  <a:gd name="connsiteX2" fmla="*/ 4665 w 7747"/>
                  <a:gd name="connsiteY2" fmla="*/ 566 h 5282"/>
                </a:gdLst>
                <a:ahLst/>
                <a:cxnLst>
                  <a:cxn ang="0">
                    <a:pos x="connsiteX0" y="connsiteY0"/>
                  </a:cxn>
                  <a:cxn ang="0">
                    <a:pos x="connsiteX1" y="connsiteY1"/>
                  </a:cxn>
                  <a:cxn ang="0">
                    <a:pos x="connsiteX2" y="connsiteY2"/>
                  </a:cxn>
                </a:cxnLst>
                <a:rect l="l" t="t" r="r" b="b"/>
                <a:pathLst>
                  <a:path w="7747" h="5282">
                    <a:moveTo>
                      <a:pt x="4665" y="566"/>
                    </a:moveTo>
                    <a:cubicBezTo>
                      <a:pt x="-404" y="-1536"/>
                      <a:pt x="-1941" y="2750"/>
                      <a:pt x="3082" y="4716"/>
                    </a:cubicBezTo>
                    <a:cubicBezTo>
                      <a:pt x="8174" y="6813"/>
                      <a:pt x="9672" y="2561"/>
                      <a:pt x="4665" y="56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1" name="Freeform: Shape 2620">
                <a:extLst>
                  <a:ext uri="{FF2B5EF4-FFF2-40B4-BE49-F238E27FC236}">
                    <a16:creationId xmlns:a16="http://schemas.microsoft.com/office/drawing/2014/main" id="{75F78529-205D-C318-1D40-BC01239EBC9E}"/>
                  </a:ext>
                </a:extLst>
              </p:cNvPr>
              <p:cNvSpPr/>
              <p:nvPr/>
            </p:nvSpPr>
            <p:spPr>
              <a:xfrm>
                <a:off x="3200432" y="5666151"/>
                <a:ext cx="7400" cy="7086"/>
              </a:xfrm>
              <a:custGeom>
                <a:avLst/>
                <a:gdLst>
                  <a:gd name="connsiteX0" fmla="*/ 4380 w 7400"/>
                  <a:gd name="connsiteY0" fmla="*/ 1934 h 7086"/>
                  <a:gd name="connsiteX1" fmla="*/ 7334 w 7400"/>
                  <a:gd name="connsiteY1" fmla="*/ 6718 h 7086"/>
                  <a:gd name="connsiteX2" fmla="*/ 4380 w 7400"/>
                  <a:gd name="connsiteY2" fmla="*/ 1934 h 7086"/>
                </a:gdLst>
                <a:ahLst/>
                <a:cxnLst>
                  <a:cxn ang="0">
                    <a:pos x="connsiteX0" y="connsiteY0"/>
                  </a:cxn>
                  <a:cxn ang="0">
                    <a:pos x="connsiteX1" y="connsiteY1"/>
                  </a:cxn>
                  <a:cxn ang="0">
                    <a:pos x="connsiteX2" y="connsiteY2"/>
                  </a:cxn>
                </a:cxnLst>
                <a:rect l="l" t="t" r="r" b="b"/>
                <a:pathLst>
                  <a:path w="7400" h="7086">
                    <a:moveTo>
                      <a:pt x="4380" y="1934"/>
                    </a:moveTo>
                    <a:cubicBezTo>
                      <a:pt x="-5490" y="-5106"/>
                      <a:pt x="3928" y="9552"/>
                      <a:pt x="7334" y="6718"/>
                    </a:cubicBezTo>
                    <a:cubicBezTo>
                      <a:pt x="7717" y="5803"/>
                      <a:pt x="6391" y="3660"/>
                      <a:pt x="4380" y="193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2" name="Freeform: Shape 2621">
                <a:extLst>
                  <a:ext uri="{FF2B5EF4-FFF2-40B4-BE49-F238E27FC236}">
                    <a16:creationId xmlns:a16="http://schemas.microsoft.com/office/drawing/2014/main" id="{D18581A9-F30E-A6BE-4467-57A16F86F6E8}"/>
                  </a:ext>
                </a:extLst>
              </p:cNvPr>
              <p:cNvSpPr/>
              <p:nvPr/>
            </p:nvSpPr>
            <p:spPr>
              <a:xfrm>
                <a:off x="2601273" y="6600484"/>
                <a:ext cx="9581" cy="4023"/>
              </a:xfrm>
              <a:custGeom>
                <a:avLst/>
                <a:gdLst>
                  <a:gd name="connsiteX0" fmla="*/ 5846 w 9581"/>
                  <a:gd name="connsiteY0" fmla="*/ 1220 h 4023"/>
                  <a:gd name="connsiteX1" fmla="*/ 0 w 9581"/>
                  <a:gd name="connsiteY1" fmla="*/ 3935 h 4023"/>
                  <a:gd name="connsiteX2" fmla="*/ 5846 w 9581"/>
                  <a:gd name="connsiteY2" fmla="*/ 1220 h 4023"/>
                </a:gdLst>
                <a:ahLst/>
                <a:cxnLst>
                  <a:cxn ang="0">
                    <a:pos x="connsiteX0" y="connsiteY0"/>
                  </a:cxn>
                  <a:cxn ang="0">
                    <a:pos x="connsiteX1" y="connsiteY1"/>
                  </a:cxn>
                  <a:cxn ang="0">
                    <a:pos x="connsiteX2" y="connsiteY2"/>
                  </a:cxn>
                </a:cxnLst>
                <a:rect l="l" t="t" r="r" b="b"/>
                <a:pathLst>
                  <a:path w="9581" h="4023">
                    <a:moveTo>
                      <a:pt x="5846" y="1220"/>
                    </a:moveTo>
                    <a:cubicBezTo>
                      <a:pt x="3252" y="2254"/>
                      <a:pt x="634" y="3466"/>
                      <a:pt x="0" y="3935"/>
                    </a:cubicBezTo>
                    <a:cubicBezTo>
                      <a:pt x="103" y="4935"/>
                      <a:pt x="16831" y="-2935"/>
                      <a:pt x="5846" y="12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3" name="Freeform: Shape 2622">
                <a:extLst>
                  <a:ext uri="{FF2B5EF4-FFF2-40B4-BE49-F238E27FC236}">
                    <a16:creationId xmlns:a16="http://schemas.microsoft.com/office/drawing/2014/main" id="{E3CBA36D-8519-82BE-7726-DF4CF1CA08A1}"/>
                  </a:ext>
                </a:extLst>
              </p:cNvPr>
              <p:cNvSpPr/>
              <p:nvPr/>
            </p:nvSpPr>
            <p:spPr>
              <a:xfrm>
                <a:off x="2856139" y="6332208"/>
                <a:ext cx="8684" cy="1696"/>
              </a:xfrm>
              <a:custGeom>
                <a:avLst/>
                <a:gdLst>
                  <a:gd name="connsiteX0" fmla="*/ 5201 w 8684"/>
                  <a:gd name="connsiteY0" fmla="*/ 80 h 1696"/>
                  <a:gd name="connsiteX1" fmla="*/ 0 w 8684"/>
                  <a:gd name="connsiteY1" fmla="*/ 503 h 1696"/>
                  <a:gd name="connsiteX2" fmla="*/ 5201 w 8684"/>
                  <a:gd name="connsiteY2" fmla="*/ 80 h 1696"/>
                </a:gdLst>
                <a:ahLst/>
                <a:cxnLst>
                  <a:cxn ang="0">
                    <a:pos x="connsiteX0" y="connsiteY0"/>
                  </a:cxn>
                  <a:cxn ang="0">
                    <a:pos x="connsiteX1" y="connsiteY1"/>
                  </a:cxn>
                  <a:cxn ang="0">
                    <a:pos x="connsiteX2" y="connsiteY2"/>
                  </a:cxn>
                </a:cxnLst>
                <a:rect l="l" t="t" r="r" b="b"/>
                <a:pathLst>
                  <a:path w="8684" h="1696">
                    <a:moveTo>
                      <a:pt x="5201" y="80"/>
                    </a:moveTo>
                    <a:cubicBezTo>
                      <a:pt x="2846" y="-120"/>
                      <a:pt x="520" y="68"/>
                      <a:pt x="0" y="503"/>
                    </a:cubicBezTo>
                    <a:cubicBezTo>
                      <a:pt x="-74" y="2715"/>
                      <a:pt x="15408" y="1423"/>
                      <a:pt x="5201" y="8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4" name="Freeform: Shape 2623">
                <a:extLst>
                  <a:ext uri="{FF2B5EF4-FFF2-40B4-BE49-F238E27FC236}">
                    <a16:creationId xmlns:a16="http://schemas.microsoft.com/office/drawing/2014/main" id="{C8872CE7-B522-C013-E3FF-C25623FC9941}"/>
                  </a:ext>
                </a:extLst>
              </p:cNvPr>
              <p:cNvSpPr/>
              <p:nvPr/>
            </p:nvSpPr>
            <p:spPr>
              <a:xfrm>
                <a:off x="2964875" y="6237427"/>
                <a:ext cx="8136" cy="2824"/>
              </a:xfrm>
              <a:custGeom>
                <a:avLst/>
                <a:gdLst>
                  <a:gd name="connsiteX0" fmla="*/ 4919 w 8136"/>
                  <a:gd name="connsiteY0" fmla="*/ 467 h 2824"/>
                  <a:gd name="connsiteX1" fmla="*/ 3216 w 8136"/>
                  <a:gd name="connsiteY1" fmla="*/ 2352 h 2824"/>
                  <a:gd name="connsiteX2" fmla="*/ 4919 w 8136"/>
                  <a:gd name="connsiteY2" fmla="*/ 467 h 2824"/>
                </a:gdLst>
                <a:ahLst/>
                <a:cxnLst>
                  <a:cxn ang="0">
                    <a:pos x="connsiteX0" y="connsiteY0"/>
                  </a:cxn>
                  <a:cxn ang="0">
                    <a:pos x="connsiteX1" y="connsiteY1"/>
                  </a:cxn>
                  <a:cxn ang="0">
                    <a:pos x="connsiteX2" y="connsiteY2"/>
                  </a:cxn>
                </a:cxnLst>
                <a:rect l="l" t="t" r="r" b="b"/>
                <a:pathLst>
                  <a:path w="8136" h="2824">
                    <a:moveTo>
                      <a:pt x="4919" y="467"/>
                    </a:moveTo>
                    <a:cubicBezTo>
                      <a:pt x="570" y="-796"/>
                      <a:pt x="-2711" y="730"/>
                      <a:pt x="3216" y="2352"/>
                    </a:cubicBezTo>
                    <a:cubicBezTo>
                      <a:pt x="7582" y="3621"/>
                      <a:pt x="10839" y="2107"/>
                      <a:pt x="4919" y="46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5" name="Freeform: Shape 2624">
                <a:extLst>
                  <a:ext uri="{FF2B5EF4-FFF2-40B4-BE49-F238E27FC236}">
                    <a16:creationId xmlns:a16="http://schemas.microsoft.com/office/drawing/2014/main" id="{5919C609-79DB-EEC0-DDF1-412067A9EFB3}"/>
                  </a:ext>
                </a:extLst>
              </p:cNvPr>
              <p:cNvSpPr/>
              <p:nvPr/>
            </p:nvSpPr>
            <p:spPr>
              <a:xfrm>
                <a:off x="2735820" y="6459059"/>
                <a:ext cx="9038" cy="2417"/>
              </a:xfrm>
              <a:custGeom>
                <a:avLst/>
                <a:gdLst>
                  <a:gd name="connsiteX0" fmla="*/ 5585 w 9038"/>
                  <a:gd name="connsiteY0" fmla="*/ 39 h 2417"/>
                  <a:gd name="connsiteX1" fmla="*/ 3459 w 9038"/>
                  <a:gd name="connsiteY1" fmla="*/ 2371 h 2417"/>
                  <a:gd name="connsiteX2" fmla="*/ 5585 w 9038"/>
                  <a:gd name="connsiteY2" fmla="*/ 39 h 2417"/>
                </a:gdLst>
                <a:ahLst/>
                <a:cxnLst>
                  <a:cxn ang="0">
                    <a:pos x="connsiteX0" y="connsiteY0"/>
                  </a:cxn>
                  <a:cxn ang="0">
                    <a:pos x="connsiteX1" y="connsiteY1"/>
                  </a:cxn>
                  <a:cxn ang="0">
                    <a:pos x="connsiteX2" y="connsiteY2"/>
                  </a:cxn>
                </a:cxnLst>
                <a:rect l="l" t="t" r="r" b="b"/>
                <a:pathLst>
                  <a:path w="9038" h="2417">
                    <a:moveTo>
                      <a:pt x="5585" y="39"/>
                    </a:moveTo>
                    <a:cubicBezTo>
                      <a:pt x="1544" y="171"/>
                      <a:pt x="-3508" y="2794"/>
                      <a:pt x="3459" y="2371"/>
                    </a:cubicBezTo>
                    <a:cubicBezTo>
                      <a:pt x="7488" y="2183"/>
                      <a:pt x="12546" y="-344"/>
                      <a:pt x="5585" y="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6" name="Freeform: Shape 2625">
                <a:extLst>
                  <a:ext uri="{FF2B5EF4-FFF2-40B4-BE49-F238E27FC236}">
                    <a16:creationId xmlns:a16="http://schemas.microsoft.com/office/drawing/2014/main" id="{28169E0C-8CBA-0DE0-012B-79042F075740}"/>
                  </a:ext>
                </a:extLst>
              </p:cNvPr>
              <p:cNvSpPr/>
              <p:nvPr/>
            </p:nvSpPr>
            <p:spPr>
              <a:xfrm>
                <a:off x="2797874" y="6385831"/>
                <a:ext cx="8902" cy="2133"/>
              </a:xfrm>
              <a:custGeom>
                <a:avLst/>
                <a:gdLst>
                  <a:gd name="connsiteX0" fmla="*/ 5344 w 8902"/>
                  <a:gd name="connsiteY0" fmla="*/ 1 h 2133"/>
                  <a:gd name="connsiteX1" fmla="*/ 0 w 8902"/>
                  <a:gd name="connsiteY1" fmla="*/ 996 h 2133"/>
                  <a:gd name="connsiteX2" fmla="*/ 5344 w 8902"/>
                  <a:gd name="connsiteY2" fmla="*/ 1 h 2133"/>
                </a:gdLst>
                <a:ahLst/>
                <a:cxnLst>
                  <a:cxn ang="0">
                    <a:pos x="connsiteX0" y="connsiteY0"/>
                  </a:cxn>
                  <a:cxn ang="0">
                    <a:pos x="connsiteX1" y="connsiteY1"/>
                  </a:cxn>
                  <a:cxn ang="0">
                    <a:pos x="connsiteX2" y="connsiteY2"/>
                  </a:cxn>
                </a:cxnLst>
                <a:rect l="l" t="t" r="r" b="b"/>
                <a:pathLst>
                  <a:path w="8902" h="2133">
                    <a:moveTo>
                      <a:pt x="5344" y="1"/>
                    </a:moveTo>
                    <a:cubicBezTo>
                      <a:pt x="2932" y="-27"/>
                      <a:pt x="538" y="418"/>
                      <a:pt x="0" y="996"/>
                    </a:cubicBezTo>
                    <a:cubicBezTo>
                      <a:pt x="-102" y="3756"/>
                      <a:pt x="15791" y="716"/>
                      <a:pt x="5344"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7" name="Freeform: Shape 2626">
                <a:extLst>
                  <a:ext uri="{FF2B5EF4-FFF2-40B4-BE49-F238E27FC236}">
                    <a16:creationId xmlns:a16="http://schemas.microsoft.com/office/drawing/2014/main" id="{1A139FF1-A5B9-B240-7986-F26BB72BBB3F}"/>
                  </a:ext>
                </a:extLst>
              </p:cNvPr>
              <p:cNvSpPr/>
              <p:nvPr/>
            </p:nvSpPr>
            <p:spPr>
              <a:xfrm>
                <a:off x="2669807" y="6528477"/>
                <a:ext cx="9350" cy="4084"/>
              </a:xfrm>
              <a:custGeom>
                <a:avLst/>
                <a:gdLst>
                  <a:gd name="connsiteX0" fmla="*/ 5692 w 9350"/>
                  <a:gd name="connsiteY0" fmla="*/ 818 h 4084"/>
                  <a:gd name="connsiteX1" fmla="*/ 0 w 9350"/>
                  <a:gd name="connsiteY1" fmla="*/ 3687 h 4084"/>
                  <a:gd name="connsiteX2" fmla="*/ 5692 w 9350"/>
                  <a:gd name="connsiteY2" fmla="*/ 818 h 4084"/>
                </a:gdLst>
                <a:ahLst/>
                <a:cxnLst>
                  <a:cxn ang="0">
                    <a:pos x="connsiteX0" y="connsiteY0"/>
                  </a:cxn>
                  <a:cxn ang="0">
                    <a:pos x="connsiteX1" y="connsiteY1"/>
                  </a:cxn>
                  <a:cxn ang="0">
                    <a:pos x="connsiteX2" y="connsiteY2"/>
                  </a:cxn>
                </a:cxnLst>
                <a:rect l="l" t="t" r="r" b="b"/>
                <a:pathLst>
                  <a:path w="9350" h="4084">
                    <a:moveTo>
                      <a:pt x="5692" y="818"/>
                    </a:moveTo>
                    <a:cubicBezTo>
                      <a:pt x="3166" y="1710"/>
                      <a:pt x="617" y="2990"/>
                      <a:pt x="0" y="3687"/>
                    </a:cubicBezTo>
                    <a:cubicBezTo>
                      <a:pt x="69" y="5991"/>
                      <a:pt x="16448" y="-2610"/>
                      <a:pt x="5692" y="8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8" name="Freeform: Shape 2627">
                <a:extLst>
                  <a:ext uri="{FF2B5EF4-FFF2-40B4-BE49-F238E27FC236}">
                    <a16:creationId xmlns:a16="http://schemas.microsoft.com/office/drawing/2014/main" id="{0A059335-8412-5807-EE68-F507F156B627}"/>
                  </a:ext>
                </a:extLst>
              </p:cNvPr>
              <p:cNvSpPr/>
              <p:nvPr/>
            </p:nvSpPr>
            <p:spPr>
              <a:xfrm>
                <a:off x="1523091" y="7526146"/>
                <a:ext cx="13351" cy="5198"/>
              </a:xfrm>
              <a:custGeom>
                <a:avLst/>
                <a:gdLst>
                  <a:gd name="connsiteX0" fmla="*/ 8969 w 13351"/>
                  <a:gd name="connsiteY0" fmla="*/ 0 h 5198"/>
                  <a:gd name="connsiteX1" fmla="*/ 482 w 13351"/>
                  <a:gd name="connsiteY1" fmla="*/ 4303 h 5198"/>
                  <a:gd name="connsiteX2" fmla="*/ 8969 w 13351"/>
                  <a:gd name="connsiteY2" fmla="*/ 0 h 5198"/>
                </a:gdLst>
                <a:ahLst/>
                <a:cxnLst>
                  <a:cxn ang="0">
                    <a:pos x="connsiteX0" y="connsiteY0"/>
                  </a:cxn>
                  <a:cxn ang="0">
                    <a:pos x="connsiteX1" y="connsiteY1"/>
                  </a:cxn>
                  <a:cxn ang="0">
                    <a:pos x="connsiteX2" y="connsiteY2"/>
                  </a:cxn>
                </a:cxnLst>
                <a:rect l="l" t="t" r="r" b="b"/>
                <a:pathLst>
                  <a:path w="13351" h="5198">
                    <a:moveTo>
                      <a:pt x="8969" y="0"/>
                    </a:moveTo>
                    <a:cubicBezTo>
                      <a:pt x="6580" y="6"/>
                      <a:pt x="-2124" y="1046"/>
                      <a:pt x="482" y="4303"/>
                    </a:cubicBezTo>
                    <a:cubicBezTo>
                      <a:pt x="4442" y="7504"/>
                      <a:pt x="21170" y="1183"/>
                      <a:pt x="896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9" name="Freeform: Shape 2628">
                <a:extLst>
                  <a:ext uri="{FF2B5EF4-FFF2-40B4-BE49-F238E27FC236}">
                    <a16:creationId xmlns:a16="http://schemas.microsoft.com/office/drawing/2014/main" id="{89B232A1-AF19-1177-3227-D78620BDD718}"/>
                  </a:ext>
                </a:extLst>
              </p:cNvPr>
              <p:cNvSpPr/>
              <p:nvPr/>
            </p:nvSpPr>
            <p:spPr>
              <a:xfrm>
                <a:off x="3046216" y="5469512"/>
                <a:ext cx="6972" cy="2209"/>
              </a:xfrm>
              <a:custGeom>
                <a:avLst/>
                <a:gdLst>
                  <a:gd name="connsiteX0" fmla="*/ 4296 w 6972"/>
                  <a:gd name="connsiteY0" fmla="*/ 274 h 2209"/>
                  <a:gd name="connsiteX1" fmla="*/ 507 w 6972"/>
                  <a:gd name="connsiteY1" fmla="*/ 1206 h 2209"/>
                  <a:gd name="connsiteX2" fmla="*/ 4296 w 6972"/>
                  <a:gd name="connsiteY2" fmla="*/ 274 h 2209"/>
                </a:gdLst>
                <a:ahLst/>
                <a:cxnLst>
                  <a:cxn ang="0">
                    <a:pos x="connsiteX0" y="connsiteY0"/>
                  </a:cxn>
                  <a:cxn ang="0">
                    <a:pos x="connsiteX1" y="connsiteY1"/>
                  </a:cxn>
                  <a:cxn ang="0">
                    <a:pos x="connsiteX2" y="connsiteY2"/>
                  </a:cxn>
                </a:cxnLst>
                <a:rect l="l" t="t" r="r" b="b"/>
                <a:pathLst>
                  <a:path w="6972" h="2209">
                    <a:moveTo>
                      <a:pt x="4296" y="274"/>
                    </a:moveTo>
                    <a:cubicBezTo>
                      <a:pt x="3222" y="-35"/>
                      <a:pt x="-1545" y="-418"/>
                      <a:pt x="507" y="1206"/>
                    </a:cubicBezTo>
                    <a:cubicBezTo>
                      <a:pt x="2810" y="2994"/>
                      <a:pt x="11211" y="2211"/>
                      <a:pt x="4296" y="27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0" name="Freeform: Shape 2629">
                <a:extLst>
                  <a:ext uri="{FF2B5EF4-FFF2-40B4-BE49-F238E27FC236}">
                    <a16:creationId xmlns:a16="http://schemas.microsoft.com/office/drawing/2014/main" id="{84C40E70-A817-B868-D098-8849A8096757}"/>
                  </a:ext>
                </a:extLst>
              </p:cNvPr>
              <p:cNvSpPr/>
              <p:nvPr/>
            </p:nvSpPr>
            <p:spPr>
              <a:xfrm>
                <a:off x="2095035" y="6702624"/>
                <a:ext cx="10414" cy="243"/>
              </a:xfrm>
              <a:custGeom>
                <a:avLst/>
                <a:gdLst>
                  <a:gd name="connsiteX0" fmla="*/ 6696 w 10414"/>
                  <a:gd name="connsiteY0" fmla="*/ 36 h 243"/>
                  <a:gd name="connsiteX1" fmla="*/ 3724 w 10414"/>
                  <a:gd name="connsiteY1" fmla="*/ 219 h 243"/>
                  <a:gd name="connsiteX2" fmla="*/ 6696 w 10414"/>
                  <a:gd name="connsiteY2" fmla="*/ 36 h 243"/>
                </a:gdLst>
                <a:ahLst/>
                <a:cxnLst>
                  <a:cxn ang="0">
                    <a:pos x="connsiteX0" y="connsiteY0"/>
                  </a:cxn>
                  <a:cxn ang="0">
                    <a:pos x="connsiteX1" y="connsiteY1"/>
                  </a:cxn>
                  <a:cxn ang="0">
                    <a:pos x="connsiteX2" y="connsiteY2"/>
                  </a:cxn>
                </a:cxnLst>
                <a:rect l="l" t="t" r="r" b="b"/>
                <a:pathLst>
                  <a:path w="10414" h="243">
                    <a:moveTo>
                      <a:pt x="6696" y="36"/>
                    </a:moveTo>
                    <a:cubicBezTo>
                      <a:pt x="2655" y="88"/>
                      <a:pt x="-4368" y="317"/>
                      <a:pt x="3724" y="219"/>
                    </a:cubicBezTo>
                    <a:cubicBezTo>
                      <a:pt x="7765" y="168"/>
                      <a:pt x="14777" y="-95"/>
                      <a:pt x="6696" y="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1" name="Freeform: Shape 2630">
                <a:extLst>
                  <a:ext uri="{FF2B5EF4-FFF2-40B4-BE49-F238E27FC236}">
                    <a16:creationId xmlns:a16="http://schemas.microsoft.com/office/drawing/2014/main" id="{58FD9D86-C36E-5047-6756-CFD6BDA01E91}"/>
                  </a:ext>
                </a:extLst>
              </p:cNvPr>
              <p:cNvSpPr/>
              <p:nvPr/>
            </p:nvSpPr>
            <p:spPr>
              <a:xfrm>
                <a:off x="1903791" y="6777262"/>
                <a:ext cx="11139" cy="2854"/>
              </a:xfrm>
              <a:custGeom>
                <a:avLst/>
                <a:gdLst>
                  <a:gd name="connsiteX0" fmla="*/ 7241 w 11139"/>
                  <a:gd name="connsiteY0" fmla="*/ 31 h 2854"/>
                  <a:gd name="connsiteX1" fmla="*/ 3904 w 11139"/>
                  <a:gd name="connsiteY1" fmla="*/ 2825 h 2854"/>
                  <a:gd name="connsiteX2" fmla="*/ 7241 w 11139"/>
                  <a:gd name="connsiteY2" fmla="*/ 31 h 2854"/>
                </a:gdLst>
                <a:ahLst/>
                <a:cxnLst>
                  <a:cxn ang="0">
                    <a:pos x="connsiteX0" y="connsiteY0"/>
                  </a:cxn>
                  <a:cxn ang="0">
                    <a:pos x="connsiteX1" y="connsiteY1"/>
                  </a:cxn>
                  <a:cxn ang="0">
                    <a:pos x="connsiteX2" y="connsiteY2"/>
                  </a:cxn>
                </a:cxnLst>
                <a:rect l="l" t="t" r="r" b="b"/>
                <a:pathLst>
                  <a:path w="11139" h="2854">
                    <a:moveTo>
                      <a:pt x="7241" y="31"/>
                    </a:moveTo>
                    <a:cubicBezTo>
                      <a:pt x="2686" y="-318"/>
                      <a:pt x="-4549" y="2385"/>
                      <a:pt x="3904" y="2825"/>
                    </a:cubicBezTo>
                    <a:cubicBezTo>
                      <a:pt x="8447" y="3163"/>
                      <a:pt x="15688" y="459"/>
                      <a:pt x="7241" y="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2" name="Freeform: Shape 2631">
                <a:extLst>
                  <a:ext uri="{FF2B5EF4-FFF2-40B4-BE49-F238E27FC236}">
                    <a16:creationId xmlns:a16="http://schemas.microsoft.com/office/drawing/2014/main" id="{10F9F436-E363-CA83-ABAE-A5B4710A330F}"/>
                  </a:ext>
                </a:extLst>
              </p:cNvPr>
              <p:cNvSpPr/>
              <p:nvPr/>
            </p:nvSpPr>
            <p:spPr>
              <a:xfrm>
                <a:off x="2265906" y="6698880"/>
                <a:ext cx="9797" cy="976"/>
              </a:xfrm>
              <a:custGeom>
                <a:avLst/>
                <a:gdLst>
                  <a:gd name="connsiteX0" fmla="*/ 6155 w 9797"/>
                  <a:gd name="connsiteY0" fmla="*/ 305 h 976"/>
                  <a:gd name="connsiteX1" fmla="*/ 0 w 9797"/>
                  <a:gd name="connsiteY1" fmla="*/ 963 h 976"/>
                  <a:gd name="connsiteX2" fmla="*/ 6155 w 9797"/>
                  <a:gd name="connsiteY2" fmla="*/ 305 h 976"/>
                </a:gdLst>
                <a:ahLst/>
                <a:cxnLst>
                  <a:cxn ang="0">
                    <a:pos x="connsiteX0" y="connsiteY0"/>
                  </a:cxn>
                  <a:cxn ang="0">
                    <a:pos x="connsiteX1" y="connsiteY1"/>
                  </a:cxn>
                  <a:cxn ang="0">
                    <a:pos x="connsiteX2" y="connsiteY2"/>
                  </a:cxn>
                </a:cxnLst>
                <a:rect l="l" t="t" r="r" b="b"/>
                <a:pathLst>
                  <a:path w="9797" h="976">
                    <a:moveTo>
                      <a:pt x="6155" y="305"/>
                    </a:moveTo>
                    <a:cubicBezTo>
                      <a:pt x="3492" y="562"/>
                      <a:pt x="737" y="848"/>
                      <a:pt x="0" y="963"/>
                    </a:cubicBezTo>
                    <a:cubicBezTo>
                      <a:pt x="6" y="1156"/>
                      <a:pt x="17059" y="-712"/>
                      <a:pt x="6155" y="30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3" name="Freeform: Shape 2632">
                <a:extLst>
                  <a:ext uri="{FF2B5EF4-FFF2-40B4-BE49-F238E27FC236}">
                    <a16:creationId xmlns:a16="http://schemas.microsoft.com/office/drawing/2014/main" id="{8A4B6777-52E0-0AA3-3FD7-B91FEC201F87}"/>
                  </a:ext>
                </a:extLst>
              </p:cNvPr>
              <p:cNvSpPr/>
              <p:nvPr/>
            </p:nvSpPr>
            <p:spPr>
              <a:xfrm>
                <a:off x="2182795" y="6702424"/>
                <a:ext cx="10105" cy="575"/>
              </a:xfrm>
              <a:custGeom>
                <a:avLst/>
                <a:gdLst>
                  <a:gd name="connsiteX0" fmla="*/ 6461 w 10105"/>
                  <a:gd name="connsiteY0" fmla="*/ 327 h 575"/>
                  <a:gd name="connsiteX1" fmla="*/ 3649 w 10105"/>
                  <a:gd name="connsiteY1" fmla="*/ 264 h 575"/>
                  <a:gd name="connsiteX2" fmla="*/ 6461 w 10105"/>
                  <a:gd name="connsiteY2" fmla="*/ 327 h 575"/>
                </a:gdLst>
                <a:ahLst/>
                <a:cxnLst>
                  <a:cxn ang="0">
                    <a:pos x="connsiteX0" y="connsiteY0"/>
                  </a:cxn>
                  <a:cxn ang="0">
                    <a:pos x="connsiteX1" y="connsiteY1"/>
                  </a:cxn>
                  <a:cxn ang="0">
                    <a:pos x="connsiteX2" y="connsiteY2"/>
                  </a:cxn>
                </a:cxnLst>
                <a:rect l="l" t="t" r="r" b="b"/>
                <a:pathLst>
                  <a:path w="10105" h="575">
                    <a:moveTo>
                      <a:pt x="6461" y="327"/>
                    </a:moveTo>
                    <a:cubicBezTo>
                      <a:pt x="2466" y="590"/>
                      <a:pt x="-4203" y="744"/>
                      <a:pt x="3649" y="264"/>
                    </a:cubicBezTo>
                    <a:cubicBezTo>
                      <a:pt x="7644" y="1"/>
                      <a:pt x="14302" y="-193"/>
                      <a:pt x="6461" y="3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4" name="Freeform: Shape 2633">
                <a:extLst>
                  <a:ext uri="{FF2B5EF4-FFF2-40B4-BE49-F238E27FC236}">
                    <a16:creationId xmlns:a16="http://schemas.microsoft.com/office/drawing/2014/main" id="{C87B3745-7B94-CFCD-B1FC-2DAFD491B173}"/>
                  </a:ext>
                </a:extLst>
              </p:cNvPr>
              <p:cNvSpPr/>
              <p:nvPr/>
            </p:nvSpPr>
            <p:spPr>
              <a:xfrm>
                <a:off x="1799685" y="6880134"/>
                <a:ext cx="11550" cy="3686"/>
              </a:xfrm>
              <a:custGeom>
                <a:avLst/>
                <a:gdLst>
                  <a:gd name="connsiteX0" fmla="*/ 7386 w 11550"/>
                  <a:gd name="connsiteY0" fmla="*/ 0 h 3686"/>
                  <a:gd name="connsiteX1" fmla="*/ 48 w 11550"/>
                  <a:gd name="connsiteY1" fmla="*/ 1805 h 3686"/>
                  <a:gd name="connsiteX2" fmla="*/ 7386 w 11550"/>
                  <a:gd name="connsiteY2" fmla="*/ 0 h 3686"/>
                </a:gdLst>
                <a:ahLst/>
                <a:cxnLst>
                  <a:cxn ang="0">
                    <a:pos x="connsiteX0" y="connsiteY0"/>
                  </a:cxn>
                  <a:cxn ang="0">
                    <a:pos x="connsiteX1" y="connsiteY1"/>
                  </a:cxn>
                  <a:cxn ang="0">
                    <a:pos x="connsiteX2" y="connsiteY2"/>
                  </a:cxn>
                </a:cxnLst>
                <a:rect l="l" t="t" r="r" b="b"/>
                <a:pathLst>
                  <a:path w="11550" h="3686">
                    <a:moveTo>
                      <a:pt x="7386" y="0"/>
                    </a:moveTo>
                    <a:cubicBezTo>
                      <a:pt x="4311" y="0"/>
                      <a:pt x="1031" y="806"/>
                      <a:pt x="48" y="1805"/>
                    </a:cubicBezTo>
                    <a:cubicBezTo>
                      <a:pt x="-1141" y="6532"/>
                      <a:pt x="20330" y="983"/>
                      <a:pt x="738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5" name="Freeform: Shape 2634">
                <a:extLst>
                  <a:ext uri="{FF2B5EF4-FFF2-40B4-BE49-F238E27FC236}">
                    <a16:creationId xmlns:a16="http://schemas.microsoft.com/office/drawing/2014/main" id="{447EAC61-FD4B-8190-8A65-0D039A5E5865}"/>
                  </a:ext>
                </a:extLst>
              </p:cNvPr>
              <p:cNvSpPr/>
              <p:nvPr/>
            </p:nvSpPr>
            <p:spPr>
              <a:xfrm>
                <a:off x="1444091" y="7241230"/>
                <a:ext cx="12837" cy="4459"/>
              </a:xfrm>
              <a:custGeom>
                <a:avLst/>
                <a:gdLst>
                  <a:gd name="connsiteX0" fmla="*/ 8575 w 12837"/>
                  <a:gd name="connsiteY0" fmla="*/ 35 h 4459"/>
                  <a:gd name="connsiteX1" fmla="*/ 4266 w 12837"/>
                  <a:gd name="connsiteY1" fmla="*/ 4424 h 4459"/>
                  <a:gd name="connsiteX2" fmla="*/ 8575 w 12837"/>
                  <a:gd name="connsiteY2" fmla="*/ 35 h 4459"/>
                </a:gdLst>
                <a:ahLst/>
                <a:cxnLst>
                  <a:cxn ang="0">
                    <a:pos x="connsiteX0" y="connsiteY0"/>
                  </a:cxn>
                  <a:cxn ang="0">
                    <a:pos x="connsiteX1" y="connsiteY1"/>
                  </a:cxn>
                  <a:cxn ang="0">
                    <a:pos x="connsiteX2" y="connsiteY2"/>
                  </a:cxn>
                </a:cxnLst>
                <a:rect l="l" t="t" r="r" b="b"/>
                <a:pathLst>
                  <a:path w="12837" h="4459">
                    <a:moveTo>
                      <a:pt x="8575" y="35"/>
                    </a:moveTo>
                    <a:cubicBezTo>
                      <a:pt x="3523" y="-428"/>
                      <a:pt x="-5312" y="3841"/>
                      <a:pt x="4266" y="4424"/>
                    </a:cubicBezTo>
                    <a:cubicBezTo>
                      <a:pt x="9324" y="4887"/>
                      <a:pt x="18142" y="618"/>
                      <a:pt x="8575"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6" name="Freeform: Shape 2635">
                <a:extLst>
                  <a:ext uri="{FF2B5EF4-FFF2-40B4-BE49-F238E27FC236}">
                    <a16:creationId xmlns:a16="http://schemas.microsoft.com/office/drawing/2014/main" id="{4B5FA820-42B6-0E9C-0720-37AEDCF17AD8}"/>
                  </a:ext>
                </a:extLst>
              </p:cNvPr>
              <p:cNvSpPr/>
              <p:nvPr/>
            </p:nvSpPr>
            <p:spPr>
              <a:xfrm>
                <a:off x="1688677" y="6992764"/>
                <a:ext cx="11943" cy="3900"/>
              </a:xfrm>
              <a:custGeom>
                <a:avLst/>
                <a:gdLst>
                  <a:gd name="connsiteX0" fmla="*/ 7860 w 11943"/>
                  <a:gd name="connsiteY0" fmla="*/ 30 h 3900"/>
                  <a:gd name="connsiteX1" fmla="*/ 4088 w 11943"/>
                  <a:gd name="connsiteY1" fmla="*/ 3870 h 3900"/>
                  <a:gd name="connsiteX2" fmla="*/ 7860 w 11943"/>
                  <a:gd name="connsiteY2" fmla="*/ 30 h 3900"/>
                </a:gdLst>
                <a:ahLst/>
                <a:cxnLst>
                  <a:cxn ang="0">
                    <a:pos x="connsiteX0" y="connsiteY0"/>
                  </a:cxn>
                  <a:cxn ang="0">
                    <a:pos x="connsiteX1" y="connsiteY1"/>
                  </a:cxn>
                  <a:cxn ang="0">
                    <a:pos x="connsiteX2" y="connsiteY2"/>
                  </a:cxn>
                </a:cxnLst>
                <a:rect l="l" t="t" r="r" b="b"/>
                <a:pathLst>
                  <a:path w="11943" h="3900">
                    <a:moveTo>
                      <a:pt x="7860" y="30"/>
                    </a:moveTo>
                    <a:cubicBezTo>
                      <a:pt x="3008" y="-371"/>
                      <a:pt x="-4884" y="3384"/>
                      <a:pt x="4088" y="3870"/>
                    </a:cubicBezTo>
                    <a:cubicBezTo>
                      <a:pt x="8940" y="4270"/>
                      <a:pt x="16821" y="521"/>
                      <a:pt x="7860"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7" name="Freeform: Shape 2636">
                <a:extLst>
                  <a:ext uri="{FF2B5EF4-FFF2-40B4-BE49-F238E27FC236}">
                    <a16:creationId xmlns:a16="http://schemas.microsoft.com/office/drawing/2014/main" id="{77939CBC-42E6-603C-0AD5-1DBABE51AF53}"/>
                  </a:ext>
                </a:extLst>
              </p:cNvPr>
              <p:cNvSpPr/>
              <p:nvPr/>
            </p:nvSpPr>
            <p:spPr>
              <a:xfrm>
                <a:off x="1308812" y="7378701"/>
                <a:ext cx="13344" cy="4778"/>
              </a:xfrm>
              <a:custGeom>
                <a:avLst/>
                <a:gdLst>
                  <a:gd name="connsiteX0" fmla="*/ 8981 w 13344"/>
                  <a:gd name="connsiteY0" fmla="*/ 38 h 4778"/>
                  <a:gd name="connsiteX1" fmla="*/ 4369 w 13344"/>
                  <a:gd name="connsiteY1" fmla="*/ 4741 h 4778"/>
                  <a:gd name="connsiteX2" fmla="*/ 8981 w 13344"/>
                  <a:gd name="connsiteY2" fmla="*/ 38 h 4778"/>
                </a:gdLst>
                <a:ahLst/>
                <a:cxnLst>
                  <a:cxn ang="0">
                    <a:pos x="connsiteX0" y="connsiteY0"/>
                  </a:cxn>
                  <a:cxn ang="0">
                    <a:pos x="connsiteX1" y="connsiteY1"/>
                  </a:cxn>
                  <a:cxn ang="0">
                    <a:pos x="connsiteX2" y="connsiteY2"/>
                  </a:cxn>
                </a:cxnLst>
                <a:rect l="l" t="t" r="r" b="b"/>
                <a:pathLst>
                  <a:path w="13344" h="4778">
                    <a:moveTo>
                      <a:pt x="8981" y="38"/>
                    </a:moveTo>
                    <a:cubicBezTo>
                      <a:pt x="3814" y="-460"/>
                      <a:pt x="-5552" y="4106"/>
                      <a:pt x="4369" y="4741"/>
                    </a:cubicBezTo>
                    <a:cubicBezTo>
                      <a:pt x="9535" y="5238"/>
                      <a:pt x="18891" y="672"/>
                      <a:pt x="8981"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8" name="Freeform: Shape 2637">
                <a:extLst>
                  <a:ext uri="{FF2B5EF4-FFF2-40B4-BE49-F238E27FC236}">
                    <a16:creationId xmlns:a16="http://schemas.microsoft.com/office/drawing/2014/main" id="{B1D9541C-4EDE-FBCC-F1B6-B655E4625DA1}"/>
                  </a:ext>
                </a:extLst>
              </p:cNvPr>
              <p:cNvSpPr/>
              <p:nvPr/>
            </p:nvSpPr>
            <p:spPr>
              <a:xfrm>
                <a:off x="2344558" y="6670395"/>
                <a:ext cx="9633" cy="1876"/>
              </a:xfrm>
              <a:custGeom>
                <a:avLst/>
                <a:gdLst>
                  <a:gd name="connsiteX0" fmla="*/ 5964 w 9633"/>
                  <a:gd name="connsiteY0" fmla="*/ 130 h 1876"/>
                  <a:gd name="connsiteX1" fmla="*/ 3 w 9633"/>
                  <a:gd name="connsiteY1" fmla="*/ 1398 h 1876"/>
                  <a:gd name="connsiteX2" fmla="*/ 5964 w 9633"/>
                  <a:gd name="connsiteY2" fmla="*/ 130 h 1876"/>
                </a:gdLst>
                <a:ahLst/>
                <a:cxnLst>
                  <a:cxn ang="0">
                    <a:pos x="connsiteX0" y="connsiteY0"/>
                  </a:cxn>
                  <a:cxn ang="0">
                    <a:pos x="connsiteX1" y="connsiteY1"/>
                  </a:cxn>
                  <a:cxn ang="0">
                    <a:pos x="connsiteX2" y="connsiteY2"/>
                  </a:cxn>
                </a:cxnLst>
                <a:rect l="l" t="t" r="r" b="b"/>
                <a:pathLst>
                  <a:path w="9633" h="1876">
                    <a:moveTo>
                      <a:pt x="5964" y="130"/>
                    </a:moveTo>
                    <a:cubicBezTo>
                      <a:pt x="3369" y="404"/>
                      <a:pt x="700" y="964"/>
                      <a:pt x="3" y="1398"/>
                    </a:cubicBezTo>
                    <a:cubicBezTo>
                      <a:pt x="-271" y="3204"/>
                      <a:pt x="16954" y="-751"/>
                      <a:pt x="5964" y="1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9" name="Freeform: Shape 2638">
                <a:extLst>
                  <a:ext uri="{FF2B5EF4-FFF2-40B4-BE49-F238E27FC236}">
                    <a16:creationId xmlns:a16="http://schemas.microsoft.com/office/drawing/2014/main" id="{568E34C8-E6E1-2269-FF39-97313541609B}"/>
                  </a:ext>
                </a:extLst>
              </p:cNvPr>
              <p:cNvSpPr/>
              <p:nvPr/>
            </p:nvSpPr>
            <p:spPr>
              <a:xfrm>
                <a:off x="1570458" y="7112862"/>
                <a:ext cx="12374" cy="4167"/>
              </a:xfrm>
              <a:custGeom>
                <a:avLst/>
                <a:gdLst>
                  <a:gd name="connsiteX0" fmla="*/ 8201 w 12374"/>
                  <a:gd name="connsiteY0" fmla="*/ 32 h 4167"/>
                  <a:gd name="connsiteX1" fmla="*/ 4178 w 12374"/>
                  <a:gd name="connsiteY1" fmla="*/ 4136 h 4167"/>
                  <a:gd name="connsiteX2" fmla="*/ 8201 w 12374"/>
                  <a:gd name="connsiteY2" fmla="*/ 32 h 4167"/>
                </a:gdLst>
                <a:ahLst/>
                <a:cxnLst>
                  <a:cxn ang="0">
                    <a:pos x="connsiteX0" y="connsiteY0"/>
                  </a:cxn>
                  <a:cxn ang="0">
                    <a:pos x="connsiteX1" y="connsiteY1"/>
                  </a:cxn>
                  <a:cxn ang="0">
                    <a:pos x="connsiteX2" y="connsiteY2"/>
                  </a:cxn>
                </a:cxnLst>
                <a:rect l="l" t="t" r="r" b="b"/>
                <a:pathLst>
                  <a:path w="12374" h="4167">
                    <a:moveTo>
                      <a:pt x="8201" y="32"/>
                    </a:moveTo>
                    <a:cubicBezTo>
                      <a:pt x="3252" y="-396"/>
                      <a:pt x="-5092" y="3598"/>
                      <a:pt x="4178" y="4136"/>
                    </a:cubicBezTo>
                    <a:cubicBezTo>
                      <a:pt x="9127" y="4565"/>
                      <a:pt x="17460" y="564"/>
                      <a:pt x="8201" y="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0" name="Freeform: Shape 2639">
                <a:extLst>
                  <a:ext uri="{FF2B5EF4-FFF2-40B4-BE49-F238E27FC236}">
                    <a16:creationId xmlns:a16="http://schemas.microsoft.com/office/drawing/2014/main" id="{F7CA37DF-B754-670D-15EC-C463AD0F800B}"/>
                  </a:ext>
                </a:extLst>
              </p:cNvPr>
              <p:cNvSpPr/>
              <p:nvPr/>
            </p:nvSpPr>
            <p:spPr>
              <a:xfrm>
                <a:off x="2002290" y="6720356"/>
                <a:ext cx="10840" cy="1168"/>
              </a:xfrm>
              <a:custGeom>
                <a:avLst/>
                <a:gdLst>
                  <a:gd name="connsiteX0" fmla="*/ 6824 w 10840"/>
                  <a:gd name="connsiteY0" fmla="*/ 4 h 1168"/>
                  <a:gd name="connsiteX1" fmla="*/ 17 w 10840"/>
                  <a:gd name="connsiteY1" fmla="*/ 501 h 1168"/>
                  <a:gd name="connsiteX2" fmla="*/ 6824 w 10840"/>
                  <a:gd name="connsiteY2" fmla="*/ 4 h 1168"/>
                </a:gdLst>
                <a:ahLst/>
                <a:cxnLst>
                  <a:cxn ang="0">
                    <a:pos x="connsiteX0" y="connsiteY0"/>
                  </a:cxn>
                  <a:cxn ang="0">
                    <a:pos x="connsiteX1" y="connsiteY1"/>
                  </a:cxn>
                  <a:cxn ang="0">
                    <a:pos x="connsiteX2" y="connsiteY2"/>
                  </a:cxn>
                </a:cxnLst>
                <a:rect l="l" t="t" r="r" b="b"/>
                <a:pathLst>
                  <a:path w="10840" h="1168">
                    <a:moveTo>
                      <a:pt x="6824" y="4"/>
                    </a:moveTo>
                    <a:cubicBezTo>
                      <a:pt x="3932" y="-31"/>
                      <a:pt x="886" y="186"/>
                      <a:pt x="17" y="501"/>
                    </a:cubicBezTo>
                    <a:cubicBezTo>
                      <a:pt x="-657" y="2118"/>
                      <a:pt x="19071" y="329"/>
                      <a:pt x="6824"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1" name="Freeform: Shape 2640">
                <a:extLst>
                  <a:ext uri="{FF2B5EF4-FFF2-40B4-BE49-F238E27FC236}">
                    <a16:creationId xmlns:a16="http://schemas.microsoft.com/office/drawing/2014/main" id="{E0468142-3A17-102C-0D21-28F039303835}"/>
                  </a:ext>
                </a:extLst>
              </p:cNvPr>
              <p:cNvSpPr/>
              <p:nvPr/>
            </p:nvSpPr>
            <p:spPr>
              <a:xfrm>
                <a:off x="2852469" y="5993927"/>
                <a:ext cx="7833" cy="4851"/>
              </a:xfrm>
              <a:custGeom>
                <a:avLst/>
                <a:gdLst>
                  <a:gd name="connsiteX0" fmla="*/ 4785 w 7833"/>
                  <a:gd name="connsiteY0" fmla="*/ 39 h 4851"/>
                  <a:gd name="connsiteX1" fmla="*/ 3053 w 7833"/>
                  <a:gd name="connsiteY1" fmla="*/ 4811 h 4851"/>
                  <a:gd name="connsiteX2" fmla="*/ 4785 w 7833"/>
                  <a:gd name="connsiteY2" fmla="*/ 39 h 4851"/>
                </a:gdLst>
                <a:ahLst/>
                <a:cxnLst>
                  <a:cxn ang="0">
                    <a:pos x="connsiteX0" y="connsiteY0"/>
                  </a:cxn>
                  <a:cxn ang="0">
                    <a:pos x="connsiteX1" y="connsiteY1"/>
                  </a:cxn>
                  <a:cxn ang="0">
                    <a:pos x="connsiteX2" y="connsiteY2"/>
                  </a:cxn>
                </a:cxnLst>
                <a:rect l="l" t="t" r="r" b="b"/>
                <a:pathLst>
                  <a:path w="7833" h="4851">
                    <a:moveTo>
                      <a:pt x="4785" y="39"/>
                    </a:moveTo>
                    <a:cubicBezTo>
                      <a:pt x="556" y="-475"/>
                      <a:pt x="-2599" y="4268"/>
                      <a:pt x="3053" y="4811"/>
                    </a:cubicBezTo>
                    <a:cubicBezTo>
                      <a:pt x="7311" y="5337"/>
                      <a:pt x="10409" y="622"/>
                      <a:pt x="4785" y="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2" name="Freeform: Shape 2641">
                <a:extLst>
                  <a:ext uri="{FF2B5EF4-FFF2-40B4-BE49-F238E27FC236}">
                    <a16:creationId xmlns:a16="http://schemas.microsoft.com/office/drawing/2014/main" id="{0CC491E4-7645-A7DC-2D84-8443AE432AB9}"/>
                  </a:ext>
                </a:extLst>
              </p:cNvPr>
              <p:cNvSpPr/>
              <p:nvPr/>
            </p:nvSpPr>
            <p:spPr>
              <a:xfrm>
                <a:off x="2904001" y="5839907"/>
                <a:ext cx="7818" cy="5312"/>
              </a:xfrm>
              <a:custGeom>
                <a:avLst/>
                <a:gdLst>
                  <a:gd name="connsiteX0" fmla="*/ 4642 w 7818"/>
                  <a:gd name="connsiteY0" fmla="*/ 39 h 5312"/>
                  <a:gd name="connsiteX1" fmla="*/ 7 w 7818"/>
                  <a:gd name="connsiteY1" fmla="*/ 2234 h 5312"/>
                  <a:gd name="connsiteX2" fmla="*/ 4642 w 7818"/>
                  <a:gd name="connsiteY2" fmla="*/ 39 h 5312"/>
                </a:gdLst>
                <a:ahLst/>
                <a:cxnLst>
                  <a:cxn ang="0">
                    <a:pos x="connsiteX0" y="connsiteY0"/>
                  </a:cxn>
                  <a:cxn ang="0">
                    <a:pos x="connsiteX1" y="connsiteY1"/>
                  </a:cxn>
                  <a:cxn ang="0">
                    <a:pos x="connsiteX2" y="connsiteY2"/>
                  </a:cxn>
                </a:cxnLst>
                <a:rect l="l" t="t" r="r" b="b"/>
                <a:pathLst>
                  <a:path w="7818" h="5312">
                    <a:moveTo>
                      <a:pt x="4642" y="39"/>
                    </a:moveTo>
                    <a:cubicBezTo>
                      <a:pt x="2539" y="-213"/>
                      <a:pt x="464" y="782"/>
                      <a:pt x="7" y="2234"/>
                    </a:cubicBezTo>
                    <a:cubicBezTo>
                      <a:pt x="-359" y="9155"/>
                      <a:pt x="14009" y="2605"/>
                      <a:pt x="4642" y="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3" name="Freeform: Shape 2642">
                <a:extLst>
                  <a:ext uri="{FF2B5EF4-FFF2-40B4-BE49-F238E27FC236}">
                    <a16:creationId xmlns:a16="http://schemas.microsoft.com/office/drawing/2014/main" id="{DE4630E3-2FF4-DBA0-9822-9EAC3F369E86}"/>
                  </a:ext>
                </a:extLst>
              </p:cNvPr>
              <p:cNvSpPr/>
              <p:nvPr/>
            </p:nvSpPr>
            <p:spPr>
              <a:xfrm>
                <a:off x="2953366" y="5684447"/>
                <a:ext cx="7473" cy="5160"/>
              </a:xfrm>
              <a:custGeom>
                <a:avLst/>
                <a:gdLst>
                  <a:gd name="connsiteX0" fmla="*/ 4534 w 7473"/>
                  <a:gd name="connsiteY0" fmla="*/ 132 h 5160"/>
                  <a:gd name="connsiteX1" fmla="*/ 2940 w 7473"/>
                  <a:gd name="connsiteY1" fmla="*/ 5024 h 5160"/>
                  <a:gd name="connsiteX2" fmla="*/ 4534 w 7473"/>
                  <a:gd name="connsiteY2" fmla="*/ 132 h 5160"/>
                </a:gdLst>
                <a:ahLst/>
                <a:cxnLst>
                  <a:cxn ang="0">
                    <a:pos x="connsiteX0" y="connsiteY0"/>
                  </a:cxn>
                  <a:cxn ang="0">
                    <a:pos x="connsiteX1" y="connsiteY1"/>
                  </a:cxn>
                  <a:cxn ang="0">
                    <a:pos x="connsiteX2" y="connsiteY2"/>
                  </a:cxn>
                </a:cxnLst>
                <a:rect l="l" t="t" r="r" b="b"/>
                <a:pathLst>
                  <a:path w="7473" h="5160">
                    <a:moveTo>
                      <a:pt x="4534" y="132"/>
                    </a:moveTo>
                    <a:cubicBezTo>
                      <a:pt x="77" y="-857"/>
                      <a:pt x="-2192" y="4006"/>
                      <a:pt x="2940" y="5024"/>
                    </a:cubicBezTo>
                    <a:cubicBezTo>
                      <a:pt x="7438" y="6030"/>
                      <a:pt x="9638" y="1178"/>
                      <a:pt x="4534" y="13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4" name="Freeform: Shape 2643">
                <a:extLst>
                  <a:ext uri="{FF2B5EF4-FFF2-40B4-BE49-F238E27FC236}">
                    <a16:creationId xmlns:a16="http://schemas.microsoft.com/office/drawing/2014/main" id="{4A634A8B-6FDA-B12F-C0AF-4F677080D4DE}"/>
                  </a:ext>
                </a:extLst>
              </p:cNvPr>
              <p:cNvSpPr/>
              <p:nvPr/>
            </p:nvSpPr>
            <p:spPr>
              <a:xfrm>
                <a:off x="2798745" y="6121617"/>
                <a:ext cx="8140" cy="3526"/>
              </a:xfrm>
              <a:custGeom>
                <a:avLst/>
                <a:gdLst>
                  <a:gd name="connsiteX0" fmla="*/ 4879 w 8140"/>
                  <a:gd name="connsiteY0" fmla="*/ 5 h 3526"/>
                  <a:gd name="connsiteX1" fmla="*/ 4 w 8140"/>
                  <a:gd name="connsiteY1" fmla="*/ 1622 h 3526"/>
                  <a:gd name="connsiteX2" fmla="*/ 4879 w 8140"/>
                  <a:gd name="connsiteY2" fmla="*/ 5 h 3526"/>
                </a:gdLst>
                <a:ahLst/>
                <a:cxnLst>
                  <a:cxn ang="0">
                    <a:pos x="connsiteX0" y="connsiteY0"/>
                  </a:cxn>
                  <a:cxn ang="0">
                    <a:pos x="connsiteX1" y="connsiteY1"/>
                  </a:cxn>
                  <a:cxn ang="0">
                    <a:pos x="connsiteX2" y="connsiteY2"/>
                  </a:cxn>
                </a:cxnLst>
                <a:rect l="l" t="t" r="r" b="b"/>
                <a:pathLst>
                  <a:path w="8140" h="3526">
                    <a:moveTo>
                      <a:pt x="4879" y="5"/>
                    </a:moveTo>
                    <a:cubicBezTo>
                      <a:pt x="2690" y="-69"/>
                      <a:pt x="507" y="662"/>
                      <a:pt x="4" y="1622"/>
                    </a:cubicBezTo>
                    <a:cubicBezTo>
                      <a:pt x="-276" y="6137"/>
                      <a:pt x="14509" y="1388"/>
                      <a:pt x="4879" y="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5" name="Freeform: Shape 2644">
                <a:extLst>
                  <a:ext uri="{FF2B5EF4-FFF2-40B4-BE49-F238E27FC236}">
                    <a16:creationId xmlns:a16="http://schemas.microsoft.com/office/drawing/2014/main" id="{8AFDF66F-0F03-A149-1E89-169CCFD69388}"/>
                  </a:ext>
                </a:extLst>
              </p:cNvPr>
              <p:cNvSpPr/>
              <p:nvPr/>
            </p:nvSpPr>
            <p:spPr>
              <a:xfrm>
                <a:off x="2419379" y="6589677"/>
                <a:ext cx="9419" cy="3867"/>
              </a:xfrm>
              <a:custGeom>
                <a:avLst/>
                <a:gdLst>
                  <a:gd name="connsiteX0" fmla="*/ 5798 w 9419"/>
                  <a:gd name="connsiteY0" fmla="*/ 4 h 3867"/>
                  <a:gd name="connsiteX1" fmla="*/ 9 w 9419"/>
                  <a:gd name="connsiteY1" fmla="*/ 2329 h 3867"/>
                  <a:gd name="connsiteX2" fmla="*/ 5798 w 9419"/>
                  <a:gd name="connsiteY2" fmla="*/ 4 h 3867"/>
                </a:gdLst>
                <a:ahLst/>
                <a:cxnLst>
                  <a:cxn ang="0">
                    <a:pos x="connsiteX0" y="connsiteY0"/>
                  </a:cxn>
                  <a:cxn ang="0">
                    <a:pos x="connsiteX1" y="connsiteY1"/>
                  </a:cxn>
                  <a:cxn ang="0">
                    <a:pos x="connsiteX2" y="connsiteY2"/>
                  </a:cxn>
                </a:cxnLst>
                <a:rect l="l" t="t" r="r" b="b"/>
                <a:pathLst>
                  <a:path w="9419" h="3867">
                    <a:moveTo>
                      <a:pt x="5798" y="4"/>
                    </a:moveTo>
                    <a:cubicBezTo>
                      <a:pt x="3266" y="266"/>
                      <a:pt x="672" y="1300"/>
                      <a:pt x="9" y="2329"/>
                    </a:cubicBezTo>
                    <a:cubicBezTo>
                      <a:pt x="-443" y="6895"/>
                      <a:pt x="16668" y="-180"/>
                      <a:pt x="5798"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6" name="Freeform: Shape 2645">
                <a:extLst>
                  <a:ext uri="{FF2B5EF4-FFF2-40B4-BE49-F238E27FC236}">
                    <a16:creationId xmlns:a16="http://schemas.microsoft.com/office/drawing/2014/main" id="{AA816D14-FD93-E83D-545D-6AA87709876A}"/>
                  </a:ext>
                </a:extLst>
              </p:cNvPr>
              <p:cNvSpPr/>
              <p:nvPr/>
            </p:nvSpPr>
            <p:spPr>
              <a:xfrm>
                <a:off x="2742666" y="6199944"/>
                <a:ext cx="8313" cy="2054"/>
              </a:xfrm>
              <a:custGeom>
                <a:avLst/>
                <a:gdLst>
                  <a:gd name="connsiteX0" fmla="*/ 5014 w 8313"/>
                  <a:gd name="connsiteY0" fmla="*/ 36 h 2054"/>
                  <a:gd name="connsiteX1" fmla="*/ 2 w 8313"/>
                  <a:gd name="connsiteY1" fmla="*/ 762 h 2054"/>
                  <a:gd name="connsiteX2" fmla="*/ 5014 w 8313"/>
                  <a:gd name="connsiteY2" fmla="*/ 36 h 2054"/>
                </a:gdLst>
                <a:ahLst/>
                <a:cxnLst>
                  <a:cxn ang="0">
                    <a:pos x="connsiteX0" y="connsiteY0"/>
                  </a:cxn>
                  <a:cxn ang="0">
                    <a:pos x="connsiteX1" y="connsiteY1"/>
                  </a:cxn>
                  <a:cxn ang="0">
                    <a:pos x="connsiteX2" y="connsiteY2"/>
                  </a:cxn>
                </a:cxnLst>
                <a:rect l="l" t="t" r="r" b="b"/>
                <a:pathLst>
                  <a:path w="8313" h="2054">
                    <a:moveTo>
                      <a:pt x="5014" y="36"/>
                    </a:moveTo>
                    <a:cubicBezTo>
                      <a:pt x="2768" y="-113"/>
                      <a:pt x="528" y="218"/>
                      <a:pt x="2" y="762"/>
                    </a:cubicBezTo>
                    <a:cubicBezTo>
                      <a:pt x="-187" y="3453"/>
                      <a:pt x="14752" y="1305"/>
                      <a:pt x="5014" y="3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7" name="Freeform: Shape 2646">
                <a:extLst>
                  <a:ext uri="{FF2B5EF4-FFF2-40B4-BE49-F238E27FC236}">
                    <a16:creationId xmlns:a16="http://schemas.microsoft.com/office/drawing/2014/main" id="{65E27A5D-4BED-C2A1-B9C9-67184B2EB347}"/>
                  </a:ext>
                </a:extLst>
              </p:cNvPr>
              <p:cNvSpPr/>
              <p:nvPr/>
            </p:nvSpPr>
            <p:spPr>
              <a:xfrm>
                <a:off x="2558459" y="6385346"/>
                <a:ext cx="8995" cy="2297"/>
              </a:xfrm>
              <a:custGeom>
                <a:avLst/>
                <a:gdLst>
                  <a:gd name="connsiteX0" fmla="*/ 5484 w 8995"/>
                  <a:gd name="connsiteY0" fmla="*/ 0 h 2297"/>
                  <a:gd name="connsiteX1" fmla="*/ 3 w 8995"/>
                  <a:gd name="connsiteY1" fmla="*/ 1166 h 2297"/>
                  <a:gd name="connsiteX2" fmla="*/ 5484 w 8995"/>
                  <a:gd name="connsiteY2" fmla="*/ 0 h 2297"/>
                </a:gdLst>
                <a:ahLst/>
                <a:cxnLst>
                  <a:cxn ang="0">
                    <a:pos x="connsiteX0" y="connsiteY0"/>
                  </a:cxn>
                  <a:cxn ang="0">
                    <a:pos x="connsiteX1" y="connsiteY1"/>
                  </a:cxn>
                  <a:cxn ang="0">
                    <a:pos x="connsiteX2" y="connsiteY2"/>
                  </a:cxn>
                </a:cxnLst>
                <a:rect l="l" t="t" r="r" b="b"/>
                <a:pathLst>
                  <a:path w="8995" h="2297">
                    <a:moveTo>
                      <a:pt x="5484" y="0"/>
                    </a:moveTo>
                    <a:cubicBezTo>
                      <a:pt x="3055" y="23"/>
                      <a:pt x="603" y="543"/>
                      <a:pt x="3" y="1166"/>
                    </a:cubicBezTo>
                    <a:cubicBezTo>
                      <a:pt x="-254" y="4075"/>
                      <a:pt x="15919" y="520"/>
                      <a:pt x="548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8" name="Freeform: Shape 2647">
                <a:extLst>
                  <a:ext uri="{FF2B5EF4-FFF2-40B4-BE49-F238E27FC236}">
                    <a16:creationId xmlns:a16="http://schemas.microsoft.com/office/drawing/2014/main" id="{CB330F58-066E-9DE0-8E91-1407E1A5A555}"/>
                  </a:ext>
                </a:extLst>
              </p:cNvPr>
              <p:cNvSpPr/>
              <p:nvPr/>
            </p:nvSpPr>
            <p:spPr>
              <a:xfrm>
                <a:off x="3000727" y="5552677"/>
                <a:ext cx="7488" cy="3982"/>
              </a:xfrm>
              <a:custGeom>
                <a:avLst/>
                <a:gdLst>
                  <a:gd name="connsiteX0" fmla="*/ 4425 w 7488"/>
                  <a:gd name="connsiteY0" fmla="*/ 177 h 3982"/>
                  <a:gd name="connsiteX1" fmla="*/ 7 w 7488"/>
                  <a:gd name="connsiteY1" fmla="*/ 1223 h 3982"/>
                  <a:gd name="connsiteX2" fmla="*/ 4425 w 7488"/>
                  <a:gd name="connsiteY2" fmla="*/ 177 h 3982"/>
                </a:gdLst>
                <a:ahLst/>
                <a:cxnLst>
                  <a:cxn ang="0">
                    <a:pos x="connsiteX0" y="connsiteY0"/>
                  </a:cxn>
                  <a:cxn ang="0">
                    <a:pos x="connsiteX1" y="connsiteY1"/>
                  </a:cxn>
                  <a:cxn ang="0">
                    <a:pos x="connsiteX2" y="connsiteY2"/>
                  </a:cxn>
                </a:cxnLst>
                <a:rect l="l" t="t" r="r" b="b"/>
                <a:pathLst>
                  <a:path w="7488" h="3982">
                    <a:moveTo>
                      <a:pt x="4425" y="177"/>
                    </a:moveTo>
                    <a:cubicBezTo>
                      <a:pt x="2407" y="-286"/>
                      <a:pt x="430" y="194"/>
                      <a:pt x="7" y="1223"/>
                    </a:cubicBezTo>
                    <a:cubicBezTo>
                      <a:pt x="-359" y="6309"/>
                      <a:pt x="13443" y="3406"/>
                      <a:pt x="4425" y="17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9" name="Freeform: Shape 2648">
                <a:extLst>
                  <a:ext uri="{FF2B5EF4-FFF2-40B4-BE49-F238E27FC236}">
                    <a16:creationId xmlns:a16="http://schemas.microsoft.com/office/drawing/2014/main" id="{A8FCBF2E-BEA4-707D-5D30-BCCFF0F3AE09}"/>
                  </a:ext>
                </a:extLst>
              </p:cNvPr>
              <p:cNvSpPr/>
              <p:nvPr/>
            </p:nvSpPr>
            <p:spPr>
              <a:xfrm>
                <a:off x="2490652" y="6470568"/>
                <a:ext cx="9157" cy="3773"/>
              </a:xfrm>
              <a:custGeom>
                <a:avLst/>
                <a:gdLst>
                  <a:gd name="connsiteX0" fmla="*/ 5728 w 9157"/>
                  <a:gd name="connsiteY0" fmla="*/ 23 h 3773"/>
                  <a:gd name="connsiteX1" fmla="*/ 3431 w 9157"/>
                  <a:gd name="connsiteY1" fmla="*/ 3755 h 3773"/>
                  <a:gd name="connsiteX2" fmla="*/ 5728 w 9157"/>
                  <a:gd name="connsiteY2" fmla="*/ 23 h 3773"/>
                </a:gdLst>
                <a:ahLst/>
                <a:cxnLst>
                  <a:cxn ang="0">
                    <a:pos x="connsiteX0" y="connsiteY0"/>
                  </a:cxn>
                  <a:cxn ang="0">
                    <a:pos x="connsiteX1" y="connsiteY1"/>
                  </a:cxn>
                  <a:cxn ang="0">
                    <a:pos x="connsiteX2" y="connsiteY2"/>
                  </a:cxn>
                </a:cxnLst>
                <a:rect l="l" t="t" r="r" b="b"/>
                <a:pathLst>
                  <a:path w="9157" h="3773">
                    <a:moveTo>
                      <a:pt x="5728" y="23"/>
                    </a:moveTo>
                    <a:cubicBezTo>
                      <a:pt x="1374" y="-326"/>
                      <a:pt x="-3410" y="3384"/>
                      <a:pt x="3431" y="3755"/>
                    </a:cubicBezTo>
                    <a:cubicBezTo>
                      <a:pt x="7769" y="4069"/>
                      <a:pt x="12575" y="389"/>
                      <a:pt x="5728"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0" name="Freeform: Shape 2649">
                <a:extLst>
                  <a:ext uri="{FF2B5EF4-FFF2-40B4-BE49-F238E27FC236}">
                    <a16:creationId xmlns:a16="http://schemas.microsoft.com/office/drawing/2014/main" id="{458EC520-DF04-C890-A3D6-39575EFD32D4}"/>
                  </a:ext>
                </a:extLst>
              </p:cNvPr>
              <p:cNvSpPr/>
              <p:nvPr/>
            </p:nvSpPr>
            <p:spPr>
              <a:xfrm>
                <a:off x="2684110" y="6259450"/>
                <a:ext cx="8532" cy="2040"/>
              </a:xfrm>
              <a:custGeom>
                <a:avLst/>
                <a:gdLst>
                  <a:gd name="connsiteX0" fmla="*/ 5163 w 8532"/>
                  <a:gd name="connsiteY0" fmla="*/ 23 h 2040"/>
                  <a:gd name="connsiteX1" fmla="*/ 2 w 8532"/>
                  <a:gd name="connsiteY1" fmla="*/ 801 h 2040"/>
                  <a:gd name="connsiteX2" fmla="*/ 5163 w 8532"/>
                  <a:gd name="connsiteY2" fmla="*/ 23 h 2040"/>
                </a:gdLst>
                <a:ahLst/>
                <a:cxnLst>
                  <a:cxn ang="0">
                    <a:pos x="connsiteX0" y="connsiteY0"/>
                  </a:cxn>
                  <a:cxn ang="0">
                    <a:pos x="connsiteX1" y="connsiteY1"/>
                  </a:cxn>
                  <a:cxn ang="0">
                    <a:pos x="connsiteX2" y="connsiteY2"/>
                  </a:cxn>
                </a:cxnLst>
                <a:rect l="l" t="t" r="r" b="b"/>
                <a:pathLst>
                  <a:path w="8532" h="2040">
                    <a:moveTo>
                      <a:pt x="5163" y="23"/>
                    </a:moveTo>
                    <a:cubicBezTo>
                      <a:pt x="2860" y="-97"/>
                      <a:pt x="551" y="258"/>
                      <a:pt x="2" y="801"/>
                    </a:cubicBezTo>
                    <a:cubicBezTo>
                      <a:pt x="-209" y="3486"/>
                      <a:pt x="15130" y="1137"/>
                      <a:pt x="5163"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1" name="Freeform: Shape 2650">
                <a:extLst>
                  <a:ext uri="{FF2B5EF4-FFF2-40B4-BE49-F238E27FC236}">
                    <a16:creationId xmlns:a16="http://schemas.microsoft.com/office/drawing/2014/main" id="{4F72D4BE-AC68-91D0-B255-07991738D242}"/>
                  </a:ext>
                </a:extLst>
              </p:cNvPr>
              <p:cNvSpPr/>
              <p:nvPr/>
            </p:nvSpPr>
            <p:spPr>
              <a:xfrm>
                <a:off x="2622765" y="6320383"/>
                <a:ext cx="8753" cy="2112"/>
              </a:xfrm>
              <a:custGeom>
                <a:avLst/>
                <a:gdLst>
                  <a:gd name="connsiteX0" fmla="*/ 5317 w 8753"/>
                  <a:gd name="connsiteY0" fmla="*/ 1 h 2112"/>
                  <a:gd name="connsiteX1" fmla="*/ 2 w 8753"/>
                  <a:gd name="connsiteY1" fmla="*/ 996 h 2112"/>
                  <a:gd name="connsiteX2" fmla="*/ 5317 w 8753"/>
                  <a:gd name="connsiteY2" fmla="*/ 1 h 2112"/>
                </a:gdLst>
                <a:ahLst/>
                <a:cxnLst>
                  <a:cxn ang="0">
                    <a:pos x="connsiteX0" y="connsiteY0"/>
                  </a:cxn>
                  <a:cxn ang="0">
                    <a:pos x="connsiteX1" y="connsiteY1"/>
                  </a:cxn>
                  <a:cxn ang="0">
                    <a:pos x="connsiteX2" y="connsiteY2"/>
                  </a:cxn>
                </a:cxnLst>
                <a:rect l="l" t="t" r="r" b="b"/>
                <a:pathLst>
                  <a:path w="8753" h="2112">
                    <a:moveTo>
                      <a:pt x="5317" y="1"/>
                    </a:moveTo>
                    <a:cubicBezTo>
                      <a:pt x="2951" y="-22"/>
                      <a:pt x="574" y="424"/>
                      <a:pt x="2" y="996"/>
                    </a:cubicBezTo>
                    <a:cubicBezTo>
                      <a:pt x="-221" y="3721"/>
                      <a:pt x="15501" y="687"/>
                      <a:pt x="5317" y="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2" name="Freeform: Shape 2651">
                <a:extLst>
                  <a:ext uri="{FF2B5EF4-FFF2-40B4-BE49-F238E27FC236}">
                    <a16:creationId xmlns:a16="http://schemas.microsoft.com/office/drawing/2014/main" id="{A6D285C2-F191-9EFB-07A1-2ED22D085074}"/>
                  </a:ext>
                </a:extLst>
              </p:cNvPr>
              <p:cNvSpPr/>
              <p:nvPr/>
            </p:nvSpPr>
            <p:spPr>
              <a:xfrm>
                <a:off x="1164051" y="7526052"/>
                <a:ext cx="13470" cy="5234"/>
              </a:xfrm>
              <a:custGeom>
                <a:avLst/>
                <a:gdLst>
                  <a:gd name="connsiteX0" fmla="*/ 9209 w 13470"/>
                  <a:gd name="connsiteY0" fmla="*/ 94 h 5234"/>
                  <a:gd name="connsiteX1" fmla="*/ 4265 w 13470"/>
                  <a:gd name="connsiteY1" fmla="*/ 5140 h 5234"/>
                  <a:gd name="connsiteX2" fmla="*/ 9209 w 13470"/>
                  <a:gd name="connsiteY2" fmla="*/ 94 h 5234"/>
                </a:gdLst>
                <a:ahLst/>
                <a:cxnLst>
                  <a:cxn ang="0">
                    <a:pos x="connsiteX0" y="connsiteY0"/>
                  </a:cxn>
                  <a:cxn ang="0">
                    <a:pos x="connsiteX1" y="connsiteY1"/>
                  </a:cxn>
                  <a:cxn ang="0">
                    <a:pos x="connsiteX2" y="connsiteY2"/>
                  </a:cxn>
                </a:cxnLst>
                <a:rect l="l" t="t" r="r" b="b"/>
                <a:pathLst>
                  <a:path w="13470" h="5234">
                    <a:moveTo>
                      <a:pt x="9209" y="94"/>
                    </a:moveTo>
                    <a:cubicBezTo>
                      <a:pt x="4614" y="-774"/>
                      <a:pt x="-5856" y="4626"/>
                      <a:pt x="4265" y="5140"/>
                    </a:cubicBezTo>
                    <a:cubicBezTo>
                      <a:pt x="8855" y="6010"/>
                      <a:pt x="19324" y="603"/>
                      <a:pt x="9209" y="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3" name="Freeform: Shape 2652">
                <a:extLst>
                  <a:ext uri="{FF2B5EF4-FFF2-40B4-BE49-F238E27FC236}">
                    <a16:creationId xmlns:a16="http://schemas.microsoft.com/office/drawing/2014/main" id="{C4F4D270-7D5D-B8BD-C5BD-0F3606623092}"/>
                  </a:ext>
                </a:extLst>
              </p:cNvPr>
              <p:cNvSpPr/>
              <p:nvPr/>
            </p:nvSpPr>
            <p:spPr>
              <a:xfrm>
                <a:off x="2850844" y="5493968"/>
                <a:ext cx="6784" cy="3068"/>
              </a:xfrm>
              <a:custGeom>
                <a:avLst/>
                <a:gdLst>
                  <a:gd name="connsiteX0" fmla="*/ 4278 w 6784"/>
                  <a:gd name="connsiteY0" fmla="*/ 472 h 3068"/>
                  <a:gd name="connsiteX1" fmla="*/ 391 w 6784"/>
                  <a:gd name="connsiteY1" fmla="*/ 3067 h 3068"/>
                  <a:gd name="connsiteX2" fmla="*/ 4278 w 6784"/>
                  <a:gd name="connsiteY2" fmla="*/ 472 h 3068"/>
                </a:gdLst>
                <a:ahLst/>
                <a:cxnLst>
                  <a:cxn ang="0">
                    <a:pos x="connsiteX0" y="connsiteY0"/>
                  </a:cxn>
                  <a:cxn ang="0">
                    <a:pos x="connsiteX1" y="connsiteY1"/>
                  </a:cxn>
                  <a:cxn ang="0">
                    <a:pos x="connsiteX2" y="connsiteY2"/>
                  </a:cxn>
                </a:cxnLst>
                <a:rect l="l" t="t" r="r" b="b"/>
                <a:pathLst>
                  <a:path w="6784" h="3068">
                    <a:moveTo>
                      <a:pt x="4278" y="472"/>
                    </a:moveTo>
                    <a:cubicBezTo>
                      <a:pt x="3323" y="832"/>
                      <a:pt x="-1369" y="2621"/>
                      <a:pt x="391" y="3067"/>
                    </a:cubicBezTo>
                    <a:cubicBezTo>
                      <a:pt x="2666" y="3170"/>
                      <a:pt x="10856" y="-1460"/>
                      <a:pt x="4278" y="47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4" name="Freeform: Shape 2653">
                <a:extLst>
                  <a:ext uri="{FF2B5EF4-FFF2-40B4-BE49-F238E27FC236}">
                    <a16:creationId xmlns:a16="http://schemas.microsoft.com/office/drawing/2014/main" id="{327C3D11-1158-3304-2A38-03D6E388F32B}"/>
                  </a:ext>
                </a:extLst>
              </p:cNvPr>
              <p:cNvSpPr/>
              <p:nvPr/>
            </p:nvSpPr>
            <p:spPr>
              <a:xfrm>
                <a:off x="1716059" y="6719062"/>
                <a:ext cx="10822" cy="1124"/>
              </a:xfrm>
              <a:custGeom>
                <a:avLst/>
                <a:gdLst>
                  <a:gd name="connsiteX0" fmla="*/ 6962 w 10822"/>
                  <a:gd name="connsiteY0" fmla="*/ 0 h 1124"/>
                  <a:gd name="connsiteX1" fmla="*/ 18 w 10822"/>
                  <a:gd name="connsiteY1" fmla="*/ 555 h 1124"/>
                  <a:gd name="connsiteX2" fmla="*/ 6962 w 10822"/>
                  <a:gd name="connsiteY2" fmla="*/ 0 h 1124"/>
                </a:gdLst>
                <a:ahLst/>
                <a:cxnLst>
                  <a:cxn ang="0">
                    <a:pos x="connsiteX0" y="connsiteY0"/>
                  </a:cxn>
                  <a:cxn ang="0">
                    <a:pos x="connsiteX1" y="connsiteY1"/>
                  </a:cxn>
                  <a:cxn ang="0">
                    <a:pos x="connsiteX2" y="connsiteY2"/>
                  </a:cxn>
                </a:cxnLst>
                <a:rect l="l" t="t" r="r" b="b"/>
                <a:pathLst>
                  <a:path w="10822" h="1124">
                    <a:moveTo>
                      <a:pt x="6962" y="0"/>
                    </a:moveTo>
                    <a:cubicBezTo>
                      <a:pt x="4076" y="0"/>
                      <a:pt x="967" y="246"/>
                      <a:pt x="18" y="555"/>
                    </a:cubicBezTo>
                    <a:cubicBezTo>
                      <a:pt x="-679" y="1978"/>
                      <a:pt x="18883" y="326"/>
                      <a:pt x="696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5" name="Freeform: Shape 2654">
                <a:extLst>
                  <a:ext uri="{FF2B5EF4-FFF2-40B4-BE49-F238E27FC236}">
                    <a16:creationId xmlns:a16="http://schemas.microsoft.com/office/drawing/2014/main" id="{9CEA1E05-EF53-371D-1359-7E1CAC4B0BCF}"/>
                  </a:ext>
                </a:extLst>
              </p:cNvPr>
              <p:cNvSpPr/>
              <p:nvPr/>
            </p:nvSpPr>
            <p:spPr>
              <a:xfrm>
                <a:off x="2002340" y="6703723"/>
                <a:ext cx="9892" cy="361"/>
              </a:xfrm>
              <a:custGeom>
                <a:avLst/>
                <a:gdLst>
                  <a:gd name="connsiteX0" fmla="*/ 6390 w 9892"/>
                  <a:gd name="connsiteY0" fmla="*/ 0 h 361"/>
                  <a:gd name="connsiteX1" fmla="*/ 3498 w 9892"/>
                  <a:gd name="connsiteY1" fmla="*/ 360 h 361"/>
                  <a:gd name="connsiteX2" fmla="*/ 6390 w 9892"/>
                  <a:gd name="connsiteY2" fmla="*/ 0 h 361"/>
                </a:gdLst>
                <a:ahLst/>
                <a:cxnLst>
                  <a:cxn ang="0">
                    <a:pos x="connsiteX0" y="connsiteY0"/>
                  </a:cxn>
                  <a:cxn ang="0">
                    <a:pos x="connsiteX1" y="connsiteY1"/>
                  </a:cxn>
                  <a:cxn ang="0">
                    <a:pos x="connsiteX2" y="connsiteY2"/>
                  </a:cxn>
                </a:cxnLst>
                <a:rect l="l" t="t" r="r" b="b"/>
                <a:pathLst>
                  <a:path w="9892" h="361">
                    <a:moveTo>
                      <a:pt x="6390" y="0"/>
                    </a:moveTo>
                    <a:cubicBezTo>
                      <a:pt x="2601" y="-5"/>
                      <a:pt x="-4165" y="383"/>
                      <a:pt x="3498" y="360"/>
                    </a:cubicBezTo>
                    <a:cubicBezTo>
                      <a:pt x="7293" y="371"/>
                      <a:pt x="14060" y="-11"/>
                      <a:pt x="639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6" name="Freeform: Shape 2655">
                <a:extLst>
                  <a:ext uri="{FF2B5EF4-FFF2-40B4-BE49-F238E27FC236}">
                    <a16:creationId xmlns:a16="http://schemas.microsoft.com/office/drawing/2014/main" id="{748B8A03-C059-E2CA-7410-5133D104FE76}"/>
                  </a:ext>
                </a:extLst>
              </p:cNvPr>
              <p:cNvSpPr/>
              <p:nvPr/>
            </p:nvSpPr>
            <p:spPr>
              <a:xfrm>
                <a:off x="1912134" y="6705286"/>
                <a:ext cx="10198" cy="153"/>
              </a:xfrm>
              <a:custGeom>
                <a:avLst/>
                <a:gdLst>
                  <a:gd name="connsiteX0" fmla="*/ 6625 w 10198"/>
                  <a:gd name="connsiteY0" fmla="*/ 145 h 153"/>
                  <a:gd name="connsiteX1" fmla="*/ 3568 w 10198"/>
                  <a:gd name="connsiteY1" fmla="*/ 8 h 153"/>
                  <a:gd name="connsiteX2" fmla="*/ 6625 w 10198"/>
                  <a:gd name="connsiteY2" fmla="*/ 145 h 153"/>
                </a:gdLst>
                <a:ahLst/>
                <a:cxnLst>
                  <a:cxn ang="0">
                    <a:pos x="connsiteX0" y="connsiteY0"/>
                  </a:cxn>
                  <a:cxn ang="0">
                    <a:pos x="connsiteX1" y="connsiteY1"/>
                  </a:cxn>
                  <a:cxn ang="0">
                    <a:pos x="connsiteX2" y="connsiteY2"/>
                  </a:cxn>
                </a:cxnLst>
                <a:rect l="l" t="t" r="r" b="b"/>
                <a:pathLst>
                  <a:path w="10198" h="153">
                    <a:moveTo>
                      <a:pt x="6625" y="145"/>
                    </a:moveTo>
                    <a:cubicBezTo>
                      <a:pt x="2791" y="186"/>
                      <a:pt x="-4325" y="77"/>
                      <a:pt x="3568" y="8"/>
                    </a:cubicBezTo>
                    <a:cubicBezTo>
                      <a:pt x="7414" y="-32"/>
                      <a:pt x="14523" y="82"/>
                      <a:pt x="6625" y="1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7" name="Freeform: Shape 2656">
                <a:extLst>
                  <a:ext uri="{FF2B5EF4-FFF2-40B4-BE49-F238E27FC236}">
                    <a16:creationId xmlns:a16="http://schemas.microsoft.com/office/drawing/2014/main" id="{F8E8FF0C-471C-1A2A-D809-D1B3181F0383}"/>
                  </a:ext>
                </a:extLst>
              </p:cNvPr>
              <p:cNvSpPr/>
              <p:nvPr/>
            </p:nvSpPr>
            <p:spPr>
              <a:xfrm>
                <a:off x="1495736" y="6880134"/>
                <a:ext cx="11611" cy="3688"/>
              </a:xfrm>
              <a:custGeom>
                <a:avLst/>
                <a:gdLst>
                  <a:gd name="connsiteX0" fmla="*/ 7554 w 11611"/>
                  <a:gd name="connsiteY0" fmla="*/ 0 h 3688"/>
                  <a:gd name="connsiteX1" fmla="*/ 73 w 11611"/>
                  <a:gd name="connsiteY1" fmla="*/ 1805 h 3688"/>
                  <a:gd name="connsiteX2" fmla="*/ 7554 w 11611"/>
                  <a:gd name="connsiteY2" fmla="*/ 0 h 3688"/>
                </a:gdLst>
                <a:ahLst/>
                <a:cxnLst>
                  <a:cxn ang="0">
                    <a:pos x="connsiteX0" y="connsiteY0"/>
                  </a:cxn>
                  <a:cxn ang="0">
                    <a:pos x="connsiteX1" y="connsiteY1"/>
                  </a:cxn>
                  <a:cxn ang="0">
                    <a:pos x="connsiteX2" y="connsiteY2"/>
                  </a:cxn>
                </a:cxnLst>
                <a:rect l="l" t="t" r="r" b="b"/>
                <a:pathLst>
                  <a:path w="11611" h="3688">
                    <a:moveTo>
                      <a:pt x="7554" y="0"/>
                    </a:moveTo>
                    <a:cubicBezTo>
                      <a:pt x="4491" y="0"/>
                      <a:pt x="1142" y="806"/>
                      <a:pt x="73" y="1805"/>
                    </a:cubicBezTo>
                    <a:cubicBezTo>
                      <a:pt x="-1413" y="6543"/>
                      <a:pt x="20373" y="966"/>
                      <a:pt x="755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8" name="Freeform: Shape 2657">
                <a:extLst>
                  <a:ext uri="{FF2B5EF4-FFF2-40B4-BE49-F238E27FC236}">
                    <a16:creationId xmlns:a16="http://schemas.microsoft.com/office/drawing/2014/main" id="{3DBB170B-1A78-4B44-94AB-48B5C4825E7C}"/>
                  </a:ext>
                </a:extLst>
              </p:cNvPr>
              <p:cNvSpPr/>
              <p:nvPr/>
            </p:nvSpPr>
            <p:spPr>
              <a:xfrm>
                <a:off x="1816796" y="6702951"/>
                <a:ext cx="10518" cy="109"/>
              </a:xfrm>
              <a:custGeom>
                <a:avLst/>
                <a:gdLst>
                  <a:gd name="connsiteX0" fmla="*/ 6871 w 10518"/>
                  <a:gd name="connsiteY0" fmla="*/ 0 h 109"/>
                  <a:gd name="connsiteX1" fmla="*/ 3642 w 10518"/>
                  <a:gd name="connsiteY1" fmla="*/ 109 h 109"/>
                  <a:gd name="connsiteX2" fmla="*/ 6871 w 10518"/>
                  <a:gd name="connsiteY2" fmla="*/ 0 h 109"/>
                </a:gdLst>
                <a:ahLst/>
                <a:cxnLst>
                  <a:cxn ang="0">
                    <a:pos x="connsiteX0" y="connsiteY0"/>
                  </a:cxn>
                  <a:cxn ang="0">
                    <a:pos x="connsiteX1" y="connsiteY1"/>
                  </a:cxn>
                  <a:cxn ang="0">
                    <a:pos x="connsiteX2" y="connsiteY2"/>
                  </a:cxn>
                </a:cxnLst>
                <a:rect l="l" t="t" r="r" b="b"/>
                <a:pathLst>
                  <a:path w="10518" h="109">
                    <a:moveTo>
                      <a:pt x="6871" y="0"/>
                    </a:moveTo>
                    <a:cubicBezTo>
                      <a:pt x="2985" y="0"/>
                      <a:pt x="-4490" y="115"/>
                      <a:pt x="3642" y="109"/>
                    </a:cubicBezTo>
                    <a:cubicBezTo>
                      <a:pt x="7540" y="115"/>
                      <a:pt x="15010" y="-5"/>
                      <a:pt x="687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9" name="Freeform: Shape 2658">
                <a:extLst>
                  <a:ext uri="{FF2B5EF4-FFF2-40B4-BE49-F238E27FC236}">
                    <a16:creationId xmlns:a16="http://schemas.microsoft.com/office/drawing/2014/main" id="{4C3C404D-9983-6953-1AA4-06D08C077E78}"/>
                  </a:ext>
                </a:extLst>
              </p:cNvPr>
              <p:cNvSpPr/>
              <p:nvPr/>
            </p:nvSpPr>
            <p:spPr>
              <a:xfrm>
                <a:off x="1608942" y="6776523"/>
                <a:ext cx="11236" cy="2918"/>
              </a:xfrm>
              <a:custGeom>
                <a:avLst/>
                <a:gdLst>
                  <a:gd name="connsiteX0" fmla="*/ 7431 w 11236"/>
                  <a:gd name="connsiteY0" fmla="*/ 26 h 2918"/>
                  <a:gd name="connsiteX1" fmla="*/ 3802 w 11236"/>
                  <a:gd name="connsiteY1" fmla="*/ 2895 h 2918"/>
                  <a:gd name="connsiteX2" fmla="*/ 7431 w 11236"/>
                  <a:gd name="connsiteY2" fmla="*/ 26 h 2918"/>
                </a:gdLst>
                <a:ahLst/>
                <a:cxnLst>
                  <a:cxn ang="0">
                    <a:pos x="connsiteX0" y="connsiteY0"/>
                  </a:cxn>
                  <a:cxn ang="0">
                    <a:pos x="connsiteX1" y="connsiteY1"/>
                  </a:cxn>
                  <a:cxn ang="0">
                    <a:pos x="connsiteX2" y="connsiteY2"/>
                  </a:cxn>
                </a:cxnLst>
                <a:rect l="l" t="t" r="r" b="b"/>
                <a:pathLst>
                  <a:path w="11236" h="2918">
                    <a:moveTo>
                      <a:pt x="7431" y="26"/>
                    </a:moveTo>
                    <a:cubicBezTo>
                      <a:pt x="3070" y="-299"/>
                      <a:pt x="-4685" y="2484"/>
                      <a:pt x="3802" y="2895"/>
                    </a:cubicBezTo>
                    <a:cubicBezTo>
                      <a:pt x="8168" y="3203"/>
                      <a:pt x="15924" y="409"/>
                      <a:pt x="7431" y="2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0" name="Freeform: Shape 2659">
                <a:extLst>
                  <a:ext uri="{FF2B5EF4-FFF2-40B4-BE49-F238E27FC236}">
                    <a16:creationId xmlns:a16="http://schemas.microsoft.com/office/drawing/2014/main" id="{FCBF5945-0EE0-E98F-8748-C058BE9DE6D1}"/>
                  </a:ext>
                </a:extLst>
              </p:cNvPr>
              <p:cNvSpPr/>
              <p:nvPr/>
            </p:nvSpPr>
            <p:spPr>
              <a:xfrm>
                <a:off x="962358" y="7378698"/>
                <a:ext cx="13499" cy="4785"/>
              </a:xfrm>
              <a:custGeom>
                <a:avLst/>
                <a:gdLst>
                  <a:gd name="connsiteX0" fmla="*/ 9255 w 13499"/>
                  <a:gd name="connsiteY0" fmla="*/ 41 h 4785"/>
                  <a:gd name="connsiteX1" fmla="*/ 4243 w 13499"/>
                  <a:gd name="connsiteY1" fmla="*/ 4745 h 4785"/>
                  <a:gd name="connsiteX2" fmla="*/ 9255 w 13499"/>
                  <a:gd name="connsiteY2" fmla="*/ 41 h 4785"/>
                </a:gdLst>
                <a:ahLst/>
                <a:cxnLst>
                  <a:cxn ang="0">
                    <a:pos x="connsiteX0" y="connsiteY0"/>
                  </a:cxn>
                  <a:cxn ang="0">
                    <a:pos x="connsiteX1" y="connsiteY1"/>
                  </a:cxn>
                  <a:cxn ang="0">
                    <a:pos x="connsiteX2" y="connsiteY2"/>
                  </a:cxn>
                </a:cxnLst>
                <a:rect l="l" t="t" r="r" b="b"/>
                <a:pathLst>
                  <a:path w="13499" h="4785">
                    <a:moveTo>
                      <a:pt x="9255" y="41"/>
                    </a:moveTo>
                    <a:cubicBezTo>
                      <a:pt x="4311" y="-479"/>
                      <a:pt x="-5707" y="4065"/>
                      <a:pt x="4243" y="4745"/>
                    </a:cubicBezTo>
                    <a:cubicBezTo>
                      <a:pt x="9198" y="5259"/>
                      <a:pt x="19205" y="722"/>
                      <a:pt x="9255" y="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1" name="Freeform: Shape 2660">
                <a:extLst>
                  <a:ext uri="{FF2B5EF4-FFF2-40B4-BE49-F238E27FC236}">
                    <a16:creationId xmlns:a16="http://schemas.microsoft.com/office/drawing/2014/main" id="{49AD8DA3-07B1-A631-E913-D349F0768182}"/>
                  </a:ext>
                </a:extLst>
              </p:cNvPr>
              <p:cNvSpPr/>
              <p:nvPr/>
            </p:nvSpPr>
            <p:spPr>
              <a:xfrm>
                <a:off x="1375084" y="6992761"/>
                <a:ext cx="12050" cy="3905"/>
              </a:xfrm>
              <a:custGeom>
                <a:avLst/>
                <a:gdLst>
                  <a:gd name="connsiteX0" fmla="*/ 8071 w 12050"/>
                  <a:gd name="connsiteY0" fmla="*/ 33 h 3905"/>
                  <a:gd name="connsiteX1" fmla="*/ 3973 w 12050"/>
                  <a:gd name="connsiteY1" fmla="*/ 3873 h 3905"/>
                  <a:gd name="connsiteX2" fmla="*/ 8071 w 12050"/>
                  <a:gd name="connsiteY2" fmla="*/ 33 h 3905"/>
                </a:gdLst>
                <a:ahLst/>
                <a:cxnLst>
                  <a:cxn ang="0">
                    <a:pos x="connsiteX0" y="connsiteY0"/>
                  </a:cxn>
                  <a:cxn ang="0">
                    <a:pos x="connsiteX1" y="connsiteY1"/>
                  </a:cxn>
                  <a:cxn ang="0">
                    <a:pos x="connsiteX2" y="connsiteY2"/>
                  </a:cxn>
                </a:cxnLst>
                <a:rect l="l" t="t" r="r" b="b"/>
                <a:pathLst>
                  <a:path w="12050" h="3905">
                    <a:moveTo>
                      <a:pt x="8071" y="33"/>
                    </a:moveTo>
                    <a:cubicBezTo>
                      <a:pt x="3425" y="-385"/>
                      <a:pt x="-5022" y="3347"/>
                      <a:pt x="3973" y="3873"/>
                    </a:cubicBezTo>
                    <a:cubicBezTo>
                      <a:pt x="8637" y="4290"/>
                      <a:pt x="17072" y="558"/>
                      <a:pt x="8071" y="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2" name="Freeform: Shape 2661">
                <a:extLst>
                  <a:ext uri="{FF2B5EF4-FFF2-40B4-BE49-F238E27FC236}">
                    <a16:creationId xmlns:a16="http://schemas.microsoft.com/office/drawing/2014/main" id="{1F6DAD4E-1F21-C190-6A63-D6E33D567CFA}"/>
                  </a:ext>
                </a:extLst>
              </p:cNvPr>
              <p:cNvSpPr/>
              <p:nvPr/>
            </p:nvSpPr>
            <p:spPr>
              <a:xfrm>
                <a:off x="1109376" y="7241227"/>
                <a:ext cx="12980" cy="4465"/>
              </a:xfrm>
              <a:custGeom>
                <a:avLst/>
                <a:gdLst>
                  <a:gd name="connsiteX0" fmla="*/ 8826 w 12980"/>
                  <a:gd name="connsiteY0" fmla="*/ 38 h 4465"/>
                  <a:gd name="connsiteX1" fmla="*/ 4145 w 12980"/>
                  <a:gd name="connsiteY1" fmla="*/ 4427 h 4465"/>
                  <a:gd name="connsiteX2" fmla="*/ 8826 w 12980"/>
                  <a:gd name="connsiteY2" fmla="*/ 38 h 4465"/>
                </a:gdLst>
                <a:ahLst/>
                <a:cxnLst>
                  <a:cxn ang="0">
                    <a:pos x="connsiteX0" y="connsiteY0"/>
                  </a:cxn>
                  <a:cxn ang="0">
                    <a:pos x="connsiteX1" y="connsiteY1"/>
                  </a:cxn>
                  <a:cxn ang="0">
                    <a:pos x="connsiteX2" y="connsiteY2"/>
                  </a:cxn>
                </a:cxnLst>
                <a:rect l="l" t="t" r="r" b="b"/>
                <a:pathLst>
                  <a:path w="12980" h="4465">
                    <a:moveTo>
                      <a:pt x="8826" y="38"/>
                    </a:moveTo>
                    <a:cubicBezTo>
                      <a:pt x="3991" y="-442"/>
                      <a:pt x="-5462" y="3798"/>
                      <a:pt x="4145" y="4427"/>
                    </a:cubicBezTo>
                    <a:cubicBezTo>
                      <a:pt x="9003" y="4907"/>
                      <a:pt x="18444" y="661"/>
                      <a:pt x="8826"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3" name="Freeform: Shape 2662">
                <a:extLst>
                  <a:ext uri="{FF2B5EF4-FFF2-40B4-BE49-F238E27FC236}">
                    <a16:creationId xmlns:a16="http://schemas.microsoft.com/office/drawing/2014/main" id="{9A3D3B47-86A9-DE4A-8865-1C5D645C61E1}"/>
                  </a:ext>
                </a:extLst>
              </p:cNvPr>
              <p:cNvSpPr/>
              <p:nvPr/>
            </p:nvSpPr>
            <p:spPr>
              <a:xfrm>
                <a:off x="1246663" y="7112859"/>
                <a:ext cx="12493" cy="4173"/>
              </a:xfrm>
              <a:custGeom>
                <a:avLst/>
                <a:gdLst>
                  <a:gd name="connsiteX0" fmla="*/ 8431 w 12493"/>
                  <a:gd name="connsiteY0" fmla="*/ 35 h 4173"/>
                  <a:gd name="connsiteX1" fmla="*/ 4059 w 12493"/>
                  <a:gd name="connsiteY1" fmla="*/ 4138 h 4173"/>
                  <a:gd name="connsiteX2" fmla="*/ 8431 w 12493"/>
                  <a:gd name="connsiteY2" fmla="*/ 35 h 4173"/>
                </a:gdLst>
                <a:ahLst/>
                <a:cxnLst>
                  <a:cxn ang="0">
                    <a:pos x="connsiteX0" y="connsiteY0"/>
                  </a:cxn>
                  <a:cxn ang="0">
                    <a:pos x="connsiteX1" y="connsiteY1"/>
                  </a:cxn>
                  <a:cxn ang="0">
                    <a:pos x="connsiteX2" y="connsiteY2"/>
                  </a:cxn>
                </a:cxnLst>
                <a:rect l="l" t="t" r="r" b="b"/>
                <a:pathLst>
                  <a:path w="12493" h="4173">
                    <a:moveTo>
                      <a:pt x="8431" y="35"/>
                    </a:moveTo>
                    <a:cubicBezTo>
                      <a:pt x="3693" y="-411"/>
                      <a:pt x="-5234" y="3561"/>
                      <a:pt x="4059" y="4138"/>
                    </a:cubicBezTo>
                    <a:cubicBezTo>
                      <a:pt x="8808" y="4584"/>
                      <a:pt x="17729" y="607"/>
                      <a:pt x="8431"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4" name="Freeform: Shape 2663">
                <a:extLst>
                  <a:ext uri="{FF2B5EF4-FFF2-40B4-BE49-F238E27FC236}">
                    <a16:creationId xmlns:a16="http://schemas.microsoft.com/office/drawing/2014/main" id="{8E89B08C-3CF3-7BD1-592A-EAB4C388B819}"/>
                  </a:ext>
                </a:extLst>
              </p:cNvPr>
              <p:cNvSpPr/>
              <p:nvPr/>
            </p:nvSpPr>
            <p:spPr>
              <a:xfrm>
                <a:off x="2696100" y="5849925"/>
                <a:ext cx="7810" cy="5041"/>
              </a:xfrm>
              <a:custGeom>
                <a:avLst/>
                <a:gdLst>
                  <a:gd name="connsiteX0" fmla="*/ 4706 w 7810"/>
                  <a:gd name="connsiteY0" fmla="*/ 0 h 5041"/>
                  <a:gd name="connsiteX1" fmla="*/ 2 w 7810"/>
                  <a:gd name="connsiteY1" fmla="*/ 3012 h 5041"/>
                  <a:gd name="connsiteX2" fmla="*/ 4706 w 7810"/>
                  <a:gd name="connsiteY2" fmla="*/ 0 h 5041"/>
                </a:gdLst>
                <a:ahLst/>
                <a:cxnLst>
                  <a:cxn ang="0">
                    <a:pos x="connsiteX0" y="connsiteY0"/>
                  </a:cxn>
                  <a:cxn ang="0">
                    <a:pos x="connsiteX1" y="connsiteY1"/>
                  </a:cxn>
                  <a:cxn ang="0">
                    <a:pos x="connsiteX2" y="connsiteY2"/>
                  </a:cxn>
                </a:cxnLst>
                <a:rect l="l" t="t" r="r" b="b"/>
                <a:pathLst>
                  <a:path w="7810" h="5041">
                    <a:moveTo>
                      <a:pt x="4706" y="0"/>
                    </a:moveTo>
                    <a:cubicBezTo>
                      <a:pt x="2609" y="315"/>
                      <a:pt x="505" y="1669"/>
                      <a:pt x="2" y="3012"/>
                    </a:cubicBezTo>
                    <a:cubicBezTo>
                      <a:pt x="-215" y="8962"/>
                      <a:pt x="13879" y="-74"/>
                      <a:pt x="470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5" name="Freeform: Shape 2664">
                <a:extLst>
                  <a:ext uri="{FF2B5EF4-FFF2-40B4-BE49-F238E27FC236}">
                    <a16:creationId xmlns:a16="http://schemas.microsoft.com/office/drawing/2014/main" id="{641F1DE2-2C3A-3051-912E-865BD3D572B7}"/>
                  </a:ext>
                </a:extLst>
              </p:cNvPr>
              <p:cNvSpPr/>
              <p:nvPr/>
            </p:nvSpPr>
            <p:spPr>
              <a:xfrm>
                <a:off x="2581528" y="6117048"/>
                <a:ext cx="8072" cy="3519"/>
              </a:xfrm>
              <a:custGeom>
                <a:avLst/>
                <a:gdLst>
                  <a:gd name="connsiteX0" fmla="*/ 5018 w 8072"/>
                  <a:gd name="connsiteY0" fmla="*/ 19 h 3519"/>
                  <a:gd name="connsiteX1" fmla="*/ 3052 w 8072"/>
                  <a:gd name="connsiteY1" fmla="*/ 3499 h 3519"/>
                  <a:gd name="connsiteX2" fmla="*/ 5018 w 8072"/>
                  <a:gd name="connsiteY2" fmla="*/ 19 h 3519"/>
                </a:gdLst>
                <a:ahLst/>
                <a:cxnLst>
                  <a:cxn ang="0">
                    <a:pos x="connsiteX0" y="connsiteY0"/>
                  </a:cxn>
                  <a:cxn ang="0">
                    <a:pos x="connsiteX1" y="connsiteY1"/>
                  </a:cxn>
                  <a:cxn ang="0">
                    <a:pos x="connsiteX2" y="connsiteY2"/>
                  </a:cxn>
                </a:cxnLst>
                <a:rect l="l" t="t" r="r" b="b"/>
                <a:pathLst>
                  <a:path w="8072" h="3519">
                    <a:moveTo>
                      <a:pt x="5018" y="19"/>
                    </a:moveTo>
                    <a:cubicBezTo>
                      <a:pt x="1120" y="-284"/>
                      <a:pt x="-2966" y="3162"/>
                      <a:pt x="3052" y="3499"/>
                    </a:cubicBezTo>
                    <a:cubicBezTo>
                      <a:pt x="6972" y="3813"/>
                      <a:pt x="11030" y="367"/>
                      <a:pt x="5018"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6" name="Freeform: Shape 2665">
                <a:extLst>
                  <a:ext uri="{FF2B5EF4-FFF2-40B4-BE49-F238E27FC236}">
                    <a16:creationId xmlns:a16="http://schemas.microsoft.com/office/drawing/2014/main" id="{AF5EDA51-0B96-2574-2DF0-F3132A05BCEC}"/>
                  </a:ext>
                </a:extLst>
              </p:cNvPr>
              <p:cNvSpPr/>
              <p:nvPr/>
            </p:nvSpPr>
            <p:spPr>
              <a:xfrm>
                <a:off x="2520459" y="6198214"/>
                <a:ext cx="8325" cy="1973"/>
              </a:xfrm>
              <a:custGeom>
                <a:avLst/>
                <a:gdLst>
                  <a:gd name="connsiteX0" fmla="*/ 5102 w 8325"/>
                  <a:gd name="connsiteY0" fmla="*/ 0 h 1973"/>
                  <a:gd name="connsiteX1" fmla="*/ 4 w 8325"/>
                  <a:gd name="connsiteY1" fmla="*/ 966 h 1973"/>
                  <a:gd name="connsiteX2" fmla="*/ 5102 w 8325"/>
                  <a:gd name="connsiteY2" fmla="*/ 0 h 1973"/>
                </a:gdLst>
                <a:ahLst/>
                <a:cxnLst>
                  <a:cxn ang="0">
                    <a:pos x="connsiteX0" y="connsiteY0"/>
                  </a:cxn>
                  <a:cxn ang="0">
                    <a:pos x="connsiteX1" y="connsiteY1"/>
                  </a:cxn>
                  <a:cxn ang="0">
                    <a:pos x="connsiteX2" y="connsiteY2"/>
                  </a:cxn>
                </a:cxnLst>
                <a:rect l="l" t="t" r="r" b="b"/>
                <a:pathLst>
                  <a:path w="8325" h="1973">
                    <a:moveTo>
                      <a:pt x="5102" y="0"/>
                    </a:moveTo>
                    <a:cubicBezTo>
                      <a:pt x="2861" y="0"/>
                      <a:pt x="581" y="428"/>
                      <a:pt x="4" y="966"/>
                    </a:cubicBezTo>
                    <a:cubicBezTo>
                      <a:pt x="-276" y="3497"/>
                      <a:pt x="14720" y="526"/>
                      <a:pt x="510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7" name="Freeform: Shape 2666">
                <a:extLst>
                  <a:ext uri="{FF2B5EF4-FFF2-40B4-BE49-F238E27FC236}">
                    <a16:creationId xmlns:a16="http://schemas.microsoft.com/office/drawing/2014/main" id="{43B3223A-B22D-9D03-DC7F-193AC26E028D}"/>
                  </a:ext>
                </a:extLst>
              </p:cNvPr>
              <p:cNvSpPr/>
              <p:nvPr/>
            </p:nvSpPr>
            <p:spPr>
              <a:xfrm>
                <a:off x="2087939" y="6675034"/>
                <a:ext cx="9670" cy="1667"/>
              </a:xfrm>
              <a:custGeom>
                <a:avLst/>
                <a:gdLst>
                  <a:gd name="connsiteX0" fmla="*/ 6076 w 9670"/>
                  <a:gd name="connsiteY0" fmla="*/ 0 h 1667"/>
                  <a:gd name="connsiteX1" fmla="*/ 13 w 9670"/>
                  <a:gd name="connsiteY1" fmla="*/ 863 h 1667"/>
                  <a:gd name="connsiteX2" fmla="*/ 6076 w 9670"/>
                  <a:gd name="connsiteY2" fmla="*/ 0 h 1667"/>
                </a:gdLst>
                <a:ahLst/>
                <a:cxnLst>
                  <a:cxn ang="0">
                    <a:pos x="connsiteX0" y="connsiteY0"/>
                  </a:cxn>
                  <a:cxn ang="0">
                    <a:pos x="connsiteX1" y="connsiteY1"/>
                  </a:cxn>
                  <a:cxn ang="0">
                    <a:pos x="connsiteX2" y="connsiteY2"/>
                  </a:cxn>
                </a:cxnLst>
                <a:rect l="l" t="t" r="r" b="b"/>
                <a:pathLst>
                  <a:path w="9670" h="1667">
                    <a:moveTo>
                      <a:pt x="6076" y="0"/>
                    </a:moveTo>
                    <a:cubicBezTo>
                      <a:pt x="3487" y="29"/>
                      <a:pt x="773" y="417"/>
                      <a:pt x="13" y="863"/>
                    </a:cubicBezTo>
                    <a:cubicBezTo>
                      <a:pt x="-536" y="2977"/>
                      <a:pt x="17009" y="286"/>
                      <a:pt x="607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8" name="Freeform: Shape 2667">
                <a:extLst>
                  <a:ext uri="{FF2B5EF4-FFF2-40B4-BE49-F238E27FC236}">
                    <a16:creationId xmlns:a16="http://schemas.microsoft.com/office/drawing/2014/main" id="{50B0AC54-1C26-4B76-7F4C-7B61841825F2}"/>
                  </a:ext>
                </a:extLst>
              </p:cNvPr>
              <p:cNvSpPr/>
              <p:nvPr/>
            </p:nvSpPr>
            <p:spPr>
              <a:xfrm>
                <a:off x="2749840" y="5705210"/>
                <a:ext cx="7621" cy="4963"/>
              </a:xfrm>
              <a:custGeom>
                <a:avLst/>
                <a:gdLst>
                  <a:gd name="connsiteX0" fmla="*/ 4584 w 7621"/>
                  <a:gd name="connsiteY0" fmla="*/ 97 h 4963"/>
                  <a:gd name="connsiteX1" fmla="*/ 0 w 7621"/>
                  <a:gd name="connsiteY1" fmla="*/ 3360 h 4963"/>
                  <a:gd name="connsiteX2" fmla="*/ 4584 w 7621"/>
                  <a:gd name="connsiteY2" fmla="*/ 97 h 4963"/>
                </a:gdLst>
                <a:ahLst/>
                <a:cxnLst>
                  <a:cxn ang="0">
                    <a:pos x="connsiteX0" y="connsiteY0"/>
                  </a:cxn>
                  <a:cxn ang="0">
                    <a:pos x="connsiteX1" y="connsiteY1"/>
                  </a:cxn>
                  <a:cxn ang="0">
                    <a:pos x="connsiteX2" y="connsiteY2"/>
                  </a:cxn>
                </a:cxnLst>
                <a:rect l="l" t="t" r="r" b="b"/>
                <a:pathLst>
                  <a:path w="7621" h="4963">
                    <a:moveTo>
                      <a:pt x="4584" y="97"/>
                    </a:moveTo>
                    <a:cubicBezTo>
                      <a:pt x="2532" y="634"/>
                      <a:pt x="480" y="2097"/>
                      <a:pt x="0" y="3360"/>
                    </a:cubicBezTo>
                    <a:cubicBezTo>
                      <a:pt x="-51" y="8686"/>
                      <a:pt x="13499" y="-1063"/>
                      <a:pt x="4584" y="9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9" name="Freeform: Shape 2668">
                <a:extLst>
                  <a:ext uri="{FF2B5EF4-FFF2-40B4-BE49-F238E27FC236}">
                    <a16:creationId xmlns:a16="http://schemas.microsoft.com/office/drawing/2014/main" id="{A75C92BF-BB62-3F01-6722-E848A8CC935A}"/>
                  </a:ext>
                </a:extLst>
              </p:cNvPr>
              <p:cNvSpPr/>
              <p:nvPr/>
            </p:nvSpPr>
            <p:spPr>
              <a:xfrm>
                <a:off x="2801355" y="5579786"/>
                <a:ext cx="7440" cy="4382"/>
              </a:xfrm>
              <a:custGeom>
                <a:avLst/>
                <a:gdLst>
                  <a:gd name="connsiteX0" fmla="*/ 4475 w 7440"/>
                  <a:gd name="connsiteY0" fmla="*/ 328 h 4382"/>
                  <a:gd name="connsiteX1" fmla="*/ 0 w 7440"/>
                  <a:gd name="connsiteY1" fmla="*/ 3391 h 4382"/>
                  <a:gd name="connsiteX2" fmla="*/ 4475 w 7440"/>
                  <a:gd name="connsiteY2" fmla="*/ 328 h 4382"/>
                </a:gdLst>
                <a:ahLst/>
                <a:cxnLst>
                  <a:cxn ang="0">
                    <a:pos x="connsiteX0" y="connsiteY0"/>
                  </a:cxn>
                  <a:cxn ang="0">
                    <a:pos x="connsiteX1" y="connsiteY1"/>
                  </a:cxn>
                  <a:cxn ang="0">
                    <a:pos x="connsiteX2" y="connsiteY2"/>
                  </a:cxn>
                </a:cxnLst>
                <a:rect l="l" t="t" r="r" b="b"/>
                <a:pathLst>
                  <a:path w="7440" h="4382">
                    <a:moveTo>
                      <a:pt x="4475" y="328"/>
                    </a:moveTo>
                    <a:cubicBezTo>
                      <a:pt x="2463" y="1019"/>
                      <a:pt x="463" y="2397"/>
                      <a:pt x="0" y="3391"/>
                    </a:cubicBezTo>
                    <a:cubicBezTo>
                      <a:pt x="120" y="7311"/>
                      <a:pt x="13122" y="-1804"/>
                      <a:pt x="4475" y="3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0" name="Freeform: Shape 2669">
                <a:extLst>
                  <a:ext uri="{FF2B5EF4-FFF2-40B4-BE49-F238E27FC236}">
                    <a16:creationId xmlns:a16="http://schemas.microsoft.com/office/drawing/2014/main" id="{1A78AC52-CE38-8C23-CD32-000AB2071DA3}"/>
                  </a:ext>
                </a:extLst>
              </p:cNvPr>
              <p:cNvSpPr/>
              <p:nvPr/>
            </p:nvSpPr>
            <p:spPr>
              <a:xfrm>
                <a:off x="2639989" y="5993871"/>
                <a:ext cx="7897" cy="4516"/>
              </a:xfrm>
              <a:custGeom>
                <a:avLst/>
                <a:gdLst>
                  <a:gd name="connsiteX0" fmla="*/ 4890 w 7897"/>
                  <a:gd name="connsiteY0" fmla="*/ 3 h 4516"/>
                  <a:gd name="connsiteX1" fmla="*/ 3004 w 7897"/>
                  <a:gd name="connsiteY1" fmla="*/ 4513 h 4516"/>
                  <a:gd name="connsiteX2" fmla="*/ 4890 w 7897"/>
                  <a:gd name="connsiteY2" fmla="*/ 3 h 4516"/>
                </a:gdLst>
                <a:ahLst/>
                <a:cxnLst>
                  <a:cxn ang="0">
                    <a:pos x="connsiteX0" y="connsiteY0"/>
                  </a:cxn>
                  <a:cxn ang="0">
                    <a:pos x="connsiteX1" y="connsiteY1"/>
                  </a:cxn>
                  <a:cxn ang="0">
                    <a:pos x="connsiteX2" y="connsiteY2"/>
                  </a:cxn>
                </a:cxnLst>
                <a:rect l="l" t="t" r="r" b="b"/>
                <a:pathLst>
                  <a:path w="7897" h="4516">
                    <a:moveTo>
                      <a:pt x="4890" y="3"/>
                    </a:moveTo>
                    <a:cubicBezTo>
                      <a:pt x="1038" y="-134"/>
                      <a:pt x="-2877" y="4432"/>
                      <a:pt x="3004" y="4513"/>
                    </a:cubicBezTo>
                    <a:cubicBezTo>
                      <a:pt x="6879" y="4672"/>
                      <a:pt x="10765" y="83"/>
                      <a:pt x="4890"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1" name="Freeform: Shape 2670">
                <a:extLst>
                  <a:ext uri="{FF2B5EF4-FFF2-40B4-BE49-F238E27FC236}">
                    <a16:creationId xmlns:a16="http://schemas.microsoft.com/office/drawing/2014/main" id="{F3E273DE-A65C-282B-DD0A-5585C119B9E3}"/>
                  </a:ext>
                </a:extLst>
              </p:cNvPr>
              <p:cNvSpPr/>
              <p:nvPr/>
            </p:nvSpPr>
            <p:spPr>
              <a:xfrm>
                <a:off x="2456170" y="6257913"/>
                <a:ext cx="8536" cy="2061"/>
              </a:xfrm>
              <a:custGeom>
                <a:avLst/>
                <a:gdLst>
                  <a:gd name="connsiteX0" fmla="*/ 5252 w 8536"/>
                  <a:gd name="connsiteY0" fmla="*/ 0 h 2061"/>
                  <a:gd name="connsiteX1" fmla="*/ 5 w 8536"/>
                  <a:gd name="connsiteY1" fmla="*/ 1005 h 2061"/>
                  <a:gd name="connsiteX2" fmla="*/ 5252 w 8536"/>
                  <a:gd name="connsiteY2" fmla="*/ 0 h 2061"/>
                </a:gdLst>
                <a:ahLst/>
                <a:cxnLst>
                  <a:cxn ang="0">
                    <a:pos x="connsiteX0" y="connsiteY0"/>
                  </a:cxn>
                  <a:cxn ang="0">
                    <a:pos x="connsiteX1" y="connsiteY1"/>
                  </a:cxn>
                  <a:cxn ang="0">
                    <a:pos x="connsiteX2" y="connsiteY2"/>
                  </a:cxn>
                </a:cxnLst>
                <a:rect l="l" t="t" r="r" b="b"/>
                <a:pathLst>
                  <a:path w="8536" h="2061">
                    <a:moveTo>
                      <a:pt x="5252" y="0"/>
                    </a:moveTo>
                    <a:cubicBezTo>
                      <a:pt x="2954" y="0"/>
                      <a:pt x="606" y="451"/>
                      <a:pt x="5" y="1005"/>
                    </a:cubicBezTo>
                    <a:cubicBezTo>
                      <a:pt x="-332" y="3657"/>
                      <a:pt x="15087" y="548"/>
                      <a:pt x="5252"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2" name="Freeform: Shape 2671">
                <a:extLst>
                  <a:ext uri="{FF2B5EF4-FFF2-40B4-BE49-F238E27FC236}">
                    <a16:creationId xmlns:a16="http://schemas.microsoft.com/office/drawing/2014/main" id="{02886478-C980-C644-C5F6-8BCD0A848244}"/>
                  </a:ext>
                </a:extLst>
              </p:cNvPr>
              <p:cNvSpPr/>
              <p:nvPr/>
            </p:nvSpPr>
            <p:spPr>
              <a:xfrm>
                <a:off x="2168626" y="6594270"/>
                <a:ext cx="9406" cy="3829"/>
              </a:xfrm>
              <a:custGeom>
                <a:avLst/>
                <a:gdLst>
                  <a:gd name="connsiteX0" fmla="*/ 5994 w 9406"/>
                  <a:gd name="connsiteY0" fmla="*/ 17 h 3829"/>
                  <a:gd name="connsiteX1" fmla="*/ 3411 w 9406"/>
                  <a:gd name="connsiteY1" fmla="*/ 3812 h 3829"/>
                  <a:gd name="connsiteX2" fmla="*/ 5994 w 9406"/>
                  <a:gd name="connsiteY2" fmla="*/ 17 h 3829"/>
                </a:gdLst>
                <a:ahLst/>
                <a:cxnLst>
                  <a:cxn ang="0">
                    <a:pos x="connsiteX0" y="connsiteY0"/>
                  </a:cxn>
                  <a:cxn ang="0">
                    <a:pos x="connsiteX1" y="connsiteY1"/>
                  </a:cxn>
                  <a:cxn ang="0">
                    <a:pos x="connsiteX2" y="connsiteY2"/>
                  </a:cxn>
                </a:cxnLst>
                <a:rect l="l" t="t" r="r" b="b"/>
                <a:pathLst>
                  <a:path w="9406" h="3829">
                    <a:moveTo>
                      <a:pt x="5994" y="17"/>
                    </a:moveTo>
                    <a:cubicBezTo>
                      <a:pt x="1765" y="-281"/>
                      <a:pt x="-3641" y="3497"/>
                      <a:pt x="3411" y="3812"/>
                    </a:cubicBezTo>
                    <a:cubicBezTo>
                      <a:pt x="7657" y="4120"/>
                      <a:pt x="13041" y="354"/>
                      <a:pt x="5994"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3" name="Freeform: Shape 2672">
                <a:extLst>
                  <a:ext uri="{FF2B5EF4-FFF2-40B4-BE49-F238E27FC236}">
                    <a16:creationId xmlns:a16="http://schemas.microsoft.com/office/drawing/2014/main" id="{34731A99-BAEC-2DFD-ED65-C2FF24B764C8}"/>
                  </a:ext>
                </a:extLst>
              </p:cNvPr>
              <p:cNvSpPr/>
              <p:nvPr/>
            </p:nvSpPr>
            <p:spPr>
              <a:xfrm>
                <a:off x="2245042" y="6469628"/>
                <a:ext cx="9180" cy="3902"/>
              </a:xfrm>
              <a:custGeom>
                <a:avLst/>
                <a:gdLst>
                  <a:gd name="connsiteX0" fmla="*/ 5816 w 9180"/>
                  <a:gd name="connsiteY0" fmla="*/ 20 h 3902"/>
                  <a:gd name="connsiteX1" fmla="*/ 3358 w 9180"/>
                  <a:gd name="connsiteY1" fmla="*/ 3884 h 3902"/>
                  <a:gd name="connsiteX2" fmla="*/ 5816 w 9180"/>
                  <a:gd name="connsiteY2" fmla="*/ 20 h 3902"/>
                </a:gdLst>
                <a:ahLst/>
                <a:cxnLst>
                  <a:cxn ang="0">
                    <a:pos x="connsiteX0" y="connsiteY0"/>
                  </a:cxn>
                  <a:cxn ang="0">
                    <a:pos x="connsiteX1" y="connsiteY1"/>
                  </a:cxn>
                  <a:cxn ang="0">
                    <a:pos x="connsiteX2" y="connsiteY2"/>
                  </a:cxn>
                </a:cxnLst>
                <a:rect l="l" t="t" r="r" b="b"/>
                <a:pathLst>
                  <a:path w="9180" h="3902">
                    <a:moveTo>
                      <a:pt x="5816" y="20"/>
                    </a:moveTo>
                    <a:cubicBezTo>
                      <a:pt x="1586" y="-311"/>
                      <a:pt x="-3494" y="3512"/>
                      <a:pt x="3358" y="3884"/>
                    </a:cubicBezTo>
                    <a:cubicBezTo>
                      <a:pt x="7593" y="4204"/>
                      <a:pt x="12679" y="380"/>
                      <a:pt x="5816"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4" name="Freeform: Shape 2673">
                <a:extLst>
                  <a:ext uri="{FF2B5EF4-FFF2-40B4-BE49-F238E27FC236}">
                    <a16:creationId xmlns:a16="http://schemas.microsoft.com/office/drawing/2014/main" id="{CE38BC64-5887-0901-7B60-FB5AEDA577E8}"/>
                  </a:ext>
                </a:extLst>
              </p:cNvPr>
              <p:cNvSpPr/>
              <p:nvPr/>
            </p:nvSpPr>
            <p:spPr>
              <a:xfrm>
                <a:off x="2318343" y="6385952"/>
                <a:ext cx="8995" cy="2268"/>
              </a:xfrm>
              <a:custGeom>
                <a:avLst/>
                <a:gdLst>
                  <a:gd name="connsiteX0" fmla="*/ 5576 w 8995"/>
                  <a:gd name="connsiteY0" fmla="*/ 0 h 2268"/>
                  <a:gd name="connsiteX1" fmla="*/ 9 w 8995"/>
                  <a:gd name="connsiteY1" fmla="*/ 1109 h 2268"/>
                  <a:gd name="connsiteX2" fmla="*/ 5576 w 8995"/>
                  <a:gd name="connsiteY2" fmla="*/ 0 h 2268"/>
                </a:gdLst>
                <a:ahLst/>
                <a:cxnLst>
                  <a:cxn ang="0">
                    <a:pos x="connsiteX0" y="connsiteY0"/>
                  </a:cxn>
                  <a:cxn ang="0">
                    <a:pos x="connsiteX1" y="connsiteY1"/>
                  </a:cxn>
                  <a:cxn ang="0">
                    <a:pos x="connsiteX2" y="connsiteY2"/>
                  </a:cxn>
                </a:cxnLst>
                <a:rect l="l" t="t" r="r" b="b"/>
                <a:pathLst>
                  <a:path w="8995" h="2268">
                    <a:moveTo>
                      <a:pt x="5576" y="0"/>
                    </a:moveTo>
                    <a:cubicBezTo>
                      <a:pt x="3158" y="0"/>
                      <a:pt x="672" y="497"/>
                      <a:pt x="9" y="1109"/>
                    </a:cubicBezTo>
                    <a:cubicBezTo>
                      <a:pt x="-448" y="4023"/>
                      <a:pt x="15886" y="600"/>
                      <a:pt x="557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5" name="Freeform: Shape 2674">
                <a:extLst>
                  <a:ext uri="{FF2B5EF4-FFF2-40B4-BE49-F238E27FC236}">
                    <a16:creationId xmlns:a16="http://schemas.microsoft.com/office/drawing/2014/main" id="{27EE51AA-081D-84A4-547F-8CA7C8AD6E51}"/>
                  </a:ext>
                </a:extLst>
              </p:cNvPr>
              <p:cNvSpPr/>
              <p:nvPr/>
            </p:nvSpPr>
            <p:spPr>
              <a:xfrm>
                <a:off x="2388879" y="6320418"/>
                <a:ext cx="8760" cy="2162"/>
              </a:xfrm>
              <a:custGeom>
                <a:avLst/>
                <a:gdLst>
                  <a:gd name="connsiteX0" fmla="*/ 5408 w 8760"/>
                  <a:gd name="connsiteY0" fmla="*/ 0 h 2162"/>
                  <a:gd name="connsiteX1" fmla="*/ 7 w 8760"/>
                  <a:gd name="connsiteY1" fmla="*/ 1057 h 2162"/>
                  <a:gd name="connsiteX2" fmla="*/ 5408 w 8760"/>
                  <a:gd name="connsiteY2" fmla="*/ 0 h 2162"/>
                </a:gdLst>
                <a:ahLst/>
                <a:cxnLst>
                  <a:cxn ang="0">
                    <a:pos x="connsiteX0" y="connsiteY0"/>
                  </a:cxn>
                  <a:cxn ang="0">
                    <a:pos x="connsiteX1" y="connsiteY1"/>
                  </a:cxn>
                  <a:cxn ang="0">
                    <a:pos x="connsiteX2" y="connsiteY2"/>
                  </a:cxn>
                </a:cxnLst>
                <a:rect l="l" t="t" r="r" b="b"/>
                <a:pathLst>
                  <a:path w="8760" h="2162">
                    <a:moveTo>
                      <a:pt x="5408" y="0"/>
                    </a:moveTo>
                    <a:cubicBezTo>
                      <a:pt x="3053" y="0"/>
                      <a:pt x="636" y="474"/>
                      <a:pt x="7" y="1057"/>
                    </a:cubicBezTo>
                    <a:cubicBezTo>
                      <a:pt x="-387" y="3834"/>
                      <a:pt x="15478" y="571"/>
                      <a:pt x="540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6" name="Freeform: Shape 2675">
                <a:extLst>
                  <a:ext uri="{FF2B5EF4-FFF2-40B4-BE49-F238E27FC236}">
                    <a16:creationId xmlns:a16="http://schemas.microsoft.com/office/drawing/2014/main" id="{6A5AC438-0086-A947-425D-67E93C6459C1}"/>
                  </a:ext>
                </a:extLst>
              </p:cNvPr>
              <p:cNvSpPr/>
              <p:nvPr/>
            </p:nvSpPr>
            <p:spPr>
              <a:xfrm>
                <a:off x="804908" y="7526050"/>
                <a:ext cx="13659" cy="5235"/>
              </a:xfrm>
              <a:custGeom>
                <a:avLst/>
                <a:gdLst>
                  <a:gd name="connsiteX0" fmla="*/ 9519 w 13659"/>
                  <a:gd name="connsiteY0" fmla="*/ 95 h 5235"/>
                  <a:gd name="connsiteX1" fmla="*/ 4141 w 13659"/>
                  <a:gd name="connsiteY1" fmla="*/ 5141 h 5235"/>
                  <a:gd name="connsiteX2" fmla="*/ 9519 w 13659"/>
                  <a:gd name="connsiteY2" fmla="*/ 95 h 5235"/>
                </a:gdLst>
                <a:ahLst/>
                <a:cxnLst>
                  <a:cxn ang="0">
                    <a:pos x="connsiteX0" y="connsiteY0"/>
                  </a:cxn>
                  <a:cxn ang="0">
                    <a:pos x="connsiteX1" y="connsiteY1"/>
                  </a:cxn>
                  <a:cxn ang="0">
                    <a:pos x="connsiteX2" y="connsiteY2"/>
                  </a:cxn>
                </a:cxnLst>
                <a:rect l="l" t="t" r="r" b="b"/>
                <a:pathLst>
                  <a:path w="13659" h="5235">
                    <a:moveTo>
                      <a:pt x="9519" y="95"/>
                    </a:moveTo>
                    <a:cubicBezTo>
                      <a:pt x="5135" y="-773"/>
                      <a:pt x="-6003" y="4553"/>
                      <a:pt x="4141" y="5141"/>
                    </a:cubicBezTo>
                    <a:cubicBezTo>
                      <a:pt x="8524" y="6004"/>
                      <a:pt x="19663" y="684"/>
                      <a:pt x="9519" y="9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7" name="Freeform: Shape 2676">
                <a:extLst>
                  <a:ext uri="{FF2B5EF4-FFF2-40B4-BE49-F238E27FC236}">
                    <a16:creationId xmlns:a16="http://schemas.microsoft.com/office/drawing/2014/main" id="{DC0F0223-214F-F450-E53B-9E0CCF06A8A8}"/>
                  </a:ext>
                </a:extLst>
              </p:cNvPr>
              <p:cNvSpPr/>
              <p:nvPr/>
            </p:nvSpPr>
            <p:spPr>
              <a:xfrm>
                <a:off x="2656005" y="5596472"/>
                <a:ext cx="6637" cy="4814"/>
              </a:xfrm>
              <a:custGeom>
                <a:avLst/>
                <a:gdLst>
                  <a:gd name="connsiteX0" fmla="*/ 4281 w 6637"/>
                  <a:gd name="connsiteY0" fmla="*/ 1296 h 4814"/>
                  <a:gd name="connsiteX1" fmla="*/ 292 w 6637"/>
                  <a:gd name="connsiteY1" fmla="*/ 4799 h 4814"/>
                  <a:gd name="connsiteX2" fmla="*/ 4281 w 6637"/>
                  <a:gd name="connsiteY2" fmla="*/ 1296 h 4814"/>
                </a:gdLst>
                <a:ahLst/>
                <a:cxnLst>
                  <a:cxn ang="0">
                    <a:pos x="connsiteX0" y="connsiteY0"/>
                  </a:cxn>
                  <a:cxn ang="0">
                    <a:pos x="connsiteX1" y="connsiteY1"/>
                  </a:cxn>
                  <a:cxn ang="0">
                    <a:pos x="connsiteX2" y="connsiteY2"/>
                  </a:cxn>
                </a:cxnLst>
                <a:rect l="l" t="t" r="r" b="b"/>
                <a:pathLst>
                  <a:path w="6637" h="4814">
                    <a:moveTo>
                      <a:pt x="4281" y="1296"/>
                    </a:moveTo>
                    <a:cubicBezTo>
                      <a:pt x="3366" y="1964"/>
                      <a:pt x="-1183" y="5062"/>
                      <a:pt x="292" y="4799"/>
                    </a:cubicBezTo>
                    <a:cubicBezTo>
                      <a:pt x="2463" y="3890"/>
                      <a:pt x="10596" y="-2751"/>
                      <a:pt x="4281" y="12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8" name="Freeform: Shape 2677">
                <a:extLst>
                  <a:ext uri="{FF2B5EF4-FFF2-40B4-BE49-F238E27FC236}">
                    <a16:creationId xmlns:a16="http://schemas.microsoft.com/office/drawing/2014/main" id="{44F47032-6CE6-D689-F54E-2F592C61DDC4}"/>
                  </a:ext>
                </a:extLst>
              </p:cNvPr>
              <p:cNvSpPr/>
              <p:nvPr/>
            </p:nvSpPr>
            <p:spPr>
              <a:xfrm>
                <a:off x="1191821" y="6880134"/>
                <a:ext cx="11690" cy="3688"/>
              </a:xfrm>
              <a:custGeom>
                <a:avLst/>
                <a:gdLst>
                  <a:gd name="connsiteX0" fmla="*/ 7740 w 11690"/>
                  <a:gd name="connsiteY0" fmla="*/ 0 h 3688"/>
                  <a:gd name="connsiteX1" fmla="*/ 105 w 11690"/>
                  <a:gd name="connsiteY1" fmla="*/ 1805 h 3688"/>
                  <a:gd name="connsiteX2" fmla="*/ 7740 w 11690"/>
                  <a:gd name="connsiteY2" fmla="*/ 0 h 3688"/>
                </a:gdLst>
                <a:ahLst/>
                <a:cxnLst>
                  <a:cxn ang="0">
                    <a:pos x="connsiteX0" y="connsiteY0"/>
                  </a:cxn>
                  <a:cxn ang="0">
                    <a:pos x="connsiteX1" y="connsiteY1"/>
                  </a:cxn>
                  <a:cxn ang="0">
                    <a:pos x="connsiteX2" y="connsiteY2"/>
                  </a:cxn>
                </a:cxnLst>
                <a:rect l="l" t="t" r="r" b="b"/>
                <a:pathLst>
                  <a:path w="11690" h="3688">
                    <a:moveTo>
                      <a:pt x="7740" y="0"/>
                    </a:moveTo>
                    <a:cubicBezTo>
                      <a:pt x="4677" y="0"/>
                      <a:pt x="1254" y="806"/>
                      <a:pt x="105" y="1805"/>
                    </a:cubicBezTo>
                    <a:cubicBezTo>
                      <a:pt x="-1695" y="6549"/>
                      <a:pt x="20439" y="948"/>
                      <a:pt x="774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9" name="Freeform: Shape 2678">
                <a:extLst>
                  <a:ext uri="{FF2B5EF4-FFF2-40B4-BE49-F238E27FC236}">
                    <a16:creationId xmlns:a16="http://schemas.microsoft.com/office/drawing/2014/main" id="{FFE731A2-82B4-C5C5-AC93-48E69C8ABACC}"/>
                  </a:ext>
                </a:extLst>
              </p:cNvPr>
              <p:cNvSpPr/>
              <p:nvPr/>
            </p:nvSpPr>
            <p:spPr>
              <a:xfrm>
                <a:off x="1429539" y="6719452"/>
                <a:ext cx="10961" cy="1110"/>
              </a:xfrm>
              <a:custGeom>
                <a:avLst/>
                <a:gdLst>
                  <a:gd name="connsiteX0" fmla="*/ 7326 w 10961"/>
                  <a:gd name="connsiteY0" fmla="*/ 10 h 1110"/>
                  <a:gd name="connsiteX1" fmla="*/ 3628 w 10961"/>
                  <a:gd name="connsiteY1" fmla="*/ 1101 h 1110"/>
                  <a:gd name="connsiteX2" fmla="*/ 7326 w 10961"/>
                  <a:gd name="connsiteY2" fmla="*/ 10 h 1110"/>
                </a:gdLst>
                <a:ahLst/>
                <a:cxnLst>
                  <a:cxn ang="0">
                    <a:pos x="connsiteX0" y="connsiteY0"/>
                  </a:cxn>
                  <a:cxn ang="0">
                    <a:pos x="connsiteX1" y="connsiteY1"/>
                  </a:cxn>
                  <a:cxn ang="0">
                    <a:pos x="connsiteX2" y="connsiteY2"/>
                  </a:cxn>
                </a:cxnLst>
                <a:rect l="l" t="t" r="r" b="b"/>
                <a:pathLst>
                  <a:path w="10961" h="1110">
                    <a:moveTo>
                      <a:pt x="7326" y="10"/>
                    </a:moveTo>
                    <a:cubicBezTo>
                      <a:pt x="3474" y="-115"/>
                      <a:pt x="-4744" y="947"/>
                      <a:pt x="3628" y="1101"/>
                    </a:cubicBezTo>
                    <a:cubicBezTo>
                      <a:pt x="7492" y="1221"/>
                      <a:pt x="15710" y="147"/>
                      <a:pt x="7326" y="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0" name="Freeform: Shape 2679">
                <a:extLst>
                  <a:ext uri="{FF2B5EF4-FFF2-40B4-BE49-F238E27FC236}">
                    <a16:creationId xmlns:a16="http://schemas.microsoft.com/office/drawing/2014/main" id="{7F0DFA61-8F72-F9D9-6D22-71F0ED34E7C6}"/>
                  </a:ext>
                </a:extLst>
              </p:cNvPr>
              <p:cNvSpPr/>
              <p:nvPr/>
            </p:nvSpPr>
            <p:spPr>
              <a:xfrm>
                <a:off x="1314059" y="6776510"/>
                <a:ext cx="11337" cy="2917"/>
              </a:xfrm>
              <a:custGeom>
                <a:avLst/>
                <a:gdLst>
                  <a:gd name="connsiteX0" fmla="*/ 7626 w 11337"/>
                  <a:gd name="connsiteY0" fmla="*/ 27 h 2917"/>
                  <a:gd name="connsiteX1" fmla="*/ 3706 w 11337"/>
                  <a:gd name="connsiteY1" fmla="*/ 2891 h 2917"/>
                  <a:gd name="connsiteX2" fmla="*/ 7626 w 11337"/>
                  <a:gd name="connsiteY2" fmla="*/ 27 h 2917"/>
                </a:gdLst>
                <a:ahLst/>
                <a:cxnLst>
                  <a:cxn ang="0">
                    <a:pos x="connsiteX0" y="connsiteY0"/>
                  </a:cxn>
                  <a:cxn ang="0">
                    <a:pos x="connsiteX1" y="connsiteY1"/>
                  </a:cxn>
                  <a:cxn ang="0">
                    <a:pos x="connsiteX2" y="connsiteY2"/>
                  </a:cxn>
                </a:cxnLst>
                <a:rect l="l" t="t" r="r" b="b"/>
                <a:pathLst>
                  <a:path w="11337" h="2917">
                    <a:moveTo>
                      <a:pt x="7626" y="27"/>
                    </a:moveTo>
                    <a:cubicBezTo>
                      <a:pt x="3437" y="-304"/>
                      <a:pt x="-4804" y="2462"/>
                      <a:pt x="3706" y="2891"/>
                    </a:cubicBezTo>
                    <a:cubicBezTo>
                      <a:pt x="7900" y="3216"/>
                      <a:pt x="16147" y="434"/>
                      <a:pt x="7626"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1" name="Freeform: Shape 2680">
                <a:extLst>
                  <a:ext uri="{FF2B5EF4-FFF2-40B4-BE49-F238E27FC236}">
                    <a16:creationId xmlns:a16="http://schemas.microsoft.com/office/drawing/2014/main" id="{17664AC2-A38E-EFF6-54AE-DEDBA4630F33}"/>
                  </a:ext>
                </a:extLst>
              </p:cNvPr>
              <p:cNvSpPr/>
              <p:nvPr/>
            </p:nvSpPr>
            <p:spPr>
              <a:xfrm>
                <a:off x="1641470" y="6707521"/>
                <a:ext cx="10300" cy="210"/>
              </a:xfrm>
              <a:custGeom>
                <a:avLst/>
                <a:gdLst>
                  <a:gd name="connsiteX0" fmla="*/ 6798 w 10300"/>
                  <a:gd name="connsiteY0" fmla="*/ 191 h 210"/>
                  <a:gd name="connsiteX1" fmla="*/ 3501 w 10300"/>
                  <a:gd name="connsiteY1" fmla="*/ 19 h 210"/>
                  <a:gd name="connsiteX2" fmla="*/ 6798 w 10300"/>
                  <a:gd name="connsiteY2" fmla="*/ 191 h 210"/>
                </a:gdLst>
                <a:ahLst/>
                <a:cxnLst>
                  <a:cxn ang="0">
                    <a:pos x="connsiteX0" y="connsiteY0"/>
                  </a:cxn>
                  <a:cxn ang="0">
                    <a:pos x="connsiteX1" y="connsiteY1"/>
                  </a:cxn>
                  <a:cxn ang="0">
                    <a:pos x="connsiteX2" y="connsiteY2"/>
                  </a:cxn>
                </a:cxnLst>
                <a:rect l="l" t="t" r="r" b="b"/>
                <a:pathLst>
                  <a:path w="10300" h="210">
                    <a:moveTo>
                      <a:pt x="6798" y="191"/>
                    </a:moveTo>
                    <a:cubicBezTo>
                      <a:pt x="3106" y="259"/>
                      <a:pt x="-4443" y="134"/>
                      <a:pt x="3501" y="19"/>
                    </a:cubicBezTo>
                    <a:cubicBezTo>
                      <a:pt x="7198" y="-49"/>
                      <a:pt x="14742" y="77"/>
                      <a:pt x="6798" y="1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2" name="Freeform: Shape 2681">
                <a:extLst>
                  <a:ext uri="{FF2B5EF4-FFF2-40B4-BE49-F238E27FC236}">
                    <a16:creationId xmlns:a16="http://schemas.microsoft.com/office/drawing/2014/main" id="{8A6F7DB6-A503-BAED-5007-A4BFD629923E}"/>
                  </a:ext>
                </a:extLst>
              </p:cNvPr>
              <p:cNvSpPr/>
              <p:nvPr/>
            </p:nvSpPr>
            <p:spPr>
              <a:xfrm>
                <a:off x="1538505" y="6704197"/>
                <a:ext cx="10644" cy="98"/>
              </a:xfrm>
              <a:custGeom>
                <a:avLst/>
                <a:gdLst>
                  <a:gd name="connsiteX0" fmla="*/ 7064 w 10644"/>
                  <a:gd name="connsiteY0" fmla="*/ 11 h 98"/>
                  <a:gd name="connsiteX1" fmla="*/ 3573 w 10644"/>
                  <a:gd name="connsiteY1" fmla="*/ 92 h 98"/>
                  <a:gd name="connsiteX2" fmla="*/ 7064 w 10644"/>
                  <a:gd name="connsiteY2" fmla="*/ 11 h 98"/>
                </a:gdLst>
                <a:ahLst/>
                <a:cxnLst>
                  <a:cxn ang="0">
                    <a:pos x="connsiteX0" y="connsiteY0"/>
                  </a:cxn>
                  <a:cxn ang="0">
                    <a:pos x="connsiteX1" y="connsiteY1"/>
                  </a:cxn>
                  <a:cxn ang="0">
                    <a:pos x="connsiteX2" y="connsiteY2"/>
                  </a:cxn>
                </a:cxnLst>
                <a:rect l="l" t="t" r="r" b="b"/>
                <a:pathLst>
                  <a:path w="10644" h="98">
                    <a:moveTo>
                      <a:pt x="7064" y="11"/>
                    </a:moveTo>
                    <a:cubicBezTo>
                      <a:pt x="3327" y="23"/>
                      <a:pt x="-4617" y="126"/>
                      <a:pt x="3573" y="92"/>
                    </a:cubicBezTo>
                    <a:cubicBezTo>
                      <a:pt x="7322" y="69"/>
                      <a:pt x="15265" y="-34"/>
                      <a:pt x="7064" y="1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3" name="Freeform: Shape 2682">
                <a:extLst>
                  <a:ext uri="{FF2B5EF4-FFF2-40B4-BE49-F238E27FC236}">
                    <a16:creationId xmlns:a16="http://schemas.microsoft.com/office/drawing/2014/main" id="{C983012A-054C-32BC-77F8-24974B217F72}"/>
                  </a:ext>
                </a:extLst>
              </p:cNvPr>
              <p:cNvSpPr/>
              <p:nvPr/>
            </p:nvSpPr>
            <p:spPr>
              <a:xfrm>
                <a:off x="1738881" y="6706904"/>
                <a:ext cx="9984" cy="354"/>
              </a:xfrm>
              <a:custGeom>
                <a:avLst/>
                <a:gdLst>
                  <a:gd name="connsiteX0" fmla="*/ 6554 w 9984"/>
                  <a:gd name="connsiteY0" fmla="*/ 8 h 354"/>
                  <a:gd name="connsiteX1" fmla="*/ 3428 w 9984"/>
                  <a:gd name="connsiteY1" fmla="*/ 345 h 354"/>
                  <a:gd name="connsiteX2" fmla="*/ 6554 w 9984"/>
                  <a:gd name="connsiteY2" fmla="*/ 8 h 354"/>
                </a:gdLst>
                <a:ahLst/>
                <a:cxnLst>
                  <a:cxn ang="0">
                    <a:pos x="connsiteX0" y="connsiteY0"/>
                  </a:cxn>
                  <a:cxn ang="0">
                    <a:pos x="connsiteX1" y="connsiteY1"/>
                  </a:cxn>
                  <a:cxn ang="0">
                    <a:pos x="connsiteX2" y="connsiteY2"/>
                  </a:cxn>
                </a:cxnLst>
                <a:rect l="l" t="t" r="r" b="b"/>
                <a:pathLst>
                  <a:path w="9984" h="354">
                    <a:moveTo>
                      <a:pt x="6554" y="8"/>
                    </a:moveTo>
                    <a:cubicBezTo>
                      <a:pt x="2913" y="31"/>
                      <a:pt x="-4282" y="420"/>
                      <a:pt x="3428" y="345"/>
                    </a:cubicBezTo>
                    <a:cubicBezTo>
                      <a:pt x="7085" y="323"/>
                      <a:pt x="14263" y="-60"/>
                      <a:pt x="6554"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4" name="Freeform: Shape 2683">
                <a:extLst>
                  <a:ext uri="{FF2B5EF4-FFF2-40B4-BE49-F238E27FC236}">
                    <a16:creationId xmlns:a16="http://schemas.microsoft.com/office/drawing/2014/main" id="{77FE65E3-B544-2968-A484-D237876AEBA1}"/>
                  </a:ext>
                </a:extLst>
              </p:cNvPr>
              <p:cNvSpPr/>
              <p:nvPr/>
            </p:nvSpPr>
            <p:spPr>
              <a:xfrm>
                <a:off x="615815" y="7378695"/>
                <a:ext cx="13652" cy="4791"/>
              </a:xfrm>
              <a:custGeom>
                <a:avLst/>
                <a:gdLst>
                  <a:gd name="connsiteX0" fmla="*/ 9531 w 13652"/>
                  <a:gd name="connsiteY0" fmla="*/ 44 h 4791"/>
                  <a:gd name="connsiteX1" fmla="*/ 4113 w 13652"/>
                  <a:gd name="connsiteY1" fmla="*/ 4748 h 4791"/>
                  <a:gd name="connsiteX2" fmla="*/ 9531 w 13652"/>
                  <a:gd name="connsiteY2" fmla="*/ 44 h 4791"/>
                </a:gdLst>
                <a:ahLst/>
                <a:cxnLst>
                  <a:cxn ang="0">
                    <a:pos x="connsiteX0" y="connsiteY0"/>
                  </a:cxn>
                  <a:cxn ang="0">
                    <a:pos x="connsiteX1" y="connsiteY1"/>
                  </a:cxn>
                  <a:cxn ang="0">
                    <a:pos x="connsiteX2" y="connsiteY2"/>
                  </a:cxn>
                </a:cxnLst>
                <a:rect l="l" t="t" r="r" b="b"/>
                <a:pathLst>
                  <a:path w="13652" h="4791">
                    <a:moveTo>
                      <a:pt x="9531" y="44"/>
                    </a:moveTo>
                    <a:cubicBezTo>
                      <a:pt x="4805" y="-493"/>
                      <a:pt x="-5842" y="4021"/>
                      <a:pt x="4113" y="4748"/>
                    </a:cubicBezTo>
                    <a:cubicBezTo>
                      <a:pt x="8857" y="5285"/>
                      <a:pt x="19498" y="770"/>
                      <a:pt x="9531" y="4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5" name="Freeform: Shape 2684">
                <a:extLst>
                  <a:ext uri="{FF2B5EF4-FFF2-40B4-BE49-F238E27FC236}">
                    <a16:creationId xmlns:a16="http://schemas.microsoft.com/office/drawing/2014/main" id="{D8DF484B-6EE4-15F8-37B8-F25129DD45E2}"/>
                  </a:ext>
                </a:extLst>
              </p:cNvPr>
              <p:cNvSpPr/>
              <p:nvPr/>
            </p:nvSpPr>
            <p:spPr>
              <a:xfrm>
                <a:off x="1061521" y="6992759"/>
                <a:ext cx="12166" cy="3910"/>
              </a:xfrm>
              <a:custGeom>
                <a:avLst/>
                <a:gdLst>
                  <a:gd name="connsiteX0" fmla="*/ 8292 w 12166"/>
                  <a:gd name="connsiteY0" fmla="*/ 35 h 3910"/>
                  <a:gd name="connsiteX1" fmla="*/ 3868 w 12166"/>
                  <a:gd name="connsiteY1" fmla="*/ 3876 h 3910"/>
                  <a:gd name="connsiteX2" fmla="*/ 8292 w 12166"/>
                  <a:gd name="connsiteY2" fmla="*/ 35 h 3910"/>
                </a:gdLst>
                <a:ahLst/>
                <a:cxnLst>
                  <a:cxn ang="0">
                    <a:pos x="connsiteX0" y="connsiteY0"/>
                  </a:cxn>
                  <a:cxn ang="0">
                    <a:pos x="connsiteX1" y="connsiteY1"/>
                  </a:cxn>
                  <a:cxn ang="0">
                    <a:pos x="connsiteX2" y="connsiteY2"/>
                  </a:cxn>
                </a:cxnLst>
                <a:rect l="l" t="t" r="r" b="b"/>
                <a:pathLst>
                  <a:path w="12166" h="3910">
                    <a:moveTo>
                      <a:pt x="8292" y="35"/>
                    </a:moveTo>
                    <a:cubicBezTo>
                      <a:pt x="3846" y="-399"/>
                      <a:pt x="-5156" y="3316"/>
                      <a:pt x="3868" y="3876"/>
                    </a:cubicBezTo>
                    <a:cubicBezTo>
                      <a:pt x="8332" y="4310"/>
                      <a:pt x="17321" y="601"/>
                      <a:pt x="8292"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6" name="Freeform: Shape 2685">
                <a:extLst>
                  <a:ext uri="{FF2B5EF4-FFF2-40B4-BE49-F238E27FC236}">
                    <a16:creationId xmlns:a16="http://schemas.microsoft.com/office/drawing/2014/main" id="{48A0B094-6E99-1C12-0FAA-8978340075CB}"/>
                  </a:ext>
                </a:extLst>
              </p:cNvPr>
              <p:cNvSpPr/>
              <p:nvPr/>
            </p:nvSpPr>
            <p:spPr>
              <a:xfrm>
                <a:off x="922833" y="7112856"/>
                <a:ext cx="12625" cy="4178"/>
              </a:xfrm>
              <a:custGeom>
                <a:avLst/>
                <a:gdLst>
                  <a:gd name="connsiteX0" fmla="*/ 8672 w 12625"/>
                  <a:gd name="connsiteY0" fmla="*/ 38 h 4178"/>
                  <a:gd name="connsiteX1" fmla="*/ 3946 w 12625"/>
                  <a:gd name="connsiteY1" fmla="*/ 4141 h 4178"/>
                  <a:gd name="connsiteX2" fmla="*/ 8672 w 12625"/>
                  <a:gd name="connsiteY2" fmla="*/ 38 h 4178"/>
                </a:gdLst>
                <a:ahLst/>
                <a:cxnLst>
                  <a:cxn ang="0">
                    <a:pos x="connsiteX0" y="connsiteY0"/>
                  </a:cxn>
                  <a:cxn ang="0">
                    <a:pos x="connsiteX1" y="connsiteY1"/>
                  </a:cxn>
                  <a:cxn ang="0">
                    <a:pos x="connsiteX2" y="connsiteY2"/>
                  </a:cxn>
                </a:cxnLst>
                <a:rect l="l" t="t" r="r" b="b"/>
                <a:pathLst>
                  <a:path w="12625" h="4178">
                    <a:moveTo>
                      <a:pt x="8672" y="38"/>
                    </a:moveTo>
                    <a:cubicBezTo>
                      <a:pt x="4140" y="-425"/>
                      <a:pt x="-5370" y="3524"/>
                      <a:pt x="3946" y="4141"/>
                    </a:cubicBezTo>
                    <a:cubicBezTo>
                      <a:pt x="8495" y="4604"/>
                      <a:pt x="17999" y="649"/>
                      <a:pt x="8672" y="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7" name="Freeform: Shape 2686">
                <a:extLst>
                  <a:ext uri="{FF2B5EF4-FFF2-40B4-BE49-F238E27FC236}">
                    <a16:creationId xmlns:a16="http://schemas.microsoft.com/office/drawing/2014/main" id="{8401B66E-9890-3257-BA89-50C601B2D85A}"/>
                  </a:ext>
                </a:extLst>
              </p:cNvPr>
              <p:cNvSpPr/>
              <p:nvPr/>
            </p:nvSpPr>
            <p:spPr>
              <a:xfrm>
                <a:off x="774583" y="7241224"/>
                <a:ext cx="13118" cy="4470"/>
              </a:xfrm>
              <a:custGeom>
                <a:avLst/>
                <a:gdLst>
                  <a:gd name="connsiteX0" fmla="*/ 9086 w 13118"/>
                  <a:gd name="connsiteY0" fmla="*/ 41 h 4470"/>
                  <a:gd name="connsiteX1" fmla="*/ 4028 w 13118"/>
                  <a:gd name="connsiteY1" fmla="*/ 4430 h 4470"/>
                  <a:gd name="connsiteX2" fmla="*/ 9086 w 13118"/>
                  <a:gd name="connsiteY2" fmla="*/ 41 h 4470"/>
                </a:gdLst>
                <a:ahLst/>
                <a:cxnLst>
                  <a:cxn ang="0">
                    <a:pos x="connsiteX0" y="connsiteY0"/>
                  </a:cxn>
                  <a:cxn ang="0">
                    <a:pos x="connsiteX1" y="connsiteY1"/>
                  </a:cxn>
                  <a:cxn ang="0">
                    <a:pos x="connsiteX2" y="connsiteY2"/>
                  </a:cxn>
                </a:cxnLst>
                <a:rect l="l" t="t" r="r" b="b"/>
                <a:pathLst>
                  <a:path w="13118" h="4470">
                    <a:moveTo>
                      <a:pt x="9086" y="41"/>
                    </a:moveTo>
                    <a:cubicBezTo>
                      <a:pt x="4451" y="-457"/>
                      <a:pt x="-5596" y="3761"/>
                      <a:pt x="4028" y="4430"/>
                    </a:cubicBezTo>
                    <a:cubicBezTo>
                      <a:pt x="8674" y="4927"/>
                      <a:pt x="18716" y="703"/>
                      <a:pt x="9086" y="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8" name="Freeform: Shape 2687">
                <a:extLst>
                  <a:ext uri="{FF2B5EF4-FFF2-40B4-BE49-F238E27FC236}">
                    <a16:creationId xmlns:a16="http://schemas.microsoft.com/office/drawing/2014/main" id="{4E372269-1B96-1A27-518E-1AC39530D6CB}"/>
                  </a:ext>
                </a:extLst>
              </p:cNvPr>
              <p:cNvSpPr/>
              <p:nvPr/>
            </p:nvSpPr>
            <p:spPr>
              <a:xfrm>
                <a:off x="2079823" y="6385952"/>
                <a:ext cx="8976" cy="2270"/>
              </a:xfrm>
              <a:custGeom>
                <a:avLst/>
                <a:gdLst>
                  <a:gd name="connsiteX0" fmla="*/ 5654 w 8976"/>
                  <a:gd name="connsiteY0" fmla="*/ 0 h 2270"/>
                  <a:gd name="connsiteX1" fmla="*/ 19 w 8976"/>
                  <a:gd name="connsiteY1" fmla="*/ 1109 h 2270"/>
                  <a:gd name="connsiteX2" fmla="*/ 5654 w 8976"/>
                  <a:gd name="connsiteY2" fmla="*/ 0 h 2270"/>
                </a:gdLst>
                <a:ahLst/>
                <a:cxnLst>
                  <a:cxn ang="0">
                    <a:pos x="connsiteX0" y="connsiteY0"/>
                  </a:cxn>
                  <a:cxn ang="0">
                    <a:pos x="connsiteX1" y="connsiteY1"/>
                  </a:cxn>
                  <a:cxn ang="0">
                    <a:pos x="connsiteX2" y="connsiteY2"/>
                  </a:cxn>
                </a:cxnLst>
                <a:rect l="l" t="t" r="r" b="b"/>
                <a:pathLst>
                  <a:path w="8976" h="2270">
                    <a:moveTo>
                      <a:pt x="5654" y="0"/>
                    </a:moveTo>
                    <a:cubicBezTo>
                      <a:pt x="3254" y="0"/>
                      <a:pt x="728" y="497"/>
                      <a:pt x="19" y="1109"/>
                    </a:cubicBezTo>
                    <a:cubicBezTo>
                      <a:pt x="-633" y="4035"/>
                      <a:pt x="15815" y="583"/>
                      <a:pt x="565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9" name="Freeform: Shape 2688">
                <a:extLst>
                  <a:ext uri="{FF2B5EF4-FFF2-40B4-BE49-F238E27FC236}">
                    <a16:creationId xmlns:a16="http://schemas.microsoft.com/office/drawing/2014/main" id="{6EC17B33-BC97-85F6-A2F4-6D72C3E89060}"/>
                  </a:ext>
                </a:extLst>
              </p:cNvPr>
              <p:cNvSpPr/>
              <p:nvPr/>
            </p:nvSpPr>
            <p:spPr>
              <a:xfrm>
                <a:off x="2546603" y="5780181"/>
                <a:ext cx="7565" cy="4970"/>
              </a:xfrm>
              <a:custGeom>
                <a:avLst/>
                <a:gdLst>
                  <a:gd name="connsiteX0" fmla="*/ 4721 w 7565"/>
                  <a:gd name="connsiteY0" fmla="*/ 627 h 4970"/>
                  <a:gd name="connsiteX1" fmla="*/ 2841 w 7565"/>
                  <a:gd name="connsiteY1" fmla="*/ 4348 h 4970"/>
                  <a:gd name="connsiteX2" fmla="*/ 4721 w 7565"/>
                  <a:gd name="connsiteY2" fmla="*/ 627 h 4970"/>
                </a:gdLst>
                <a:ahLst/>
                <a:cxnLst>
                  <a:cxn ang="0">
                    <a:pos x="connsiteX0" y="connsiteY0"/>
                  </a:cxn>
                  <a:cxn ang="0">
                    <a:pos x="connsiteX1" y="connsiteY1"/>
                  </a:cxn>
                  <a:cxn ang="0">
                    <a:pos x="connsiteX2" y="connsiteY2"/>
                  </a:cxn>
                </a:cxnLst>
                <a:rect l="l" t="t" r="r" b="b"/>
                <a:pathLst>
                  <a:path w="7565" h="4970">
                    <a:moveTo>
                      <a:pt x="4721" y="627"/>
                    </a:moveTo>
                    <a:cubicBezTo>
                      <a:pt x="1801" y="1673"/>
                      <a:pt x="-3183" y="6708"/>
                      <a:pt x="2841" y="4348"/>
                    </a:cubicBezTo>
                    <a:cubicBezTo>
                      <a:pt x="5778" y="3325"/>
                      <a:pt x="10745" y="-1750"/>
                      <a:pt x="4721" y="6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0" name="Freeform: Shape 2689">
                <a:extLst>
                  <a:ext uri="{FF2B5EF4-FFF2-40B4-BE49-F238E27FC236}">
                    <a16:creationId xmlns:a16="http://schemas.microsoft.com/office/drawing/2014/main" id="{30EDB042-D5C7-7ED5-F49E-89B02BD37CDC}"/>
                  </a:ext>
                </a:extLst>
              </p:cNvPr>
              <p:cNvSpPr/>
              <p:nvPr/>
            </p:nvSpPr>
            <p:spPr>
              <a:xfrm>
                <a:off x="2364382" y="6119942"/>
                <a:ext cx="8116" cy="3144"/>
              </a:xfrm>
              <a:custGeom>
                <a:avLst/>
                <a:gdLst>
                  <a:gd name="connsiteX0" fmla="*/ 5119 w 8116"/>
                  <a:gd name="connsiteY0" fmla="*/ 6 h 3144"/>
                  <a:gd name="connsiteX1" fmla="*/ 2993 w 8116"/>
                  <a:gd name="connsiteY1" fmla="*/ 3138 h 3144"/>
                  <a:gd name="connsiteX2" fmla="*/ 5119 w 8116"/>
                  <a:gd name="connsiteY2" fmla="*/ 6 h 3144"/>
                </a:gdLst>
                <a:ahLst/>
                <a:cxnLst>
                  <a:cxn ang="0">
                    <a:pos x="connsiteX0" y="connsiteY0"/>
                  </a:cxn>
                  <a:cxn ang="0">
                    <a:pos x="connsiteX1" y="connsiteY1"/>
                  </a:cxn>
                  <a:cxn ang="0">
                    <a:pos x="connsiteX2" y="connsiteY2"/>
                  </a:cxn>
                </a:cxnLst>
                <a:rect l="l" t="t" r="r" b="b"/>
                <a:pathLst>
                  <a:path w="8116" h="3144">
                    <a:moveTo>
                      <a:pt x="5119" y="6"/>
                    </a:moveTo>
                    <a:cubicBezTo>
                      <a:pt x="1450" y="-155"/>
                      <a:pt x="-3128" y="3000"/>
                      <a:pt x="2993" y="3138"/>
                    </a:cubicBezTo>
                    <a:cubicBezTo>
                      <a:pt x="6679" y="3315"/>
                      <a:pt x="11240" y="137"/>
                      <a:pt x="5119" y="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1" name="Freeform: Shape 2690">
                <a:extLst>
                  <a:ext uri="{FF2B5EF4-FFF2-40B4-BE49-F238E27FC236}">
                    <a16:creationId xmlns:a16="http://schemas.microsoft.com/office/drawing/2014/main" id="{4ADBC14A-5750-6A07-1399-34BC45FD53D1}"/>
                  </a:ext>
                </a:extLst>
              </p:cNvPr>
              <p:cNvSpPr/>
              <p:nvPr/>
            </p:nvSpPr>
            <p:spPr>
              <a:xfrm>
                <a:off x="2298314" y="6198199"/>
                <a:ext cx="8301" cy="1955"/>
              </a:xfrm>
              <a:custGeom>
                <a:avLst/>
                <a:gdLst>
                  <a:gd name="connsiteX0" fmla="*/ 5270 w 8301"/>
                  <a:gd name="connsiteY0" fmla="*/ 15 h 1955"/>
                  <a:gd name="connsiteX1" fmla="*/ 3030 w 8301"/>
                  <a:gd name="connsiteY1" fmla="*/ 1941 h 1955"/>
                  <a:gd name="connsiteX2" fmla="*/ 5270 w 8301"/>
                  <a:gd name="connsiteY2" fmla="*/ 15 h 1955"/>
                </a:gdLst>
                <a:ahLst/>
                <a:cxnLst>
                  <a:cxn ang="0">
                    <a:pos x="connsiteX0" y="connsiteY0"/>
                  </a:cxn>
                  <a:cxn ang="0">
                    <a:pos x="connsiteX1" y="connsiteY1"/>
                  </a:cxn>
                  <a:cxn ang="0">
                    <a:pos x="connsiteX2" y="connsiteY2"/>
                  </a:cxn>
                </a:cxnLst>
                <a:rect l="l" t="t" r="r" b="b"/>
                <a:pathLst>
                  <a:path w="8301" h="1955">
                    <a:moveTo>
                      <a:pt x="5270" y="15"/>
                    </a:moveTo>
                    <a:cubicBezTo>
                      <a:pt x="1715" y="-185"/>
                      <a:pt x="-3308" y="1712"/>
                      <a:pt x="3030" y="1941"/>
                    </a:cubicBezTo>
                    <a:cubicBezTo>
                      <a:pt x="6590" y="2140"/>
                      <a:pt x="11608" y="244"/>
                      <a:pt x="5270" y="1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2" name="Freeform: Shape 2691">
                <a:extLst>
                  <a:ext uri="{FF2B5EF4-FFF2-40B4-BE49-F238E27FC236}">
                    <a16:creationId xmlns:a16="http://schemas.microsoft.com/office/drawing/2014/main" id="{91274909-F4C9-7D8E-DF7F-4CD7968E97D2}"/>
                  </a:ext>
                </a:extLst>
              </p:cNvPr>
              <p:cNvSpPr/>
              <p:nvPr/>
            </p:nvSpPr>
            <p:spPr>
              <a:xfrm>
                <a:off x="1831348" y="6678731"/>
                <a:ext cx="9722" cy="1665"/>
              </a:xfrm>
              <a:custGeom>
                <a:avLst/>
                <a:gdLst>
                  <a:gd name="connsiteX0" fmla="*/ 6195 w 9722"/>
                  <a:gd name="connsiteY0" fmla="*/ 0 h 1665"/>
                  <a:gd name="connsiteX1" fmla="*/ 23 w 9722"/>
                  <a:gd name="connsiteY1" fmla="*/ 897 h 1665"/>
                  <a:gd name="connsiteX2" fmla="*/ 6195 w 9722"/>
                  <a:gd name="connsiteY2" fmla="*/ 0 h 1665"/>
                </a:gdLst>
                <a:ahLst/>
                <a:cxnLst>
                  <a:cxn ang="0">
                    <a:pos x="connsiteX0" y="connsiteY0"/>
                  </a:cxn>
                  <a:cxn ang="0">
                    <a:pos x="connsiteX1" y="connsiteY1"/>
                  </a:cxn>
                  <a:cxn ang="0">
                    <a:pos x="connsiteX2" y="connsiteY2"/>
                  </a:cxn>
                </a:cxnLst>
                <a:rect l="l" t="t" r="r" b="b"/>
                <a:pathLst>
                  <a:path w="9722" h="1665">
                    <a:moveTo>
                      <a:pt x="6195" y="0"/>
                    </a:moveTo>
                    <a:cubicBezTo>
                      <a:pt x="3606" y="46"/>
                      <a:pt x="840" y="452"/>
                      <a:pt x="23" y="897"/>
                    </a:cubicBezTo>
                    <a:cubicBezTo>
                      <a:pt x="-726" y="2989"/>
                      <a:pt x="17065" y="160"/>
                      <a:pt x="6195"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3" name="Freeform: Shape 2692">
                <a:extLst>
                  <a:ext uri="{FF2B5EF4-FFF2-40B4-BE49-F238E27FC236}">
                    <a16:creationId xmlns:a16="http://schemas.microsoft.com/office/drawing/2014/main" id="{F53F7248-9D13-E1D6-BC4C-33FB69556538}"/>
                  </a:ext>
                </a:extLst>
              </p:cNvPr>
              <p:cNvSpPr/>
              <p:nvPr/>
            </p:nvSpPr>
            <p:spPr>
              <a:xfrm>
                <a:off x="2488361" y="5897272"/>
                <a:ext cx="7757" cy="4406"/>
              </a:xfrm>
              <a:custGeom>
                <a:avLst/>
                <a:gdLst>
                  <a:gd name="connsiteX0" fmla="*/ 4858 w 7757"/>
                  <a:gd name="connsiteY0" fmla="*/ 242 h 4406"/>
                  <a:gd name="connsiteX1" fmla="*/ 2898 w 7757"/>
                  <a:gd name="connsiteY1" fmla="*/ 4168 h 4406"/>
                  <a:gd name="connsiteX2" fmla="*/ 4858 w 7757"/>
                  <a:gd name="connsiteY2" fmla="*/ 242 h 4406"/>
                </a:gdLst>
                <a:ahLst/>
                <a:cxnLst>
                  <a:cxn ang="0">
                    <a:pos x="connsiteX0" y="connsiteY0"/>
                  </a:cxn>
                  <a:cxn ang="0">
                    <a:pos x="connsiteX1" y="connsiteY1"/>
                  </a:cxn>
                  <a:cxn ang="0">
                    <a:pos x="connsiteX2" y="connsiteY2"/>
                  </a:cxn>
                </a:cxnLst>
                <a:rect l="l" t="t" r="r" b="b"/>
                <a:pathLst>
                  <a:path w="7757" h="4406">
                    <a:moveTo>
                      <a:pt x="4858" y="242"/>
                    </a:moveTo>
                    <a:cubicBezTo>
                      <a:pt x="1686" y="842"/>
                      <a:pt x="-3171" y="5499"/>
                      <a:pt x="2898" y="4168"/>
                    </a:cubicBezTo>
                    <a:cubicBezTo>
                      <a:pt x="6087" y="3596"/>
                      <a:pt x="10922" y="-1107"/>
                      <a:pt x="4858" y="24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4" name="Freeform: Shape 2693">
                <a:extLst>
                  <a:ext uri="{FF2B5EF4-FFF2-40B4-BE49-F238E27FC236}">
                    <a16:creationId xmlns:a16="http://schemas.microsoft.com/office/drawing/2014/main" id="{23C1F163-627E-58BB-B584-E2DC82D15DBB}"/>
                  </a:ext>
                </a:extLst>
              </p:cNvPr>
              <p:cNvSpPr/>
              <p:nvPr/>
            </p:nvSpPr>
            <p:spPr>
              <a:xfrm>
                <a:off x="2427638" y="6014613"/>
                <a:ext cx="7941" cy="3800"/>
              </a:xfrm>
              <a:custGeom>
                <a:avLst/>
                <a:gdLst>
                  <a:gd name="connsiteX0" fmla="*/ 4991 w 7941"/>
                  <a:gd name="connsiteY0" fmla="*/ 35 h 3800"/>
                  <a:gd name="connsiteX1" fmla="*/ 2945 w 7941"/>
                  <a:gd name="connsiteY1" fmla="*/ 3767 h 3800"/>
                  <a:gd name="connsiteX2" fmla="*/ 4991 w 7941"/>
                  <a:gd name="connsiteY2" fmla="*/ 35 h 3800"/>
                </a:gdLst>
                <a:ahLst/>
                <a:cxnLst>
                  <a:cxn ang="0">
                    <a:pos x="connsiteX0" y="connsiteY0"/>
                  </a:cxn>
                  <a:cxn ang="0">
                    <a:pos x="connsiteX1" y="connsiteY1"/>
                  </a:cxn>
                  <a:cxn ang="0">
                    <a:pos x="connsiteX2" y="connsiteY2"/>
                  </a:cxn>
                </a:cxnLst>
                <a:rect l="l" t="t" r="r" b="b"/>
                <a:pathLst>
                  <a:path w="7941" h="3800">
                    <a:moveTo>
                      <a:pt x="4991" y="35"/>
                    </a:moveTo>
                    <a:cubicBezTo>
                      <a:pt x="1511" y="207"/>
                      <a:pt x="-3119" y="4207"/>
                      <a:pt x="2945" y="3767"/>
                    </a:cubicBezTo>
                    <a:cubicBezTo>
                      <a:pt x="6448" y="3624"/>
                      <a:pt x="11055" y="-416"/>
                      <a:pt x="4991"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5" name="Freeform: Shape 2694">
                <a:extLst>
                  <a:ext uri="{FF2B5EF4-FFF2-40B4-BE49-F238E27FC236}">
                    <a16:creationId xmlns:a16="http://schemas.microsoft.com/office/drawing/2014/main" id="{064C87EE-5A46-4CDC-A17D-7210BBC501C4}"/>
                  </a:ext>
                </a:extLst>
              </p:cNvPr>
              <p:cNvSpPr/>
              <p:nvPr/>
            </p:nvSpPr>
            <p:spPr>
              <a:xfrm>
                <a:off x="2000717" y="6470267"/>
                <a:ext cx="9203" cy="3978"/>
              </a:xfrm>
              <a:custGeom>
                <a:avLst/>
                <a:gdLst>
                  <a:gd name="connsiteX0" fmla="*/ 5922 w 9203"/>
                  <a:gd name="connsiteY0" fmla="*/ 21 h 3978"/>
                  <a:gd name="connsiteX1" fmla="*/ 3276 w 9203"/>
                  <a:gd name="connsiteY1" fmla="*/ 3959 h 3978"/>
                  <a:gd name="connsiteX2" fmla="*/ 5922 w 9203"/>
                  <a:gd name="connsiteY2" fmla="*/ 21 h 3978"/>
                </a:gdLst>
                <a:ahLst/>
                <a:cxnLst>
                  <a:cxn ang="0">
                    <a:pos x="connsiteX0" y="connsiteY0"/>
                  </a:cxn>
                  <a:cxn ang="0">
                    <a:pos x="connsiteX1" y="connsiteY1"/>
                  </a:cxn>
                  <a:cxn ang="0">
                    <a:pos x="connsiteX2" y="connsiteY2"/>
                  </a:cxn>
                </a:cxnLst>
                <a:rect l="l" t="t" r="r" b="b"/>
                <a:pathLst>
                  <a:path w="9203" h="3978">
                    <a:moveTo>
                      <a:pt x="5922" y="21"/>
                    </a:moveTo>
                    <a:cubicBezTo>
                      <a:pt x="1824" y="-322"/>
                      <a:pt x="-3582" y="3565"/>
                      <a:pt x="3276" y="3959"/>
                    </a:cubicBezTo>
                    <a:cubicBezTo>
                      <a:pt x="7374" y="4290"/>
                      <a:pt x="12792" y="398"/>
                      <a:pt x="5922"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6" name="Freeform: Shape 2695">
                <a:extLst>
                  <a:ext uri="{FF2B5EF4-FFF2-40B4-BE49-F238E27FC236}">
                    <a16:creationId xmlns:a16="http://schemas.microsoft.com/office/drawing/2014/main" id="{34D10532-24CB-4276-35DA-0D6EDA3CCA6A}"/>
                  </a:ext>
                </a:extLst>
              </p:cNvPr>
              <p:cNvSpPr/>
              <p:nvPr/>
            </p:nvSpPr>
            <p:spPr>
              <a:xfrm>
                <a:off x="1918378" y="6597511"/>
                <a:ext cx="9459" cy="3890"/>
              </a:xfrm>
              <a:custGeom>
                <a:avLst/>
                <a:gdLst>
                  <a:gd name="connsiteX0" fmla="*/ 6120 w 9459"/>
                  <a:gd name="connsiteY0" fmla="*/ 16 h 3890"/>
                  <a:gd name="connsiteX1" fmla="*/ 3336 w 9459"/>
                  <a:gd name="connsiteY1" fmla="*/ 3874 h 3890"/>
                  <a:gd name="connsiteX2" fmla="*/ 6120 w 9459"/>
                  <a:gd name="connsiteY2" fmla="*/ 16 h 3890"/>
                </a:gdLst>
                <a:ahLst/>
                <a:cxnLst>
                  <a:cxn ang="0">
                    <a:pos x="connsiteX0" y="connsiteY0"/>
                  </a:cxn>
                  <a:cxn ang="0">
                    <a:pos x="connsiteX1" y="connsiteY1"/>
                  </a:cxn>
                  <a:cxn ang="0">
                    <a:pos x="connsiteX2" y="connsiteY2"/>
                  </a:cxn>
                </a:cxnLst>
                <a:rect l="l" t="t" r="r" b="b"/>
                <a:pathLst>
                  <a:path w="9459" h="3890">
                    <a:moveTo>
                      <a:pt x="6120" y="16"/>
                    </a:moveTo>
                    <a:cubicBezTo>
                      <a:pt x="2028" y="-276"/>
                      <a:pt x="-3745" y="3571"/>
                      <a:pt x="3336" y="3874"/>
                    </a:cubicBezTo>
                    <a:cubicBezTo>
                      <a:pt x="7445" y="4171"/>
                      <a:pt x="13200" y="336"/>
                      <a:pt x="6120"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7" name="Freeform: Shape 2696">
                <a:extLst>
                  <a:ext uri="{FF2B5EF4-FFF2-40B4-BE49-F238E27FC236}">
                    <a16:creationId xmlns:a16="http://schemas.microsoft.com/office/drawing/2014/main" id="{E092B922-705A-D62F-6DF1-626B853257BD}"/>
                  </a:ext>
                </a:extLst>
              </p:cNvPr>
              <p:cNvSpPr/>
              <p:nvPr/>
            </p:nvSpPr>
            <p:spPr>
              <a:xfrm>
                <a:off x="2228776" y="6257898"/>
                <a:ext cx="8507" cy="2048"/>
              </a:xfrm>
              <a:custGeom>
                <a:avLst/>
                <a:gdLst>
                  <a:gd name="connsiteX0" fmla="*/ 5423 w 8507"/>
                  <a:gd name="connsiteY0" fmla="*/ 16 h 2048"/>
                  <a:gd name="connsiteX1" fmla="*/ 3079 w 8507"/>
                  <a:gd name="connsiteY1" fmla="*/ 2033 h 2048"/>
                  <a:gd name="connsiteX2" fmla="*/ 5423 w 8507"/>
                  <a:gd name="connsiteY2" fmla="*/ 16 h 2048"/>
                </a:gdLst>
                <a:ahLst/>
                <a:cxnLst>
                  <a:cxn ang="0">
                    <a:pos x="connsiteX0" y="connsiteY0"/>
                  </a:cxn>
                  <a:cxn ang="0">
                    <a:pos x="connsiteX1" y="connsiteY1"/>
                  </a:cxn>
                  <a:cxn ang="0">
                    <a:pos x="connsiteX2" y="connsiteY2"/>
                  </a:cxn>
                </a:cxnLst>
                <a:rect l="l" t="t" r="r" b="b"/>
                <a:pathLst>
                  <a:path w="8507" h="2048">
                    <a:moveTo>
                      <a:pt x="5423" y="16"/>
                    </a:moveTo>
                    <a:cubicBezTo>
                      <a:pt x="1816" y="-196"/>
                      <a:pt x="-3407" y="1787"/>
                      <a:pt x="3079" y="2033"/>
                    </a:cubicBezTo>
                    <a:cubicBezTo>
                      <a:pt x="6697" y="2244"/>
                      <a:pt x="11915" y="261"/>
                      <a:pt x="5423"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8" name="Freeform: Shape 2697">
                <a:extLst>
                  <a:ext uri="{FF2B5EF4-FFF2-40B4-BE49-F238E27FC236}">
                    <a16:creationId xmlns:a16="http://schemas.microsoft.com/office/drawing/2014/main" id="{574B3086-E446-B31E-F4BF-3A68C5D00E03}"/>
                  </a:ext>
                </a:extLst>
              </p:cNvPr>
              <p:cNvSpPr/>
              <p:nvPr/>
            </p:nvSpPr>
            <p:spPr>
              <a:xfrm>
                <a:off x="2156094" y="6320418"/>
                <a:ext cx="8755" cy="2161"/>
              </a:xfrm>
              <a:custGeom>
                <a:avLst/>
                <a:gdLst>
                  <a:gd name="connsiteX0" fmla="*/ 5490 w 8755"/>
                  <a:gd name="connsiteY0" fmla="*/ 0 h 2161"/>
                  <a:gd name="connsiteX1" fmla="*/ 15 w 8755"/>
                  <a:gd name="connsiteY1" fmla="*/ 1057 h 2161"/>
                  <a:gd name="connsiteX2" fmla="*/ 5490 w 8755"/>
                  <a:gd name="connsiteY2" fmla="*/ 0 h 2161"/>
                </a:gdLst>
                <a:ahLst/>
                <a:cxnLst>
                  <a:cxn ang="0">
                    <a:pos x="connsiteX0" y="connsiteY0"/>
                  </a:cxn>
                  <a:cxn ang="0">
                    <a:pos x="connsiteX1" y="connsiteY1"/>
                  </a:cxn>
                  <a:cxn ang="0">
                    <a:pos x="connsiteX2" y="connsiteY2"/>
                  </a:cxn>
                </a:cxnLst>
                <a:rect l="l" t="t" r="r" b="b"/>
                <a:pathLst>
                  <a:path w="8755" h="2161">
                    <a:moveTo>
                      <a:pt x="5490" y="0"/>
                    </a:moveTo>
                    <a:cubicBezTo>
                      <a:pt x="3147" y="0"/>
                      <a:pt x="695" y="474"/>
                      <a:pt x="15" y="1057"/>
                    </a:cubicBezTo>
                    <a:cubicBezTo>
                      <a:pt x="-562" y="3840"/>
                      <a:pt x="15434" y="554"/>
                      <a:pt x="549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9" name="Freeform: Shape 2698">
                <a:extLst>
                  <a:ext uri="{FF2B5EF4-FFF2-40B4-BE49-F238E27FC236}">
                    <a16:creationId xmlns:a16="http://schemas.microsoft.com/office/drawing/2014/main" id="{64B39EEC-AFB6-A0D0-7058-C5D80B9099CA}"/>
                  </a:ext>
                </a:extLst>
              </p:cNvPr>
              <p:cNvSpPr/>
              <p:nvPr/>
            </p:nvSpPr>
            <p:spPr>
              <a:xfrm>
                <a:off x="2602462" y="5675615"/>
                <a:ext cx="7433" cy="5350"/>
              </a:xfrm>
              <a:custGeom>
                <a:avLst/>
                <a:gdLst>
                  <a:gd name="connsiteX0" fmla="*/ 4532 w 7433"/>
                  <a:gd name="connsiteY0" fmla="*/ 1191 h 5350"/>
                  <a:gd name="connsiteX1" fmla="*/ 0 w 7433"/>
                  <a:gd name="connsiteY1" fmla="*/ 4957 h 5350"/>
                  <a:gd name="connsiteX2" fmla="*/ 4532 w 7433"/>
                  <a:gd name="connsiteY2" fmla="*/ 1191 h 5350"/>
                </a:gdLst>
                <a:ahLst/>
                <a:cxnLst>
                  <a:cxn ang="0">
                    <a:pos x="connsiteX0" y="connsiteY0"/>
                  </a:cxn>
                  <a:cxn ang="0">
                    <a:pos x="connsiteX1" y="connsiteY1"/>
                  </a:cxn>
                  <a:cxn ang="0">
                    <a:pos x="connsiteX2" y="connsiteY2"/>
                  </a:cxn>
                </a:cxnLst>
                <a:rect l="l" t="t" r="r" b="b"/>
                <a:pathLst>
                  <a:path w="7433" h="5350">
                    <a:moveTo>
                      <a:pt x="4532" y="1191"/>
                    </a:moveTo>
                    <a:cubicBezTo>
                      <a:pt x="2526" y="2414"/>
                      <a:pt x="497" y="4106"/>
                      <a:pt x="0" y="4957"/>
                    </a:cubicBezTo>
                    <a:cubicBezTo>
                      <a:pt x="189" y="7529"/>
                      <a:pt x="13024" y="-3541"/>
                      <a:pt x="4532" y="119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0" name="Freeform: Shape 2699">
                <a:extLst>
                  <a:ext uri="{FF2B5EF4-FFF2-40B4-BE49-F238E27FC236}">
                    <a16:creationId xmlns:a16="http://schemas.microsoft.com/office/drawing/2014/main" id="{470A8D8D-1529-2096-7CD9-6A46BB08887C}"/>
                  </a:ext>
                </a:extLst>
              </p:cNvPr>
              <p:cNvSpPr/>
              <p:nvPr/>
            </p:nvSpPr>
            <p:spPr>
              <a:xfrm>
                <a:off x="445758" y="7526050"/>
                <a:ext cx="13849" cy="5236"/>
              </a:xfrm>
              <a:custGeom>
                <a:avLst/>
                <a:gdLst>
                  <a:gd name="connsiteX0" fmla="*/ 9829 w 13849"/>
                  <a:gd name="connsiteY0" fmla="*/ 96 h 5236"/>
                  <a:gd name="connsiteX1" fmla="*/ 4017 w 13849"/>
                  <a:gd name="connsiteY1" fmla="*/ 5141 h 5236"/>
                  <a:gd name="connsiteX2" fmla="*/ 9829 w 13849"/>
                  <a:gd name="connsiteY2" fmla="*/ 96 h 5236"/>
                </a:gdLst>
                <a:ahLst/>
                <a:cxnLst>
                  <a:cxn ang="0">
                    <a:pos x="connsiteX0" y="connsiteY0"/>
                  </a:cxn>
                  <a:cxn ang="0">
                    <a:pos x="connsiteX1" y="connsiteY1"/>
                  </a:cxn>
                  <a:cxn ang="0">
                    <a:pos x="connsiteX2" y="connsiteY2"/>
                  </a:cxn>
                </a:cxnLst>
                <a:rect l="l" t="t" r="r" b="b"/>
                <a:pathLst>
                  <a:path w="13849" h="5236">
                    <a:moveTo>
                      <a:pt x="9829" y="96"/>
                    </a:moveTo>
                    <a:cubicBezTo>
                      <a:pt x="5652" y="-767"/>
                      <a:pt x="-6133" y="4484"/>
                      <a:pt x="4017" y="5141"/>
                    </a:cubicBezTo>
                    <a:cubicBezTo>
                      <a:pt x="8195" y="6004"/>
                      <a:pt x="19985" y="753"/>
                      <a:pt x="9829" y="9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1" name="Freeform: Shape 2700">
                <a:extLst>
                  <a:ext uri="{FF2B5EF4-FFF2-40B4-BE49-F238E27FC236}">
                    <a16:creationId xmlns:a16="http://schemas.microsoft.com/office/drawing/2014/main" id="{4AF9D2FD-5971-3E5A-ED49-F2A9EDAA3625}"/>
                  </a:ext>
                </a:extLst>
              </p:cNvPr>
              <p:cNvSpPr/>
              <p:nvPr/>
            </p:nvSpPr>
            <p:spPr>
              <a:xfrm>
                <a:off x="2461506" y="5750890"/>
                <a:ext cx="6590" cy="5907"/>
              </a:xfrm>
              <a:custGeom>
                <a:avLst/>
                <a:gdLst>
                  <a:gd name="connsiteX0" fmla="*/ 4327 w 6590"/>
                  <a:gd name="connsiteY0" fmla="*/ 1920 h 5907"/>
                  <a:gd name="connsiteX1" fmla="*/ 229 w 6590"/>
                  <a:gd name="connsiteY1" fmla="*/ 5761 h 5907"/>
                  <a:gd name="connsiteX2" fmla="*/ 4327 w 6590"/>
                  <a:gd name="connsiteY2" fmla="*/ 1920 h 5907"/>
                </a:gdLst>
                <a:ahLst/>
                <a:cxnLst>
                  <a:cxn ang="0">
                    <a:pos x="connsiteX0" y="connsiteY0"/>
                  </a:cxn>
                  <a:cxn ang="0">
                    <a:pos x="connsiteX1" y="connsiteY1"/>
                  </a:cxn>
                  <a:cxn ang="0">
                    <a:pos x="connsiteX2" y="connsiteY2"/>
                  </a:cxn>
                </a:cxnLst>
                <a:rect l="l" t="t" r="r" b="b"/>
                <a:pathLst>
                  <a:path w="6590" h="5907">
                    <a:moveTo>
                      <a:pt x="4327" y="1920"/>
                    </a:moveTo>
                    <a:cubicBezTo>
                      <a:pt x="3441" y="2720"/>
                      <a:pt x="-1056" y="6715"/>
                      <a:pt x="229" y="5761"/>
                    </a:cubicBezTo>
                    <a:cubicBezTo>
                      <a:pt x="2235" y="4132"/>
                      <a:pt x="10528" y="-3509"/>
                      <a:pt x="4327" y="19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2" name="Freeform: Shape 2701">
                <a:extLst>
                  <a:ext uri="{FF2B5EF4-FFF2-40B4-BE49-F238E27FC236}">
                    <a16:creationId xmlns:a16="http://schemas.microsoft.com/office/drawing/2014/main" id="{A71C991D-21C2-5821-3E10-5505E2ADA6B4}"/>
                  </a:ext>
                </a:extLst>
              </p:cNvPr>
              <p:cNvSpPr/>
              <p:nvPr/>
            </p:nvSpPr>
            <p:spPr>
              <a:xfrm>
                <a:off x="1260189" y="6706174"/>
                <a:ext cx="10815" cy="89"/>
              </a:xfrm>
              <a:custGeom>
                <a:avLst/>
                <a:gdLst>
                  <a:gd name="connsiteX0" fmla="*/ 7284 w 10815"/>
                  <a:gd name="connsiteY0" fmla="*/ 29 h 89"/>
                  <a:gd name="connsiteX1" fmla="*/ 3534 w 10815"/>
                  <a:gd name="connsiteY1" fmla="*/ 63 h 89"/>
                  <a:gd name="connsiteX2" fmla="*/ 7284 w 10815"/>
                  <a:gd name="connsiteY2" fmla="*/ 29 h 89"/>
                </a:gdLst>
                <a:ahLst/>
                <a:cxnLst>
                  <a:cxn ang="0">
                    <a:pos x="connsiteX0" y="connsiteY0"/>
                  </a:cxn>
                  <a:cxn ang="0">
                    <a:pos x="connsiteX1" y="connsiteY1"/>
                  </a:cxn>
                  <a:cxn ang="0">
                    <a:pos x="connsiteX2" y="connsiteY2"/>
                  </a:cxn>
                </a:cxnLst>
                <a:rect l="l" t="t" r="r" b="b"/>
                <a:pathLst>
                  <a:path w="10815" h="89">
                    <a:moveTo>
                      <a:pt x="7284" y="29"/>
                    </a:moveTo>
                    <a:cubicBezTo>
                      <a:pt x="3637" y="58"/>
                      <a:pt x="-4747" y="127"/>
                      <a:pt x="3534" y="63"/>
                    </a:cubicBezTo>
                    <a:cubicBezTo>
                      <a:pt x="7181" y="29"/>
                      <a:pt x="15559" y="-39"/>
                      <a:pt x="7284"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3" name="Freeform: Shape 2702">
                <a:extLst>
                  <a:ext uri="{FF2B5EF4-FFF2-40B4-BE49-F238E27FC236}">
                    <a16:creationId xmlns:a16="http://schemas.microsoft.com/office/drawing/2014/main" id="{966989AD-0936-8ECF-6690-18CBE5F95646}"/>
                  </a:ext>
                </a:extLst>
              </p:cNvPr>
              <p:cNvSpPr/>
              <p:nvPr/>
            </p:nvSpPr>
            <p:spPr>
              <a:xfrm>
                <a:off x="1143194" y="6720264"/>
                <a:ext cx="11078" cy="1076"/>
              </a:xfrm>
              <a:custGeom>
                <a:avLst/>
                <a:gdLst>
                  <a:gd name="connsiteX0" fmla="*/ 7527 w 11078"/>
                  <a:gd name="connsiteY0" fmla="*/ 10 h 1076"/>
                  <a:gd name="connsiteX1" fmla="*/ 3555 w 11078"/>
                  <a:gd name="connsiteY1" fmla="*/ 1067 h 1076"/>
                  <a:gd name="connsiteX2" fmla="*/ 7527 w 11078"/>
                  <a:gd name="connsiteY2" fmla="*/ 10 h 1076"/>
                </a:gdLst>
                <a:ahLst/>
                <a:cxnLst>
                  <a:cxn ang="0">
                    <a:pos x="connsiteX0" y="connsiteY0"/>
                  </a:cxn>
                  <a:cxn ang="0">
                    <a:pos x="connsiteX1" y="connsiteY1"/>
                  </a:cxn>
                  <a:cxn ang="0">
                    <a:pos x="connsiteX2" y="connsiteY2"/>
                  </a:cxn>
                </a:cxnLst>
                <a:rect l="l" t="t" r="r" b="b"/>
                <a:pathLst>
                  <a:path w="11078" h="1076">
                    <a:moveTo>
                      <a:pt x="7527" y="10"/>
                    </a:moveTo>
                    <a:cubicBezTo>
                      <a:pt x="3829" y="-110"/>
                      <a:pt x="-4863" y="924"/>
                      <a:pt x="3555" y="1067"/>
                    </a:cubicBezTo>
                    <a:cubicBezTo>
                      <a:pt x="7252" y="1187"/>
                      <a:pt x="15939" y="135"/>
                      <a:pt x="7527" y="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4" name="Freeform: Shape 2703">
                <a:extLst>
                  <a:ext uri="{FF2B5EF4-FFF2-40B4-BE49-F238E27FC236}">
                    <a16:creationId xmlns:a16="http://schemas.microsoft.com/office/drawing/2014/main" id="{817138AB-ACBC-F332-8C74-09A089463032}"/>
                  </a:ext>
                </a:extLst>
              </p:cNvPr>
              <p:cNvSpPr/>
              <p:nvPr/>
            </p:nvSpPr>
            <p:spPr>
              <a:xfrm>
                <a:off x="1370789" y="6710816"/>
                <a:ext cx="10428" cy="262"/>
              </a:xfrm>
              <a:custGeom>
                <a:avLst/>
                <a:gdLst>
                  <a:gd name="connsiteX0" fmla="*/ 6989 w 10428"/>
                  <a:gd name="connsiteY0" fmla="*/ 239 h 262"/>
                  <a:gd name="connsiteX1" fmla="*/ 3446 w 10428"/>
                  <a:gd name="connsiteY1" fmla="*/ 23 h 262"/>
                  <a:gd name="connsiteX2" fmla="*/ 6989 w 10428"/>
                  <a:gd name="connsiteY2" fmla="*/ 239 h 262"/>
                </a:gdLst>
                <a:ahLst/>
                <a:cxnLst>
                  <a:cxn ang="0">
                    <a:pos x="connsiteX0" y="connsiteY0"/>
                  </a:cxn>
                  <a:cxn ang="0">
                    <a:pos x="connsiteX1" y="connsiteY1"/>
                  </a:cxn>
                  <a:cxn ang="0">
                    <a:pos x="connsiteX2" y="connsiteY2"/>
                  </a:cxn>
                </a:cxnLst>
                <a:rect l="l" t="t" r="r" b="b"/>
                <a:pathLst>
                  <a:path w="10428" h="262">
                    <a:moveTo>
                      <a:pt x="6989" y="239"/>
                    </a:moveTo>
                    <a:cubicBezTo>
                      <a:pt x="3417" y="320"/>
                      <a:pt x="-4561" y="171"/>
                      <a:pt x="3446" y="23"/>
                    </a:cubicBezTo>
                    <a:cubicBezTo>
                      <a:pt x="7012" y="-58"/>
                      <a:pt x="14984" y="91"/>
                      <a:pt x="6989" y="2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5" name="Freeform: Shape 2704">
                <a:extLst>
                  <a:ext uri="{FF2B5EF4-FFF2-40B4-BE49-F238E27FC236}">
                    <a16:creationId xmlns:a16="http://schemas.microsoft.com/office/drawing/2014/main" id="{19ECCD9D-F441-85FD-97FA-45B711E02B6E}"/>
                  </a:ext>
                </a:extLst>
              </p:cNvPr>
              <p:cNvSpPr/>
              <p:nvPr/>
            </p:nvSpPr>
            <p:spPr>
              <a:xfrm>
                <a:off x="1475410" y="6711470"/>
                <a:ext cx="10100" cy="340"/>
              </a:xfrm>
              <a:custGeom>
                <a:avLst/>
                <a:gdLst>
                  <a:gd name="connsiteX0" fmla="*/ 6729 w 10100"/>
                  <a:gd name="connsiteY0" fmla="*/ 20 h 340"/>
                  <a:gd name="connsiteX1" fmla="*/ 3374 w 10100"/>
                  <a:gd name="connsiteY1" fmla="*/ 317 h 340"/>
                  <a:gd name="connsiteX2" fmla="*/ 6729 w 10100"/>
                  <a:gd name="connsiteY2" fmla="*/ 20 h 340"/>
                </a:gdLst>
                <a:ahLst/>
                <a:cxnLst>
                  <a:cxn ang="0">
                    <a:pos x="connsiteX0" y="connsiteY0"/>
                  </a:cxn>
                  <a:cxn ang="0">
                    <a:pos x="connsiteX1" y="connsiteY1"/>
                  </a:cxn>
                  <a:cxn ang="0">
                    <a:pos x="connsiteX2" y="connsiteY2"/>
                  </a:cxn>
                </a:cxnLst>
                <a:rect l="l" t="t" r="r" b="b"/>
                <a:pathLst>
                  <a:path w="10100" h="340">
                    <a:moveTo>
                      <a:pt x="6729" y="20"/>
                    </a:moveTo>
                    <a:cubicBezTo>
                      <a:pt x="3214" y="60"/>
                      <a:pt x="-4398" y="437"/>
                      <a:pt x="3374" y="317"/>
                    </a:cubicBezTo>
                    <a:cubicBezTo>
                      <a:pt x="6889" y="283"/>
                      <a:pt x="14496" y="-89"/>
                      <a:pt x="6729"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6" name="Freeform: Shape 2705">
                <a:extLst>
                  <a:ext uri="{FF2B5EF4-FFF2-40B4-BE49-F238E27FC236}">
                    <a16:creationId xmlns:a16="http://schemas.microsoft.com/office/drawing/2014/main" id="{39BA9FFB-BCAC-95E5-2B12-8B6DAB67F5CA}"/>
                  </a:ext>
                </a:extLst>
              </p:cNvPr>
              <p:cNvSpPr/>
              <p:nvPr/>
            </p:nvSpPr>
            <p:spPr>
              <a:xfrm>
                <a:off x="1019181" y="6776594"/>
                <a:ext cx="11438" cy="2908"/>
              </a:xfrm>
              <a:custGeom>
                <a:avLst/>
                <a:gdLst>
                  <a:gd name="connsiteX0" fmla="*/ 7826 w 11438"/>
                  <a:gd name="connsiteY0" fmla="*/ 29 h 2908"/>
                  <a:gd name="connsiteX1" fmla="*/ 3620 w 11438"/>
                  <a:gd name="connsiteY1" fmla="*/ 2881 h 2908"/>
                  <a:gd name="connsiteX2" fmla="*/ 7826 w 11438"/>
                  <a:gd name="connsiteY2" fmla="*/ 29 h 2908"/>
                </a:gdLst>
                <a:ahLst/>
                <a:cxnLst>
                  <a:cxn ang="0">
                    <a:pos x="connsiteX0" y="connsiteY0"/>
                  </a:cxn>
                  <a:cxn ang="0">
                    <a:pos x="connsiteX1" y="connsiteY1"/>
                  </a:cxn>
                  <a:cxn ang="0">
                    <a:pos x="connsiteX2" y="connsiteY2"/>
                  </a:cxn>
                </a:cxnLst>
                <a:rect l="l" t="t" r="r" b="b"/>
                <a:pathLst>
                  <a:path w="11438" h="2908">
                    <a:moveTo>
                      <a:pt x="7826" y="29"/>
                    </a:moveTo>
                    <a:cubicBezTo>
                      <a:pt x="3797" y="-313"/>
                      <a:pt x="-4918" y="2436"/>
                      <a:pt x="3620" y="2881"/>
                    </a:cubicBezTo>
                    <a:cubicBezTo>
                      <a:pt x="7632" y="3213"/>
                      <a:pt x="16353" y="452"/>
                      <a:pt x="7826" y="2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7" name="Freeform: Shape 2706">
                <a:extLst>
                  <a:ext uri="{FF2B5EF4-FFF2-40B4-BE49-F238E27FC236}">
                    <a16:creationId xmlns:a16="http://schemas.microsoft.com/office/drawing/2014/main" id="{F1FD5B8E-EA25-0DE2-8C0C-9919FF65727A}"/>
                  </a:ext>
                </a:extLst>
              </p:cNvPr>
              <p:cNvSpPr/>
              <p:nvPr/>
            </p:nvSpPr>
            <p:spPr>
              <a:xfrm>
                <a:off x="439788" y="7241221"/>
                <a:ext cx="13260" cy="4476"/>
              </a:xfrm>
              <a:custGeom>
                <a:avLst/>
                <a:gdLst>
                  <a:gd name="connsiteX0" fmla="*/ 9348 w 13260"/>
                  <a:gd name="connsiteY0" fmla="*/ 43 h 4476"/>
                  <a:gd name="connsiteX1" fmla="*/ 3919 w 13260"/>
                  <a:gd name="connsiteY1" fmla="*/ 4433 h 4476"/>
                  <a:gd name="connsiteX2" fmla="*/ 9348 w 13260"/>
                  <a:gd name="connsiteY2" fmla="*/ 43 h 4476"/>
                </a:gdLst>
                <a:ahLst/>
                <a:cxnLst>
                  <a:cxn ang="0">
                    <a:pos x="connsiteX0" y="connsiteY0"/>
                  </a:cxn>
                  <a:cxn ang="0">
                    <a:pos x="connsiteX1" y="connsiteY1"/>
                  </a:cxn>
                  <a:cxn ang="0">
                    <a:pos x="connsiteX2" y="connsiteY2"/>
                  </a:cxn>
                </a:cxnLst>
                <a:rect l="l" t="t" r="r" b="b"/>
                <a:pathLst>
                  <a:path w="13260" h="4476">
                    <a:moveTo>
                      <a:pt x="9348" y="43"/>
                    </a:moveTo>
                    <a:cubicBezTo>
                      <a:pt x="4913" y="-471"/>
                      <a:pt x="-5723" y="3730"/>
                      <a:pt x="3919" y="4433"/>
                    </a:cubicBezTo>
                    <a:cubicBezTo>
                      <a:pt x="8348" y="4947"/>
                      <a:pt x="18977" y="752"/>
                      <a:pt x="9348" y="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8" name="Freeform: Shape 2707">
                <a:extLst>
                  <a:ext uri="{FF2B5EF4-FFF2-40B4-BE49-F238E27FC236}">
                    <a16:creationId xmlns:a16="http://schemas.microsoft.com/office/drawing/2014/main" id="{AEA2B731-7F62-30BF-2E01-9DA34D93F582}"/>
                  </a:ext>
                </a:extLst>
              </p:cNvPr>
              <p:cNvSpPr/>
              <p:nvPr/>
            </p:nvSpPr>
            <p:spPr>
              <a:xfrm>
                <a:off x="269272" y="7378693"/>
                <a:ext cx="13803" cy="4796"/>
              </a:xfrm>
              <a:custGeom>
                <a:avLst/>
                <a:gdLst>
                  <a:gd name="connsiteX0" fmla="*/ 9813 w 13803"/>
                  <a:gd name="connsiteY0" fmla="*/ 46 h 4796"/>
                  <a:gd name="connsiteX1" fmla="*/ 3995 w 13803"/>
                  <a:gd name="connsiteY1" fmla="*/ 4750 h 4796"/>
                  <a:gd name="connsiteX2" fmla="*/ 9813 w 13803"/>
                  <a:gd name="connsiteY2" fmla="*/ 46 h 4796"/>
                </a:gdLst>
                <a:ahLst/>
                <a:cxnLst>
                  <a:cxn ang="0">
                    <a:pos x="connsiteX0" y="connsiteY0"/>
                  </a:cxn>
                  <a:cxn ang="0">
                    <a:pos x="connsiteX1" y="connsiteY1"/>
                  </a:cxn>
                  <a:cxn ang="0">
                    <a:pos x="connsiteX2" y="connsiteY2"/>
                  </a:cxn>
                </a:cxnLst>
                <a:rect l="l" t="t" r="r" b="b"/>
                <a:pathLst>
                  <a:path w="13803" h="4796">
                    <a:moveTo>
                      <a:pt x="9813" y="46"/>
                    </a:moveTo>
                    <a:cubicBezTo>
                      <a:pt x="5287" y="-503"/>
                      <a:pt x="-5966" y="3984"/>
                      <a:pt x="3995" y="4750"/>
                    </a:cubicBezTo>
                    <a:cubicBezTo>
                      <a:pt x="8522" y="5298"/>
                      <a:pt x="19763" y="812"/>
                      <a:pt x="9813"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9" name="Freeform: Shape 2708">
                <a:extLst>
                  <a:ext uri="{FF2B5EF4-FFF2-40B4-BE49-F238E27FC236}">
                    <a16:creationId xmlns:a16="http://schemas.microsoft.com/office/drawing/2014/main" id="{C1B911C7-C2EC-981F-4DEB-67F19BB3EBE0}"/>
                  </a:ext>
                </a:extLst>
              </p:cNvPr>
              <p:cNvSpPr/>
              <p:nvPr/>
            </p:nvSpPr>
            <p:spPr>
              <a:xfrm>
                <a:off x="887899" y="6880134"/>
                <a:ext cx="11780" cy="3687"/>
              </a:xfrm>
              <a:custGeom>
                <a:avLst/>
                <a:gdLst>
                  <a:gd name="connsiteX0" fmla="*/ 7938 w 11780"/>
                  <a:gd name="connsiteY0" fmla="*/ 0 h 3687"/>
                  <a:gd name="connsiteX1" fmla="*/ 143 w 11780"/>
                  <a:gd name="connsiteY1" fmla="*/ 1805 h 3687"/>
                  <a:gd name="connsiteX2" fmla="*/ 7938 w 11780"/>
                  <a:gd name="connsiteY2" fmla="*/ 0 h 3687"/>
                </a:gdLst>
                <a:ahLst/>
                <a:cxnLst>
                  <a:cxn ang="0">
                    <a:pos x="connsiteX0" y="connsiteY0"/>
                  </a:cxn>
                  <a:cxn ang="0">
                    <a:pos x="connsiteX1" y="connsiteY1"/>
                  </a:cxn>
                  <a:cxn ang="0">
                    <a:pos x="connsiteX2" y="connsiteY2"/>
                  </a:cxn>
                </a:cxnLst>
                <a:rect l="l" t="t" r="r" b="b"/>
                <a:pathLst>
                  <a:path w="11780" h="3687">
                    <a:moveTo>
                      <a:pt x="7938" y="0"/>
                    </a:moveTo>
                    <a:cubicBezTo>
                      <a:pt x="4869" y="0"/>
                      <a:pt x="1377" y="806"/>
                      <a:pt x="143" y="1805"/>
                    </a:cubicBezTo>
                    <a:cubicBezTo>
                      <a:pt x="-1983" y="6549"/>
                      <a:pt x="20511" y="943"/>
                      <a:pt x="793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0" name="Freeform: Shape 2709">
                <a:extLst>
                  <a:ext uri="{FF2B5EF4-FFF2-40B4-BE49-F238E27FC236}">
                    <a16:creationId xmlns:a16="http://schemas.microsoft.com/office/drawing/2014/main" id="{ECF01D3A-DBAF-F00E-E930-A293492D8E10}"/>
                  </a:ext>
                </a:extLst>
              </p:cNvPr>
              <p:cNvSpPr/>
              <p:nvPr/>
            </p:nvSpPr>
            <p:spPr>
              <a:xfrm>
                <a:off x="599005" y="7112854"/>
                <a:ext cx="12754" cy="4182"/>
              </a:xfrm>
              <a:custGeom>
                <a:avLst/>
                <a:gdLst>
                  <a:gd name="connsiteX0" fmla="*/ 8917 w 12754"/>
                  <a:gd name="connsiteY0" fmla="*/ 40 h 4182"/>
                  <a:gd name="connsiteX1" fmla="*/ 3842 w 12754"/>
                  <a:gd name="connsiteY1" fmla="*/ 4143 h 4182"/>
                  <a:gd name="connsiteX2" fmla="*/ 8917 w 12754"/>
                  <a:gd name="connsiteY2" fmla="*/ 40 h 4182"/>
                </a:gdLst>
                <a:ahLst/>
                <a:cxnLst>
                  <a:cxn ang="0">
                    <a:pos x="connsiteX0" y="connsiteY0"/>
                  </a:cxn>
                  <a:cxn ang="0">
                    <a:pos x="connsiteX1" y="connsiteY1"/>
                  </a:cxn>
                  <a:cxn ang="0">
                    <a:pos x="connsiteX2" y="connsiteY2"/>
                  </a:cxn>
                </a:cxnLst>
                <a:rect l="l" t="t" r="r" b="b"/>
                <a:pathLst>
                  <a:path w="12754" h="4182">
                    <a:moveTo>
                      <a:pt x="8917" y="40"/>
                    </a:moveTo>
                    <a:cubicBezTo>
                      <a:pt x="4567" y="-435"/>
                      <a:pt x="-5491" y="3498"/>
                      <a:pt x="3842" y="4143"/>
                    </a:cubicBezTo>
                    <a:cubicBezTo>
                      <a:pt x="8196" y="4617"/>
                      <a:pt x="18238" y="686"/>
                      <a:pt x="8917" y="4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1" name="Freeform: Shape 2710">
                <a:extLst>
                  <a:ext uri="{FF2B5EF4-FFF2-40B4-BE49-F238E27FC236}">
                    <a16:creationId xmlns:a16="http://schemas.microsoft.com/office/drawing/2014/main" id="{FACF9EA1-F424-6C07-6887-F98E2A4EA509}"/>
                  </a:ext>
                </a:extLst>
              </p:cNvPr>
              <p:cNvSpPr/>
              <p:nvPr/>
            </p:nvSpPr>
            <p:spPr>
              <a:xfrm>
                <a:off x="748198" y="6992794"/>
                <a:ext cx="12199" cy="3922"/>
              </a:xfrm>
              <a:custGeom>
                <a:avLst/>
                <a:gdLst>
                  <a:gd name="connsiteX0" fmla="*/ 8279 w 12199"/>
                  <a:gd name="connsiteY0" fmla="*/ 0 h 3922"/>
                  <a:gd name="connsiteX1" fmla="*/ 169 w 12199"/>
                  <a:gd name="connsiteY1" fmla="*/ 1920 h 3922"/>
                  <a:gd name="connsiteX2" fmla="*/ 8279 w 12199"/>
                  <a:gd name="connsiteY2" fmla="*/ 0 h 3922"/>
                </a:gdLst>
                <a:ahLst/>
                <a:cxnLst>
                  <a:cxn ang="0">
                    <a:pos x="connsiteX0" y="connsiteY0"/>
                  </a:cxn>
                  <a:cxn ang="0">
                    <a:pos x="connsiteX1" y="connsiteY1"/>
                  </a:cxn>
                  <a:cxn ang="0">
                    <a:pos x="connsiteX2" y="connsiteY2"/>
                  </a:cxn>
                </a:cxnLst>
                <a:rect l="l" t="t" r="r" b="b"/>
                <a:pathLst>
                  <a:path w="12199" h="3922">
                    <a:moveTo>
                      <a:pt x="8279" y="0"/>
                    </a:moveTo>
                    <a:cubicBezTo>
                      <a:pt x="5113" y="0"/>
                      <a:pt x="1484" y="857"/>
                      <a:pt x="169" y="1920"/>
                    </a:cubicBezTo>
                    <a:cubicBezTo>
                      <a:pt x="-2197" y="6967"/>
                      <a:pt x="21212" y="1005"/>
                      <a:pt x="827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2" name="Freeform: Shape 2711">
                <a:extLst>
                  <a:ext uri="{FF2B5EF4-FFF2-40B4-BE49-F238E27FC236}">
                    <a16:creationId xmlns:a16="http://schemas.microsoft.com/office/drawing/2014/main" id="{73C79984-FD28-4205-F152-E2C31676547F}"/>
                  </a:ext>
                </a:extLst>
              </p:cNvPr>
              <p:cNvSpPr/>
              <p:nvPr/>
            </p:nvSpPr>
            <p:spPr>
              <a:xfrm>
                <a:off x="1574596" y="6684145"/>
                <a:ext cx="9772" cy="1598"/>
              </a:xfrm>
              <a:custGeom>
                <a:avLst/>
                <a:gdLst>
                  <a:gd name="connsiteX0" fmla="*/ 6481 w 9772"/>
                  <a:gd name="connsiteY0" fmla="*/ 4 h 1598"/>
                  <a:gd name="connsiteX1" fmla="*/ 3297 w 9772"/>
                  <a:gd name="connsiteY1" fmla="*/ 1593 h 1598"/>
                  <a:gd name="connsiteX2" fmla="*/ 6481 w 9772"/>
                  <a:gd name="connsiteY2" fmla="*/ 4 h 1598"/>
                </a:gdLst>
                <a:ahLst/>
                <a:cxnLst>
                  <a:cxn ang="0">
                    <a:pos x="connsiteX0" y="connsiteY0"/>
                  </a:cxn>
                  <a:cxn ang="0">
                    <a:pos x="connsiteX1" y="connsiteY1"/>
                  </a:cxn>
                  <a:cxn ang="0">
                    <a:pos x="connsiteX2" y="connsiteY2"/>
                  </a:cxn>
                </a:cxnLst>
                <a:rect l="l" t="t" r="r" b="b"/>
                <a:pathLst>
                  <a:path w="9772" h="1598">
                    <a:moveTo>
                      <a:pt x="6481" y="4"/>
                    </a:moveTo>
                    <a:cubicBezTo>
                      <a:pt x="2886" y="-88"/>
                      <a:pt x="-4172" y="1552"/>
                      <a:pt x="3297" y="1593"/>
                    </a:cubicBezTo>
                    <a:cubicBezTo>
                      <a:pt x="6892" y="1701"/>
                      <a:pt x="13939" y="66"/>
                      <a:pt x="6481" y="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3" name="Freeform: Shape 2712">
                <a:extLst>
                  <a:ext uri="{FF2B5EF4-FFF2-40B4-BE49-F238E27FC236}">
                    <a16:creationId xmlns:a16="http://schemas.microsoft.com/office/drawing/2014/main" id="{C4DA7062-5EB3-AB50-9A98-523AE4DF6CAA}"/>
                  </a:ext>
                </a:extLst>
              </p:cNvPr>
              <p:cNvSpPr/>
              <p:nvPr/>
            </p:nvSpPr>
            <p:spPr>
              <a:xfrm>
                <a:off x="2215416" y="6050973"/>
                <a:ext cx="7960" cy="2977"/>
              </a:xfrm>
              <a:custGeom>
                <a:avLst/>
                <a:gdLst>
                  <a:gd name="connsiteX0" fmla="*/ 5084 w 7960"/>
                  <a:gd name="connsiteY0" fmla="*/ 160 h 2977"/>
                  <a:gd name="connsiteX1" fmla="*/ 2884 w 7960"/>
                  <a:gd name="connsiteY1" fmla="*/ 2823 h 2977"/>
                  <a:gd name="connsiteX2" fmla="*/ 5084 w 7960"/>
                  <a:gd name="connsiteY2" fmla="*/ 160 h 2977"/>
                </a:gdLst>
                <a:ahLst/>
                <a:cxnLst>
                  <a:cxn ang="0">
                    <a:pos x="connsiteX0" y="connsiteY0"/>
                  </a:cxn>
                  <a:cxn ang="0">
                    <a:pos x="connsiteX1" y="connsiteY1"/>
                  </a:cxn>
                  <a:cxn ang="0">
                    <a:pos x="connsiteX2" y="connsiteY2"/>
                  </a:cxn>
                </a:cxnLst>
                <a:rect l="l" t="t" r="r" b="b"/>
                <a:pathLst>
                  <a:path w="7960" h="2977">
                    <a:moveTo>
                      <a:pt x="5084" y="160"/>
                    </a:moveTo>
                    <a:cubicBezTo>
                      <a:pt x="1889" y="554"/>
                      <a:pt x="-3289" y="3703"/>
                      <a:pt x="2884" y="2823"/>
                    </a:cubicBezTo>
                    <a:cubicBezTo>
                      <a:pt x="6084" y="2463"/>
                      <a:pt x="11239" y="-744"/>
                      <a:pt x="5084" y="16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4" name="Freeform: Shape 2713">
                <a:extLst>
                  <a:ext uri="{FF2B5EF4-FFF2-40B4-BE49-F238E27FC236}">
                    <a16:creationId xmlns:a16="http://schemas.microsoft.com/office/drawing/2014/main" id="{DBB322D9-5972-8C12-9364-C500358F0F9C}"/>
                  </a:ext>
                </a:extLst>
              </p:cNvPr>
              <p:cNvSpPr/>
              <p:nvPr/>
            </p:nvSpPr>
            <p:spPr>
              <a:xfrm>
                <a:off x="2280969" y="5969167"/>
                <a:ext cx="7791" cy="3953"/>
              </a:xfrm>
              <a:custGeom>
                <a:avLst/>
                <a:gdLst>
                  <a:gd name="connsiteX0" fmla="*/ 4853 w 7791"/>
                  <a:gd name="connsiteY0" fmla="*/ 648 h 3953"/>
                  <a:gd name="connsiteX1" fmla="*/ 1 w 7791"/>
                  <a:gd name="connsiteY1" fmla="*/ 3459 h 3953"/>
                  <a:gd name="connsiteX2" fmla="*/ 4853 w 7791"/>
                  <a:gd name="connsiteY2" fmla="*/ 648 h 3953"/>
                </a:gdLst>
                <a:ahLst/>
                <a:cxnLst>
                  <a:cxn ang="0">
                    <a:pos x="connsiteX0" y="connsiteY0"/>
                  </a:cxn>
                  <a:cxn ang="0">
                    <a:pos x="connsiteX1" y="connsiteY1"/>
                  </a:cxn>
                  <a:cxn ang="0">
                    <a:pos x="connsiteX2" y="connsiteY2"/>
                  </a:cxn>
                </a:cxnLst>
                <a:rect l="l" t="t" r="r" b="b"/>
                <a:pathLst>
                  <a:path w="7791" h="3953">
                    <a:moveTo>
                      <a:pt x="4853" y="648"/>
                    </a:moveTo>
                    <a:cubicBezTo>
                      <a:pt x="2756" y="1465"/>
                      <a:pt x="584" y="2722"/>
                      <a:pt x="1" y="3459"/>
                    </a:cubicBezTo>
                    <a:cubicBezTo>
                      <a:pt x="-153" y="6014"/>
                      <a:pt x="13660" y="-2319"/>
                      <a:pt x="4853" y="6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5" name="Freeform: Shape 2714">
                <a:extLst>
                  <a:ext uri="{FF2B5EF4-FFF2-40B4-BE49-F238E27FC236}">
                    <a16:creationId xmlns:a16="http://schemas.microsoft.com/office/drawing/2014/main" id="{276710A4-22C0-8AC2-9C91-CE038B939B33}"/>
                  </a:ext>
                </a:extLst>
              </p:cNvPr>
              <p:cNvSpPr/>
              <p:nvPr/>
            </p:nvSpPr>
            <p:spPr>
              <a:xfrm>
                <a:off x="2147379" y="6129537"/>
                <a:ext cx="8183" cy="2570"/>
              </a:xfrm>
              <a:custGeom>
                <a:avLst/>
                <a:gdLst>
                  <a:gd name="connsiteX0" fmla="*/ 5129 w 8183"/>
                  <a:gd name="connsiteY0" fmla="*/ 0 h 2570"/>
                  <a:gd name="connsiteX1" fmla="*/ 14 w 8183"/>
                  <a:gd name="connsiteY1" fmla="*/ 1457 h 2570"/>
                  <a:gd name="connsiteX2" fmla="*/ 5129 w 8183"/>
                  <a:gd name="connsiteY2" fmla="*/ 0 h 2570"/>
                </a:gdLst>
                <a:ahLst/>
                <a:cxnLst>
                  <a:cxn ang="0">
                    <a:pos x="connsiteX0" y="connsiteY0"/>
                  </a:cxn>
                  <a:cxn ang="0">
                    <a:pos x="connsiteX1" y="connsiteY1"/>
                  </a:cxn>
                  <a:cxn ang="0">
                    <a:pos x="connsiteX2" y="connsiteY2"/>
                  </a:cxn>
                </a:cxnLst>
                <a:rect l="l" t="t" r="r" b="b"/>
                <a:pathLst>
                  <a:path w="8183" h="2570">
                    <a:moveTo>
                      <a:pt x="5129" y="0"/>
                    </a:moveTo>
                    <a:cubicBezTo>
                      <a:pt x="2935" y="120"/>
                      <a:pt x="643" y="772"/>
                      <a:pt x="14" y="1457"/>
                    </a:cubicBezTo>
                    <a:cubicBezTo>
                      <a:pt x="-523" y="4583"/>
                      <a:pt x="14427" y="149"/>
                      <a:pt x="512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6" name="Freeform: Shape 2715">
                <a:extLst>
                  <a:ext uri="{FF2B5EF4-FFF2-40B4-BE49-F238E27FC236}">
                    <a16:creationId xmlns:a16="http://schemas.microsoft.com/office/drawing/2014/main" id="{CC2690A7-62E4-F9DA-A1F0-B70AE4D9915C}"/>
                  </a:ext>
                </a:extLst>
              </p:cNvPr>
              <p:cNvSpPr/>
              <p:nvPr/>
            </p:nvSpPr>
            <p:spPr>
              <a:xfrm>
                <a:off x="1668418" y="6602164"/>
                <a:ext cx="9533" cy="3985"/>
              </a:xfrm>
              <a:custGeom>
                <a:avLst/>
                <a:gdLst>
                  <a:gd name="connsiteX0" fmla="*/ 6270 w 9533"/>
                  <a:gd name="connsiteY0" fmla="*/ 15 h 3985"/>
                  <a:gd name="connsiteX1" fmla="*/ 3264 w 9533"/>
                  <a:gd name="connsiteY1" fmla="*/ 3970 h 3985"/>
                  <a:gd name="connsiteX2" fmla="*/ 6270 w 9533"/>
                  <a:gd name="connsiteY2" fmla="*/ 15 h 3985"/>
                </a:gdLst>
                <a:ahLst/>
                <a:cxnLst>
                  <a:cxn ang="0">
                    <a:pos x="connsiteX0" y="connsiteY0"/>
                  </a:cxn>
                  <a:cxn ang="0">
                    <a:pos x="connsiteX1" y="connsiteY1"/>
                  </a:cxn>
                  <a:cxn ang="0">
                    <a:pos x="connsiteX2" y="connsiteY2"/>
                  </a:cxn>
                </a:cxnLst>
                <a:rect l="l" t="t" r="r" b="b"/>
                <a:pathLst>
                  <a:path w="9533" h="3985">
                    <a:moveTo>
                      <a:pt x="6270" y="15"/>
                    </a:moveTo>
                    <a:cubicBezTo>
                      <a:pt x="2304" y="-276"/>
                      <a:pt x="-3851" y="3661"/>
                      <a:pt x="3264" y="3970"/>
                    </a:cubicBezTo>
                    <a:cubicBezTo>
                      <a:pt x="7248" y="4267"/>
                      <a:pt x="13374" y="347"/>
                      <a:pt x="6270" y="1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7" name="Freeform: Shape 2716">
                <a:extLst>
                  <a:ext uri="{FF2B5EF4-FFF2-40B4-BE49-F238E27FC236}">
                    <a16:creationId xmlns:a16="http://schemas.microsoft.com/office/drawing/2014/main" id="{20F8B6C5-4D4A-CB13-405B-AAF819EBCB9F}"/>
                  </a:ext>
                </a:extLst>
              </p:cNvPr>
              <p:cNvSpPr/>
              <p:nvPr/>
            </p:nvSpPr>
            <p:spPr>
              <a:xfrm>
                <a:off x="2343755" y="5888645"/>
                <a:ext cx="7666" cy="5086"/>
              </a:xfrm>
              <a:custGeom>
                <a:avLst/>
                <a:gdLst>
                  <a:gd name="connsiteX0" fmla="*/ 4726 w 7666"/>
                  <a:gd name="connsiteY0" fmla="*/ 1376 h 5086"/>
                  <a:gd name="connsiteX1" fmla="*/ 0 w 7666"/>
                  <a:gd name="connsiteY1" fmla="*/ 4857 h 5086"/>
                  <a:gd name="connsiteX2" fmla="*/ 4726 w 7666"/>
                  <a:gd name="connsiteY2" fmla="*/ 1376 h 5086"/>
                </a:gdLst>
                <a:ahLst/>
                <a:cxnLst>
                  <a:cxn ang="0">
                    <a:pos x="connsiteX0" y="connsiteY0"/>
                  </a:cxn>
                  <a:cxn ang="0">
                    <a:pos x="connsiteX1" y="connsiteY1"/>
                  </a:cxn>
                  <a:cxn ang="0">
                    <a:pos x="connsiteX2" y="connsiteY2"/>
                  </a:cxn>
                </a:cxnLst>
                <a:rect l="l" t="t" r="r" b="b"/>
                <a:pathLst>
                  <a:path w="7666" h="5086">
                    <a:moveTo>
                      <a:pt x="4726" y="1376"/>
                    </a:moveTo>
                    <a:cubicBezTo>
                      <a:pt x="2675" y="2599"/>
                      <a:pt x="560" y="4154"/>
                      <a:pt x="0" y="4857"/>
                    </a:cubicBezTo>
                    <a:cubicBezTo>
                      <a:pt x="-29" y="6731"/>
                      <a:pt x="13453" y="-3619"/>
                      <a:pt x="4726" y="137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8" name="Freeform: Shape 2717">
                <a:extLst>
                  <a:ext uri="{FF2B5EF4-FFF2-40B4-BE49-F238E27FC236}">
                    <a16:creationId xmlns:a16="http://schemas.microsoft.com/office/drawing/2014/main" id="{E05C5167-12EA-D941-46FB-688182F373D5}"/>
                  </a:ext>
                </a:extLst>
              </p:cNvPr>
              <p:cNvSpPr/>
              <p:nvPr/>
            </p:nvSpPr>
            <p:spPr>
              <a:xfrm>
                <a:off x="2403822" y="5814362"/>
                <a:ext cx="7391" cy="5985"/>
              </a:xfrm>
              <a:custGeom>
                <a:avLst/>
                <a:gdLst>
                  <a:gd name="connsiteX0" fmla="*/ 4667 w 7391"/>
                  <a:gd name="connsiteY0" fmla="*/ 1845 h 5985"/>
                  <a:gd name="connsiteX1" fmla="*/ 2729 w 7391"/>
                  <a:gd name="connsiteY1" fmla="*/ 4142 h 5985"/>
                  <a:gd name="connsiteX2" fmla="*/ 4667 w 7391"/>
                  <a:gd name="connsiteY2" fmla="*/ 1845 h 5985"/>
                </a:gdLst>
                <a:ahLst/>
                <a:cxnLst>
                  <a:cxn ang="0">
                    <a:pos x="connsiteX0" y="connsiteY0"/>
                  </a:cxn>
                  <a:cxn ang="0">
                    <a:pos x="connsiteX1" y="connsiteY1"/>
                  </a:cxn>
                  <a:cxn ang="0">
                    <a:pos x="connsiteX2" y="connsiteY2"/>
                  </a:cxn>
                </a:cxnLst>
                <a:rect l="l" t="t" r="r" b="b"/>
                <a:pathLst>
                  <a:path w="7391" h="5985">
                    <a:moveTo>
                      <a:pt x="4667" y="1845"/>
                    </a:moveTo>
                    <a:cubicBezTo>
                      <a:pt x="1832" y="3954"/>
                      <a:pt x="-3123" y="8543"/>
                      <a:pt x="2729" y="4142"/>
                    </a:cubicBezTo>
                    <a:cubicBezTo>
                      <a:pt x="5564" y="2051"/>
                      <a:pt x="10508" y="-2567"/>
                      <a:pt x="4667" y="18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9" name="Freeform: Shape 2718">
                <a:extLst>
                  <a:ext uri="{FF2B5EF4-FFF2-40B4-BE49-F238E27FC236}">
                    <a16:creationId xmlns:a16="http://schemas.microsoft.com/office/drawing/2014/main" id="{464453C9-622A-22DF-F7E4-2471BB10D27B}"/>
                  </a:ext>
                </a:extLst>
              </p:cNvPr>
              <p:cNvSpPr/>
              <p:nvPr/>
            </p:nvSpPr>
            <p:spPr>
              <a:xfrm>
                <a:off x="2076324" y="6198199"/>
                <a:ext cx="8347" cy="1957"/>
              </a:xfrm>
              <a:custGeom>
                <a:avLst/>
                <a:gdLst>
                  <a:gd name="connsiteX0" fmla="*/ 5375 w 8347"/>
                  <a:gd name="connsiteY0" fmla="*/ 16 h 1957"/>
                  <a:gd name="connsiteX1" fmla="*/ 2975 w 8347"/>
                  <a:gd name="connsiteY1" fmla="*/ 1942 h 1957"/>
                  <a:gd name="connsiteX2" fmla="*/ 5375 w 8347"/>
                  <a:gd name="connsiteY2" fmla="*/ 16 h 1957"/>
                </a:gdLst>
                <a:ahLst/>
                <a:cxnLst>
                  <a:cxn ang="0">
                    <a:pos x="connsiteX0" y="connsiteY0"/>
                  </a:cxn>
                  <a:cxn ang="0">
                    <a:pos x="connsiteX1" y="connsiteY1"/>
                  </a:cxn>
                  <a:cxn ang="0">
                    <a:pos x="connsiteX2" y="connsiteY2"/>
                  </a:cxn>
                </a:cxnLst>
                <a:rect l="l" t="t" r="r" b="b"/>
                <a:pathLst>
                  <a:path w="8347" h="1957">
                    <a:moveTo>
                      <a:pt x="5375" y="16"/>
                    </a:moveTo>
                    <a:cubicBezTo>
                      <a:pt x="1924" y="-190"/>
                      <a:pt x="-3391" y="1696"/>
                      <a:pt x="2975" y="1942"/>
                    </a:cubicBezTo>
                    <a:cubicBezTo>
                      <a:pt x="6427" y="2148"/>
                      <a:pt x="11736" y="256"/>
                      <a:pt x="5375" y="1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0" name="Freeform: Shape 2719">
                <a:extLst>
                  <a:ext uri="{FF2B5EF4-FFF2-40B4-BE49-F238E27FC236}">
                    <a16:creationId xmlns:a16="http://schemas.microsoft.com/office/drawing/2014/main" id="{6F064DD1-6FE0-305A-B263-1BCD56E024FA}"/>
                  </a:ext>
                </a:extLst>
              </p:cNvPr>
              <p:cNvSpPr/>
              <p:nvPr/>
            </p:nvSpPr>
            <p:spPr>
              <a:xfrm>
                <a:off x="1757295" y="6471437"/>
                <a:ext cx="9252" cy="4084"/>
              </a:xfrm>
              <a:custGeom>
                <a:avLst/>
                <a:gdLst>
                  <a:gd name="connsiteX0" fmla="*/ 6057 w 9252"/>
                  <a:gd name="connsiteY0" fmla="*/ 23 h 4084"/>
                  <a:gd name="connsiteX1" fmla="*/ 3199 w 9252"/>
                  <a:gd name="connsiteY1" fmla="*/ 4064 h 4084"/>
                  <a:gd name="connsiteX2" fmla="*/ 6057 w 9252"/>
                  <a:gd name="connsiteY2" fmla="*/ 23 h 4084"/>
                </a:gdLst>
                <a:ahLst/>
                <a:cxnLst>
                  <a:cxn ang="0">
                    <a:pos x="connsiteX0" y="connsiteY0"/>
                  </a:cxn>
                  <a:cxn ang="0">
                    <a:pos x="connsiteX1" y="connsiteY1"/>
                  </a:cxn>
                  <a:cxn ang="0">
                    <a:pos x="connsiteX2" y="connsiteY2"/>
                  </a:cxn>
                </a:cxnLst>
                <a:rect l="l" t="t" r="r" b="b"/>
                <a:pathLst>
                  <a:path w="9252" h="4084">
                    <a:moveTo>
                      <a:pt x="6057" y="23"/>
                    </a:moveTo>
                    <a:cubicBezTo>
                      <a:pt x="2079" y="-337"/>
                      <a:pt x="-3676" y="3646"/>
                      <a:pt x="3199" y="4064"/>
                    </a:cubicBezTo>
                    <a:cubicBezTo>
                      <a:pt x="7165" y="4406"/>
                      <a:pt x="12932" y="429"/>
                      <a:pt x="6057"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1" name="Freeform: Shape 2720">
                <a:extLst>
                  <a:ext uri="{FF2B5EF4-FFF2-40B4-BE49-F238E27FC236}">
                    <a16:creationId xmlns:a16="http://schemas.microsoft.com/office/drawing/2014/main" id="{DFDF05D7-B4FB-7A04-5B50-3C8EF50416EF}"/>
                  </a:ext>
                </a:extLst>
              </p:cNvPr>
              <p:cNvSpPr/>
              <p:nvPr/>
            </p:nvSpPr>
            <p:spPr>
              <a:xfrm>
                <a:off x="1842439" y="6385952"/>
                <a:ext cx="8983" cy="2272"/>
              </a:xfrm>
              <a:custGeom>
                <a:avLst/>
                <a:gdLst>
                  <a:gd name="connsiteX0" fmla="*/ 5746 w 8983"/>
                  <a:gd name="connsiteY0" fmla="*/ 0 h 2272"/>
                  <a:gd name="connsiteX1" fmla="*/ 31 w 8983"/>
                  <a:gd name="connsiteY1" fmla="*/ 1109 h 2272"/>
                  <a:gd name="connsiteX2" fmla="*/ 5746 w 8983"/>
                  <a:gd name="connsiteY2" fmla="*/ 0 h 2272"/>
                </a:gdLst>
                <a:ahLst/>
                <a:cxnLst>
                  <a:cxn ang="0">
                    <a:pos x="connsiteX0" y="connsiteY0"/>
                  </a:cxn>
                  <a:cxn ang="0">
                    <a:pos x="connsiteX1" y="connsiteY1"/>
                  </a:cxn>
                  <a:cxn ang="0">
                    <a:pos x="connsiteX2" y="connsiteY2"/>
                  </a:cxn>
                </a:cxnLst>
                <a:rect l="l" t="t" r="r" b="b"/>
                <a:pathLst>
                  <a:path w="8983" h="2272">
                    <a:moveTo>
                      <a:pt x="5746" y="0"/>
                    </a:moveTo>
                    <a:cubicBezTo>
                      <a:pt x="3351" y="0"/>
                      <a:pt x="797" y="497"/>
                      <a:pt x="31" y="1109"/>
                    </a:cubicBezTo>
                    <a:cubicBezTo>
                      <a:pt x="-809" y="4041"/>
                      <a:pt x="15787" y="578"/>
                      <a:pt x="574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2" name="Freeform: Shape 2721">
                <a:extLst>
                  <a:ext uri="{FF2B5EF4-FFF2-40B4-BE49-F238E27FC236}">
                    <a16:creationId xmlns:a16="http://schemas.microsoft.com/office/drawing/2014/main" id="{8EA6BF9E-A828-C2C8-1950-5143A27411E1}"/>
                  </a:ext>
                </a:extLst>
              </p:cNvPr>
              <p:cNvSpPr/>
              <p:nvPr/>
            </p:nvSpPr>
            <p:spPr>
              <a:xfrm>
                <a:off x="1923987" y="6320401"/>
                <a:ext cx="8756" cy="2149"/>
              </a:xfrm>
              <a:custGeom>
                <a:avLst/>
                <a:gdLst>
                  <a:gd name="connsiteX0" fmla="*/ 5694 w 8756"/>
                  <a:gd name="connsiteY0" fmla="*/ 18 h 2149"/>
                  <a:gd name="connsiteX1" fmla="*/ 3065 w 8756"/>
                  <a:gd name="connsiteY1" fmla="*/ 2132 h 2149"/>
                  <a:gd name="connsiteX2" fmla="*/ 5694 w 8756"/>
                  <a:gd name="connsiteY2" fmla="*/ 18 h 2149"/>
                </a:gdLst>
                <a:ahLst/>
                <a:cxnLst>
                  <a:cxn ang="0">
                    <a:pos x="connsiteX0" y="connsiteY0"/>
                  </a:cxn>
                  <a:cxn ang="0">
                    <a:pos x="connsiteX1" y="connsiteY1"/>
                  </a:cxn>
                  <a:cxn ang="0">
                    <a:pos x="connsiteX2" y="connsiteY2"/>
                  </a:cxn>
                </a:cxnLst>
                <a:rect l="l" t="t" r="r" b="b"/>
                <a:pathLst>
                  <a:path w="8756" h="2149">
                    <a:moveTo>
                      <a:pt x="5694" y="18"/>
                    </a:moveTo>
                    <a:cubicBezTo>
                      <a:pt x="2151" y="-211"/>
                      <a:pt x="-3593" y="1852"/>
                      <a:pt x="3065" y="2132"/>
                    </a:cubicBezTo>
                    <a:cubicBezTo>
                      <a:pt x="6608" y="2360"/>
                      <a:pt x="12346" y="292"/>
                      <a:pt x="5694"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3" name="Freeform: Shape 2722">
                <a:extLst>
                  <a:ext uri="{FF2B5EF4-FFF2-40B4-BE49-F238E27FC236}">
                    <a16:creationId xmlns:a16="http://schemas.microsoft.com/office/drawing/2014/main" id="{8DA95406-80A2-A5FD-AE41-1A2B43C92AE8}"/>
                  </a:ext>
                </a:extLst>
              </p:cNvPr>
              <p:cNvSpPr/>
              <p:nvPr/>
            </p:nvSpPr>
            <p:spPr>
              <a:xfrm>
                <a:off x="2001899" y="6257897"/>
                <a:ext cx="8542" cy="2050"/>
              </a:xfrm>
              <a:custGeom>
                <a:avLst/>
                <a:gdLst>
                  <a:gd name="connsiteX0" fmla="*/ 5529 w 8542"/>
                  <a:gd name="connsiteY0" fmla="*/ 17 h 2050"/>
                  <a:gd name="connsiteX1" fmla="*/ 3020 w 8542"/>
                  <a:gd name="connsiteY1" fmla="*/ 2034 h 2050"/>
                  <a:gd name="connsiteX2" fmla="*/ 5529 w 8542"/>
                  <a:gd name="connsiteY2" fmla="*/ 17 h 2050"/>
                </a:gdLst>
                <a:ahLst/>
                <a:cxnLst>
                  <a:cxn ang="0">
                    <a:pos x="connsiteX0" y="connsiteY0"/>
                  </a:cxn>
                  <a:cxn ang="0">
                    <a:pos x="connsiteX1" y="connsiteY1"/>
                  </a:cxn>
                  <a:cxn ang="0">
                    <a:pos x="connsiteX2" y="connsiteY2"/>
                  </a:cxn>
                </a:cxnLst>
                <a:rect l="l" t="t" r="r" b="b"/>
                <a:pathLst>
                  <a:path w="8542" h="2050">
                    <a:moveTo>
                      <a:pt x="5529" y="17"/>
                    </a:moveTo>
                    <a:cubicBezTo>
                      <a:pt x="2031" y="-201"/>
                      <a:pt x="-3489" y="1771"/>
                      <a:pt x="3020" y="2034"/>
                    </a:cubicBezTo>
                    <a:cubicBezTo>
                      <a:pt x="6512" y="2251"/>
                      <a:pt x="12027" y="273"/>
                      <a:pt x="5529"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4" name="Freeform: Shape 2723">
                <a:extLst>
                  <a:ext uri="{FF2B5EF4-FFF2-40B4-BE49-F238E27FC236}">
                    <a16:creationId xmlns:a16="http://schemas.microsoft.com/office/drawing/2014/main" id="{DEF2E8C3-D88F-7662-C737-0E08566F200C}"/>
                  </a:ext>
                </a:extLst>
              </p:cNvPr>
              <p:cNvSpPr/>
              <p:nvPr/>
            </p:nvSpPr>
            <p:spPr>
              <a:xfrm>
                <a:off x="86639" y="7526146"/>
                <a:ext cx="13923" cy="5179"/>
              </a:xfrm>
              <a:custGeom>
                <a:avLst/>
                <a:gdLst>
                  <a:gd name="connsiteX0" fmla="*/ 10109 w 13923"/>
                  <a:gd name="connsiteY0" fmla="*/ 0 h 5179"/>
                  <a:gd name="connsiteX1" fmla="*/ 131 w 13923"/>
                  <a:gd name="connsiteY1" fmla="*/ 4303 h 5179"/>
                  <a:gd name="connsiteX2" fmla="*/ 10109 w 13923"/>
                  <a:gd name="connsiteY2" fmla="*/ 0 h 5179"/>
                </a:gdLst>
                <a:ahLst/>
                <a:cxnLst>
                  <a:cxn ang="0">
                    <a:pos x="connsiteX0" y="connsiteY0"/>
                  </a:cxn>
                  <a:cxn ang="0">
                    <a:pos x="connsiteX1" y="connsiteY1"/>
                  </a:cxn>
                  <a:cxn ang="0">
                    <a:pos x="connsiteX2" y="connsiteY2"/>
                  </a:cxn>
                </a:cxnLst>
                <a:rect l="l" t="t" r="r" b="b"/>
                <a:pathLst>
                  <a:path w="13923" h="5179">
                    <a:moveTo>
                      <a:pt x="10109" y="0"/>
                    </a:moveTo>
                    <a:cubicBezTo>
                      <a:pt x="7475" y="149"/>
                      <a:pt x="-1161" y="834"/>
                      <a:pt x="131" y="4303"/>
                    </a:cubicBezTo>
                    <a:cubicBezTo>
                      <a:pt x="3423" y="7430"/>
                      <a:pt x="21722" y="1280"/>
                      <a:pt x="1010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5" name="Freeform: Shape 2724">
                <a:extLst>
                  <a:ext uri="{FF2B5EF4-FFF2-40B4-BE49-F238E27FC236}">
                    <a16:creationId xmlns:a16="http://schemas.microsoft.com/office/drawing/2014/main" id="{BB1985DE-3EBA-D4B1-2C77-FBD3BC625B68}"/>
                  </a:ext>
                </a:extLst>
              </p:cNvPr>
              <p:cNvSpPr/>
              <p:nvPr/>
            </p:nvSpPr>
            <p:spPr>
              <a:xfrm>
                <a:off x="2267160" y="5932693"/>
                <a:ext cx="6640" cy="6322"/>
              </a:xfrm>
              <a:custGeom>
                <a:avLst/>
                <a:gdLst>
                  <a:gd name="connsiteX0" fmla="*/ 4421 w 6640"/>
                  <a:gd name="connsiteY0" fmla="*/ 2282 h 6322"/>
                  <a:gd name="connsiteX1" fmla="*/ 214 w 6640"/>
                  <a:gd name="connsiteY1" fmla="*/ 6003 h 6322"/>
                  <a:gd name="connsiteX2" fmla="*/ 4421 w 6640"/>
                  <a:gd name="connsiteY2" fmla="*/ 2282 h 6322"/>
                </a:gdLst>
                <a:ahLst/>
                <a:cxnLst>
                  <a:cxn ang="0">
                    <a:pos x="connsiteX0" y="connsiteY0"/>
                  </a:cxn>
                  <a:cxn ang="0">
                    <a:pos x="connsiteX1" y="connsiteY1"/>
                  </a:cxn>
                  <a:cxn ang="0">
                    <a:pos x="connsiteX2" y="connsiteY2"/>
                  </a:cxn>
                </a:cxnLst>
                <a:rect l="l" t="t" r="r" b="b"/>
                <a:pathLst>
                  <a:path w="6640" h="6322">
                    <a:moveTo>
                      <a:pt x="4421" y="2282"/>
                    </a:moveTo>
                    <a:cubicBezTo>
                      <a:pt x="3603" y="3066"/>
                      <a:pt x="-1043" y="7540"/>
                      <a:pt x="214" y="6003"/>
                    </a:cubicBezTo>
                    <a:cubicBezTo>
                      <a:pt x="2072" y="3968"/>
                      <a:pt x="10616" y="-3798"/>
                      <a:pt x="4421" y="228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6" name="Freeform: Shape 2725">
                <a:extLst>
                  <a:ext uri="{FF2B5EF4-FFF2-40B4-BE49-F238E27FC236}">
                    <a16:creationId xmlns:a16="http://schemas.microsoft.com/office/drawing/2014/main" id="{8D416D50-297E-88FD-364E-DA57744C3A9B}"/>
                  </a:ext>
                </a:extLst>
              </p:cNvPr>
              <p:cNvSpPr/>
              <p:nvPr/>
            </p:nvSpPr>
            <p:spPr>
              <a:xfrm>
                <a:off x="724291" y="6776730"/>
                <a:ext cx="11552" cy="2894"/>
              </a:xfrm>
              <a:custGeom>
                <a:avLst/>
                <a:gdLst>
                  <a:gd name="connsiteX0" fmla="*/ 8023 w 11552"/>
                  <a:gd name="connsiteY0" fmla="*/ 31 h 2894"/>
                  <a:gd name="connsiteX1" fmla="*/ 3525 w 11552"/>
                  <a:gd name="connsiteY1" fmla="*/ 2865 h 2894"/>
                  <a:gd name="connsiteX2" fmla="*/ 8023 w 11552"/>
                  <a:gd name="connsiteY2" fmla="*/ 31 h 2894"/>
                </a:gdLst>
                <a:ahLst/>
                <a:cxnLst>
                  <a:cxn ang="0">
                    <a:pos x="connsiteX0" y="connsiteY0"/>
                  </a:cxn>
                  <a:cxn ang="0">
                    <a:pos x="connsiteX1" y="connsiteY1"/>
                  </a:cxn>
                  <a:cxn ang="0">
                    <a:pos x="connsiteX2" y="connsiteY2"/>
                  </a:cxn>
                </a:cxnLst>
                <a:rect l="l" t="t" r="r" b="b"/>
                <a:pathLst>
                  <a:path w="11552" h="2894">
                    <a:moveTo>
                      <a:pt x="8023" y="31"/>
                    </a:moveTo>
                    <a:cubicBezTo>
                      <a:pt x="4166" y="-318"/>
                      <a:pt x="-5018" y="2397"/>
                      <a:pt x="3525" y="2865"/>
                    </a:cubicBezTo>
                    <a:cubicBezTo>
                      <a:pt x="7389" y="3202"/>
                      <a:pt x="16573" y="471"/>
                      <a:pt x="8023" y="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7" name="Freeform: Shape 2726">
                <a:extLst>
                  <a:ext uri="{FF2B5EF4-FFF2-40B4-BE49-F238E27FC236}">
                    <a16:creationId xmlns:a16="http://schemas.microsoft.com/office/drawing/2014/main" id="{56727B4A-2CC3-406F-A77C-D0CE73DC8B5F}"/>
                  </a:ext>
                </a:extLst>
              </p:cNvPr>
              <p:cNvSpPr/>
              <p:nvPr/>
            </p:nvSpPr>
            <p:spPr>
              <a:xfrm>
                <a:off x="856831" y="6721299"/>
                <a:ext cx="11221" cy="1035"/>
              </a:xfrm>
              <a:custGeom>
                <a:avLst/>
                <a:gdLst>
                  <a:gd name="connsiteX0" fmla="*/ 7734 w 11221"/>
                  <a:gd name="connsiteY0" fmla="*/ 9 h 1035"/>
                  <a:gd name="connsiteX1" fmla="*/ 3487 w 11221"/>
                  <a:gd name="connsiteY1" fmla="*/ 1026 h 1035"/>
                  <a:gd name="connsiteX2" fmla="*/ 7734 w 11221"/>
                  <a:gd name="connsiteY2" fmla="*/ 9 h 1035"/>
                </a:gdLst>
                <a:ahLst/>
                <a:cxnLst>
                  <a:cxn ang="0">
                    <a:pos x="connsiteX0" y="connsiteY0"/>
                  </a:cxn>
                  <a:cxn ang="0">
                    <a:pos x="connsiteX1" y="connsiteY1"/>
                  </a:cxn>
                  <a:cxn ang="0">
                    <a:pos x="connsiteX2" y="connsiteY2"/>
                  </a:cxn>
                </a:cxnLst>
                <a:rect l="l" t="t" r="r" b="b"/>
                <a:pathLst>
                  <a:path w="11221" h="1035">
                    <a:moveTo>
                      <a:pt x="7734" y="9"/>
                    </a:moveTo>
                    <a:cubicBezTo>
                      <a:pt x="4179" y="-105"/>
                      <a:pt x="-4977" y="901"/>
                      <a:pt x="3487" y="1026"/>
                    </a:cubicBezTo>
                    <a:cubicBezTo>
                      <a:pt x="7048" y="1141"/>
                      <a:pt x="16197" y="123"/>
                      <a:pt x="7734"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8" name="Freeform: Shape 2727">
                <a:extLst>
                  <a:ext uri="{FF2B5EF4-FFF2-40B4-BE49-F238E27FC236}">
                    <a16:creationId xmlns:a16="http://schemas.microsoft.com/office/drawing/2014/main" id="{F5E80905-4BFA-A2DB-688A-704280963235}"/>
                  </a:ext>
                </a:extLst>
              </p:cNvPr>
              <p:cNvSpPr/>
              <p:nvPr/>
            </p:nvSpPr>
            <p:spPr>
              <a:xfrm>
                <a:off x="1100134" y="6714668"/>
                <a:ext cx="10509" cy="314"/>
              </a:xfrm>
              <a:custGeom>
                <a:avLst/>
                <a:gdLst>
                  <a:gd name="connsiteX0" fmla="*/ 7147 w 10509"/>
                  <a:gd name="connsiteY0" fmla="*/ 290 h 314"/>
                  <a:gd name="connsiteX1" fmla="*/ 3358 w 10509"/>
                  <a:gd name="connsiteY1" fmla="*/ 22 h 314"/>
                  <a:gd name="connsiteX2" fmla="*/ 7147 w 10509"/>
                  <a:gd name="connsiteY2" fmla="*/ 290 h 314"/>
                </a:gdLst>
                <a:ahLst/>
                <a:cxnLst>
                  <a:cxn ang="0">
                    <a:pos x="connsiteX0" y="connsiteY0"/>
                  </a:cxn>
                  <a:cxn ang="0">
                    <a:pos x="connsiteX1" y="connsiteY1"/>
                  </a:cxn>
                  <a:cxn ang="0">
                    <a:pos x="connsiteX2" y="connsiteY2"/>
                  </a:cxn>
                </a:cxnLst>
                <a:rect l="l" t="t" r="r" b="b"/>
                <a:pathLst>
                  <a:path w="10509" h="314">
                    <a:moveTo>
                      <a:pt x="7147" y="290"/>
                    </a:moveTo>
                    <a:cubicBezTo>
                      <a:pt x="3724" y="382"/>
                      <a:pt x="-4643" y="199"/>
                      <a:pt x="3358" y="22"/>
                    </a:cubicBezTo>
                    <a:cubicBezTo>
                      <a:pt x="6792" y="-64"/>
                      <a:pt x="15154" y="119"/>
                      <a:pt x="7147" y="29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9" name="Freeform: Shape 2728">
                <a:extLst>
                  <a:ext uri="{FF2B5EF4-FFF2-40B4-BE49-F238E27FC236}">
                    <a16:creationId xmlns:a16="http://schemas.microsoft.com/office/drawing/2014/main" id="{47261755-680E-C040-9EE6-B1FB09FD2559}"/>
                  </a:ext>
                </a:extLst>
              </p:cNvPr>
              <p:cNvSpPr/>
              <p:nvPr/>
            </p:nvSpPr>
            <p:spPr>
              <a:xfrm>
                <a:off x="981970" y="6708533"/>
                <a:ext cx="10801" cy="88"/>
              </a:xfrm>
              <a:custGeom>
                <a:avLst/>
                <a:gdLst>
                  <a:gd name="connsiteX0" fmla="*/ 7399 w 10801"/>
                  <a:gd name="connsiteY0" fmla="*/ 53 h 88"/>
                  <a:gd name="connsiteX1" fmla="*/ 3393 w 10801"/>
                  <a:gd name="connsiteY1" fmla="*/ 42 h 88"/>
                  <a:gd name="connsiteX2" fmla="*/ 7399 w 10801"/>
                  <a:gd name="connsiteY2" fmla="*/ 53 h 88"/>
                </a:gdLst>
                <a:ahLst/>
                <a:cxnLst>
                  <a:cxn ang="0">
                    <a:pos x="connsiteX0" y="connsiteY0"/>
                  </a:cxn>
                  <a:cxn ang="0">
                    <a:pos x="connsiteX1" y="connsiteY1"/>
                  </a:cxn>
                  <a:cxn ang="0">
                    <a:pos x="connsiteX2" y="connsiteY2"/>
                  </a:cxn>
                </a:cxnLst>
                <a:rect l="l" t="t" r="r" b="b"/>
                <a:pathLst>
                  <a:path w="10801" h="88">
                    <a:moveTo>
                      <a:pt x="7399" y="53"/>
                    </a:moveTo>
                    <a:cubicBezTo>
                      <a:pt x="3964" y="88"/>
                      <a:pt x="-4791" y="116"/>
                      <a:pt x="3393" y="42"/>
                    </a:cubicBezTo>
                    <a:cubicBezTo>
                      <a:pt x="6839" y="2"/>
                      <a:pt x="15600" y="-33"/>
                      <a:pt x="7399" y="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0" name="Freeform: Shape 2729">
                <a:extLst>
                  <a:ext uri="{FF2B5EF4-FFF2-40B4-BE49-F238E27FC236}">
                    <a16:creationId xmlns:a16="http://schemas.microsoft.com/office/drawing/2014/main" id="{7F6FFF2F-3E6B-6CCD-7C99-ABB047857A2D}"/>
                  </a:ext>
                </a:extLst>
              </p:cNvPr>
              <p:cNvSpPr/>
              <p:nvPr/>
            </p:nvSpPr>
            <p:spPr>
              <a:xfrm>
                <a:off x="583725" y="6880097"/>
                <a:ext cx="11974" cy="3684"/>
              </a:xfrm>
              <a:custGeom>
                <a:avLst/>
                <a:gdLst>
                  <a:gd name="connsiteX0" fmla="*/ 8372 w 11974"/>
                  <a:gd name="connsiteY0" fmla="*/ 37 h 3684"/>
                  <a:gd name="connsiteX1" fmla="*/ 3600 w 11974"/>
                  <a:gd name="connsiteY1" fmla="*/ 3648 h 3684"/>
                  <a:gd name="connsiteX2" fmla="*/ 8372 w 11974"/>
                  <a:gd name="connsiteY2" fmla="*/ 37 h 3684"/>
                </a:gdLst>
                <a:ahLst/>
                <a:cxnLst>
                  <a:cxn ang="0">
                    <a:pos x="connsiteX0" y="connsiteY0"/>
                  </a:cxn>
                  <a:cxn ang="0">
                    <a:pos x="connsiteX1" y="connsiteY1"/>
                  </a:cxn>
                  <a:cxn ang="0">
                    <a:pos x="connsiteX2" y="connsiteY2"/>
                  </a:cxn>
                </a:cxnLst>
                <a:rect l="l" t="t" r="r" b="b"/>
                <a:pathLst>
                  <a:path w="11974" h="3684">
                    <a:moveTo>
                      <a:pt x="8372" y="37"/>
                    </a:moveTo>
                    <a:cubicBezTo>
                      <a:pt x="4343" y="-392"/>
                      <a:pt x="-5173" y="3071"/>
                      <a:pt x="3600" y="3648"/>
                    </a:cubicBezTo>
                    <a:cubicBezTo>
                      <a:pt x="7646" y="4071"/>
                      <a:pt x="17144" y="614"/>
                      <a:pt x="8372" y="3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1" name="Freeform: Shape 2730">
                <a:extLst>
                  <a:ext uri="{FF2B5EF4-FFF2-40B4-BE49-F238E27FC236}">
                    <a16:creationId xmlns:a16="http://schemas.microsoft.com/office/drawing/2014/main" id="{51804EC7-80D0-26F7-50A3-D935F5509BAE}"/>
                  </a:ext>
                </a:extLst>
              </p:cNvPr>
              <p:cNvSpPr/>
              <p:nvPr/>
            </p:nvSpPr>
            <p:spPr>
              <a:xfrm>
                <a:off x="1211919" y="6716769"/>
                <a:ext cx="10263" cy="321"/>
              </a:xfrm>
              <a:custGeom>
                <a:avLst/>
                <a:gdLst>
                  <a:gd name="connsiteX0" fmla="*/ 6925 w 10263"/>
                  <a:gd name="connsiteY0" fmla="*/ 30 h 321"/>
                  <a:gd name="connsiteX1" fmla="*/ 3336 w 10263"/>
                  <a:gd name="connsiteY1" fmla="*/ 287 h 321"/>
                  <a:gd name="connsiteX2" fmla="*/ 6925 w 10263"/>
                  <a:gd name="connsiteY2" fmla="*/ 30 h 321"/>
                </a:gdLst>
                <a:ahLst/>
                <a:cxnLst>
                  <a:cxn ang="0">
                    <a:pos x="connsiteX0" y="connsiteY0"/>
                  </a:cxn>
                  <a:cxn ang="0">
                    <a:pos x="connsiteX1" y="connsiteY1"/>
                  </a:cxn>
                  <a:cxn ang="0">
                    <a:pos x="connsiteX2" y="connsiteY2"/>
                  </a:cxn>
                </a:cxnLst>
                <a:rect l="l" t="t" r="r" b="b"/>
                <a:pathLst>
                  <a:path w="10263" h="321">
                    <a:moveTo>
                      <a:pt x="6925" y="30"/>
                    </a:moveTo>
                    <a:cubicBezTo>
                      <a:pt x="3496" y="81"/>
                      <a:pt x="-4511" y="430"/>
                      <a:pt x="3336" y="287"/>
                    </a:cubicBezTo>
                    <a:cubicBezTo>
                      <a:pt x="6782" y="241"/>
                      <a:pt x="14771" y="-101"/>
                      <a:pt x="6925"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2" name="Freeform: Shape 2731">
                <a:extLst>
                  <a:ext uri="{FF2B5EF4-FFF2-40B4-BE49-F238E27FC236}">
                    <a16:creationId xmlns:a16="http://schemas.microsoft.com/office/drawing/2014/main" id="{3B3ABB01-369A-C4A4-537D-421BCA34C464}"/>
                  </a:ext>
                </a:extLst>
              </p:cNvPr>
              <p:cNvSpPr/>
              <p:nvPr/>
            </p:nvSpPr>
            <p:spPr>
              <a:xfrm>
                <a:off x="434389" y="6992755"/>
                <a:ext cx="12411" cy="3918"/>
              </a:xfrm>
              <a:custGeom>
                <a:avLst/>
                <a:gdLst>
                  <a:gd name="connsiteX0" fmla="*/ 8746 w 12411"/>
                  <a:gd name="connsiteY0" fmla="*/ 39 h 3918"/>
                  <a:gd name="connsiteX1" fmla="*/ 3666 w 12411"/>
                  <a:gd name="connsiteY1" fmla="*/ 3880 h 3918"/>
                  <a:gd name="connsiteX2" fmla="*/ 8746 w 12411"/>
                  <a:gd name="connsiteY2" fmla="*/ 39 h 3918"/>
                </a:gdLst>
                <a:ahLst/>
                <a:cxnLst>
                  <a:cxn ang="0">
                    <a:pos x="connsiteX0" y="connsiteY0"/>
                  </a:cxn>
                  <a:cxn ang="0">
                    <a:pos x="connsiteX1" y="connsiteY1"/>
                  </a:cxn>
                  <a:cxn ang="0">
                    <a:pos x="connsiteX2" y="connsiteY2"/>
                  </a:cxn>
                </a:cxnLst>
                <a:rect l="l" t="t" r="r" b="b"/>
                <a:pathLst>
                  <a:path w="12411" h="3918">
                    <a:moveTo>
                      <a:pt x="8746" y="39"/>
                    </a:moveTo>
                    <a:cubicBezTo>
                      <a:pt x="4649" y="-418"/>
                      <a:pt x="-5376" y="3257"/>
                      <a:pt x="3666" y="3880"/>
                    </a:cubicBezTo>
                    <a:cubicBezTo>
                      <a:pt x="7775" y="4337"/>
                      <a:pt x="17782" y="662"/>
                      <a:pt x="8746" y="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3" name="Freeform: Shape 2732">
                <a:extLst>
                  <a:ext uri="{FF2B5EF4-FFF2-40B4-BE49-F238E27FC236}">
                    <a16:creationId xmlns:a16="http://schemas.microsoft.com/office/drawing/2014/main" id="{A8280C4E-09F9-C805-C436-8DEBAFF9051E}"/>
                  </a:ext>
                </a:extLst>
              </p:cNvPr>
              <p:cNvSpPr/>
              <p:nvPr/>
            </p:nvSpPr>
            <p:spPr>
              <a:xfrm>
                <a:off x="-77279" y="7378690"/>
                <a:ext cx="13970" cy="4802"/>
              </a:xfrm>
              <a:custGeom>
                <a:avLst/>
                <a:gdLst>
                  <a:gd name="connsiteX0" fmla="*/ 10094 w 13970"/>
                  <a:gd name="connsiteY0" fmla="*/ 49 h 4802"/>
                  <a:gd name="connsiteX1" fmla="*/ 3877 w 13970"/>
                  <a:gd name="connsiteY1" fmla="*/ 4753 h 4802"/>
                  <a:gd name="connsiteX2" fmla="*/ 10094 w 13970"/>
                  <a:gd name="connsiteY2" fmla="*/ 49 h 4802"/>
                </a:gdLst>
                <a:ahLst/>
                <a:cxnLst>
                  <a:cxn ang="0">
                    <a:pos x="connsiteX0" y="connsiteY0"/>
                  </a:cxn>
                  <a:cxn ang="0">
                    <a:pos x="connsiteX1" y="connsiteY1"/>
                  </a:cxn>
                  <a:cxn ang="0">
                    <a:pos x="connsiteX2" y="connsiteY2"/>
                  </a:cxn>
                </a:cxnLst>
                <a:rect l="l" t="t" r="r" b="b"/>
                <a:pathLst>
                  <a:path w="13970" h="4802">
                    <a:moveTo>
                      <a:pt x="10094" y="49"/>
                    </a:moveTo>
                    <a:cubicBezTo>
                      <a:pt x="5780" y="-516"/>
                      <a:pt x="-6079" y="3941"/>
                      <a:pt x="3877" y="4753"/>
                    </a:cubicBezTo>
                    <a:cubicBezTo>
                      <a:pt x="8203" y="5319"/>
                      <a:pt x="20044" y="855"/>
                      <a:pt x="10094" y="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4" name="Freeform: Shape 2733">
                <a:extLst>
                  <a:ext uri="{FF2B5EF4-FFF2-40B4-BE49-F238E27FC236}">
                    <a16:creationId xmlns:a16="http://schemas.microsoft.com/office/drawing/2014/main" id="{01CB4E29-7764-F96C-FC51-1B11630125A9}"/>
                  </a:ext>
                </a:extLst>
              </p:cNvPr>
              <p:cNvSpPr/>
              <p:nvPr/>
            </p:nvSpPr>
            <p:spPr>
              <a:xfrm>
                <a:off x="104988" y="7241219"/>
                <a:ext cx="13406" cy="4480"/>
              </a:xfrm>
              <a:custGeom>
                <a:avLst/>
                <a:gdLst>
                  <a:gd name="connsiteX0" fmla="*/ 9603 w 13406"/>
                  <a:gd name="connsiteY0" fmla="*/ 46 h 4480"/>
                  <a:gd name="connsiteX1" fmla="*/ 3802 w 13406"/>
                  <a:gd name="connsiteY1" fmla="*/ 4435 h 4480"/>
                  <a:gd name="connsiteX2" fmla="*/ 9603 w 13406"/>
                  <a:gd name="connsiteY2" fmla="*/ 46 h 4480"/>
                </a:gdLst>
                <a:ahLst/>
                <a:cxnLst>
                  <a:cxn ang="0">
                    <a:pos x="connsiteX0" y="connsiteY0"/>
                  </a:cxn>
                  <a:cxn ang="0">
                    <a:pos x="connsiteX1" y="connsiteY1"/>
                  </a:cxn>
                  <a:cxn ang="0">
                    <a:pos x="connsiteX2" y="connsiteY2"/>
                  </a:cxn>
                </a:cxnLst>
                <a:rect l="l" t="t" r="r" b="b"/>
                <a:pathLst>
                  <a:path w="13406" h="4480">
                    <a:moveTo>
                      <a:pt x="9603" y="46"/>
                    </a:moveTo>
                    <a:cubicBezTo>
                      <a:pt x="5368" y="-480"/>
                      <a:pt x="-5828" y="3692"/>
                      <a:pt x="3802" y="4435"/>
                    </a:cubicBezTo>
                    <a:cubicBezTo>
                      <a:pt x="8048" y="4961"/>
                      <a:pt x="19233" y="789"/>
                      <a:pt x="9603"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5" name="Freeform: Shape 2734">
                <a:extLst>
                  <a:ext uri="{FF2B5EF4-FFF2-40B4-BE49-F238E27FC236}">
                    <a16:creationId xmlns:a16="http://schemas.microsoft.com/office/drawing/2014/main" id="{61ECEB67-9596-C774-FE5D-E2F85F63309E}"/>
                  </a:ext>
                </a:extLst>
              </p:cNvPr>
              <p:cNvSpPr/>
              <p:nvPr/>
            </p:nvSpPr>
            <p:spPr>
              <a:xfrm>
                <a:off x="275441" y="7112894"/>
                <a:ext cx="12776" cy="4185"/>
              </a:xfrm>
              <a:custGeom>
                <a:avLst/>
                <a:gdLst>
                  <a:gd name="connsiteX0" fmla="*/ 8891 w 12776"/>
                  <a:gd name="connsiteY0" fmla="*/ 0 h 4185"/>
                  <a:gd name="connsiteX1" fmla="*/ 256 w 12776"/>
                  <a:gd name="connsiteY1" fmla="*/ 2052 h 4185"/>
                  <a:gd name="connsiteX2" fmla="*/ 8891 w 12776"/>
                  <a:gd name="connsiteY2" fmla="*/ 0 h 4185"/>
                </a:gdLst>
                <a:ahLst/>
                <a:cxnLst>
                  <a:cxn ang="0">
                    <a:pos x="connsiteX0" y="connsiteY0"/>
                  </a:cxn>
                  <a:cxn ang="0">
                    <a:pos x="connsiteX1" y="connsiteY1"/>
                  </a:cxn>
                  <a:cxn ang="0">
                    <a:pos x="connsiteX2" y="connsiteY2"/>
                  </a:cxn>
                </a:cxnLst>
                <a:rect l="l" t="t" r="r" b="b"/>
                <a:pathLst>
                  <a:path w="12776" h="4185">
                    <a:moveTo>
                      <a:pt x="8891" y="0"/>
                    </a:moveTo>
                    <a:cubicBezTo>
                      <a:pt x="5622" y="0"/>
                      <a:pt x="1753" y="915"/>
                      <a:pt x="256" y="2052"/>
                    </a:cubicBezTo>
                    <a:cubicBezTo>
                      <a:pt x="-2756" y="7430"/>
                      <a:pt x="22070" y="1074"/>
                      <a:pt x="889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6" name="Freeform: Shape 2735">
                <a:extLst>
                  <a:ext uri="{FF2B5EF4-FFF2-40B4-BE49-F238E27FC236}">
                    <a16:creationId xmlns:a16="http://schemas.microsoft.com/office/drawing/2014/main" id="{239212BB-29AC-2F15-2223-B4567E389BB6}"/>
                  </a:ext>
                </a:extLst>
              </p:cNvPr>
              <p:cNvSpPr/>
              <p:nvPr/>
            </p:nvSpPr>
            <p:spPr>
              <a:xfrm>
                <a:off x="2140878" y="6015135"/>
                <a:ext cx="7597" cy="4822"/>
              </a:xfrm>
              <a:custGeom>
                <a:avLst/>
                <a:gdLst>
                  <a:gd name="connsiteX0" fmla="*/ 4887 w 7597"/>
                  <a:gd name="connsiteY0" fmla="*/ 1787 h 4822"/>
                  <a:gd name="connsiteX1" fmla="*/ 2710 w 7597"/>
                  <a:gd name="connsiteY1" fmla="*/ 3039 h 4822"/>
                  <a:gd name="connsiteX2" fmla="*/ 4887 w 7597"/>
                  <a:gd name="connsiteY2" fmla="*/ 1787 h 4822"/>
                </a:gdLst>
                <a:ahLst/>
                <a:cxnLst>
                  <a:cxn ang="0">
                    <a:pos x="connsiteX0" y="connsiteY0"/>
                  </a:cxn>
                  <a:cxn ang="0">
                    <a:pos x="connsiteX1" y="connsiteY1"/>
                  </a:cxn>
                  <a:cxn ang="0">
                    <a:pos x="connsiteX2" y="connsiteY2"/>
                  </a:cxn>
                </a:cxnLst>
                <a:rect l="l" t="t" r="r" b="b"/>
                <a:pathLst>
                  <a:path w="7597" h="4822">
                    <a:moveTo>
                      <a:pt x="4887" y="1787"/>
                    </a:moveTo>
                    <a:cubicBezTo>
                      <a:pt x="1915" y="3725"/>
                      <a:pt x="-3171" y="6811"/>
                      <a:pt x="2710" y="3039"/>
                    </a:cubicBezTo>
                    <a:cubicBezTo>
                      <a:pt x="5699" y="1130"/>
                      <a:pt x="10762" y="-2007"/>
                      <a:pt x="4887" y="17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7" name="Freeform: Shape 2736">
                <a:extLst>
                  <a:ext uri="{FF2B5EF4-FFF2-40B4-BE49-F238E27FC236}">
                    <a16:creationId xmlns:a16="http://schemas.microsoft.com/office/drawing/2014/main" id="{7C666FBF-AF80-B801-C43D-EB24318F1D6B}"/>
                  </a:ext>
                </a:extLst>
              </p:cNvPr>
              <p:cNvSpPr/>
              <p:nvPr/>
            </p:nvSpPr>
            <p:spPr>
              <a:xfrm>
                <a:off x="2073588" y="6054048"/>
                <a:ext cx="7679" cy="3291"/>
              </a:xfrm>
              <a:custGeom>
                <a:avLst/>
                <a:gdLst>
                  <a:gd name="connsiteX0" fmla="*/ 4928 w 7679"/>
                  <a:gd name="connsiteY0" fmla="*/ 1028 h 3291"/>
                  <a:gd name="connsiteX1" fmla="*/ 2 w 7679"/>
                  <a:gd name="connsiteY1" fmla="*/ 3262 h 3291"/>
                  <a:gd name="connsiteX2" fmla="*/ 4928 w 7679"/>
                  <a:gd name="connsiteY2" fmla="*/ 1028 h 3291"/>
                </a:gdLst>
                <a:ahLst/>
                <a:cxnLst>
                  <a:cxn ang="0">
                    <a:pos x="connsiteX0" y="connsiteY0"/>
                  </a:cxn>
                  <a:cxn ang="0">
                    <a:pos x="connsiteX1" y="connsiteY1"/>
                  </a:cxn>
                  <a:cxn ang="0">
                    <a:pos x="connsiteX2" y="connsiteY2"/>
                  </a:cxn>
                </a:cxnLst>
                <a:rect l="l" t="t" r="r" b="b"/>
                <a:pathLst>
                  <a:path w="7679" h="3291">
                    <a:moveTo>
                      <a:pt x="4928" y="1028"/>
                    </a:moveTo>
                    <a:cubicBezTo>
                      <a:pt x="2836" y="1914"/>
                      <a:pt x="625" y="2920"/>
                      <a:pt x="2" y="3262"/>
                    </a:cubicBezTo>
                    <a:cubicBezTo>
                      <a:pt x="-170" y="3760"/>
                      <a:pt x="13318" y="-2361"/>
                      <a:pt x="4928" y="10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8" name="Freeform: Shape 2737">
                <a:extLst>
                  <a:ext uri="{FF2B5EF4-FFF2-40B4-BE49-F238E27FC236}">
                    <a16:creationId xmlns:a16="http://schemas.microsoft.com/office/drawing/2014/main" id="{4D578C7E-8D32-B572-0D0C-5FF5DCA5A8B7}"/>
                  </a:ext>
                </a:extLst>
              </p:cNvPr>
              <p:cNvSpPr/>
              <p:nvPr/>
            </p:nvSpPr>
            <p:spPr>
              <a:xfrm>
                <a:off x="2003356" y="6095495"/>
                <a:ext cx="7972" cy="2127"/>
              </a:xfrm>
              <a:custGeom>
                <a:avLst/>
                <a:gdLst>
                  <a:gd name="connsiteX0" fmla="*/ 5066 w 7972"/>
                  <a:gd name="connsiteY0" fmla="*/ 363 h 2127"/>
                  <a:gd name="connsiteX1" fmla="*/ 2 w 7972"/>
                  <a:gd name="connsiteY1" fmla="*/ 1912 h 2127"/>
                  <a:gd name="connsiteX2" fmla="*/ 5066 w 7972"/>
                  <a:gd name="connsiteY2" fmla="*/ 363 h 2127"/>
                </a:gdLst>
                <a:ahLst/>
                <a:cxnLst>
                  <a:cxn ang="0">
                    <a:pos x="connsiteX0" y="connsiteY0"/>
                  </a:cxn>
                  <a:cxn ang="0">
                    <a:pos x="connsiteX1" y="connsiteY1"/>
                  </a:cxn>
                  <a:cxn ang="0">
                    <a:pos x="connsiteX2" y="connsiteY2"/>
                  </a:cxn>
                </a:cxnLst>
                <a:rect l="l" t="t" r="r" b="b"/>
                <a:pathLst>
                  <a:path w="7972" h="2127">
                    <a:moveTo>
                      <a:pt x="5066" y="363"/>
                    </a:moveTo>
                    <a:cubicBezTo>
                      <a:pt x="2929" y="832"/>
                      <a:pt x="660" y="1523"/>
                      <a:pt x="2" y="1912"/>
                    </a:cubicBezTo>
                    <a:cubicBezTo>
                      <a:pt x="-215" y="3124"/>
                      <a:pt x="13890" y="-1254"/>
                      <a:pt x="5066" y="3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9" name="Freeform: Shape 2738">
                <a:extLst>
                  <a:ext uri="{FF2B5EF4-FFF2-40B4-BE49-F238E27FC236}">
                    <a16:creationId xmlns:a16="http://schemas.microsoft.com/office/drawing/2014/main" id="{3CB375BD-96A2-E247-9A87-28453FF9F15B}"/>
                  </a:ext>
                </a:extLst>
              </p:cNvPr>
              <p:cNvSpPr/>
              <p:nvPr/>
            </p:nvSpPr>
            <p:spPr>
              <a:xfrm>
                <a:off x="1930316" y="6142638"/>
                <a:ext cx="8213" cy="1780"/>
              </a:xfrm>
              <a:custGeom>
                <a:avLst/>
                <a:gdLst>
                  <a:gd name="connsiteX0" fmla="*/ 5217 w 8213"/>
                  <a:gd name="connsiteY0" fmla="*/ 10 h 1780"/>
                  <a:gd name="connsiteX1" fmla="*/ 16 w 8213"/>
                  <a:gd name="connsiteY1" fmla="*/ 1096 h 1780"/>
                  <a:gd name="connsiteX2" fmla="*/ 5217 w 8213"/>
                  <a:gd name="connsiteY2" fmla="*/ 10 h 1780"/>
                </a:gdLst>
                <a:ahLst/>
                <a:cxnLst>
                  <a:cxn ang="0">
                    <a:pos x="connsiteX0" y="connsiteY0"/>
                  </a:cxn>
                  <a:cxn ang="0">
                    <a:pos x="connsiteX1" y="connsiteY1"/>
                  </a:cxn>
                  <a:cxn ang="0">
                    <a:pos x="connsiteX2" y="connsiteY2"/>
                  </a:cxn>
                </a:cxnLst>
                <a:rect l="l" t="t" r="r" b="b"/>
                <a:pathLst>
                  <a:path w="8213" h="1780">
                    <a:moveTo>
                      <a:pt x="5217" y="10"/>
                    </a:moveTo>
                    <a:cubicBezTo>
                      <a:pt x="3028" y="147"/>
                      <a:pt x="696" y="633"/>
                      <a:pt x="16" y="1096"/>
                    </a:cubicBezTo>
                    <a:cubicBezTo>
                      <a:pt x="-561" y="3187"/>
                      <a:pt x="14418" y="-202"/>
                      <a:pt x="5217" y="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0" name="Freeform: Shape 2739">
                <a:extLst>
                  <a:ext uri="{FF2B5EF4-FFF2-40B4-BE49-F238E27FC236}">
                    <a16:creationId xmlns:a16="http://schemas.microsoft.com/office/drawing/2014/main" id="{2F854439-B6A1-A91D-1798-CF9633A816A3}"/>
                  </a:ext>
                </a:extLst>
              </p:cNvPr>
              <p:cNvSpPr/>
              <p:nvPr/>
            </p:nvSpPr>
            <p:spPr>
              <a:xfrm>
                <a:off x="2205463" y="5975528"/>
                <a:ext cx="7481" cy="6184"/>
              </a:xfrm>
              <a:custGeom>
                <a:avLst/>
                <a:gdLst>
                  <a:gd name="connsiteX0" fmla="*/ 4676 w 7481"/>
                  <a:gd name="connsiteY0" fmla="*/ 2487 h 6184"/>
                  <a:gd name="connsiteX1" fmla="*/ 7 w 7481"/>
                  <a:gd name="connsiteY1" fmla="*/ 6184 h 6184"/>
                  <a:gd name="connsiteX2" fmla="*/ 4676 w 7481"/>
                  <a:gd name="connsiteY2" fmla="*/ 2487 h 6184"/>
                </a:gdLst>
                <a:ahLst/>
                <a:cxnLst>
                  <a:cxn ang="0">
                    <a:pos x="connsiteX0" y="connsiteY0"/>
                  </a:cxn>
                  <a:cxn ang="0">
                    <a:pos x="connsiteX1" y="connsiteY1"/>
                  </a:cxn>
                  <a:cxn ang="0">
                    <a:pos x="connsiteX2" y="connsiteY2"/>
                  </a:cxn>
                </a:cxnLst>
                <a:rect l="l" t="t" r="r" b="b"/>
                <a:pathLst>
                  <a:path w="7481" h="6184">
                    <a:moveTo>
                      <a:pt x="4676" y="2487"/>
                    </a:moveTo>
                    <a:cubicBezTo>
                      <a:pt x="2676" y="4167"/>
                      <a:pt x="584" y="5824"/>
                      <a:pt x="7" y="6184"/>
                    </a:cubicBezTo>
                    <a:cubicBezTo>
                      <a:pt x="-347" y="5927"/>
                      <a:pt x="13163" y="-4691"/>
                      <a:pt x="4676" y="248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1" name="Freeform: Shape 2740">
                <a:extLst>
                  <a:ext uri="{FF2B5EF4-FFF2-40B4-BE49-F238E27FC236}">
                    <a16:creationId xmlns:a16="http://schemas.microsoft.com/office/drawing/2014/main" id="{BF17C593-4E30-FB84-917A-893E36C37855}"/>
                  </a:ext>
                </a:extLst>
              </p:cNvPr>
              <p:cNvSpPr/>
              <p:nvPr/>
            </p:nvSpPr>
            <p:spPr>
              <a:xfrm>
                <a:off x="1854381" y="6198198"/>
                <a:ext cx="8398" cy="1959"/>
              </a:xfrm>
              <a:custGeom>
                <a:avLst/>
                <a:gdLst>
                  <a:gd name="connsiteX0" fmla="*/ 5473 w 8398"/>
                  <a:gd name="connsiteY0" fmla="*/ 17 h 1959"/>
                  <a:gd name="connsiteX1" fmla="*/ 2924 w 8398"/>
                  <a:gd name="connsiteY1" fmla="*/ 1943 h 1959"/>
                  <a:gd name="connsiteX2" fmla="*/ 5473 w 8398"/>
                  <a:gd name="connsiteY2" fmla="*/ 17 h 1959"/>
                </a:gdLst>
                <a:ahLst/>
                <a:cxnLst>
                  <a:cxn ang="0">
                    <a:pos x="connsiteX0" y="connsiteY0"/>
                  </a:cxn>
                  <a:cxn ang="0">
                    <a:pos x="connsiteX1" y="connsiteY1"/>
                  </a:cxn>
                  <a:cxn ang="0">
                    <a:pos x="connsiteX2" y="connsiteY2"/>
                  </a:cxn>
                </a:cxnLst>
                <a:rect l="l" t="t" r="r" b="b"/>
                <a:pathLst>
                  <a:path w="8398" h="1959">
                    <a:moveTo>
                      <a:pt x="5473" y="17"/>
                    </a:moveTo>
                    <a:cubicBezTo>
                      <a:pt x="2119" y="-195"/>
                      <a:pt x="-3465" y="1685"/>
                      <a:pt x="2924" y="1943"/>
                    </a:cubicBezTo>
                    <a:cubicBezTo>
                      <a:pt x="6285" y="2154"/>
                      <a:pt x="11863" y="274"/>
                      <a:pt x="5473"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2" name="Freeform: Shape 2741">
                <a:extLst>
                  <a:ext uri="{FF2B5EF4-FFF2-40B4-BE49-F238E27FC236}">
                    <a16:creationId xmlns:a16="http://schemas.microsoft.com/office/drawing/2014/main" id="{0D312AA5-8FFC-F8BB-45F9-F31EBF56FD3E}"/>
                  </a:ext>
                </a:extLst>
              </p:cNvPr>
              <p:cNvSpPr/>
              <p:nvPr/>
            </p:nvSpPr>
            <p:spPr>
              <a:xfrm>
                <a:off x="1318150" y="6690476"/>
                <a:ext cx="9877" cy="1617"/>
              </a:xfrm>
              <a:custGeom>
                <a:avLst/>
                <a:gdLst>
                  <a:gd name="connsiteX0" fmla="*/ 6450 w 9877"/>
                  <a:gd name="connsiteY0" fmla="*/ 0 h 1617"/>
                  <a:gd name="connsiteX1" fmla="*/ 54 w 9877"/>
                  <a:gd name="connsiteY1" fmla="*/ 908 h 1617"/>
                  <a:gd name="connsiteX2" fmla="*/ 6450 w 9877"/>
                  <a:gd name="connsiteY2" fmla="*/ 0 h 1617"/>
                </a:gdLst>
                <a:ahLst/>
                <a:cxnLst>
                  <a:cxn ang="0">
                    <a:pos x="connsiteX0" y="connsiteY0"/>
                  </a:cxn>
                  <a:cxn ang="0">
                    <a:pos x="connsiteX1" y="connsiteY1"/>
                  </a:cxn>
                  <a:cxn ang="0">
                    <a:pos x="connsiteX2" y="connsiteY2"/>
                  </a:cxn>
                </a:cxnLst>
                <a:rect l="l" t="t" r="r" b="b"/>
                <a:pathLst>
                  <a:path w="9877" h="1617">
                    <a:moveTo>
                      <a:pt x="6450" y="0"/>
                    </a:moveTo>
                    <a:cubicBezTo>
                      <a:pt x="3861" y="63"/>
                      <a:pt x="992" y="474"/>
                      <a:pt x="54" y="908"/>
                    </a:cubicBezTo>
                    <a:cubicBezTo>
                      <a:pt x="-1123" y="2932"/>
                      <a:pt x="17280" y="-17"/>
                      <a:pt x="645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3" name="Freeform: Shape 2742">
                <a:extLst>
                  <a:ext uri="{FF2B5EF4-FFF2-40B4-BE49-F238E27FC236}">
                    <a16:creationId xmlns:a16="http://schemas.microsoft.com/office/drawing/2014/main" id="{68BB742B-B4AA-75C1-3A67-AF2CA58872DE}"/>
                  </a:ext>
                </a:extLst>
              </p:cNvPr>
              <p:cNvSpPr/>
              <p:nvPr/>
            </p:nvSpPr>
            <p:spPr>
              <a:xfrm>
                <a:off x="1605642" y="6385952"/>
                <a:ext cx="9017" cy="2271"/>
              </a:xfrm>
              <a:custGeom>
                <a:avLst/>
                <a:gdLst>
                  <a:gd name="connsiteX0" fmla="*/ 5839 w 9017"/>
                  <a:gd name="connsiteY0" fmla="*/ 0 h 2271"/>
                  <a:gd name="connsiteX1" fmla="*/ 44 w 9017"/>
                  <a:gd name="connsiteY1" fmla="*/ 1109 h 2271"/>
                  <a:gd name="connsiteX2" fmla="*/ 5839 w 9017"/>
                  <a:gd name="connsiteY2" fmla="*/ 0 h 2271"/>
                </a:gdLst>
                <a:ahLst/>
                <a:cxnLst>
                  <a:cxn ang="0">
                    <a:pos x="connsiteX0" y="connsiteY0"/>
                  </a:cxn>
                  <a:cxn ang="0">
                    <a:pos x="connsiteX1" y="connsiteY1"/>
                  </a:cxn>
                  <a:cxn ang="0">
                    <a:pos x="connsiteX2" y="connsiteY2"/>
                  </a:cxn>
                </a:cxnLst>
                <a:rect l="l" t="t" r="r" b="b"/>
                <a:pathLst>
                  <a:path w="9017" h="2271">
                    <a:moveTo>
                      <a:pt x="5839" y="0"/>
                    </a:moveTo>
                    <a:cubicBezTo>
                      <a:pt x="3450" y="0"/>
                      <a:pt x="855" y="497"/>
                      <a:pt x="44" y="1109"/>
                    </a:cubicBezTo>
                    <a:cubicBezTo>
                      <a:pt x="-962" y="4046"/>
                      <a:pt x="15811" y="560"/>
                      <a:pt x="583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4" name="Freeform: Shape 2743">
                <a:extLst>
                  <a:ext uri="{FF2B5EF4-FFF2-40B4-BE49-F238E27FC236}">
                    <a16:creationId xmlns:a16="http://schemas.microsoft.com/office/drawing/2014/main" id="{5E6EB993-3442-14E6-301E-31FDE60182F4}"/>
                  </a:ext>
                </a:extLst>
              </p:cNvPr>
              <p:cNvSpPr/>
              <p:nvPr/>
            </p:nvSpPr>
            <p:spPr>
              <a:xfrm>
                <a:off x="1418783" y="6607580"/>
                <a:ext cx="9589" cy="4142"/>
              </a:xfrm>
              <a:custGeom>
                <a:avLst/>
                <a:gdLst>
                  <a:gd name="connsiteX0" fmla="*/ 6263 w 9589"/>
                  <a:gd name="connsiteY0" fmla="*/ 0 h 4142"/>
                  <a:gd name="connsiteX1" fmla="*/ 79 w 9589"/>
                  <a:gd name="connsiteY1" fmla="*/ 2143 h 4142"/>
                  <a:gd name="connsiteX2" fmla="*/ 6263 w 9589"/>
                  <a:gd name="connsiteY2" fmla="*/ 0 h 4142"/>
                </a:gdLst>
                <a:ahLst/>
                <a:cxnLst>
                  <a:cxn ang="0">
                    <a:pos x="connsiteX0" y="connsiteY0"/>
                  </a:cxn>
                  <a:cxn ang="0">
                    <a:pos x="connsiteX1" y="connsiteY1"/>
                  </a:cxn>
                  <a:cxn ang="0">
                    <a:pos x="connsiteX2" y="connsiteY2"/>
                  </a:cxn>
                </a:cxnLst>
                <a:rect l="l" t="t" r="r" b="b"/>
                <a:pathLst>
                  <a:path w="9589" h="4142">
                    <a:moveTo>
                      <a:pt x="6263" y="0"/>
                    </a:moveTo>
                    <a:cubicBezTo>
                      <a:pt x="3743" y="57"/>
                      <a:pt x="971" y="1017"/>
                      <a:pt x="79" y="2143"/>
                    </a:cubicBezTo>
                    <a:cubicBezTo>
                      <a:pt x="-1338" y="7332"/>
                      <a:pt x="16847" y="886"/>
                      <a:pt x="626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5" name="Freeform: Shape 2744">
                <a:extLst>
                  <a:ext uri="{FF2B5EF4-FFF2-40B4-BE49-F238E27FC236}">
                    <a16:creationId xmlns:a16="http://schemas.microsoft.com/office/drawing/2014/main" id="{D9CFD99E-753C-B207-547C-8ABD54B2C47C}"/>
                  </a:ext>
                </a:extLst>
              </p:cNvPr>
              <p:cNvSpPr/>
              <p:nvPr/>
            </p:nvSpPr>
            <p:spPr>
              <a:xfrm>
                <a:off x="1514341" y="6472881"/>
                <a:ext cx="9326" cy="4207"/>
              </a:xfrm>
              <a:custGeom>
                <a:avLst/>
                <a:gdLst>
                  <a:gd name="connsiteX0" fmla="*/ 6202 w 9326"/>
                  <a:gd name="connsiteY0" fmla="*/ 25 h 4207"/>
                  <a:gd name="connsiteX1" fmla="*/ 3128 w 9326"/>
                  <a:gd name="connsiteY1" fmla="*/ 4185 h 4207"/>
                  <a:gd name="connsiteX2" fmla="*/ 6202 w 9326"/>
                  <a:gd name="connsiteY2" fmla="*/ 25 h 4207"/>
                </a:gdLst>
                <a:ahLst/>
                <a:cxnLst>
                  <a:cxn ang="0">
                    <a:pos x="connsiteX0" y="connsiteY0"/>
                  </a:cxn>
                  <a:cxn ang="0">
                    <a:pos x="connsiteX1" y="connsiteY1"/>
                  </a:cxn>
                  <a:cxn ang="0">
                    <a:pos x="connsiteX2" y="connsiteY2"/>
                  </a:cxn>
                </a:cxnLst>
                <a:rect l="l" t="t" r="r" b="b"/>
                <a:pathLst>
                  <a:path w="9326" h="4207">
                    <a:moveTo>
                      <a:pt x="6202" y="25"/>
                    </a:moveTo>
                    <a:cubicBezTo>
                      <a:pt x="2339" y="-352"/>
                      <a:pt x="-3770" y="3728"/>
                      <a:pt x="3128" y="4185"/>
                    </a:cubicBezTo>
                    <a:cubicBezTo>
                      <a:pt x="6985" y="4545"/>
                      <a:pt x="13095" y="465"/>
                      <a:pt x="6202" y="2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6" name="Freeform: Shape 2745">
                <a:extLst>
                  <a:ext uri="{FF2B5EF4-FFF2-40B4-BE49-F238E27FC236}">
                    <a16:creationId xmlns:a16="http://schemas.microsoft.com/office/drawing/2014/main" id="{1866C86F-13CB-1DC2-7E89-C1B676B0D58F}"/>
                  </a:ext>
                </a:extLst>
              </p:cNvPr>
              <p:cNvSpPr/>
              <p:nvPr/>
            </p:nvSpPr>
            <p:spPr>
              <a:xfrm>
                <a:off x="1775241" y="6257896"/>
                <a:ext cx="8596" cy="2052"/>
              </a:xfrm>
              <a:custGeom>
                <a:avLst/>
                <a:gdLst>
                  <a:gd name="connsiteX0" fmla="*/ 5632 w 8596"/>
                  <a:gd name="connsiteY0" fmla="*/ 18 h 2052"/>
                  <a:gd name="connsiteX1" fmla="*/ 2963 w 8596"/>
                  <a:gd name="connsiteY1" fmla="*/ 2034 h 2052"/>
                  <a:gd name="connsiteX2" fmla="*/ 5632 w 8596"/>
                  <a:gd name="connsiteY2" fmla="*/ 18 h 2052"/>
                </a:gdLst>
                <a:ahLst/>
                <a:cxnLst>
                  <a:cxn ang="0">
                    <a:pos x="connsiteX0" y="connsiteY0"/>
                  </a:cxn>
                  <a:cxn ang="0">
                    <a:pos x="connsiteX1" y="connsiteY1"/>
                  </a:cxn>
                  <a:cxn ang="0">
                    <a:pos x="connsiteX2" y="connsiteY2"/>
                  </a:cxn>
                </a:cxnLst>
                <a:rect l="l" t="t" r="r" b="b"/>
                <a:pathLst>
                  <a:path w="8596" h="2052">
                    <a:moveTo>
                      <a:pt x="5632" y="18"/>
                    </a:moveTo>
                    <a:cubicBezTo>
                      <a:pt x="2238" y="-206"/>
                      <a:pt x="-3563" y="1760"/>
                      <a:pt x="2963" y="2034"/>
                    </a:cubicBezTo>
                    <a:cubicBezTo>
                      <a:pt x="6364" y="2258"/>
                      <a:pt x="12159" y="286"/>
                      <a:pt x="5632"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7" name="Freeform: Shape 2746">
                <a:extLst>
                  <a:ext uri="{FF2B5EF4-FFF2-40B4-BE49-F238E27FC236}">
                    <a16:creationId xmlns:a16="http://schemas.microsoft.com/office/drawing/2014/main" id="{A271C500-824B-F641-8151-D88996D50C44}"/>
                  </a:ext>
                </a:extLst>
              </p:cNvPr>
              <p:cNvSpPr/>
              <p:nvPr/>
            </p:nvSpPr>
            <p:spPr>
              <a:xfrm>
                <a:off x="1692382" y="6320400"/>
                <a:ext cx="8806" cy="2151"/>
              </a:xfrm>
              <a:custGeom>
                <a:avLst/>
                <a:gdLst>
                  <a:gd name="connsiteX0" fmla="*/ 5801 w 8806"/>
                  <a:gd name="connsiteY0" fmla="*/ 19 h 2151"/>
                  <a:gd name="connsiteX1" fmla="*/ 3006 w 8806"/>
                  <a:gd name="connsiteY1" fmla="*/ 2133 h 2151"/>
                  <a:gd name="connsiteX2" fmla="*/ 5801 w 8806"/>
                  <a:gd name="connsiteY2" fmla="*/ 19 h 2151"/>
                </a:gdLst>
                <a:ahLst/>
                <a:cxnLst>
                  <a:cxn ang="0">
                    <a:pos x="connsiteX0" y="connsiteY0"/>
                  </a:cxn>
                  <a:cxn ang="0">
                    <a:pos x="connsiteX1" y="connsiteY1"/>
                  </a:cxn>
                  <a:cxn ang="0">
                    <a:pos x="connsiteX2" y="connsiteY2"/>
                  </a:cxn>
                </a:cxnLst>
                <a:rect l="l" t="t" r="r" b="b"/>
                <a:pathLst>
                  <a:path w="8806" h="2151">
                    <a:moveTo>
                      <a:pt x="5801" y="19"/>
                    </a:moveTo>
                    <a:cubicBezTo>
                      <a:pt x="2366" y="-216"/>
                      <a:pt x="-3669" y="1841"/>
                      <a:pt x="3006" y="2133"/>
                    </a:cubicBezTo>
                    <a:cubicBezTo>
                      <a:pt x="6447" y="2367"/>
                      <a:pt x="12470" y="304"/>
                      <a:pt x="5801"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8" name="Freeform: Shape 2747">
                <a:extLst>
                  <a:ext uri="{FF2B5EF4-FFF2-40B4-BE49-F238E27FC236}">
                    <a16:creationId xmlns:a16="http://schemas.microsoft.com/office/drawing/2014/main" id="{58AF8459-BD3F-AF94-9B4D-BA4F2162642D}"/>
                  </a:ext>
                </a:extLst>
              </p:cNvPr>
              <p:cNvSpPr/>
              <p:nvPr/>
            </p:nvSpPr>
            <p:spPr>
              <a:xfrm>
                <a:off x="-272511" y="7526146"/>
                <a:ext cx="14103" cy="5174"/>
              </a:xfrm>
              <a:custGeom>
                <a:avLst/>
                <a:gdLst>
                  <a:gd name="connsiteX0" fmla="*/ 10416 w 14103"/>
                  <a:gd name="connsiteY0" fmla="*/ 0 h 5174"/>
                  <a:gd name="connsiteX1" fmla="*/ 78 w 14103"/>
                  <a:gd name="connsiteY1" fmla="*/ 4303 h 5174"/>
                  <a:gd name="connsiteX2" fmla="*/ 10416 w 14103"/>
                  <a:gd name="connsiteY2" fmla="*/ 0 h 5174"/>
                </a:gdLst>
                <a:ahLst/>
                <a:cxnLst>
                  <a:cxn ang="0">
                    <a:pos x="connsiteX0" y="connsiteY0"/>
                  </a:cxn>
                  <a:cxn ang="0">
                    <a:pos x="connsiteX1" y="connsiteY1"/>
                  </a:cxn>
                  <a:cxn ang="0">
                    <a:pos x="connsiteX2" y="connsiteY2"/>
                  </a:cxn>
                </a:cxnLst>
                <a:rect l="l" t="t" r="r" b="b"/>
                <a:pathLst>
                  <a:path w="14103" h="5174">
                    <a:moveTo>
                      <a:pt x="10416" y="0"/>
                    </a:moveTo>
                    <a:cubicBezTo>
                      <a:pt x="7696" y="177"/>
                      <a:pt x="-905" y="806"/>
                      <a:pt x="78" y="4303"/>
                    </a:cubicBezTo>
                    <a:cubicBezTo>
                      <a:pt x="3221" y="7412"/>
                      <a:pt x="21886" y="1297"/>
                      <a:pt x="1041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9" name="Freeform: Shape 2748">
                <a:extLst>
                  <a:ext uri="{FF2B5EF4-FFF2-40B4-BE49-F238E27FC236}">
                    <a16:creationId xmlns:a16="http://schemas.microsoft.com/office/drawing/2014/main" id="{EDBAA7F7-98E4-4531-7475-B970B0CD1099}"/>
                  </a:ext>
                </a:extLst>
              </p:cNvPr>
              <p:cNvSpPr/>
              <p:nvPr/>
            </p:nvSpPr>
            <p:spPr>
              <a:xfrm>
                <a:off x="2072840" y="6117371"/>
                <a:ext cx="6706" cy="5985"/>
              </a:xfrm>
              <a:custGeom>
                <a:avLst/>
                <a:gdLst>
                  <a:gd name="connsiteX0" fmla="*/ 4516 w 6706"/>
                  <a:gd name="connsiteY0" fmla="*/ 2302 h 5985"/>
                  <a:gd name="connsiteX1" fmla="*/ 201 w 6706"/>
                  <a:gd name="connsiteY1" fmla="*/ 5576 h 5985"/>
                  <a:gd name="connsiteX2" fmla="*/ 4516 w 6706"/>
                  <a:gd name="connsiteY2" fmla="*/ 2302 h 5985"/>
                </a:gdLst>
                <a:ahLst/>
                <a:cxnLst>
                  <a:cxn ang="0">
                    <a:pos x="connsiteX0" y="connsiteY0"/>
                  </a:cxn>
                  <a:cxn ang="0">
                    <a:pos x="connsiteX1" y="connsiteY1"/>
                  </a:cxn>
                  <a:cxn ang="0">
                    <a:pos x="connsiteX2" y="connsiteY2"/>
                  </a:cxn>
                </a:cxnLst>
                <a:rect l="l" t="t" r="r" b="b"/>
                <a:pathLst>
                  <a:path w="6706" h="5985">
                    <a:moveTo>
                      <a:pt x="4516" y="2302"/>
                    </a:moveTo>
                    <a:cubicBezTo>
                      <a:pt x="3704" y="3033"/>
                      <a:pt x="-1022" y="7308"/>
                      <a:pt x="201" y="5576"/>
                    </a:cubicBezTo>
                    <a:cubicBezTo>
                      <a:pt x="1950" y="3467"/>
                      <a:pt x="10722" y="-3602"/>
                      <a:pt x="4516" y="230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0" name="Freeform: Shape 2749">
                <a:extLst>
                  <a:ext uri="{FF2B5EF4-FFF2-40B4-BE49-F238E27FC236}">
                    <a16:creationId xmlns:a16="http://schemas.microsoft.com/office/drawing/2014/main" id="{60C3A4BE-9FD0-0D74-1743-29E32FF9FFBE}"/>
                  </a:ext>
                </a:extLst>
              </p:cNvPr>
              <p:cNvSpPr/>
              <p:nvPr/>
            </p:nvSpPr>
            <p:spPr>
              <a:xfrm>
                <a:off x="570467" y="6722357"/>
                <a:ext cx="11382" cy="998"/>
              </a:xfrm>
              <a:custGeom>
                <a:avLst/>
                <a:gdLst>
                  <a:gd name="connsiteX0" fmla="*/ 7948 w 11382"/>
                  <a:gd name="connsiteY0" fmla="*/ 8 h 998"/>
                  <a:gd name="connsiteX1" fmla="*/ 3433 w 11382"/>
                  <a:gd name="connsiteY1" fmla="*/ 991 h 998"/>
                  <a:gd name="connsiteX2" fmla="*/ 7948 w 11382"/>
                  <a:gd name="connsiteY2" fmla="*/ 8 h 998"/>
                </a:gdLst>
                <a:ahLst/>
                <a:cxnLst>
                  <a:cxn ang="0">
                    <a:pos x="connsiteX0" y="connsiteY0"/>
                  </a:cxn>
                  <a:cxn ang="0">
                    <a:pos x="connsiteX1" y="connsiteY1"/>
                  </a:cxn>
                  <a:cxn ang="0">
                    <a:pos x="connsiteX2" y="connsiteY2"/>
                  </a:cxn>
                </a:cxnLst>
                <a:rect l="l" t="t" r="r" b="b"/>
                <a:pathLst>
                  <a:path w="11382" h="998">
                    <a:moveTo>
                      <a:pt x="7948" y="8"/>
                    </a:moveTo>
                    <a:cubicBezTo>
                      <a:pt x="4502" y="-100"/>
                      <a:pt x="-5082" y="871"/>
                      <a:pt x="3433" y="991"/>
                    </a:cubicBezTo>
                    <a:cubicBezTo>
                      <a:pt x="6885" y="1089"/>
                      <a:pt x="16463" y="112"/>
                      <a:pt x="7948" y="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1" name="Freeform: Shape 2750">
                <a:extLst>
                  <a:ext uri="{FF2B5EF4-FFF2-40B4-BE49-F238E27FC236}">
                    <a16:creationId xmlns:a16="http://schemas.microsoft.com/office/drawing/2014/main" id="{F48A41B9-026A-2016-0E66-AD8BF302BF6E}"/>
                  </a:ext>
                </a:extLst>
              </p:cNvPr>
              <p:cNvSpPr/>
              <p:nvPr/>
            </p:nvSpPr>
            <p:spPr>
              <a:xfrm>
                <a:off x="429658" y="6776904"/>
                <a:ext cx="11573" cy="2874"/>
              </a:xfrm>
              <a:custGeom>
                <a:avLst/>
                <a:gdLst>
                  <a:gd name="connsiteX0" fmla="*/ 7979 w 11573"/>
                  <a:gd name="connsiteY0" fmla="*/ 0 h 2874"/>
                  <a:gd name="connsiteX1" fmla="*/ 189 w 11573"/>
                  <a:gd name="connsiteY1" fmla="*/ 1400 h 2874"/>
                  <a:gd name="connsiteX2" fmla="*/ 7979 w 11573"/>
                  <a:gd name="connsiteY2" fmla="*/ 0 h 2874"/>
                </a:gdLst>
                <a:ahLst/>
                <a:cxnLst>
                  <a:cxn ang="0">
                    <a:pos x="connsiteX0" y="connsiteY0"/>
                  </a:cxn>
                  <a:cxn ang="0">
                    <a:pos x="connsiteX1" y="connsiteY1"/>
                  </a:cxn>
                  <a:cxn ang="0">
                    <a:pos x="connsiteX2" y="connsiteY2"/>
                  </a:cxn>
                </a:cxnLst>
                <a:rect l="l" t="t" r="r" b="b"/>
                <a:pathLst>
                  <a:path w="11573" h="2874">
                    <a:moveTo>
                      <a:pt x="7979" y="0"/>
                    </a:moveTo>
                    <a:cubicBezTo>
                      <a:pt x="5001" y="0"/>
                      <a:pt x="1515" y="622"/>
                      <a:pt x="189" y="1400"/>
                    </a:cubicBezTo>
                    <a:cubicBezTo>
                      <a:pt x="-2257" y="5155"/>
                      <a:pt x="20020" y="629"/>
                      <a:pt x="797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2" name="Freeform: Shape 2751">
                <a:extLst>
                  <a:ext uri="{FF2B5EF4-FFF2-40B4-BE49-F238E27FC236}">
                    <a16:creationId xmlns:a16="http://schemas.microsoft.com/office/drawing/2014/main" id="{3A64726B-A344-780B-06F0-8E6C1B6050F4}"/>
                  </a:ext>
                </a:extLst>
              </p:cNvPr>
              <p:cNvSpPr/>
              <p:nvPr/>
            </p:nvSpPr>
            <p:spPr>
              <a:xfrm>
                <a:off x="948522" y="6722150"/>
                <a:ext cx="10243" cy="274"/>
              </a:xfrm>
              <a:custGeom>
                <a:avLst/>
                <a:gdLst>
                  <a:gd name="connsiteX0" fmla="*/ 7032 w 10243"/>
                  <a:gd name="connsiteY0" fmla="*/ 27 h 274"/>
                  <a:gd name="connsiteX1" fmla="*/ 3214 w 10243"/>
                  <a:gd name="connsiteY1" fmla="*/ 244 h 274"/>
                  <a:gd name="connsiteX2" fmla="*/ 7032 w 10243"/>
                  <a:gd name="connsiteY2" fmla="*/ 27 h 274"/>
                </a:gdLst>
                <a:ahLst/>
                <a:cxnLst>
                  <a:cxn ang="0">
                    <a:pos x="connsiteX0" y="connsiteY0"/>
                  </a:cxn>
                  <a:cxn ang="0">
                    <a:pos x="connsiteX1" y="connsiteY1"/>
                  </a:cxn>
                  <a:cxn ang="0">
                    <a:pos x="connsiteX2" y="connsiteY2"/>
                  </a:cxn>
                </a:cxnLst>
                <a:rect l="l" t="t" r="r" b="b"/>
                <a:pathLst>
                  <a:path w="10243" h="274">
                    <a:moveTo>
                      <a:pt x="7032" y="27"/>
                    </a:moveTo>
                    <a:cubicBezTo>
                      <a:pt x="3786" y="78"/>
                      <a:pt x="-4553" y="369"/>
                      <a:pt x="3214" y="244"/>
                    </a:cubicBezTo>
                    <a:cubicBezTo>
                      <a:pt x="6460" y="198"/>
                      <a:pt x="14793" y="-88"/>
                      <a:pt x="7032"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3" name="Freeform: Shape 2752">
                <a:extLst>
                  <a:ext uri="{FF2B5EF4-FFF2-40B4-BE49-F238E27FC236}">
                    <a16:creationId xmlns:a16="http://schemas.microsoft.com/office/drawing/2014/main" id="{127D193F-A368-1424-BFAB-B9034F3D6419}"/>
                  </a:ext>
                </a:extLst>
              </p:cNvPr>
              <p:cNvSpPr/>
              <p:nvPr/>
            </p:nvSpPr>
            <p:spPr>
              <a:xfrm>
                <a:off x="703782" y="6710922"/>
                <a:ext cx="10713" cy="108"/>
              </a:xfrm>
              <a:custGeom>
                <a:avLst/>
                <a:gdLst>
                  <a:gd name="connsiteX0" fmla="*/ 7489 w 10713"/>
                  <a:gd name="connsiteY0" fmla="*/ 88 h 108"/>
                  <a:gd name="connsiteX1" fmla="*/ 3220 w 10713"/>
                  <a:gd name="connsiteY1" fmla="*/ 25 h 108"/>
                  <a:gd name="connsiteX2" fmla="*/ 7489 w 10713"/>
                  <a:gd name="connsiteY2" fmla="*/ 88 h 108"/>
                </a:gdLst>
                <a:ahLst/>
                <a:cxnLst>
                  <a:cxn ang="0">
                    <a:pos x="connsiteX0" y="connsiteY0"/>
                  </a:cxn>
                  <a:cxn ang="0">
                    <a:pos x="connsiteX1" y="connsiteY1"/>
                  </a:cxn>
                  <a:cxn ang="0">
                    <a:pos x="connsiteX2" y="connsiteY2"/>
                  </a:cxn>
                </a:cxnLst>
                <a:rect l="l" t="t" r="r" b="b"/>
                <a:pathLst>
                  <a:path w="10713" h="108">
                    <a:moveTo>
                      <a:pt x="7489" y="88"/>
                    </a:moveTo>
                    <a:cubicBezTo>
                      <a:pt x="4197" y="128"/>
                      <a:pt x="-4758" y="111"/>
                      <a:pt x="3220" y="25"/>
                    </a:cubicBezTo>
                    <a:cubicBezTo>
                      <a:pt x="6523" y="-15"/>
                      <a:pt x="15473" y="-15"/>
                      <a:pt x="7489" y="8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4" name="Freeform: Shape 2753">
                <a:extLst>
                  <a:ext uri="{FF2B5EF4-FFF2-40B4-BE49-F238E27FC236}">
                    <a16:creationId xmlns:a16="http://schemas.microsoft.com/office/drawing/2014/main" id="{39E40838-A1AB-1EE1-732D-3BB7D9C97904}"/>
                  </a:ext>
                </a:extLst>
              </p:cNvPr>
              <p:cNvSpPr/>
              <p:nvPr/>
            </p:nvSpPr>
            <p:spPr>
              <a:xfrm>
                <a:off x="829466" y="6718575"/>
                <a:ext cx="10617" cy="359"/>
              </a:xfrm>
              <a:custGeom>
                <a:avLst/>
                <a:gdLst>
                  <a:gd name="connsiteX0" fmla="*/ 7323 w 10617"/>
                  <a:gd name="connsiteY0" fmla="*/ 338 h 359"/>
                  <a:gd name="connsiteX1" fmla="*/ 3289 w 10617"/>
                  <a:gd name="connsiteY1" fmla="*/ 19 h 359"/>
                  <a:gd name="connsiteX2" fmla="*/ 7323 w 10617"/>
                  <a:gd name="connsiteY2" fmla="*/ 338 h 359"/>
                </a:gdLst>
                <a:ahLst/>
                <a:cxnLst>
                  <a:cxn ang="0">
                    <a:pos x="connsiteX0" y="connsiteY0"/>
                  </a:cxn>
                  <a:cxn ang="0">
                    <a:pos x="connsiteX1" y="connsiteY1"/>
                  </a:cxn>
                  <a:cxn ang="0">
                    <a:pos x="connsiteX2" y="connsiteY2"/>
                  </a:cxn>
                </a:cxnLst>
                <a:rect l="l" t="t" r="r" b="b"/>
                <a:pathLst>
                  <a:path w="10617" h="359">
                    <a:moveTo>
                      <a:pt x="7323" y="338"/>
                    </a:moveTo>
                    <a:cubicBezTo>
                      <a:pt x="4009" y="430"/>
                      <a:pt x="-4724" y="207"/>
                      <a:pt x="3289" y="19"/>
                    </a:cubicBezTo>
                    <a:cubicBezTo>
                      <a:pt x="6620" y="-67"/>
                      <a:pt x="15342" y="156"/>
                      <a:pt x="7323" y="33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5" name="Freeform: Shape 2754">
                <a:extLst>
                  <a:ext uri="{FF2B5EF4-FFF2-40B4-BE49-F238E27FC236}">
                    <a16:creationId xmlns:a16="http://schemas.microsoft.com/office/drawing/2014/main" id="{55259582-EB1D-23CC-C606-B6AC05DDF254}"/>
                  </a:ext>
                </a:extLst>
              </p:cNvPr>
              <p:cNvSpPr/>
              <p:nvPr/>
            </p:nvSpPr>
            <p:spPr>
              <a:xfrm>
                <a:off x="121086" y="6992794"/>
                <a:ext cx="12426" cy="3920"/>
              </a:xfrm>
              <a:custGeom>
                <a:avLst/>
                <a:gdLst>
                  <a:gd name="connsiteX0" fmla="*/ 8713 w 12426"/>
                  <a:gd name="connsiteY0" fmla="*/ 0 h 3920"/>
                  <a:gd name="connsiteX1" fmla="*/ 272 w 12426"/>
                  <a:gd name="connsiteY1" fmla="*/ 1920 h 3920"/>
                  <a:gd name="connsiteX2" fmla="*/ 8713 w 12426"/>
                  <a:gd name="connsiteY2" fmla="*/ 0 h 3920"/>
                </a:gdLst>
                <a:ahLst/>
                <a:cxnLst>
                  <a:cxn ang="0">
                    <a:pos x="connsiteX0" y="connsiteY0"/>
                  </a:cxn>
                  <a:cxn ang="0">
                    <a:pos x="connsiteX1" y="connsiteY1"/>
                  </a:cxn>
                  <a:cxn ang="0">
                    <a:pos x="connsiteX2" y="connsiteY2"/>
                  </a:cxn>
                </a:cxnLst>
                <a:rect l="l" t="t" r="r" b="b"/>
                <a:pathLst>
                  <a:path w="12426" h="3920">
                    <a:moveTo>
                      <a:pt x="8713" y="0"/>
                    </a:moveTo>
                    <a:cubicBezTo>
                      <a:pt x="5547" y="0"/>
                      <a:pt x="1769" y="857"/>
                      <a:pt x="272" y="1920"/>
                    </a:cubicBezTo>
                    <a:cubicBezTo>
                      <a:pt x="-2797" y="6967"/>
                      <a:pt x="21417" y="994"/>
                      <a:pt x="871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6" name="Freeform: Shape 2755">
                <a:extLst>
                  <a:ext uri="{FF2B5EF4-FFF2-40B4-BE49-F238E27FC236}">
                    <a16:creationId xmlns:a16="http://schemas.microsoft.com/office/drawing/2014/main" id="{C0ADCBF7-B341-EABA-B2B9-87313B03F305}"/>
                  </a:ext>
                </a:extLst>
              </p:cNvPr>
              <p:cNvSpPr/>
              <p:nvPr/>
            </p:nvSpPr>
            <p:spPr>
              <a:xfrm>
                <a:off x="1061564" y="6696877"/>
                <a:ext cx="9909" cy="1579"/>
              </a:xfrm>
              <a:custGeom>
                <a:avLst/>
                <a:gdLst>
                  <a:gd name="connsiteX0" fmla="*/ 6569 w 9909"/>
                  <a:gd name="connsiteY0" fmla="*/ 0 h 1579"/>
                  <a:gd name="connsiteX1" fmla="*/ 66 w 9909"/>
                  <a:gd name="connsiteY1" fmla="*/ 892 h 1579"/>
                  <a:gd name="connsiteX2" fmla="*/ 6569 w 9909"/>
                  <a:gd name="connsiteY2" fmla="*/ 0 h 1579"/>
                </a:gdLst>
                <a:ahLst/>
                <a:cxnLst>
                  <a:cxn ang="0">
                    <a:pos x="connsiteX0" y="connsiteY0"/>
                  </a:cxn>
                  <a:cxn ang="0">
                    <a:pos x="connsiteX1" y="connsiteY1"/>
                  </a:cxn>
                  <a:cxn ang="0">
                    <a:pos x="connsiteX2" y="connsiteY2"/>
                  </a:cxn>
                </a:cxnLst>
                <a:rect l="l" t="t" r="r" b="b"/>
                <a:pathLst>
                  <a:path w="9909" h="1579">
                    <a:moveTo>
                      <a:pt x="6569" y="0"/>
                    </a:moveTo>
                    <a:cubicBezTo>
                      <a:pt x="3975" y="63"/>
                      <a:pt x="1066" y="463"/>
                      <a:pt x="66" y="892"/>
                    </a:cubicBezTo>
                    <a:cubicBezTo>
                      <a:pt x="-1232" y="2829"/>
                      <a:pt x="17256" y="63"/>
                      <a:pt x="656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7" name="Freeform: Shape 2756">
                <a:extLst>
                  <a:ext uri="{FF2B5EF4-FFF2-40B4-BE49-F238E27FC236}">
                    <a16:creationId xmlns:a16="http://schemas.microsoft.com/office/drawing/2014/main" id="{BE3FE890-F0A4-1EE3-8AE7-A134B1BA26DB}"/>
                  </a:ext>
                </a:extLst>
              </p:cNvPr>
              <p:cNvSpPr/>
              <p:nvPr/>
            </p:nvSpPr>
            <p:spPr>
              <a:xfrm>
                <a:off x="-423822" y="7378687"/>
                <a:ext cx="14133" cy="4806"/>
              </a:xfrm>
              <a:custGeom>
                <a:avLst/>
                <a:gdLst>
                  <a:gd name="connsiteX0" fmla="*/ 10376 w 14133"/>
                  <a:gd name="connsiteY0" fmla="*/ 52 h 4806"/>
                  <a:gd name="connsiteX1" fmla="*/ 3758 w 14133"/>
                  <a:gd name="connsiteY1" fmla="*/ 4755 h 4806"/>
                  <a:gd name="connsiteX2" fmla="*/ 10376 w 14133"/>
                  <a:gd name="connsiteY2" fmla="*/ 52 h 4806"/>
                </a:gdLst>
                <a:ahLst/>
                <a:cxnLst>
                  <a:cxn ang="0">
                    <a:pos x="connsiteX0" y="connsiteY0"/>
                  </a:cxn>
                  <a:cxn ang="0">
                    <a:pos x="connsiteX1" y="connsiteY1"/>
                  </a:cxn>
                  <a:cxn ang="0">
                    <a:pos x="connsiteX2" y="connsiteY2"/>
                  </a:cxn>
                </a:cxnLst>
                <a:rect l="l" t="t" r="r" b="b"/>
                <a:pathLst>
                  <a:path w="14133" h="4806">
                    <a:moveTo>
                      <a:pt x="10376" y="52"/>
                    </a:moveTo>
                    <a:cubicBezTo>
                      <a:pt x="6244" y="-526"/>
                      <a:pt x="-6169" y="3909"/>
                      <a:pt x="3758" y="4755"/>
                    </a:cubicBezTo>
                    <a:cubicBezTo>
                      <a:pt x="7896" y="5332"/>
                      <a:pt x="20298" y="897"/>
                      <a:pt x="10376" y="5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8" name="Freeform: Shape 2757">
                <a:extLst>
                  <a:ext uri="{FF2B5EF4-FFF2-40B4-BE49-F238E27FC236}">
                    <a16:creationId xmlns:a16="http://schemas.microsoft.com/office/drawing/2014/main" id="{DE0687DA-BDC5-F794-4C49-3FDEC95F042B}"/>
                  </a:ext>
                </a:extLst>
              </p:cNvPr>
              <p:cNvSpPr/>
              <p:nvPr/>
            </p:nvSpPr>
            <p:spPr>
              <a:xfrm>
                <a:off x="-229809" y="7241217"/>
                <a:ext cx="13558" cy="4485"/>
              </a:xfrm>
              <a:custGeom>
                <a:avLst/>
                <a:gdLst>
                  <a:gd name="connsiteX0" fmla="*/ 9868 w 13558"/>
                  <a:gd name="connsiteY0" fmla="*/ 48 h 4485"/>
                  <a:gd name="connsiteX1" fmla="*/ 3690 w 13558"/>
                  <a:gd name="connsiteY1" fmla="*/ 4437 h 4485"/>
                  <a:gd name="connsiteX2" fmla="*/ 9868 w 13558"/>
                  <a:gd name="connsiteY2" fmla="*/ 48 h 4485"/>
                </a:gdLst>
                <a:ahLst/>
                <a:cxnLst>
                  <a:cxn ang="0">
                    <a:pos x="connsiteX0" y="connsiteY0"/>
                  </a:cxn>
                  <a:cxn ang="0">
                    <a:pos x="connsiteX1" y="connsiteY1"/>
                  </a:cxn>
                  <a:cxn ang="0">
                    <a:pos x="connsiteX2" y="connsiteY2"/>
                  </a:cxn>
                </a:cxnLst>
                <a:rect l="l" t="t" r="r" b="b"/>
                <a:pathLst>
                  <a:path w="13558" h="4485">
                    <a:moveTo>
                      <a:pt x="9868" y="48"/>
                    </a:moveTo>
                    <a:cubicBezTo>
                      <a:pt x="5804" y="-489"/>
                      <a:pt x="-5917" y="3666"/>
                      <a:pt x="3690" y="4437"/>
                    </a:cubicBezTo>
                    <a:cubicBezTo>
                      <a:pt x="7759" y="4974"/>
                      <a:pt x="19475" y="819"/>
                      <a:pt x="9868" y="4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9" name="Freeform: Shape 2758">
                <a:extLst>
                  <a:ext uri="{FF2B5EF4-FFF2-40B4-BE49-F238E27FC236}">
                    <a16:creationId xmlns:a16="http://schemas.microsoft.com/office/drawing/2014/main" id="{9F107DC4-1C95-9140-5021-3B9720E6A46F}"/>
                  </a:ext>
                </a:extLst>
              </p:cNvPr>
              <p:cNvSpPr/>
              <p:nvPr/>
            </p:nvSpPr>
            <p:spPr>
              <a:xfrm>
                <a:off x="280042" y="6880134"/>
                <a:ext cx="11982" cy="3684"/>
              </a:xfrm>
              <a:custGeom>
                <a:avLst/>
                <a:gdLst>
                  <a:gd name="connsiteX0" fmla="*/ 8331 w 11982"/>
                  <a:gd name="connsiteY0" fmla="*/ 0 h 3684"/>
                  <a:gd name="connsiteX1" fmla="*/ 233 w 11982"/>
                  <a:gd name="connsiteY1" fmla="*/ 1805 h 3684"/>
                  <a:gd name="connsiteX2" fmla="*/ 8331 w 11982"/>
                  <a:gd name="connsiteY2" fmla="*/ 0 h 3684"/>
                </a:gdLst>
                <a:ahLst/>
                <a:cxnLst>
                  <a:cxn ang="0">
                    <a:pos x="connsiteX0" y="connsiteY0"/>
                  </a:cxn>
                  <a:cxn ang="0">
                    <a:pos x="connsiteX1" y="connsiteY1"/>
                  </a:cxn>
                  <a:cxn ang="0">
                    <a:pos x="connsiteX2" y="connsiteY2"/>
                  </a:cxn>
                </a:cxnLst>
                <a:rect l="l" t="t" r="r" b="b"/>
                <a:pathLst>
                  <a:path w="11982" h="3684">
                    <a:moveTo>
                      <a:pt x="8331" y="0"/>
                    </a:moveTo>
                    <a:cubicBezTo>
                      <a:pt x="5262" y="0"/>
                      <a:pt x="1633" y="806"/>
                      <a:pt x="233" y="1805"/>
                    </a:cubicBezTo>
                    <a:cubicBezTo>
                      <a:pt x="-2545" y="6549"/>
                      <a:pt x="20698" y="926"/>
                      <a:pt x="833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0" name="Freeform: Shape 2759">
                <a:extLst>
                  <a:ext uri="{FF2B5EF4-FFF2-40B4-BE49-F238E27FC236}">
                    <a16:creationId xmlns:a16="http://schemas.microsoft.com/office/drawing/2014/main" id="{FAA7F2F4-07B3-D767-2C72-4B02130B206E}"/>
                  </a:ext>
                </a:extLst>
              </p:cNvPr>
              <p:cNvSpPr/>
              <p:nvPr/>
            </p:nvSpPr>
            <p:spPr>
              <a:xfrm>
                <a:off x="-48652" y="7112849"/>
                <a:ext cx="13030" cy="4191"/>
              </a:xfrm>
              <a:custGeom>
                <a:avLst/>
                <a:gdLst>
                  <a:gd name="connsiteX0" fmla="*/ 9402 w 13030"/>
                  <a:gd name="connsiteY0" fmla="*/ 45 h 4191"/>
                  <a:gd name="connsiteX1" fmla="*/ 3630 w 13030"/>
                  <a:gd name="connsiteY1" fmla="*/ 4148 h 4191"/>
                  <a:gd name="connsiteX2" fmla="*/ 9402 w 13030"/>
                  <a:gd name="connsiteY2" fmla="*/ 45 h 4191"/>
                </a:gdLst>
                <a:ahLst/>
                <a:cxnLst>
                  <a:cxn ang="0">
                    <a:pos x="connsiteX0" y="connsiteY0"/>
                  </a:cxn>
                  <a:cxn ang="0">
                    <a:pos x="connsiteX1" y="connsiteY1"/>
                  </a:cxn>
                  <a:cxn ang="0">
                    <a:pos x="connsiteX2" y="connsiteY2"/>
                  </a:cxn>
                </a:cxnLst>
                <a:rect l="l" t="t" r="r" b="b"/>
                <a:pathLst>
                  <a:path w="13030" h="4191">
                    <a:moveTo>
                      <a:pt x="9402" y="45"/>
                    </a:moveTo>
                    <a:cubicBezTo>
                      <a:pt x="5402" y="-458"/>
                      <a:pt x="-5686" y="3439"/>
                      <a:pt x="3630" y="4148"/>
                    </a:cubicBezTo>
                    <a:cubicBezTo>
                      <a:pt x="7636" y="4646"/>
                      <a:pt x="18712" y="753"/>
                      <a:pt x="9402" y="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1" name="Freeform: Shape 2760">
                <a:extLst>
                  <a:ext uri="{FF2B5EF4-FFF2-40B4-BE49-F238E27FC236}">
                    <a16:creationId xmlns:a16="http://schemas.microsoft.com/office/drawing/2014/main" id="{E3B6DB3F-0D94-9848-B4FA-F7453C06C7B2}"/>
                  </a:ext>
                </a:extLst>
              </p:cNvPr>
              <p:cNvSpPr/>
              <p:nvPr/>
            </p:nvSpPr>
            <p:spPr>
              <a:xfrm>
                <a:off x="1866187" y="6139983"/>
                <a:ext cx="7873" cy="3014"/>
              </a:xfrm>
              <a:custGeom>
                <a:avLst/>
                <a:gdLst>
                  <a:gd name="connsiteX0" fmla="*/ 5035 w 7873"/>
                  <a:gd name="connsiteY0" fmla="*/ 1566 h 3014"/>
                  <a:gd name="connsiteX1" fmla="*/ 29 w 7873"/>
                  <a:gd name="connsiteY1" fmla="*/ 3013 h 3014"/>
                  <a:gd name="connsiteX2" fmla="*/ 5035 w 7873"/>
                  <a:gd name="connsiteY2" fmla="*/ 1566 h 3014"/>
                </a:gdLst>
                <a:ahLst/>
                <a:cxnLst>
                  <a:cxn ang="0">
                    <a:pos x="connsiteX0" y="connsiteY0"/>
                  </a:cxn>
                  <a:cxn ang="0">
                    <a:pos x="connsiteX1" y="connsiteY1"/>
                  </a:cxn>
                  <a:cxn ang="0">
                    <a:pos x="connsiteX2" y="connsiteY2"/>
                  </a:cxn>
                </a:cxnLst>
                <a:rect l="l" t="t" r="r" b="b"/>
                <a:pathLst>
                  <a:path w="7873" h="3014">
                    <a:moveTo>
                      <a:pt x="5035" y="1566"/>
                    </a:moveTo>
                    <a:cubicBezTo>
                      <a:pt x="2938" y="2407"/>
                      <a:pt x="698" y="3052"/>
                      <a:pt x="29" y="3013"/>
                    </a:cubicBezTo>
                    <a:cubicBezTo>
                      <a:pt x="-731" y="1847"/>
                      <a:pt x="13842" y="-2194"/>
                      <a:pt x="5035" y="156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2" name="Freeform: Shape 2761">
                <a:extLst>
                  <a:ext uri="{FF2B5EF4-FFF2-40B4-BE49-F238E27FC236}">
                    <a16:creationId xmlns:a16="http://schemas.microsoft.com/office/drawing/2014/main" id="{9582D5BF-34E9-EEA5-BD27-4693F2C1D308}"/>
                  </a:ext>
                </a:extLst>
              </p:cNvPr>
              <p:cNvSpPr/>
              <p:nvPr/>
            </p:nvSpPr>
            <p:spPr>
              <a:xfrm>
                <a:off x="1938155" y="6143171"/>
                <a:ext cx="7693" cy="4517"/>
              </a:xfrm>
              <a:custGeom>
                <a:avLst/>
                <a:gdLst>
                  <a:gd name="connsiteX0" fmla="*/ 4911 w 7693"/>
                  <a:gd name="connsiteY0" fmla="*/ 2294 h 4517"/>
                  <a:gd name="connsiteX1" fmla="*/ 36 w 7693"/>
                  <a:gd name="connsiteY1" fmla="*/ 4517 h 4517"/>
                  <a:gd name="connsiteX2" fmla="*/ 4911 w 7693"/>
                  <a:gd name="connsiteY2" fmla="*/ 2294 h 4517"/>
                </a:gdLst>
                <a:ahLst/>
                <a:cxnLst>
                  <a:cxn ang="0">
                    <a:pos x="connsiteX0" y="connsiteY0"/>
                  </a:cxn>
                  <a:cxn ang="0">
                    <a:pos x="connsiteX1" y="connsiteY1"/>
                  </a:cxn>
                  <a:cxn ang="0">
                    <a:pos x="connsiteX2" y="connsiteY2"/>
                  </a:cxn>
                </a:cxnLst>
                <a:rect l="l" t="t" r="r" b="b"/>
                <a:pathLst>
                  <a:path w="7693" h="4517">
                    <a:moveTo>
                      <a:pt x="4911" y="2294"/>
                    </a:moveTo>
                    <a:cubicBezTo>
                      <a:pt x="2859" y="3545"/>
                      <a:pt x="681" y="4539"/>
                      <a:pt x="36" y="4517"/>
                    </a:cubicBezTo>
                    <a:cubicBezTo>
                      <a:pt x="-804" y="3071"/>
                      <a:pt x="13563" y="-3376"/>
                      <a:pt x="4911" y="229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3" name="Freeform: Shape 2762">
                <a:extLst>
                  <a:ext uri="{FF2B5EF4-FFF2-40B4-BE49-F238E27FC236}">
                    <a16:creationId xmlns:a16="http://schemas.microsoft.com/office/drawing/2014/main" id="{D8BFE01B-BBA4-D6BE-55B8-474420413D00}"/>
                  </a:ext>
                </a:extLst>
              </p:cNvPr>
              <p:cNvSpPr/>
              <p:nvPr/>
            </p:nvSpPr>
            <p:spPr>
              <a:xfrm>
                <a:off x="1791207" y="6140664"/>
                <a:ext cx="7896" cy="1566"/>
              </a:xfrm>
              <a:custGeom>
                <a:avLst/>
                <a:gdLst>
                  <a:gd name="connsiteX0" fmla="*/ 5154 w 7896"/>
                  <a:gd name="connsiteY0" fmla="*/ 692 h 1566"/>
                  <a:gd name="connsiteX1" fmla="*/ 10 w 7896"/>
                  <a:gd name="connsiteY1" fmla="*/ 1566 h 1566"/>
                  <a:gd name="connsiteX2" fmla="*/ 5154 w 7896"/>
                  <a:gd name="connsiteY2" fmla="*/ 692 h 1566"/>
                </a:gdLst>
                <a:ahLst/>
                <a:cxnLst>
                  <a:cxn ang="0">
                    <a:pos x="connsiteX0" y="connsiteY0"/>
                  </a:cxn>
                  <a:cxn ang="0">
                    <a:pos x="connsiteX1" y="connsiteY1"/>
                  </a:cxn>
                  <a:cxn ang="0">
                    <a:pos x="connsiteX2" y="connsiteY2"/>
                  </a:cxn>
                </a:cxnLst>
                <a:rect l="l" t="t" r="r" b="b"/>
                <a:pathLst>
                  <a:path w="7896" h="1566">
                    <a:moveTo>
                      <a:pt x="5154" y="692"/>
                    </a:moveTo>
                    <a:cubicBezTo>
                      <a:pt x="3011" y="1132"/>
                      <a:pt x="708" y="1521"/>
                      <a:pt x="10" y="1566"/>
                    </a:cubicBezTo>
                    <a:cubicBezTo>
                      <a:pt x="-435" y="1240"/>
                      <a:pt x="13681" y="-1154"/>
                      <a:pt x="5154" y="69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4" name="Freeform: Shape 2763">
                <a:extLst>
                  <a:ext uri="{FF2B5EF4-FFF2-40B4-BE49-F238E27FC236}">
                    <a16:creationId xmlns:a16="http://schemas.microsoft.com/office/drawing/2014/main" id="{A4B6529C-2EAC-790C-C54A-3F69C6F0331D}"/>
                  </a:ext>
                </a:extLst>
              </p:cNvPr>
              <p:cNvSpPr/>
              <p:nvPr/>
            </p:nvSpPr>
            <p:spPr>
              <a:xfrm>
                <a:off x="2007036" y="6139179"/>
                <a:ext cx="7507" cy="5793"/>
              </a:xfrm>
              <a:custGeom>
                <a:avLst/>
                <a:gdLst>
                  <a:gd name="connsiteX0" fmla="*/ 4769 w 7507"/>
                  <a:gd name="connsiteY0" fmla="*/ 2731 h 5793"/>
                  <a:gd name="connsiteX1" fmla="*/ 31 w 7507"/>
                  <a:gd name="connsiteY1" fmla="*/ 5794 h 5793"/>
                  <a:gd name="connsiteX2" fmla="*/ 4769 w 7507"/>
                  <a:gd name="connsiteY2" fmla="*/ 2731 h 5793"/>
                </a:gdLst>
                <a:ahLst/>
                <a:cxnLst>
                  <a:cxn ang="0">
                    <a:pos x="connsiteX0" y="connsiteY0"/>
                  </a:cxn>
                  <a:cxn ang="0">
                    <a:pos x="connsiteX1" y="connsiteY1"/>
                  </a:cxn>
                  <a:cxn ang="0">
                    <a:pos x="connsiteX2" y="connsiteY2"/>
                  </a:cxn>
                </a:cxnLst>
                <a:rect l="l" t="t" r="r" b="b"/>
                <a:pathLst>
                  <a:path w="7507" h="5793">
                    <a:moveTo>
                      <a:pt x="4769" y="2731"/>
                    </a:moveTo>
                    <a:cubicBezTo>
                      <a:pt x="2763" y="4331"/>
                      <a:pt x="643" y="5703"/>
                      <a:pt x="31" y="5794"/>
                    </a:cubicBezTo>
                    <a:cubicBezTo>
                      <a:pt x="-746" y="4548"/>
                      <a:pt x="13250" y="-4401"/>
                      <a:pt x="4769" y="273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5" name="Freeform: Shape 2764">
                <a:extLst>
                  <a:ext uri="{FF2B5EF4-FFF2-40B4-BE49-F238E27FC236}">
                    <a16:creationId xmlns:a16="http://schemas.microsoft.com/office/drawing/2014/main" id="{F61DBC8C-E3B3-380E-178C-38D29BF465F8}"/>
                  </a:ext>
                </a:extLst>
              </p:cNvPr>
              <p:cNvSpPr/>
              <p:nvPr/>
            </p:nvSpPr>
            <p:spPr>
              <a:xfrm>
                <a:off x="1168839" y="6613023"/>
                <a:ext cx="9700" cy="4212"/>
              </a:xfrm>
              <a:custGeom>
                <a:avLst/>
                <a:gdLst>
                  <a:gd name="connsiteX0" fmla="*/ 6581 w 9700"/>
                  <a:gd name="connsiteY0" fmla="*/ 20 h 4212"/>
                  <a:gd name="connsiteX1" fmla="*/ 3118 w 9700"/>
                  <a:gd name="connsiteY1" fmla="*/ 4192 h 4212"/>
                  <a:gd name="connsiteX2" fmla="*/ 6581 w 9700"/>
                  <a:gd name="connsiteY2" fmla="*/ 20 h 4212"/>
                </a:gdLst>
                <a:ahLst/>
                <a:cxnLst>
                  <a:cxn ang="0">
                    <a:pos x="connsiteX0" y="connsiteY0"/>
                  </a:cxn>
                  <a:cxn ang="0">
                    <a:pos x="connsiteX1" y="connsiteY1"/>
                  </a:cxn>
                  <a:cxn ang="0">
                    <a:pos x="connsiteX2" y="connsiteY2"/>
                  </a:cxn>
                </a:cxnLst>
                <a:rect l="l" t="t" r="r" b="b"/>
                <a:pathLst>
                  <a:path w="9700" h="4212">
                    <a:moveTo>
                      <a:pt x="6581" y="20"/>
                    </a:moveTo>
                    <a:cubicBezTo>
                      <a:pt x="2844" y="-317"/>
                      <a:pt x="-4032" y="3809"/>
                      <a:pt x="3118" y="4192"/>
                    </a:cubicBezTo>
                    <a:cubicBezTo>
                      <a:pt x="6873" y="4535"/>
                      <a:pt x="13725" y="426"/>
                      <a:pt x="6581"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6" name="Freeform: Shape 2765">
                <a:extLst>
                  <a:ext uri="{FF2B5EF4-FFF2-40B4-BE49-F238E27FC236}">
                    <a16:creationId xmlns:a16="http://schemas.microsoft.com/office/drawing/2014/main" id="{28341ACB-5655-3029-370B-802704977322}"/>
                  </a:ext>
                </a:extLst>
              </p:cNvPr>
              <p:cNvSpPr/>
              <p:nvPr/>
            </p:nvSpPr>
            <p:spPr>
              <a:xfrm>
                <a:off x="1713281" y="6156065"/>
                <a:ext cx="8124" cy="932"/>
              </a:xfrm>
              <a:custGeom>
                <a:avLst/>
                <a:gdLst>
                  <a:gd name="connsiteX0" fmla="*/ 5288 w 8124"/>
                  <a:gd name="connsiteY0" fmla="*/ 19 h 932"/>
                  <a:gd name="connsiteX1" fmla="*/ 7 w 8124"/>
                  <a:gd name="connsiteY1" fmla="*/ 669 h 932"/>
                  <a:gd name="connsiteX2" fmla="*/ 5288 w 8124"/>
                  <a:gd name="connsiteY2" fmla="*/ 19 h 932"/>
                </a:gdLst>
                <a:ahLst/>
                <a:cxnLst>
                  <a:cxn ang="0">
                    <a:pos x="connsiteX0" y="connsiteY0"/>
                  </a:cxn>
                  <a:cxn ang="0">
                    <a:pos x="connsiteX1" y="connsiteY1"/>
                  </a:cxn>
                  <a:cxn ang="0">
                    <a:pos x="connsiteX2" y="connsiteY2"/>
                  </a:cxn>
                </a:cxnLst>
                <a:rect l="l" t="t" r="r" b="b"/>
                <a:pathLst>
                  <a:path w="8124" h="932">
                    <a:moveTo>
                      <a:pt x="5288" y="19"/>
                    </a:moveTo>
                    <a:cubicBezTo>
                      <a:pt x="3093" y="144"/>
                      <a:pt x="733" y="436"/>
                      <a:pt x="7" y="669"/>
                    </a:cubicBezTo>
                    <a:cubicBezTo>
                      <a:pt x="-364" y="1584"/>
                      <a:pt x="14066" y="-199"/>
                      <a:pt x="5288"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7" name="Freeform: Shape 2766">
                <a:extLst>
                  <a:ext uri="{FF2B5EF4-FFF2-40B4-BE49-F238E27FC236}">
                    <a16:creationId xmlns:a16="http://schemas.microsoft.com/office/drawing/2014/main" id="{4BD98FD6-34D1-654D-3E11-7369BB1FF28D}"/>
                  </a:ext>
                </a:extLst>
              </p:cNvPr>
              <p:cNvSpPr/>
              <p:nvPr/>
            </p:nvSpPr>
            <p:spPr>
              <a:xfrm>
                <a:off x="1368740" y="6385931"/>
                <a:ext cx="9098" cy="2260"/>
              </a:xfrm>
              <a:custGeom>
                <a:avLst/>
                <a:gdLst>
                  <a:gd name="connsiteX0" fmla="*/ 6105 w 9098"/>
                  <a:gd name="connsiteY0" fmla="*/ 21 h 2260"/>
                  <a:gd name="connsiteX1" fmla="*/ 2996 w 9098"/>
                  <a:gd name="connsiteY1" fmla="*/ 2239 h 2260"/>
                  <a:gd name="connsiteX2" fmla="*/ 6105 w 9098"/>
                  <a:gd name="connsiteY2" fmla="*/ 21 h 2260"/>
                </a:gdLst>
                <a:ahLst/>
                <a:cxnLst>
                  <a:cxn ang="0">
                    <a:pos x="connsiteX0" y="connsiteY0"/>
                  </a:cxn>
                  <a:cxn ang="0">
                    <a:pos x="connsiteX1" y="connsiteY1"/>
                  </a:cxn>
                  <a:cxn ang="0">
                    <a:pos x="connsiteX2" y="connsiteY2"/>
                  </a:cxn>
                </a:cxnLst>
                <a:rect l="l" t="t" r="r" b="b"/>
                <a:pathLst>
                  <a:path w="9098" h="2260">
                    <a:moveTo>
                      <a:pt x="6105" y="21"/>
                    </a:moveTo>
                    <a:cubicBezTo>
                      <a:pt x="2728" y="-236"/>
                      <a:pt x="-3856" y="1919"/>
                      <a:pt x="2996" y="2239"/>
                    </a:cubicBezTo>
                    <a:cubicBezTo>
                      <a:pt x="6374" y="2496"/>
                      <a:pt x="12952" y="341"/>
                      <a:pt x="6105"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8" name="Freeform: Shape 2767">
                <a:extLst>
                  <a:ext uri="{FF2B5EF4-FFF2-40B4-BE49-F238E27FC236}">
                    <a16:creationId xmlns:a16="http://schemas.microsoft.com/office/drawing/2014/main" id="{4568FF17-6D86-1F73-DDA4-A69AAE734D88}"/>
                  </a:ext>
                </a:extLst>
              </p:cNvPr>
              <p:cNvSpPr/>
              <p:nvPr/>
            </p:nvSpPr>
            <p:spPr>
              <a:xfrm>
                <a:off x="1271431" y="6474348"/>
                <a:ext cx="9414" cy="4333"/>
              </a:xfrm>
              <a:custGeom>
                <a:avLst/>
                <a:gdLst>
                  <a:gd name="connsiteX0" fmla="*/ 6357 w 9414"/>
                  <a:gd name="connsiteY0" fmla="*/ 27 h 4333"/>
                  <a:gd name="connsiteX1" fmla="*/ 3060 w 9414"/>
                  <a:gd name="connsiteY1" fmla="*/ 4308 h 4333"/>
                  <a:gd name="connsiteX2" fmla="*/ 6357 w 9414"/>
                  <a:gd name="connsiteY2" fmla="*/ 27 h 4333"/>
                </a:gdLst>
                <a:ahLst/>
                <a:cxnLst>
                  <a:cxn ang="0">
                    <a:pos x="connsiteX0" y="connsiteY0"/>
                  </a:cxn>
                  <a:cxn ang="0">
                    <a:pos x="connsiteX1" y="connsiteY1"/>
                  </a:cxn>
                  <a:cxn ang="0">
                    <a:pos x="connsiteX2" y="connsiteY2"/>
                  </a:cxn>
                </a:cxnLst>
                <a:rect l="l" t="t" r="r" b="b"/>
                <a:pathLst>
                  <a:path w="9414" h="4333">
                    <a:moveTo>
                      <a:pt x="6357" y="27"/>
                    </a:moveTo>
                    <a:cubicBezTo>
                      <a:pt x="2591" y="-373"/>
                      <a:pt x="-3856" y="3805"/>
                      <a:pt x="3060" y="4308"/>
                    </a:cubicBezTo>
                    <a:cubicBezTo>
                      <a:pt x="6814" y="4696"/>
                      <a:pt x="13272" y="513"/>
                      <a:pt x="6357" y="2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9" name="Freeform: Shape 2768">
                <a:extLst>
                  <a:ext uri="{FF2B5EF4-FFF2-40B4-BE49-F238E27FC236}">
                    <a16:creationId xmlns:a16="http://schemas.microsoft.com/office/drawing/2014/main" id="{A4FF4828-45C4-C1B3-BD4F-1F2783C389A6}"/>
                  </a:ext>
                </a:extLst>
              </p:cNvPr>
              <p:cNvSpPr/>
              <p:nvPr/>
            </p:nvSpPr>
            <p:spPr>
              <a:xfrm>
                <a:off x="1460814" y="6320399"/>
                <a:ext cx="8869" cy="2153"/>
              </a:xfrm>
              <a:custGeom>
                <a:avLst/>
                <a:gdLst>
                  <a:gd name="connsiteX0" fmla="*/ 5917 w 8869"/>
                  <a:gd name="connsiteY0" fmla="*/ 20 h 2153"/>
                  <a:gd name="connsiteX1" fmla="*/ 2951 w 8869"/>
                  <a:gd name="connsiteY1" fmla="*/ 2134 h 2153"/>
                  <a:gd name="connsiteX2" fmla="*/ 5917 w 8869"/>
                  <a:gd name="connsiteY2" fmla="*/ 20 h 2153"/>
                </a:gdLst>
                <a:ahLst/>
                <a:cxnLst>
                  <a:cxn ang="0">
                    <a:pos x="connsiteX0" y="connsiteY0"/>
                  </a:cxn>
                  <a:cxn ang="0">
                    <a:pos x="connsiteX1" y="connsiteY1"/>
                  </a:cxn>
                  <a:cxn ang="0">
                    <a:pos x="connsiteX2" y="connsiteY2"/>
                  </a:cxn>
                </a:cxnLst>
                <a:rect l="l" t="t" r="r" b="b"/>
                <a:pathLst>
                  <a:path w="8869" h="2153">
                    <a:moveTo>
                      <a:pt x="5917" y="20"/>
                    </a:moveTo>
                    <a:cubicBezTo>
                      <a:pt x="2580" y="-221"/>
                      <a:pt x="-3741" y="1831"/>
                      <a:pt x="2951" y="2134"/>
                    </a:cubicBezTo>
                    <a:cubicBezTo>
                      <a:pt x="6294" y="2374"/>
                      <a:pt x="12609" y="322"/>
                      <a:pt x="5917"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0" name="Freeform: Shape 2769">
                <a:extLst>
                  <a:ext uri="{FF2B5EF4-FFF2-40B4-BE49-F238E27FC236}">
                    <a16:creationId xmlns:a16="http://schemas.microsoft.com/office/drawing/2014/main" id="{75BBE76C-3942-86A5-027F-556B09A89552}"/>
                  </a:ext>
                </a:extLst>
              </p:cNvPr>
              <p:cNvSpPr/>
              <p:nvPr/>
            </p:nvSpPr>
            <p:spPr>
              <a:xfrm>
                <a:off x="1632448" y="6198197"/>
                <a:ext cx="8447" cy="1961"/>
              </a:xfrm>
              <a:custGeom>
                <a:avLst/>
                <a:gdLst>
                  <a:gd name="connsiteX0" fmla="*/ 5574 w 8447"/>
                  <a:gd name="connsiteY0" fmla="*/ 17 h 1961"/>
                  <a:gd name="connsiteX1" fmla="*/ 2870 w 8447"/>
                  <a:gd name="connsiteY1" fmla="*/ 1944 h 1961"/>
                  <a:gd name="connsiteX2" fmla="*/ 5574 w 8447"/>
                  <a:gd name="connsiteY2" fmla="*/ 17 h 1961"/>
                </a:gdLst>
                <a:ahLst/>
                <a:cxnLst>
                  <a:cxn ang="0">
                    <a:pos x="connsiteX0" y="connsiteY0"/>
                  </a:cxn>
                  <a:cxn ang="0">
                    <a:pos x="connsiteX1" y="connsiteY1"/>
                  </a:cxn>
                  <a:cxn ang="0">
                    <a:pos x="connsiteX2" y="connsiteY2"/>
                  </a:cxn>
                </a:cxnLst>
                <a:rect l="l" t="t" r="r" b="b"/>
                <a:pathLst>
                  <a:path w="8447" h="1961">
                    <a:moveTo>
                      <a:pt x="5574" y="17"/>
                    </a:moveTo>
                    <a:cubicBezTo>
                      <a:pt x="2310" y="-200"/>
                      <a:pt x="-3530" y="1675"/>
                      <a:pt x="2870" y="1944"/>
                    </a:cubicBezTo>
                    <a:cubicBezTo>
                      <a:pt x="6139" y="2161"/>
                      <a:pt x="11980" y="286"/>
                      <a:pt x="5574"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1" name="Freeform: Shape 2770">
                <a:extLst>
                  <a:ext uri="{FF2B5EF4-FFF2-40B4-BE49-F238E27FC236}">
                    <a16:creationId xmlns:a16="http://schemas.microsoft.com/office/drawing/2014/main" id="{D1F9571B-9F58-7095-D965-E550D8220C41}"/>
                  </a:ext>
                </a:extLst>
              </p:cNvPr>
              <p:cNvSpPr/>
              <p:nvPr/>
            </p:nvSpPr>
            <p:spPr>
              <a:xfrm>
                <a:off x="1548609" y="6257895"/>
                <a:ext cx="8654" cy="2053"/>
              </a:xfrm>
              <a:custGeom>
                <a:avLst/>
                <a:gdLst>
                  <a:gd name="connsiteX0" fmla="*/ 5739 w 8654"/>
                  <a:gd name="connsiteY0" fmla="*/ 19 h 2053"/>
                  <a:gd name="connsiteX1" fmla="*/ 2910 w 8654"/>
                  <a:gd name="connsiteY1" fmla="*/ 2035 h 2053"/>
                  <a:gd name="connsiteX2" fmla="*/ 5739 w 8654"/>
                  <a:gd name="connsiteY2" fmla="*/ 19 h 2053"/>
                </a:gdLst>
                <a:ahLst/>
                <a:cxnLst>
                  <a:cxn ang="0">
                    <a:pos x="connsiteX0" y="connsiteY0"/>
                  </a:cxn>
                  <a:cxn ang="0">
                    <a:pos x="connsiteX1" y="connsiteY1"/>
                  </a:cxn>
                  <a:cxn ang="0">
                    <a:pos x="connsiteX2" y="connsiteY2"/>
                  </a:cxn>
                </a:cxnLst>
                <a:rect l="l" t="t" r="r" b="b"/>
                <a:pathLst>
                  <a:path w="8654" h="2053">
                    <a:moveTo>
                      <a:pt x="5739" y="19"/>
                    </a:moveTo>
                    <a:cubicBezTo>
                      <a:pt x="2442" y="-210"/>
                      <a:pt x="-3634" y="1750"/>
                      <a:pt x="2910" y="2035"/>
                    </a:cubicBezTo>
                    <a:cubicBezTo>
                      <a:pt x="6219" y="2264"/>
                      <a:pt x="12288" y="298"/>
                      <a:pt x="5739"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2" name="Freeform: Shape 2771">
                <a:extLst>
                  <a:ext uri="{FF2B5EF4-FFF2-40B4-BE49-F238E27FC236}">
                    <a16:creationId xmlns:a16="http://schemas.microsoft.com/office/drawing/2014/main" id="{DA18B947-F2A2-C45D-AD7F-83A65F96A690}"/>
                  </a:ext>
                </a:extLst>
              </p:cNvPr>
              <p:cNvSpPr/>
              <p:nvPr/>
            </p:nvSpPr>
            <p:spPr>
              <a:xfrm>
                <a:off x="-631674" y="7526146"/>
                <a:ext cx="14306" cy="5168"/>
              </a:xfrm>
              <a:custGeom>
                <a:avLst/>
                <a:gdLst>
                  <a:gd name="connsiteX0" fmla="*/ 10746 w 14306"/>
                  <a:gd name="connsiteY0" fmla="*/ 0 h 5168"/>
                  <a:gd name="connsiteX1" fmla="*/ 36 w 14306"/>
                  <a:gd name="connsiteY1" fmla="*/ 4303 h 5168"/>
                  <a:gd name="connsiteX2" fmla="*/ 10746 w 14306"/>
                  <a:gd name="connsiteY2" fmla="*/ 0 h 5168"/>
                </a:gdLst>
                <a:ahLst/>
                <a:cxnLst>
                  <a:cxn ang="0">
                    <a:pos x="connsiteX0" y="connsiteY0"/>
                  </a:cxn>
                  <a:cxn ang="0">
                    <a:pos x="connsiteX1" y="connsiteY1"/>
                  </a:cxn>
                  <a:cxn ang="0">
                    <a:pos x="connsiteX2" y="connsiteY2"/>
                  </a:cxn>
                </a:cxnLst>
                <a:rect l="l" t="t" r="r" b="b"/>
                <a:pathLst>
                  <a:path w="14306" h="5168">
                    <a:moveTo>
                      <a:pt x="10746" y="0"/>
                    </a:moveTo>
                    <a:cubicBezTo>
                      <a:pt x="7934" y="206"/>
                      <a:pt x="-621" y="783"/>
                      <a:pt x="36" y="4303"/>
                    </a:cubicBezTo>
                    <a:cubicBezTo>
                      <a:pt x="3042" y="7395"/>
                      <a:pt x="22067" y="1314"/>
                      <a:pt x="10746"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3" name="Freeform: Shape 2772">
                <a:extLst>
                  <a:ext uri="{FF2B5EF4-FFF2-40B4-BE49-F238E27FC236}">
                    <a16:creationId xmlns:a16="http://schemas.microsoft.com/office/drawing/2014/main" id="{3A2C9EE2-C1AC-3B0F-D9A3-E37739AF037C}"/>
                  </a:ext>
                </a:extLst>
              </p:cNvPr>
              <p:cNvSpPr/>
              <p:nvPr/>
            </p:nvSpPr>
            <p:spPr>
              <a:xfrm>
                <a:off x="1878280" y="6280442"/>
                <a:ext cx="6860" cy="4943"/>
              </a:xfrm>
              <a:custGeom>
                <a:avLst/>
                <a:gdLst>
                  <a:gd name="connsiteX0" fmla="*/ 4681 w 6860"/>
                  <a:gd name="connsiteY0" fmla="*/ 1868 h 4943"/>
                  <a:gd name="connsiteX1" fmla="*/ 0 w 6860"/>
                  <a:gd name="connsiteY1" fmla="*/ 4943 h 4943"/>
                  <a:gd name="connsiteX2" fmla="*/ 4681 w 6860"/>
                  <a:gd name="connsiteY2" fmla="*/ 1868 h 4943"/>
                </a:gdLst>
                <a:ahLst/>
                <a:cxnLst>
                  <a:cxn ang="0">
                    <a:pos x="connsiteX0" y="connsiteY0"/>
                  </a:cxn>
                  <a:cxn ang="0">
                    <a:pos x="connsiteX1" y="connsiteY1"/>
                  </a:cxn>
                  <a:cxn ang="0">
                    <a:pos x="connsiteX2" y="connsiteY2"/>
                  </a:cxn>
                </a:cxnLst>
                <a:rect l="l" t="t" r="r" b="b"/>
                <a:pathLst>
                  <a:path w="6860" h="4943">
                    <a:moveTo>
                      <a:pt x="4681" y="1868"/>
                    </a:moveTo>
                    <a:cubicBezTo>
                      <a:pt x="3332" y="2851"/>
                      <a:pt x="1189" y="4378"/>
                      <a:pt x="0" y="4943"/>
                    </a:cubicBezTo>
                    <a:cubicBezTo>
                      <a:pt x="520" y="3400"/>
                      <a:pt x="11390" y="-3167"/>
                      <a:pt x="4681" y="186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4" name="Freeform: Shape 2773">
                <a:extLst>
                  <a:ext uri="{FF2B5EF4-FFF2-40B4-BE49-F238E27FC236}">
                    <a16:creationId xmlns:a16="http://schemas.microsoft.com/office/drawing/2014/main" id="{C8FB9857-09AF-E332-3F23-BC0A1ACF639E}"/>
                  </a:ext>
                </a:extLst>
              </p:cNvPr>
              <p:cNvSpPr/>
              <p:nvPr/>
            </p:nvSpPr>
            <p:spPr>
              <a:xfrm>
                <a:off x="134786" y="6777001"/>
                <a:ext cx="11673" cy="2856"/>
              </a:xfrm>
              <a:custGeom>
                <a:avLst/>
                <a:gdLst>
                  <a:gd name="connsiteX0" fmla="*/ 8169 w 11673"/>
                  <a:gd name="connsiteY0" fmla="*/ 0 h 2856"/>
                  <a:gd name="connsiteX1" fmla="*/ 237 w 11673"/>
                  <a:gd name="connsiteY1" fmla="*/ 1388 h 2856"/>
                  <a:gd name="connsiteX2" fmla="*/ 8169 w 11673"/>
                  <a:gd name="connsiteY2" fmla="*/ 0 h 2856"/>
                </a:gdLst>
                <a:ahLst/>
                <a:cxnLst>
                  <a:cxn ang="0">
                    <a:pos x="connsiteX0" y="connsiteY0"/>
                  </a:cxn>
                  <a:cxn ang="0">
                    <a:pos x="connsiteX1" y="connsiteY1"/>
                  </a:cxn>
                  <a:cxn ang="0">
                    <a:pos x="connsiteX2" y="connsiteY2"/>
                  </a:cxn>
                </a:cxnLst>
                <a:rect l="l" t="t" r="r" b="b"/>
                <a:pathLst>
                  <a:path w="11673" h="2856">
                    <a:moveTo>
                      <a:pt x="8169" y="0"/>
                    </a:moveTo>
                    <a:cubicBezTo>
                      <a:pt x="5191" y="0"/>
                      <a:pt x="1642" y="617"/>
                      <a:pt x="237" y="1388"/>
                    </a:cubicBezTo>
                    <a:cubicBezTo>
                      <a:pt x="-2530" y="5126"/>
                      <a:pt x="20113" y="623"/>
                      <a:pt x="816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5" name="Freeform: Shape 2774">
                <a:extLst>
                  <a:ext uri="{FF2B5EF4-FFF2-40B4-BE49-F238E27FC236}">
                    <a16:creationId xmlns:a16="http://schemas.microsoft.com/office/drawing/2014/main" id="{4FB1AC6E-FAF1-7D26-6F49-F870C510FECF}"/>
                  </a:ext>
                </a:extLst>
              </p:cNvPr>
              <p:cNvSpPr/>
              <p:nvPr/>
            </p:nvSpPr>
            <p:spPr>
              <a:xfrm>
                <a:off x="685159" y="6726943"/>
                <a:ext cx="10140" cy="217"/>
              </a:xfrm>
              <a:custGeom>
                <a:avLst/>
                <a:gdLst>
                  <a:gd name="connsiteX0" fmla="*/ 7099 w 10140"/>
                  <a:gd name="connsiteY0" fmla="*/ 17 h 217"/>
                  <a:gd name="connsiteX1" fmla="*/ 3047 w 10140"/>
                  <a:gd name="connsiteY1" fmla="*/ 195 h 217"/>
                  <a:gd name="connsiteX2" fmla="*/ 7099 w 10140"/>
                  <a:gd name="connsiteY2" fmla="*/ 17 h 217"/>
                </a:gdLst>
                <a:ahLst/>
                <a:cxnLst>
                  <a:cxn ang="0">
                    <a:pos x="connsiteX0" y="connsiteY0"/>
                  </a:cxn>
                  <a:cxn ang="0">
                    <a:pos x="connsiteX1" y="connsiteY1"/>
                  </a:cxn>
                  <a:cxn ang="0">
                    <a:pos x="connsiteX2" y="connsiteY2"/>
                  </a:cxn>
                </a:cxnLst>
                <a:rect l="l" t="t" r="r" b="b"/>
                <a:pathLst>
                  <a:path w="10140" h="217">
                    <a:moveTo>
                      <a:pt x="7099" y="17"/>
                    </a:moveTo>
                    <a:cubicBezTo>
                      <a:pt x="3984" y="57"/>
                      <a:pt x="-4508" y="291"/>
                      <a:pt x="3047" y="195"/>
                    </a:cubicBezTo>
                    <a:cubicBezTo>
                      <a:pt x="6162" y="160"/>
                      <a:pt x="14643" y="-63"/>
                      <a:pt x="7099" y="17"/>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6" name="Freeform: Shape 2775">
                <a:extLst>
                  <a:ext uri="{FF2B5EF4-FFF2-40B4-BE49-F238E27FC236}">
                    <a16:creationId xmlns:a16="http://schemas.microsoft.com/office/drawing/2014/main" id="{F73129B4-0B1D-2BDE-C328-69860079C7AD}"/>
                  </a:ext>
                </a:extLst>
              </p:cNvPr>
              <p:cNvSpPr/>
              <p:nvPr/>
            </p:nvSpPr>
            <p:spPr>
              <a:xfrm>
                <a:off x="284151" y="6723236"/>
                <a:ext cx="11428" cy="960"/>
              </a:xfrm>
              <a:custGeom>
                <a:avLst/>
                <a:gdLst>
                  <a:gd name="connsiteX0" fmla="*/ 8113 w 11428"/>
                  <a:gd name="connsiteY0" fmla="*/ 9 h 960"/>
                  <a:gd name="connsiteX1" fmla="*/ 3318 w 11428"/>
                  <a:gd name="connsiteY1" fmla="*/ 952 h 960"/>
                  <a:gd name="connsiteX2" fmla="*/ 8113 w 11428"/>
                  <a:gd name="connsiteY2" fmla="*/ 9 h 960"/>
                </a:gdLst>
                <a:ahLst/>
                <a:cxnLst>
                  <a:cxn ang="0">
                    <a:pos x="connsiteX0" y="connsiteY0"/>
                  </a:cxn>
                  <a:cxn ang="0">
                    <a:pos x="connsiteX1" y="connsiteY1"/>
                  </a:cxn>
                  <a:cxn ang="0">
                    <a:pos x="connsiteX2" y="connsiteY2"/>
                  </a:cxn>
                </a:cxnLst>
                <a:rect l="l" t="t" r="r" b="b"/>
                <a:pathLst>
                  <a:path w="11428" h="960">
                    <a:moveTo>
                      <a:pt x="8113" y="9"/>
                    </a:moveTo>
                    <a:cubicBezTo>
                      <a:pt x="4827" y="-100"/>
                      <a:pt x="-5129" y="792"/>
                      <a:pt x="3318" y="952"/>
                    </a:cubicBezTo>
                    <a:cubicBezTo>
                      <a:pt x="6604" y="1055"/>
                      <a:pt x="16554" y="152"/>
                      <a:pt x="8113"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7" name="Freeform: Shape 2776">
                <a:extLst>
                  <a:ext uri="{FF2B5EF4-FFF2-40B4-BE49-F238E27FC236}">
                    <a16:creationId xmlns:a16="http://schemas.microsoft.com/office/drawing/2014/main" id="{2F1540A8-C298-DF2F-B5D0-A46B822E1EEA}"/>
                  </a:ext>
                </a:extLst>
              </p:cNvPr>
              <p:cNvSpPr/>
              <p:nvPr/>
            </p:nvSpPr>
            <p:spPr>
              <a:xfrm>
                <a:off x="558832" y="6722036"/>
                <a:ext cx="10617" cy="397"/>
              </a:xfrm>
              <a:custGeom>
                <a:avLst/>
                <a:gdLst>
                  <a:gd name="connsiteX0" fmla="*/ 7467 w 10617"/>
                  <a:gd name="connsiteY0" fmla="*/ 381 h 397"/>
                  <a:gd name="connsiteX1" fmla="*/ 3192 w 10617"/>
                  <a:gd name="connsiteY1" fmla="*/ 15 h 397"/>
                  <a:gd name="connsiteX2" fmla="*/ 7467 w 10617"/>
                  <a:gd name="connsiteY2" fmla="*/ 381 h 397"/>
                </a:gdLst>
                <a:ahLst/>
                <a:cxnLst>
                  <a:cxn ang="0">
                    <a:pos x="connsiteX0" y="connsiteY0"/>
                  </a:cxn>
                  <a:cxn ang="0">
                    <a:pos x="connsiteX1" y="connsiteY1"/>
                  </a:cxn>
                  <a:cxn ang="0">
                    <a:pos x="connsiteX2" y="connsiteY2"/>
                  </a:cxn>
                </a:cxnLst>
                <a:rect l="l" t="t" r="r" b="b"/>
                <a:pathLst>
                  <a:path w="10617" h="397">
                    <a:moveTo>
                      <a:pt x="7467" y="381"/>
                    </a:moveTo>
                    <a:cubicBezTo>
                      <a:pt x="4283" y="466"/>
                      <a:pt x="-4769" y="203"/>
                      <a:pt x="3192" y="15"/>
                    </a:cubicBezTo>
                    <a:cubicBezTo>
                      <a:pt x="6346" y="-65"/>
                      <a:pt x="15347" y="192"/>
                      <a:pt x="7467" y="38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8" name="Freeform: Shape 2777">
                <a:extLst>
                  <a:ext uri="{FF2B5EF4-FFF2-40B4-BE49-F238E27FC236}">
                    <a16:creationId xmlns:a16="http://schemas.microsoft.com/office/drawing/2014/main" id="{C41832F0-9456-C86B-73E6-55941FF2A264}"/>
                  </a:ext>
                </a:extLst>
              </p:cNvPr>
              <p:cNvSpPr/>
              <p:nvPr/>
            </p:nvSpPr>
            <p:spPr>
              <a:xfrm>
                <a:off x="425520" y="6712992"/>
                <a:ext cx="10691" cy="130"/>
              </a:xfrm>
              <a:custGeom>
                <a:avLst/>
                <a:gdLst>
                  <a:gd name="connsiteX0" fmla="*/ 7654 w 10691"/>
                  <a:gd name="connsiteY0" fmla="*/ 120 h 130"/>
                  <a:gd name="connsiteX1" fmla="*/ 3127 w 10691"/>
                  <a:gd name="connsiteY1" fmla="*/ 12 h 130"/>
                  <a:gd name="connsiteX2" fmla="*/ 7654 w 10691"/>
                  <a:gd name="connsiteY2" fmla="*/ 120 h 130"/>
                </a:gdLst>
                <a:ahLst/>
                <a:cxnLst>
                  <a:cxn ang="0">
                    <a:pos x="connsiteX0" y="connsiteY0"/>
                  </a:cxn>
                  <a:cxn ang="0">
                    <a:pos x="connsiteX1" y="connsiteY1"/>
                  </a:cxn>
                  <a:cxn ang="0">
                    <a:pos x="connsiteX2" y="connsiteY2"/>
                  </a:cxn>
                </a:cxnLst>
                <a:rect l="l" t="t" r="r" b="b"/>
                <a:pathLst>
                  <a:path w="10691" h="130">
                    <a:moveTo>
                      <a:pt x="7654" y="120"/>
                    </a:moveTo>
                    <a:cubicBezTo>
                      <a:pt x="4476" y="155"/>
                      <a:pt x="-4805" y="98"/>
                      <a:pt x="3127" y="12"/>
                    </a:cubicBezTo>
                    <a:cubicBezTo>
                      <a:pt x="6379" y="-22"/>
                      <a:pt x="15352" y="18"/>
                      <a:pt x="7654" y="1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9" name="Freeform: Shape 2778">
                <a:extLst>
                  <a:ext uri="{FF2B5EF4-FFF2-40B4-BE49-F238E27FC236}">
                    <a16:creationId xmlns:a16="http://schemas.microsoft.com/office/drawing/2014/main" id="{3FCF8717-1415-9B5E-8B56-CF301A9DB9E0}"/>
                  </a:ext>
                </a:extLst>
              </p:cNvPr>
              <p:cNvSpPr/>
              <p:nvPr/>
            </p:nvSpPr>
            <p:spPr>
              <a:xfrm>
                <a:off x="-23895" y="6880134"/>
                <a:ext cx="12089" cy="3684"/>
              </a:xfrm>
              <a:custGeom>
                <a:avLst/>
                <a:gdLst>
                  <a:gd name="connsiteX0" fmla="*/ 8539 w 12089"/>
                  <a:gd name="connsiteY0" fmla="*/ 0 h 3684"/>
                  <a:gd name="connsiteX1" fmla="*/ 287 w 12089"/>
                  <a:gd name="connsiteY1" fmla="*/ 1805 h 3684"/>
                  <a:gd name="connsiteX2" fmla="*/ 8539 w 12089"/>
                  <a:gd name="connsiteY2" fmla="*/ 0 h 3684"/>
                </a:gdLst>
                <a:ahLst/>
                <a:cxnLst>
                  <a:cxn ang="0">
                    <a:pos x="connsiteX0" y="connsiteY0"/>
                  </a:cxn>
                  <a:cxn ang="0">
                    <a:pos x="connsiteX1" y="connsiteY1"/>
                  </a:cxn>
                  <a:cxn ang="0">
                    <a:pos x="connsiteX2" y="connsiteY2"/>
                  </a:cxn>
                </a:cxnLst>
                <a:rect l="l" t="t" r="r" b="b"/>
                <a:pathLst>
                  <a:path w="12089" h="3684">
                    <a:moveTo>
                      <a:pt x="8539" y="0"/>
                    </a:moveTo>
                    <a:cubicBezTo>
                      <a:pt x="5471" y="0"/>
                      <a:pt x="1773" y="806"/>
                      <a:pt x="287" y="1805"/>
                    </a:cubicBezTo>
                    <a:cubicBezTo>
                      <a:pt x="-2833" y="6549"/>
                      <a:pt x="20787" y="926"/>
                      <a:pt x="8539"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0" name="Freeform: Shape 2779">
                <a:extLst>
                  <a:ext uri="{FF2B5EF4-FFF2-40B4-BE49-F238E27FC236}">
                    <a16:creationId xmlns:a16="http://schemas.microsoft.com/office/drawing/2014/main" id="{000EF9F3-A040-2F71-78A0-5DF310FA0E06}"/>
                  </a:ext>
                </a:extLst>
              </p:cNvPr>
              <p:cNvSpPr/>
              <p:nvPr/>
            </p:nvSpPr>
            <p:spPr>
              <a:xfrm>
                <a:off x="-770367" y="7378685"/>
                <a:ext cx="14292" cy="4811"/>
              </a:xfrm>
              <a:custGeom>
                <a:avLst/>
                <a:gdLst>
                  <a:gd name="connsiteX0" fmla="*/ 10661 w 14292"/>
                  <a:gd name="connsiteY0" fmla="*/ 54 h 4811"/>
                  <a:gd name="connsiteX1" fmla="*/ 3637 w 14292"/>
                  <a:gd name="connsiteY1" fmla="*/ 4757 h 4811"/>
                  <a:gd name="connsiteX2" fmla="*/ 10661 w 14292"/>
                  <a:gd name="connsiteY2" fmla="*/ 54 h 4811"/>
                </a:gdLst>
                <a:ahLst/>
                <a:cxnLst>
                  <a:cxn ang="0">
                    <a:pos x="connsiteX0" y="connsiteY0"/>
                  </a:cxn>
                  <a:cxn ang="0">
                    <a:pos x="connsiteX1" y="connsiteY1"/>
                  </a:cxn>
                  <a:cxn ang="0">
                    <a:pos x="connsiteX2" y="connsiteY2"/>
                  </a:cxn>
                </a:cxnLst>
                <a:rect l="l" t="t" r="r" b="b"/>
                <a:pathLst>
                  <a:path w="14292" h="4811">
                    <a:moveTo>
                      <a:pt x="10661" y="54"/>
                    </a:moveTo>
                    <a:cubicBezTo>
                      <a:pt x="6712" y="-535"/>
                      <a:pt x="-6244" y="3877"/>
                      <a:pt x="3637" y="4757"/>
                    </a:cubicBezTo>
                    <a:cubicBezTo>
                      <a:pt x="7586" y="5345"/>
                      <a:pt x="20531" y="934"/>
                      <a:pt x="10661" y="5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1" name="Freeform: Shape 2780">
                <a:extLst>
                  <a:ext uri="{FF2B5EF4-FFF2-40B4-BE49-F238E27FC236}">
                    <a16:creationId xmlns:a16="http://schemas.microsoft.com/office/drawing/2014/main" id="{6C690B41-0371-25AF-181A-CB84C2FCCD81}"/>
                  </a:ext>
                </a:extLst>
              </p:cNvPr>
              <p:cNvSpPr/>
              <p:nvPr/>
            </p:nvSpPr>
            <p:spPr>
              <a:xfrm>
                <a:off x="-564611" y="7241215"/>
                <a:ext cx="13706" cy="4489"/>
              </a:xfrm>
              <a:custGeom>
                <a:avLst/>
                <a:gdLst>
                  <a:gd name="connsiteX0" fmla="*/ 10131 w 13706"/>
                  <a:gd name="connsiteY0" fmla="*/ 50 h 4489"/>
                  <a:gd name="connsiteX1" fmla="*/ 3581 w 13706"/>
                  <a:gd name="connsiteY1" fmla="*/ 4439 h 4489"/>
                  <a:gd name="connsiteX2" fmla="*/ 10131 w 13706"/>
                  <a:gd name="connsiteY2" fmla="*/ 50 h 4489"/>
                </a:gdLst>
                <a:ahLst/>
                <a:cxnLst>
                  <a:cxn ang="0">
                    <a:pos x="connsiteX0" y="connsiteY0"/>
                  </a:cxn>
                  <a:cxn ang="0">
                    <a:pos x="connsiteX1" y="connsiteY1"/>
                  </a:cxn>
                  <a:cxn ang="0">
                    <a:pos x="connsiteX2" y="connsiteY2"/>
                  </a:cxn>
                </a:cxnLst>
                <a:rect l="l" t="t" r="r" b="b"/>
                <a:pathLst>
                  <a:path w="13706" h="4489">
                    <a:moveTo>
                      <a:pt x="10131" y="50"/>
                    </a:moveTo>
                    <a:cubicBezTo>
                      <a:pt x="6239" y="-498"/>
                      <a:pt x="-5997" y="3633"/>
                      <a:pt x="3581" y="4439"/>
                    </a:cubicBezTo>
                    <a:cubicBezTo>
                      <a:pt x="7467" y="4988"/>
                      <a:pt x="19698" y="856"/>
                      <a:pt x="10131" y="5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2" name="Freeform: Shape 2781">
                <a:extLst>
                  <a:ext uri="{FF2B5EF4-FFF2-40B4-BE49-F238E27FC236}">
                    <a16:creationId xmlns:a16="http://schemas.microsoft.com/office/drawing/2014/main" id="{DACA4871-EF8A-223E-B766-10A7A969715F}"/>
                  </a:ext>
                </a:extLst>
              </p:cNvPr>
              <p:cNvSpPr/>
              <p:nvPr/>
            </p:nvSpPr>
            <p:spPr>
              <a:xfrm>
                <a:off x="-372486" y="7112848"/>
                <a:ext cx="13166" cy="4195"/>
              </a:xfrm>
              <a:custGeom>
                <a:avLst/>
                <a:gdLst>
                  <a:gd name="connsiteX0" fmla="*/ 9647 w 13166"/>
                  <a:gd name="connsiteY0" fmla="*/ 46 h 4195"/>
                  <a:gd name="connsiteX1" fmla="*/ 3526 w 13166"/>
                  <a:gd name="connsiteY1" fmla="*/ 4149 h 4195"/>
                  <a:gd name="connsiteX2" fmla="*/ 9647 w 13166"/>
                  <a:gd name="connsiteY2" fmla="*/ 46 h 4195"/>
                </a:gdLst>
                <a:ahLst/>
                <a:cxnLst>
                  <a:cxn ang="0">
                    <a:pos x="connsiteX0" y="connsiteY0"/>
                  </a:cxn>
                  <a:cxn ang="0">
                    <a:pos x="connsiteX1" y="connsiteY1"/>
                  </a:cxn>
                  <a:cxn ang="0">
                    <a:pos x="connsiteX2" y="connsiteY2"/>
                  </a:cxn>
                </a:cxnLst>
                <a:rect l="l" t="t" r="r" b="b"/>
                <a:pathLst>
                  <a:path w="13166" h="4195">
                    <a:moveTo>
                      <a:pt x="9647" y="46"/>
                    </a:moveTo>
                    <a:cubicBezTo>
                      <a:pt x="5812" y="-463"/>
                      <a:pt x="-5766" y="3412"/>
                      <a:pt x="3526" y="4149"/>
                    </a:cubicBezTo>
                    <a:cubicBezTo>
                      <a:pt x="7361" y="4658"/>
                      <a:pt x="18923" y="783"/>
                      <a:pt x="9647" y="4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3" name="Freeform: Shape 2782">
                <a:extLst>
                  <a:ext uri="{FF2B5EF4-FFF2-40B4-BE49-F238E27FC236}">
                    <a16:creationId xmlns:a16="http://schemas.microsoft.com/office/drawing/2014/main" id="{2FFF91E1-9CA8-8D37-9FE4-9597370EBFDA}"/>
                  </a:ext>
                </a:extLst>
              </p:cNvPr>
              <p:cNvSpPr/>
              <p:nvPr/>
            </p:nvSpPr>
            <p:spPr>
              <a:xfrm>
                <a:off x="-192747" y="6992751"/>
                <a:ext cx="12666" cy="3926"/>
              </a:xfrm>
              <a:custGeom>
                <a:avLst/>
                <a:gdLst>
                  <a:gd name="connsiteX0" fmla="*/ 9205 w 12666"/>
                  <a:gd name="connsiteY0" fmla="*/ 43 h 3926"/>
                  <a:gd name="connsiteX1" fmla="*/ 3467 w 12666"/>
                  <a:gd name="connsiteY1" fmla="*/ 3883 h 3926"/>
                  <a:gd name="connsiteX2" fmla="*/ 9205 w 12666"/>
                  <a:gd name="connsiteY2" fmla="*/ 43 h 3926"/>
                </a:gdLst>
                <a:ahLst/>
                <a:cxnLst>
                  <a:cxn ang="0">
                    <a:pos x="connsiteX0" y="connsiteY0"/>
                  </a:cxn>
                  <a:cxn ang="0">
                    <a:pos x="connsiteX1" y="connsiteY1"/>
                  </a:cxn>
                  <a:cxn ang="0">
                    <a:pos x="connsiteX2" y="connsiteY2"/>
                  </a:cxn>
                </a:cxnLst>
                <a:rect l="l" t="t" r="r" b="b"/>
                <a:pathLst>
                  <a:path w="12666" h="3926">
                    <a:moveTo>
                      <a:pt x="9205" y="43"/>
                    </a:moveTo>
                    <a:cubicBezTo>
                      <a:pt x="5427" y="-432"/>
                      <a:pt x="-5546" y="3203"/>
                      <a:pt x="3467" y="3883"/>
                    </a:cubicBezTo>
                    <a:cubicBezTo>
                      <a:pt x="7244" y="4363"/>
                      <a:pt x="18206" y="722"/>
                      <a:pt x="9205" y="4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4" name="Freeform: Shape 2783">
                <a:extLst>
                  <a:ext uri="{FF2B5EF4-FFF2-40B4-BE49-F238E27FC236}">
                    <a16:creationId xmlns:a16="http://schemas.microsoft.com/office/drawing/2014/main" id="{C0DE021B-5243-E313-6110-C7A68E5BDFB1}"/>
                  </a:ext>
                </a:extLst>
              </p:cNvPr>
              <p:cNvSpPr/>
              <p:nvPr/>
            </p:nvSpPr>
            <p:spPr>
              <a:xfrm>
                <a:off x="1808471" y="6284960"/>
                <a:ext cx="7568" cy="4753"/>
              </a:xfrm>
              <a:custGeom>
                <a:avLst/>
                <a:gdLst>
                  <a:gd name="connsiteX0" fmla="*/ 4869 w 7568"/>
                  <a:gd name="connsiteY0" fmla="*/ 2619 h 4753"/>
                  <a:gd name="connsiteX1" fmla="*/ 57 w 7568"/>
                  <a:gd name="connsiteY1" fmla="*/ 4740 h 4753"/>
                  <a:gd name="connsiteX2" fmla="*/ 4869 w 7568"/>
                  <a:gd name="connsiteY2" fmla="*/ 2619 h 4753"/>
                </a:gdLst>
                <a:ahLst/>
                <a:cxnLst>
                  <a:cxn ang="0">
                    <a:pos x="connsiteX0" y="connsiteY0"/>
                  </a:cxn>
                  <a:cxn ang="0">
                    <a:pos x="connsiteX1" y="connsiteY1"/>
                  </a:cxn>
                  <a:cxn ang="0">
                    <a:pos x="connsiteX2" y="connsiteY2"/>
                  </a:cxn>
                </a:cxnLst>
                <a:rect l="l" t="t" r="r" b="b"/>
                <a:pathLst>
                  <a:path w="7568" h="4753">
                    <a:moveTo>
                      <a:pt x="4869" y="2619"/>
                    </a:moveTo>
                    <a:cubicBezTo>
                      <a:pt x="2863" y="3933"/>
                      <a:pt x="709" y="4877"/>
                      <a:pt x="57" y="4740"/>
                    </a:cubicBezTo>
                    <a:cubicBezTo>
                      <a:pt x="-1012" y="2785"/>
                      <a:pt x="13367" y="-3513"/>
                      <a:pt x="4869" y="26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5" name="Freeform: Shape 2784">
                <a:extLst>
                  <a:ext uri="{FF2B5EF4-FFF2-40B4-BE49-F238E27FC236}">
                    <a16:creationId xmlns:a16="http://schemas.microsoft.com/office/drawing/2014/main" id="{529736E3-9F79-D52D-6030-2E85AAEC475C}"/>
                  </a:ext>
                </a:extLst>
              </p:cNvPr>
              <p:cNvSpPr/>
              <p:nvPr/>
            </p:nvSpPr>
            <p:spPr>
              <a:xfrm>
                <a:off x="1496197" y="6166577"/>
                <a:ext cx="8170" cy="323"/>
              </a:xfrm>
              <a:custGeom>
                <a:avLst/>
                <a:gdLst>
                  <a:gd name="connsiteX0" fmla="*/ 5385 w 8170"/>
                  <a:gd name="connsiteY0" fmla="*/ 79 h 323"/>
                  <a:gd name="connsiteX1" fmla="*/ 24 w 8170"/>
                  <a:gd name="connsiteY1" fmla="*/ 302 h 323"/>
                  <a:gd name="connsiteX2" fmla="*/ 5385 w 8170"/>
                  <a:gd name="connsiteY2" fmla="*/ 79 h 323"/>
                </a:gdLst>
                <a:ahLst/>
                <a:cxnLst>
                  <a:cxn ang="0">
                    <a:pos x="connsiteX0" y="connsiteY0"/>
                  </a:cxn>
                  <a:cxn ang="0">
                    <a:pos x="connsiteX1" y="connsiteY1"/>
                  </a:cxn>
                  <a:cxn ang="0">
                    <a:pos x="connsiteX2" y="connsiteY2"/>
                  </a:cxn>
                </a:cxnLst>
                <a:rect l="l" t="t" r="r" b="b"/>
                <a:pathLst>
                  <a:path w="8170" h="323">
                    <a:moveTo>
                      <a:pt x="5385" y="79"/>
                    </a:moveTo>
                    <a:cubicBezTo>
                      <a:pt x="3190" y="159"/>
                      <a:pt x="790" y="256"/>
                      <a:pt x="24" y="302"/>
                    </a:cubicBezTo>
                    <a:cubicBezTo>
                      <a:pt x="-673" y="450"/>
                      <a:pt x="14163" y="-224"/>
                      <a:pt x="5385" y="7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6" name="Freeform: Shape 2785">
                <a:extLst>
                  <a:ext uri="{FF2B5EF4-FFF2-40B4-BE49-F238E27FC236}">
                    <a16:creationId xmlns:a16="http://schemas.microsoft.com/office/drawing/2014/main" id="{0D8DA28F-2E01-4E50-E039-51F01E9FD9CC}"/>
                  </a:ext>
                </a:extLst>
              </p:cNvPr>
              <p:cNvSpPr/>
              <p:nvPr/>
            </p:nvSpPr>
            <p:spPr>
              <a:xfrm>
                <a:off x="1578983" y="6178960"/>
                <a:ext cx="8101" cy="1476"/>
              </a:xfrm>
              <a:custGeom>
                <a:avLst/>
                <a:gdLst>
                  <a:gd name="connsiteX0" fmla="*/ 5266 w 8101"/>
                  <a:gd name="connsiteY0" fmla="*/ 1189 h 1476"/>
                  <a:gd name="connsiteX1" fmla="*/ 43 w 8101"/>
                  <a:gd name="connsiteY1" fmla="*/ 1309 h 1476"/>
                  <a:gd name="connsiteX2" fmla="*/ 5266 w 8101"/>
                  <a:gd name="connsiteY2" fmla="*/ 1189 h 1476"/>
                </a:gdLst>
                <a:ahLst/>
                <a:cxnLst>
                  <a:cxn ang="0">
                    <a:pos x="connsiteX0" y="connsiteY0"/>
                  </a:cxn>
                  <a:cxn ang="0">
                    <a:pos x="connsiteX1" y="connsiteY1"/>
                  </a:cxn>
                  <a:cxn ang="0">
                    <a:pos x="connsiteX2" y="connsiteY2"/>
                  </a:cxn>
                </a:cxnLst>
                <a:rect l="l" t="t" r="r" b="b"/>
                <a:pathLst>
                  <a:path w="8101" h="1476">
                    <a:moveTo>
                      <a:pt x="5266" y="1189"/>
                    </a:moveTo>
                    <a:cubicBezTo>
                      <a:pt x="3117" y="1521"/>
                      <a:pt x="780" y="1572"/>
                      <a:pt x="43" y="1309"/>
                    </a:cubicBezTo>
                    <a:cubicBezTo>
                      <a:pt x="-900" y="-336"/>
                      <a:pt x="14193" y="-491"/>
                      <a:pt x="5266" y="118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7" name="Freeform: Shape 2786">
                <a:extLst>
                  <a:ext uri="{FF2B5EF4-FFF2-40B4-BE49-F238E27FC236}">
                    <a16:creationId xmlns:a16="http://schemas.microsoft.com/office/drawing/2014/main" id="{D8A6E648-2EB4-7CE6-FA24-1FB980929355}"/>
                  </a:ext>
                </a:extLst>
              </p:cNvPr>
              <p:cNvSpPr/>
              <p:nvPr/>
            </p:nvSpPr>
            <p:spPr>
              <a:xfrm>
                <a:off x="1410467" y="6198196"/>
                <a:ext cx="8502" cy="1962"/>
              </a:xfrm>
              <a:custGeom>
                <a:avLst/>
                <a:gdLst>
                  <a:gd name="connsiteX0" fmla="*/ 5681 w 8502"/>
                  <a:gd name="connsiteY0" fmla="*/ 18 h 1962"/>
                  <a:gd name="connsiteX1" fmla="*/ 2824 w 8502"/>
                  <a:gd name="connsiteY1" fmla="*/ 1945 h 1962"/>
                  <a:gd name="connsiteX2" fmla="*/ 5681 w 8502"/>
                  <a:gd name="connsiteY2" fmla="*/ 18 h 1962"/>
                </a:gdLst>
                <a:ahLst/>
                <a:cxnLst>
                  <a:cxn ang="0">
                    <a:pos x="connsiteX0" y="connsiteY0"/>
                  </a:cxn>
                  <a:cxn ang="0">
                    <a:pos x="connsiteX1" y="connsiteY1"/>
                  </a:cxn>
                  <a:cxn ang="0">
                    <a:pos x="connsiteX2" y="connsiteY2"/>
                  </a:cxn>
                </a:cxnLst>
                <a:rect l="l" t="t" r="r" b="b"/>
                <a:pathLst>
                  <a:path w="8502" h="1962">
                    <a:moveTo>
                      <a:pt x="5681" y="18"/>
                    </a:moveTo>
                    <a:cubicBezTo>
                      <a:pt x="2509" y="-205"/>
                      <a:pt x="-3600" y="1664"/>
                      <a:pt x="2824" y="1945"/>
                    </a:cubicBezTo>
                    <a:cubicBezTo>
                      <a:pt x="5995" y="2167"/>
                      <a:pt x="12099" y="293"/>
                      <a:pt x="5681" y="1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8" name="Freeform: Shape 2787">
                <a:extLst>
                  <a:ext uri="{FF2B5EF4-FFF2-40B4-BE49-F238E27FC236}">
                    <a16:creationId xmlns:a16="http://schemas.microsoft.com/office/drawing/2014/main" id="{1F9E4174-3367-EC39-CEDA-88BD15314B02}"/>
                  </a:ext>
                </a:extLst>
              </p:cNvPr>
              <p:cNvSpPr/>
              <p:nvPr/>
            </p:nvSpPr>
            <p:spPr>
              <a:xfrm>
                <a:off x="1658699" y="6215426"/>
                <a:ext cx="7933" cy="2749"/>
              </a:xfrm>
              <a:custGeom>
                <a:avLst/>
                <a:gdLst>
                  <a:gd name="connsiteX0" fmla="*/ 5148 w 7933"/>
                  <a:gd name="connsiteY0" fmla="*/ 2053 h 2749"/>
                  <a:gd name="connsiteX1" fmla="*/ 62 w 7933"/>
                  <a:gd name="connsiteY1" fmla="*/ 2550 h 2749"/>
                  <a:gd name="connsiteX2" fmla="*/ 5148 w 7933"/>
                  <a:gd name="connsiteY2" fmla="*/ 2053 h 2749"/>
                </a:gdLst>
                <a:ahLst/>
                <a:cxnLst>
                  <a:cxn ang="0">
                    <a:pos x="connsiteX0" y="connsiteY0"/>
                  </a:cxn>
                  <a:cxn ang="0">
                    <a:pos x="connsiteX1" y="connsiteY1"/>
                  </a:cxn>
                  <a:cxn ang="0">
                    <a:pos x="connsiteX2" y="connsiteY2"/>
                  </a:cxn>
                </a:cxnLst>
                <a:rect l="l" t="t" r="r" b="b"/>
                <a:pathLst>
                  <a:path w="7933" h="2749">
                    <a:moveTo>
                      <a:pt x="5148" y="2053"/>
                    </a:moveTo>
                    <a:cubicBezTo>
                      <a:pt x="3051" y="2728"/>
                      <a:pt x="776" y="2950"/>
                      <a:pt x="62" y="2550"/>
                    </a:cubicBezTo>
                    <a:cubicBezTo>
                      <a:pt x="-1075" y="-4"/>
                      <a:pt x="13966" y="-1387"/>
                      <a:pt x="5148" y="20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9" name="Freeform: Shape 2788">
                <a:extLst>
                  <a:ext uri="{FF2B5EF4-FFF2-40B4-BE49-F238E27FC236}">
                    <a16:creationId xmlns:a16="http://schemas.microsoft.com/office/drawing/2014/main" id="{ECF4DB61-7C4A-693E-6F18-C2237F58F93C}"/>
                  </a:ext>
                </a:extLst>
              </p:cNvPr>
              <p:cNvSpPr/>
              <p:nvPr/>
            </p:nvSpPr>
            <p:spPr>
              <a:xfrm>
                <a:off x="1735237" y="6257089"/>
                <a:ext cx="7767" cy="3859"/>
              </a:xfrm>
              <a:custGeom>
                <a:avLst/>
                <a:gdLst>
                  <a:gd name="connsiteX0" fmla="*/ 5020 w 7767"/>
                  <a:gd name="connsiteY0" fmla="*/ 2539 h 3859"/>
                  <a:gd name="connsiteX1" fmla="*/ 71 w 7767"/>
                  <a:gd name="connsiteY1" fmla="*/ 3751 h 3859"/>
                  <a:gd name="connsiteX2" fmla="*/ 5020 w 7767"/>
                  <a:gd name="connsiteY2" fmla="*/ 2539 h 3859"/>
                </a:gdLst>
                <a:ahLst/>
                <a:cxnLst>
                  <a:cxn ang="0">
                    <a:pos x="connsiteX0" y="connsiteY0"/>
                  </a:cxn>
                  <a:cxn ang="0">
                    <a:pos x="connsiteX1" y="connsiteY1"/>
                  </a:cxn>
                  <a:cxn ang="0">
                    <a:pos x="connsiteX2" y="connsiteY2"/>
                  </a:cxn>
                </a:cxnLst>
                <a:rect l="l" t="t" r="r" b="b"/>
                <a:pathLst>
                  <a:path w="7767" h="3859">
                    <a:moveTo>
                      <a:pt x="5020" y="2539"/>
                    </a:moveTo>
                    <a:cubicBezTo>
                      <a:pt x="2968" y="3568"/>
                      <a:pt x="757" y="4105"/>
                      <a:pt x="71" y="3751"/>
                    </a:cubicBezTo>
                    <a:cubicBezTo>
                      <a:pt x="-1141" y="1122"/>
                      <a:pt x="13724" y="-2530"/>
                      <a:pt x="5020" y="253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0" name="Freeform: Shape 2789">
                <a:extLst>
                  <a:ext uri="{FF2B5EF4-FFF2-40B4-BE49-F238E27FC236}">
                    <a16:creationId xmlns:a16="http://schemas.microsoft.com/office/drawing/2014/main" id="{09512C82-BB4B-A302-590F-3FC3CCE7E56D}"/>
                  </a:ext>
                </a:extLst>
              </p:cNvPr>
              <p:cNvSpPr/>
              <p:nvPr/>
            </p:nvSpPr>
            <p:spPr>
              <a:xfrm>
                <a:off x="1131479" y="6385929"/>
                <a:ext cx="9180" cy="2262"/>
              </a:xfrm>
              <a:custGeom>
                <a:avLst/>
                <a:gdLst>
                  <a:gd name="connsiteX0" fmla="*/ 6239 w 9180"/>
                  <a:gd name="connsiteY0" fmla="*/ 22 h 2262"/>
                  <a:gd name="connsiteX1" fmla="*/ 2948 w 9180"/>
                  <a:gd name="connsiteY1" fmla="*/ 2240 h 2262"/>
                  <a:gd name="connsiteX2" fmla="*/ 6239 w 9180"/>
                  <a:gd name="connsiteY2" fmla="*/ 22 h 2262"/>
                </a:gdLst>
                <a:ahLst/>
                <a:cxnLst>
                  <a:cxn ang="0">
                    <a:pos x="connsiteX0" y="connsiteY0"/>
                  </a:cxn>
                  <a:cxn ang="0">
                    <a:pos x="connsiteX1" y="connsiteY1"/>
                  </a:cxn>
                  <a:cxn ang="0">
                    <a:pos x="connsiteX2" y="connsiteY2"/>
                  </a:cxn>
                </a:cxnLst>
                <a:rect l="l" t="t" r="r" b="b"/>
                <a:pathLst>
                  <a:path w="9180" h="2262">
                    <a:moveTo>
                      <a:pt x="6239" y="22"/>
                    </a:moveTo>
                    <a:cubicBezTo>
                      <a:pt x="2953" y="-241"/>
                      <a:pt x="-3933" y="1902"/>
                      <a:pt x="2948" y="2240"/>
                    </a:cubicBezTo>
                    <a:cubicBezTo>
                      <a:pt x="6228" y="2503"/>
                      <a:pt x="13109" y="360"/>
                      <a:pt x="6239" y="22"/>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1" name="Freeform: Shape 2790">
                <a:extLst>
                  <a:ext uri="{FF2B5EF4-FFF2-40B4-BE49-F238E27FC236}">
                    <a16:creationId xmlns:a16="http://schemas.microsoft.com/office/drawing/2014/main" id="{D2728CA5-1CED-8164-C142-7C0321B0D077}"/>
                  </a:ext>
                </a:extLst>
              </p:cNvPr>
              <p:cNvSpPr/>
              <p:nvPr/>
            </p:nvSpPr>
            <p:spPr>
              <a:xfrm>
                <a:off x="1028115" y="6475590"/>
                <a:ext cx="9515" cy="4447"/>
              </a:xfrm>
              <a:custGeom>
                <a:avLst/>
                <a:gdLst>
                  <a:gd name="connsiteX0" fmla="*/ 6516 w 9515"/>
                  <a:gd name="connsiteY0" fmla="*/ 30 h 4447"/>
                  <a:gd name="connsiteX1" fmla="*/ 3002 w 9515"/>
                  <a:gd name="connsiteY1" fmla="*/ 4419 h 4447"/>
                  <a:gd name="connsiteX2" fmla="*/ 6516 w 9515"/>
                  <a:gd name="connsiteY2" fmla="*/ 30 h 4447"/>
                </a:gdLst>
                <a:ahLst/>
                <a:cxnLst>
                  <a:cxn ang="0">
                    <a:pos x="connsiteX0" y="connsiteY0"/>
                  </a:cxn>
                  <a:cxn ang="0">
                    <a:pos x="connsiteX1" y="connsiteY1"/>
                  </a:cxn>
                  <a:cxn ang="0">
                    <a:pos x="connsiteX2" y="connsiteY2"/>
                  </a:cxn>
                </a:cxnLst>
                <a:rect l="l" t="t" r="r" b="b"/>
                <a:pathLst>
                  <a:path w="9515" h="4447">
                    <a:moveTo>
                      <a:pt x="6516" y="30"/>
                    </a:moveTo>
                    <a:cubicBezTo>
                      <a:pt x="2830" y="-399"/>
                      <a:pt x="-3936" y="3864"/>
                      <a:pt x="3002" y="4419"/>
                    </a:cubicBezTo>
                    <a:cubicBezTo>
                      <a:pt x="6676" y="4831"/>
                      <a:pt x="13454" y="567"/>
                      <a:pt x="6516" y="3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2" name="Freeform: Shape 2791">
                <a:extLst>
                  <a:ext uri="{FF2B5EF4-FFF2-40B4-BE49-F238E27FC236}">
                    <a16:creationId xmlns:a16="http://schemas.microsoft.com/office/drawing/2014/main" id="{973B130F-1BCD-433D-4F77-86C28FEB73AE}"/>
                  </a:ext>
                </a:extLst>
              </p:cNvPr>
              <p:cNvSpPr/>
              <p:nvPr/>
            </p:nvSpPr>
            <p:spPr>
              <a:xfrm>
                <a:off x="1321784" y="6257894"/>
                <a:ext cx="8715" cy="2055"/>
              </a:xfrm>
              <a:custGeom>
                <a:avLst/>
                <a:gdLst>
                  <a:gd name="connsiteX0" fmla="*/ 5855 w 8715"/>
                  <a:gd name="connsiteY0" fmla="*/ 19 h 2055"/>
                  <a:gd name="connsiteX1" fmla="*/ 2866 w 8715"/>
                  <a:gd name="connsiteY1" fmla="*/ 2036 h 2055"/>
                  <a:gd name="connsiteX2" fmla="*/ 5855 w 8715"/>
                  <a:gd name="connsiteY2" fmla="*/ 19 h 2055"/>
                </a:gdLst>
                <a:ahLst/>
                <a:cxnLst>
                  <a:cxn ang="0">
                    <a:pos x="connsiteX0" y="connsiteY0"/>
                  </a:cxn>
                  <a:cxn ang="0">
                    <a:pos x="connsiteX1" y="connsiteY1"/>
                  </a:cxn>
                  <a:cxn ang="0">
                    <a:pos x="connsiteX2" y="connsiteY2"/>
                  </a:cxn>
                </a:cxnLst>
                <a:rect l="l" t="t" r="r" b="b"/>
                <a:pathLst>
                  <a:path w="8715" h="2055">
                    <a:moveTo>
                      <a:pt x="5855" y="19"/>
                    </a:moveTo>
                    <a:cubicBezTo>
                      <a:pt x="2643" y="-215"/>
                      <a:pt x="-3706" y="1739"/>
                      <a:pt x="2866" y="2036"/>
                    </a:cubicBezTo>
                    <a:cubicBezTo>
                      <a:pt x="6072" y="2271"/>
                      <a:pt x="12416" y="317"/>
                      <a:pt x="5855"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3" name="Freeform: Shape 2792">
                <a:extLst>
                  <a:ext uri="{FF2B5EF4-FFF2-40B4-BE49-F238E27FC236}">
                    <a16:creationId xmlns:a16="http://schemas.microsoft.com/office/drawing/2014/main" id="{8AA22779-F661-EBDE-BA00-37F03C9A16E1}"/>
                  </a:ext>
                </a:extLst>
              </p:cNvPr>
              <p:cNvSpPr/>
              <p:nvPr/>
            </p:nvSpPr>
            <p:spPr>
              <a:xfrm>
                <a:off x="918917" y="6617878"/>
                <a:ext cx="9788" cy="4316"/>
              </a:xfrm>
              <a:custGeom>
                <a:avLst/>
                <a:gdLst>
                  <a:gd name="connsiteX0" fmla="*/ 6741 w 9788"/>
                  <a:gd name="connsiteY0" fmla="*/ 23 h 4316"/>
                  <a:gd name="connsiteX1" fmla="*/ 3049 w 9788"/>
                  <a:gd name="connsiteY1" fmla="*/ 4292 h 4316"/>
                  <a:gd name="connsiteX2" fmla="*/ 6741 w 9788"/>
                  <a:gd name="connsiteY2" fmla="*/ 23 h 4316"/>
                </a:gdLst>
                <a:ahLst/>
                <a:cxnLst>
                  <a:cxn ang="0">
                    <a:pos x="connsiteX0" y="connsiteY0"/>
                  </a:cxn>
                  <a:cxn ang="0">
                    <a:pos x="connsiteX1" y="connsiteY1"/>
                  </a:cxn>
                  <a:cxn ang="0">
                    <a:pos x="connsiteX2" y="connsiteY2"/>
                  </a:cxn>
                </a:cxnLst>
                <a:rect l="l" t="t" r="r" b="b"/>
                <a:pathLst>
                  <a:path w="9788" h="4316">
                    <a:moveTo>
                      <a:pt x="6741" y="23"/>
                    </a:moveTo>
                    <a:cubicBezTo>
                      <a:pt x="3095" y="-349"/>
                      <a:pt x="-4106" y="3841"/>
                      <a:pt x="3049" y="4292"/>
                    </a:cubicBezTo>
                    <a:cubicBezTo>
                      <a:pt x="6712" y="4675"/>
                      <a:pt x="13885" y="498"/>
                      <a:pt x="6741" y="2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4" name="Freeform: Shape 2793">
                <a:extLst>
                  <a:ext uri="{FF2B5EF4-FFF2-40B4-BE49-F238E27FC236}">
                    <a16:creationId xmlns:a16="http://schemas.microsoft.com/office/drawing/2014/main" id="{0F55FCA8-B53C-6EB3-3E3C-2F470C47C124}"/>
                  </a:ext>
                </a:extLst>
              </p:cNvPr>
              <p:cNvSpPr/>
              <p:nvPr/>
            </p:nvSpPr>
            <p:spPr>
              <a:xfrm>
                <a:off x="804963" y="6702546"/>
                <a:ext cx="9949" cy="1546"/>
              </a:xfrm>
              <a:custGeom>
                <a:avLst/>
                <a:gdLst>
                  <a:gd name="connsiteX0" fmla="*/ 6698 w 9949"/>
                  <a:gd name="connsiteY0" fmla="*/ 0 h 1546"/>
                  <a:gd name="connsiteX1" fmla="*/ 80 w 9949"/>
                  <a:gd name="connsiteY1" fmla="*/ 857 h 1546"/>
                  <a:gd name="connsiteX2" fmla="*/ 6698 w 9949"/>
                  <a:gd name="connsiteY2" fmla="*/ 0 h 1546"/>
                </a:gdLst>
                <a:ahLst/>
                <a:cxnLst>
                  <a:cxn ang="0">
                    <a:pos x="connsiteX0" y="connsiteY0"/>
                  </a:cxn>
                  <a:cxn ang="0">
                    <a:pos x="connsiteX1" y="connsiteY1"/>
                  </a:cxn>
                  <a:cxn ang="0">
                    <a:pos x="connsiteX2" y="connsiteY2"/>
                  </a:cxn>
                </a:cxnLst>
                <a:rect l="l" t="t" r="r" b="b"/>
                <a:pathLst>
                  <a:path w="9949" h="1546">
                    <a:moveTo>
                      <a:pt x="6698" y="0"/>
                    </a:moveTo>
                    <a:cubicBezTo>
                      <a:pt x="4103" y="52"/>
                      <a:pt x="1143" y="440"/>
                      <a:pt x="80" y="857"/>
                    </a:cubicBezTo>
                    <a:cubicBezTo>
                      <a:pt x="-1360" y="2749"/>
                      <a:pt x="17242" y="160"/>
                      <a:pt x="6698"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5" name="Freeform: Shape 2794">
                <a:extLst>
                  <a:ext uri="{FF2B5EF4-FFF2-40B4-BE49-F238E27FC236}">
                    <a16:creationId xmlns:a16="http://schemas.microsoft.com/office/drawing/2014/main" id="{F1F4EDB7-5489-066D-2B10-D29C5BE1AF98}"/>
                  </a:ext>
                </a:extLst>
              </p:cNvPr>
              <p:cNvSpPr/>
              <p:nvPr/>
            </p:nvSpPr>
            <p:spPr>
              <a:xfrm>
                <a:off x="1228899" y="6320398"/>
                <a:ext cx="8942" cy="2155"/>
              </a:xfrm>
              <a:custGeom>
                <a:avLst/>
                <a:gdLst>
                  <a:gd name="connsiteX0" fmla="*/ 6043 w 8942"/>
                  <a:gd name="connsiteY0" fmla="*/ 21 h 2155"/>
                  <a:gd name="connsiteX1" fmla="*/ 2905 w 8942"/>
                  <a:gd name="connsiteY1" fmla="*/ 2135 h 2155"/>
                  <a:gd name="connsiteX2" fmla="*/ 6043 w 8942"/>
                  <a:gd name="connsiteY2" fmla="*/ 21 h 2155"/>
                </a:gdLst>
                <a:ahLst/>
                <a:cxnLst>
                  <a:cxn ang="0">
                    <a:pos x="connsiteX0" y="connsiteY0"/>
                  </a:cxn>
                  <a:cxn ang="0">
                    <a:pos x="connsiteX1" y="connsiteY1"/>
                  </a:cxn>
                  <a:cxn ang="0">
                    <a:pos x="connsiteX2" y="connsiteY2"/>
                  </a:cxn>
                </a:cxnLst>
                <a:rect l="l" t="t" r="r" b="b"/>
                <a:pathLst>
                  <a:path w="8942" h="2155">
                    <a:moveTo>
                      <a:pt x="6043" y="21"/>
                    </a:moveTo>
                    <a:cubicBezTo>
                      <a:pt x="2791" y="-226"/>
                      <a:pt x="-3815" y="1820"/>
                      <a:pt x="2905" y="2135"/>
                    </a:cubicBezTo>
                    <a:cubicBezTo>
                      <a:pt x="6152" y="2381"/>
                      <a:pt x="12752" y="334"/>
                      <a:pt x="6043"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6" name="Freeform: Shape 2795">
                <a:extLst>
                  <a:ext uri="{FF2B5EF4-FFF2-40B4-BE49-F238E27FC236}">
                    <a16:creationId xmlns:a16="http://schemas.microsoft.com/office/drawing/2014/main" id="{874A9D04-D16B-199F-22CA-ABA1F1198DA3}"/>
                  </a:ext>
                </a:extLst>
              </p:cNvPr>
              <p:cNvSpPr/>
              <p:nvPr/>
            </p:nvSpPr>
            <p:spPr>
              <a:xfrm>
                <a:off x="-990858" y="7526146"/>
                <a:ext cx="14523" cy="5162"/>
              </a:xfrm>
              <a:custGeom>
                <a:avLst/>
                <a:gdLst>
                  <a:gd name="connsiteX0" fmla="*/ 11091 w 14523"/>
                  <a:gd name="connsiteY0" fmla="*/ 0 h 5162"/>
                  <a:gd name="connsiteX1" fmla="*/ 9 w 14523"/>
                  <a:gd name="connsiteY1" fmla="*/ 4303 h 5162"/>
                  <a:gd name="connsiteX2" fmla="*/ 11091 w 14523"/>
                  <a:gd name="connsiteY2" fmla="*/ 0 h 5162"/>
                </a:gdLst>
                <a:ahLst/>
                <a:cxnLst>
                  <a:cxn ang="0">
                    <a:pos x="connsiteX0" y="connsiteY0"/>
                  </a:cxn>
                  <a:cxn ang="0">
                    <a:pos x="connsiteX1" y="connsiteY1"/>
                  </a:cxn>
                  <a:cxn ang="0">
                    <a:pos x="connsiteX2" y="connsiteY2"/>
                  </a:cxn>
                </a:cxnLst>
                <a:rect l="l" t="t" r="r" b="b"/>
                <a:pathLst>
                  <a:path w="14523" h="5162">
                    <a:moveTo>
                      <a:pt x="11091" y="0"/>
                    </a:moveTo>
                    <a:cubicBezTo>
                      <a:pt x="8182" y="223"/>
                      <a:pt x="-317" y="772"/>
                      <a:pt x="9" y="4303"/>
                    </a:cubicBezTo>
                    <a:cubicBezTo>
                      <a:pt x="2873" y="7373"/>
                      <a:pt x="22252" y="1332"/>
                      <a:pt x="11091"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7" name="Freeform: Shape 2796">
                <a:extLst>
                  <a:ext uri="{FF2B5EF4-FFF2-40B4-BE49-F238E27FC236}">
                    <a16:creationId xmlns:a16="http://schemas.microsoft.com/office/drawing/2014/main" id="{C154AF28-B724-6B31-BC50-2B536013C7A0}"/>
                  </a:ext>
                </a:extLst>
              </p:cNvPr>
              <p:cNvSpPr/>
              <p:nvPr/>
            </p:nvSpPr>
            <p:spPr>
              <a:xfrm>
                <a:off x="1683461" y="6397332"/>
                <a:ext cx="6874" cy="2958"/>
              </a:xfrm>
              <a:custGeom>
                <a:avLst/>
                <a:gdLst>
                  <a:gd name="connsiteX0" fmla="*/ 4755 w 6874"/>
                  <a:gd name="connsiteY0" fmla="*/ 953 h 2958"/>
                  <a:gd name="connsiteX1" fmla="*/ 0 w 6874"/>
                  <a:gd name="connsiteY1" fmla="*/ 2958 h 2958"/>
                  <a:gd name="connsiteX2" fmla="*/ 4755 w 6874"/>
                  <a:gd name="connsiteY2" fmla="*/ 953 h 2958"/>
                </a:gdLst>
                <a:ahLst/>
                <a:cxnLst>
                  <a:cxn ang="0">
                    <a:pos x="connsiteX0" y="connsiteY0"/>
                  </a:cxn>
                  <a:cxn ang="0">
                    <a:pos x="connsiteX1" y="connsiteY1"/>
                  </a:cxn>
                  <a:cxn ang="0">
                    <a:pos x="connsiteX2" y="connsiteY2"/>
                  </a:cxn>
                </a:cxnLst>
                <a:rect l="l" t="t" r="r" b="b"/>
                <a:pathLst>
                  <a:path w="6874" h="2958">
                    <a:moveTo>
                      <a:pt x="4755" y="953"/>
                    </a:moveTo>
                    <a:cubicBezTo>
                      <a:pt x="3372" y="1553"/>
                      <a:pt x="1137" y="2507"/>
                      <a:pt x="0" y="2958"/>
                    </a:cubicBezTo>
                    <a:cubicBezTo>
                      <a:pt x="623" y="2536"/>
                      <a:pt x="11310" y="-1905"/>
                      <a:pt x="4755" y="95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8" name="Freeform: Shape 2797">
                <a:extLst>
                  <a:ext uri="{FF2B5EF4-FFF2-40B4-BE49-F238E27FC236}">
                    <a16:creationId xmlns:a16="http://schemas.microsoft.com/office/drawing/2014/main" id="{F6D4E7EB-2672-53C8-7AA6-F6D89D9F3BF8}"/>
                  </a:ext>
                </a:extLst>
              </p:cNvPr>
              <p:cNvSpPr/>
              <p:nvPr/>
            </p:nvSpPr>
            <p:spPr>
              <a:xfrm>
                <a:off x="-2223" y="6723734"/>
                <a:ext cx="11602" cy="935"/>
              </a:xfrm>
              <a:custGeom>
                <a:avLst/>
                <a:gdLst>
                  <a:gd name="connsiteX0" fmla="*/ 8333 w 11602"/>
                  <a:gd name="connsiteY0" fmla="*/ 9 h 935"/>
                  <a:gd name="connsiteX1" fmla="*/ 3263 w 11602"/>
                  <a:gd name="connsiteY1" fmla="*/ 928 h 935"/>
                  <a:gd name="connsiteX2" fmla="*/ 8333 w 11602"/>
                  <a:gd name="connsiteY2" fmla="*/ 9 h 935"/>
                </a:gdLst>
                <a:ahLst/>
                <a:cxnLst>
                  <a:cxn ang="0">
                    <a:pos x="connsiteX0" y="connsiteY0"/>
                  </a:cxn>
                  <a:cxn ang="0">
                    <a:pos x="connsiteX1" y="connsiteY1"/>
                  </a:cxn>
                  <a:cxn ang="0">
                    <a:pos x="connsiteX2" y="connsiteY2"/>
                  </a:cxn>
                </a:cxnLst>
                <a:rect l="l" t="t" r="r" b="b"/>
                <a:pathLst>
                  <a:path w="11602" h="935">
                    <a:moveTo>
                      <a:pt x="8333" y="9"/>
                    </a:moveTo>
                    <a:cubicBezTo>
                      <a:pt x="5115" y="-95"/>
                      <a:pt x="-5206" y="757"/>
                      <a:pt x="3263" y="928"/>
                    </a:cubicBezTo>
                    <a:cubicBezTo>
                      <a:pt x="6504" y="1026"/>
                      <a:pt x="16808" y="163"/>
                      <a:pt x="8333" y="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9" name="Freeform: Shape 2798">
                <a:extLst>
                  <a:ext uri="{FF2B5EF4-FFF2-40B4-BE49-F238E27FC236}">
                    <a16:creationId xmlns:a16="http://schemas.microsoft.com/office/drawing/2014/main" id="{AAA3FE3E-83CA-AA84-A9BA-D81836DDAD3E}"/>
                  </a:ext>
                </a:extLst>
              </p:cNvPr>
              <p:cNvSpPr/>
              <p:nvPr/>
            </p:nvSpPr>
            <p:spPr>
              <a:xfrm>
                <a:off x="-160367" y="6776982"/>
                <a:ext cx="11892" cy="2863"/>
              </a:xfrm>
              <a:custGeom>
                <a:avLst/>
                <a:gdLst>
                  <a:gd name="connsiteX0" fmla="*/ 8634 w 11892"/>
                  <a:gd name="connsiteY0" fmla="*/ 35 h 2863"/>
                  <a:gd name="connsiteX1" fmla="*/ 3262 w 11892"/>
                  <a:gd name="connsiteY1" fmla="*/ 2830 h 2863"/>
                  <a:gd name="connsiteX2" fmla="*/ 8634 w 11892"/>
                  <a:gd name="connsiteY2" fmla="*/ 35 h 2863"/>
                </a:gdLst>
                <a:ahLst/>
                <a:cxnLst>
                  <a:cxn ang="0">
                    <a:pos x="connsiteX0" y="connsiteY0"/>
                  </a:cxn>
                  <a:cxn ang="0">
                    <a:pos x="connsiteX1" y="connsiteY1"/>
                  </a:cxn>
                  <a:cxn ang="0">
                    <a:pos x="connsiteX2" y="connsiteY2"/>
                  </a:cxn>
                </a:cxnLst>
                <a:rect l="l" t="t" r="r" b="b"/>
                <a:pathLst>
                  <a:path w="11892" h="2863">
                    <a:moveTo>
                      <a:pt x="8634" y="35"/>
                    </a:moveTo>
                    <a:cubicBezTo>
                      <a:pt x="5217" y="-336"/>
                      <a:pt x="-5259" y="2316"/>
                      <a:pt x="3262" y="2830"/>
                    </a:cubicBezTo>
                    <a:cubicBezTo>
                      <a:pt x="6674" y="3190"/>
                      <a:pt x="17150" y="522"/>
                      <a:pt x="8634" y="3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0" name="Freeform: Shape 2799">
                <a:extLst>
                  <a:ext uri="{FF2B5EF4-FFF2-40B4-BE49-F238E27FC236}">
                    <a16:creationId xmlns:a16="http://schemas.microsoft.com/office/drawing/2014/main" id="{B70B0493-B726-D020-4AAF-5CF7C44F8DAD}"/>
                  </a:ext>
                </a:extLst>
              </p:cNvPr>
              <p:cNvSpPr/>
              <p:nvPr/>
            </p:nvSpPr>
            <p:spPr>
              <a:xfrm>
                <a:off x="147382" y="6714399"/>
                <a:ext cx="10597" cy="152"/>
              </a:xfrm>
              <a:custGeom>
                <a:avLst/>
                <a:gdLst>
                  <a:gd name="connsiteX0" fmla="*/ 7688 w 10597"/>
                  <a:gd name="connsiteY0" fmla="*/ 149 h 152"/>
                  <a:gd name="connsiteX1" fmla="*/ 2905 w 10597"/>
                  <a:gd name="connsiteY1" fmla="*/ 6 h 152"/>
                  <a:gd name="connsiteX2" fmla="*/ 7688 w 10597"/>
                  <a:gd name="connsiteY2" fmla="*/ 149 h 152"/>
                </a:gdLst>
                <a:ahLst/>
                <a:cxnLst>
                  <a:cxn ang="0">
                    <a:pos x="connsiteX0" y="connsiteY0"/>
                  </a:cxn>
                  <a:cxn ang="0">
                    <a:pos x="connsiteX1" y="connsiteY1"/>
                  </a:cxn>
                  <a:cxn ang="0">
                    <a:pos x="connsiteX2" y="connsiteY2"/>
                  </a:cxn>
                </a:cxnLst>
                <a:rect l="l" t="t" r="r" b="b"/>
                <a:pathLst>
                  <a:path w="10597" h="152">
                    <a:moveTo>
                      <a:pt x="7688" y="149"/>
                    </a:moveTo>
                    <a:cubicBezTo>
                      <a:pt x="4488" y="171"/>
                      <a:pt x="-4622" y="85"/>
                      <a:pt x="2905" y="6"/>
                    </a:cubicBezTo>
                    <a:cubicBezTo>
                      <a:pt x="6093" y="-23"/>
                      <a:pt x="15232" y="58"/>
                      <a:pt x="7688" y="14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1" name="Freeform: Shape 2800">
                <a:extLst>
                  <a:ext uri="{FF2B5EF4-FFF2-40B4-BE49-F238E27FC236}">
                    <a16:creationId xmlns:a16="http://schemas.microsoft.com/office/drawing/2014/main" id="{D6E70CF1-4880-14E5-A970-645EEE72C344}"/>
                  </a:ext>
                </a:extLst>
              </p:cNvPr>
              <p:cNvSpPr/>
              <p:nvPr/>
            </p:nvSpPr>
            <p:spPr>
              <a:xfrm>
                <a:off x="288200" y="6724544"/>
                <a:ext cx="10682" cy="419"/>
              </a:xfrm>
              <a:custGeom>
                <a:avLst/>
                <a:gdLst>
                  <a:gd name="connsiteX0" fmla="*/ 7602 w 10682"/>
                  <a:gd name="connsiteY0" fmla="*/ 410 h 419"/>
                  <a:gd name="connsiteX1" fmla="*/ 3076 w 10682"/>
                  <a:gd name="connsiteY1" fmla="*/ 10 h 419"/>
                  <a:gd name="connsiteX2" fmla="*/ 7602 w 10682"/>
                  <a:gd name="connsiteY2" fmla="*/ 410 h 419"/>
                </a:gdLst>
                <a:ahLst/>
                <a:cxnLst>
                  <a:cxn ang="0">
                    <a:pos x="connsiteX0" y="connsiteY0"/>
                  </a:cxn>
                  <a:cxn ang="0">
                    <a:pos x="connsiteX1" y="connsiteY1"/>
                  </a:cxn>
                  <a:cxn ang="0">
                    <a:pos x="connsiteX2" y="connsiteY2"/>
                  </a:cxn>
                </a:cxnLst>
                <a:rect l="l" t="t" r="r" b="b"/>
                <a:pathLst>
                  <a:path w="10682" h="419">
                    <a:moveTo>
                      <a:pt x="7602" y="410"/>
                    </a:moveTo>
                    <a:cubicBezTo>
                      <a:pt x="4550" y="479"/>
                      <a:pt x="-4788" y="175"/>
                      <a:pt x="3076" y="10"/>
                    </a:cubicBezTo>
                    <a:cubicBezTo>
                      <a:pt x="6139" y="-59"/>
                      <a:pt x="15471" y="244"/>
                      <a:pt x="7602" y="41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2" name="Freeform: Shape 2801">
                <a:extLst>
                  <a:ext uri="{FF2B5EF4-FFF2-40B4-BE49-F238E27FC236}">
                    <a16:creationId xmlns:a16="http://schemas.microsoft.com/office/drawing/2014/main" id="{0D39BDF3-2306-CA67-2FD9-98318E47C63D}"/>
                  </a:ext>
                </a:extLst>
              </p:cNvPr>
              <p:cNvSpPr/>
              <p:nvPr/>
            </p:nvSpPr>
            <p:spPr>
              <a:xfrm>
                <a:off x="-328103" y="6880093"/>
                <a:ext cx="12331" cy="3693"/>
              </a:xfrm>
              <a:custGeom>
                <a:avLst/>
                <a:gdLst>
                  <a:gd name="connsiteX0" fmla="*/ 9017 w 12331"/>
                  <a:gd name="connsiteY0" fmla="*/ 41 h 3693"/>
                  <a:gd name="connsiteX1" fmla="*/ 3319 w 12331"/>
                  <a:gd name="connsiteY1" fmla="*/ 3653 h 3693"/>
                  <a:gd name="connsiteX2" fmla="*/ 9017 w 12331"/>
                  <a:gd name="connsiteY2" fmla="*/ 41 h 3693"/>
                </a:gdLst>
                <a:ahLst/>
                <a:cxnLst>
                  <a:cxn ang="0">
                    <a:pos x="connsiteX0" y="connsiteY0"/>
                  </a:cxn>
                  <a:cxn ang="0">
                    <a:pos x="connsiteX1" y="connsiteY1"/>
                  </a:cxn>
                  <a:cxn ang="0">
                    <a:pos x="connsiteX2" y="connsiteY2"/>
                  </a:cxn>
                </a:cxnLst>
                <a:rect l="l" t="t" r="r" b="b"/>
                <a:pathLst>
                  <a:path w="12331" h="3693">
                    <a:moveTo>
                      <a:pt x="9017" y="41"/>
                    </a:moveTo>
                    <a:cubicBezTo>
                      <a:pt x="5440" y="-411"/>
                      <a:pt x="-5413" y="3001"/>
                      <a:pt x="3319" y="3653"/>
                    </a:cubicBezTo>
                    <a:cubicBezTo>
                      <a:pt x="6891" y="4104"/>
                      <a:pt x="17738" y="693"/>
                      <a:pt x="9017" y="4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3" name="Freeform: Shape 2802">
                <a:extLst>
                  <a:ext uri="{FF2B5EF4-FFF2-40B4-BE49-F238E27FC236}">
                    <a16:creationId xmlns:a16="http://schemas.microsoft.com/office/drawing/2014/main" id="{0865A558-429D-6E83-850F-1133ED85AA8C}"/>
                  </a:ext>
                </a:extLst>
              </p:cNvPr>
              <p:cNvSpPr/>
              <p:nvPr/>
            </p:nvSpPr>
            <p:spPr>
              <a:xfrm>
                <a:off x="-1116919" y="7378684"/>
                <a:ext cx="14466" cy="4813"/>
              </a:xfrm>
              <a:custGeom>
                <a:avLst/>
                <a:gdLst>
                  <a:gd name="connsiteX0" fmla="*/ 10947 w 14466"/>
                  <a:gd name="connsiteY0" fmla="*/ 55 h 4813"/>
                  <a:gd name="connsiteX1" fmla="*/ 3524 w 14466"/>
                  <a:gd name="connsiteY1" fmla="*/ 4759 h 4813"/>
                  <a:gd name="connsiteX2" fmla="*/ 10947 w 14466"/>
                  <a:gd name="connsiteY2" fmla="*/ 55 h 4813"/>
                </a:gdLst>
                <a:ahLst/>
                <a:cxnLst>
                  <a:cxn ang="0">
                    <a:pos x="connsiteX0" y="connsiteY0"/>
                  </a:cxn>
                  <a:cxn ang="0">
                    <a:pos x="connsiteX1" y="connsiteY1"/>
                  </a:cxn>
                  <a:cxn ang="0">
                    <a:pos x="connsiteX2" y="connsiteY2"/>
                  </a:cxn>
                </a:cxnLst>
                <a:rect l="l" t="t" r="r" b="b"/>
                <a:pathLst>
                  <a:path w="14466" h="4813">
                    <a:moveTo>
                      <a:pt x="10947" y="55"/>
                    </a:moveTo>
                    <a:cubicBezTo>
                      <a:pt x="7170" y="-539"/>
                      <a:pt x="-6312" y="3844"/>
                      <a:pt x="3524" y="4759"/>
                    </a:cubicBezTo>
                    <a:cubicBezTo>
                      <a:pt x="7301" y="5353"/>
                      <a:pt x="20771" y="969"/>
                      <a:pt x="10947" y="5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4" name="Freeform: Shape 2803">
                <a:extLst>
                  <a:ext uri="{FF2B5EF4-FFF2-40B4-BE49-F238E27FC236}">
                    <a16:creationId xmlns:a16="http://schemas.microsoft.com/office/drawing/2014/main" id="{107FBAFF-6BCF-3BDB-E84E-504BB535EAFD}"/>
                  </a:ext>
                </a:extLst>
              </p:cNvPr>
              <p:cNvSpPr/>
              <p:nvPr/>
            </p:nvSpPr>
            <p:spPr>
              <a:xfrm>
                <a:off x="421793" y="6730483"/>
                <a:ext cx="10048" cy="159"/>
              </a:xfrm>
              <a:custGeom>
                <a:avLst/>
                <a:gdLst>
                  <a:gd name="connsiteX0" fmla="*/ 7168 w 10048"/>
                  <a:gd name="connsiteY0" fmla="*/ 3 h 159"/>
                  <a:gd name="connsiteX1" fmla="*/ 2882 w 10048"/>
                  <a:gd name="connsiteY1" fmla="*/ 152 h 159"/>
                  <a:gd name="connsiteX2" fmla="*/ 7168 w 10048"/>
                  <a:gd name="connsiteY2" fmla="*/ 3 h 159"/>
                </a:gdLst>
                <a:ahLst/>
                <a:cxnLst>
                  <a:cxn ang="0">
                    <a:pos x="connsiteX0" y="connsiteY0"/>
                  </a:cxn>
                  <a:cxn ang="0">
                    <a:pos x="connsiteX1" y="connsiteY1"/>
                  </a:cxn>
                  <a:cxn ang="0">
                    <a:pos x="connsiteX2" y="connsiteY2"/>
                  </a:cxn>
                </a:cxnLst>
                <a:rect l="l" t="t" r="r" b="b"/>
                <a:pathLst>
                  <a:path w="10048" h="159">
                    <a:moveTo>
                      <a:pt x="7168" y="3"/>
                    </a:moveTo>
                    <a:cubicBezTo>
                      <a:pt x="4094" y="26"/>
                      <a:pt x="-4422" y="198"/>
                      <a:pt x="2882" y="152"/>
                    </a:cubicBezTo>
                    <a:cubicBezTo>
                      <a:pt x="5957" y="141"/>
                      <a:pt x="14466" y="-25"/>
                      <a:pt x="7168" y="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5" name="Freeform: Shape 2804">
                <a:extLst>
                  <a:ext uri="{FF2B5EF4-FFF2-40B4-BE49-F238E27FC236}">
                    <a16:creationId xmlns:a16="http://schemas.microsoft.com/office/drawing/2014/main" id="{C15EA8CC-A265-4B4B-5EED-3E83C200F73B}"/>
                  </a:ext>
                </a:extLst>
              </p:cNvPr>
              <p:cNvSpPr/>
              <p:nvPr/>
            </p:nvSpPr>
            <p:spPr>
              <a:xfrm>
                <a:off x="-899418" y="7241213"/>
                <a:ext cx="13866" cy="4492"/>
              </a:xfrm>
              <a:custGeom>
                <a:avLst/>
                <a:gdLst>
                  <a:gd name="connsiteX0" fmla="*/ 10399 w 13866"/>
                  <a:gd name="connsiteY0" fmla="*/ 51 h 4492"/>
                  <a:gd name="connsiteX1" fmla="*/ 3472 w 13866"/>
                  <a:gd name="connsiteY1" fmla="*/ 4441 h 4492"/>
                  <a:gd name="connsiteX2" fmla="*/ 10399 w 13866"/>
                  <a:gd name="connsiteY2" fmla="*/ 51 h 4492"/>
                </a:gdLst>
                <a:ahLst/>
                <a:cxnLst>
                  <a:cxn ang="0">
                    <a:pos x="connsiteX0" y="connsiteY0"/>
                  </a:cxn>
                  <a:cxn ang="0">
                    <a:pos x="connsiteX1" y="connsiteY1"/>
                  </a:cxn>
                  <a:cxn ang="0">
                    <a:pos x="connsiteX2" y="connsiteY2"/>
                  </a:cxn>
                </a:cxnLst>
                <a:rect l="l" t="t" r="r" b="b"/>
                <a:pathLst>
                  <a:path w="13866" h="4492">
                    <a:moveTo>
                      <a:pt x="10399" y="51"/>
                    </a:moveTo>
                    <a:cubicBezTo>
                      <a:pt x="6673" y="-503"/>
                      <a:pt x="-6066" y="3600"/>
                      <a:pt x="3472" y="4441"/>
                    </a:cubicBezTo>
                    <a:cubicBezTo>
                      <a:pt x="7198" y="4995"/>
                      <a:pt x="19926" y="891"/>
                      <a:pt x="10399" y="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6" name="Freeform: Shape 2805">
                <a:extLst>
                  <a:ext uri="{FF2B5EF4-FFF2-40B4-BE49-F238E27FC236}">
                    <a16:creationId xmlns:a16="http://schemas.microsoft.com/office/drawing/2014/main" id="{5049D4F9-DC9F-4238-8679-CB6DCB86E417}"/>
                  </a:ext>
                </a:extLst>
              </p:cNvPr>
              <p:cNvSpPr/>
              <p:nvPr/>
            </p:nvSpPr>
            <p:spPr>
              <a:xfrm>
                <a:off x="-696042" y="7112894"/>
                <a:ext cx="13179" cy="4176"/>
              </a:xfrm>
              <a:custGeom>
                <a:avLst/>
                <a:gdLst>
                  <a:gd name="connsiteX0" fmla="*/ 9620 w 13179"/>
                  <a:gd name="connsiteY0" fmla="*/ 0 h 4176"/>
                  <a:gd name="connsiteX1" fmla="*/ 459 w 13179"/>
                  <a:gd name="connsiteY1" fmla="*/ 2052 h 4176"/>
                  <a:gd name="connsiteX2" fmla="*/ 9620 w 13179"/>
                  <a:gd name="connsiteY2" fmla="*/ 0 h 4176"/>
                </a:gdLst>
                <a:ahLst/>
                <a:cxnLst>
                  <a:cxn ang="0">
                    <a:pos x="connsiteX0" y="connsiteY0"/>
                  </a:cxn>
                  <a:cxn ang="0">
                    <a:pos x="connsiteX1" y="connsiteY1"/>
                  </a:cxn>
                  <a:cxn ang="0">
                    <a:pos x="connsiteX2" y="connsiteY2"/>
                  </a:cxn>
                </a:cxnLst>
                <a:rect l="l" t="t" r="r" b="b"/>
                <a:pathLst>
                  <a:path w="13179" h="4176">
                    <a:moveTo>
                      <a:pt x="9620" y="0"/>
                    </a:moveTo>
                    <a:cubicBezTo>
                      <a:pt x="6345" y="0"/>
                      <a:pt x="2248" y="915"/>
                      <a:pt x="459" y="2052"/>
                    </a:cubicBezTo>
                    <a:cubicBezTo>
                      <a:pt x="-3725" y="7407"/>
                      <a:pt x="22416" y="1081"/>
                      <a:pt x="9620"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7" name="Freeform: Shape 2806">
                <a:extLst>
                  <a:ext uri="{FF2B5EF4-FFF2-40B4-BE49-F238E27FC236}">
                    <a16:creationId xmlns:a16="http://schemas.microsoft.com/office/drawing/2014/main" id="{7BEE5104-462F-A60C-7856-D0A296B5D742}"/>
                  </a:ext>
                </a:extLst>
              </p:cNvPr>
              <p:cNvSpPr/>
              <p:nvPr/>
            </p:nvSpPr>
            <p:spPr>
              <a:xfrm>
                <a:off x="-506318" y="6992749"/>
                <a:ext cx="12800" cy="3929"/>
              </a:xfrm>
              <a:custGeom>
                <a:avLst/>
                <a:gdLst>
                  <a:gd name="connsiteX0" fmla="*/ 9434 w 12800"/>
                  <a:gd name="connsiteY0" fmla="*/ 45 h 3929"/>
                  <a:gd name="connsiteX1" fmla="*/ 3370 w 12800"/>
                  <a:gd name="connsiteY1" fmla="*/ 3885 h 3929"/>
                  <a:gd name="connsiteX2" fmla="*/ 9434 w 12800"/>
                  <a:gd name="connsiteY2" fmla="*/ 45 h 3929"/>
                </a:gdLst>
                <a:ahLst/>
                <a:cxnLst>
                  <a:cxn ang="0">
                    <a:pos x="connsiteX0" y="connsiteY0"/>
                  </a:cxn>
                  <a:cxn ang="0">
                    <a:pos x="connsiteX1" y="connsiteY1"/>
                  </a:cxn>
                  <a:cxn ang="0">
                    <a:pos x="connsiteX2" y="connsiteY2"/>
                  </a:cxn>
                </a:cxnLst>
                <a:rect l="l" t="t" r="r" b="b"/>
                <a:pathLst>
                  <a:path w="12800" h="3929">
                    <a:moveTo>
                      <a:pt x="9434" y="45"/>
                    </a:moveTo>
                    <a:cubicBezTo>
                      <a:pt x="5804" y="-442"/>
                      <a:pt x="-5614" y="3182"/>
                      <a:pt x="3370" y="3885"/>
                    </a:cubicBezTo>
                    <a:cubicBezTo>
                      <a:pt x="6993" y="4371"/>
                      <a:pt x="18412" y="753"/>
                      <a:pt x="9434" y="45"/>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8" name="Freeform: Shape 2807">
                <a:extLst>
                  <a:ext uri="{FF2B5EF4-FFF2-40B4-BE49-F238E27FC236}">
                    <a16:creationId xmlns:a16="http://schemas.microsoft.com/office/drawing/2014/main" id="{3EF31630-E9FF-20D8-ECDC-70C5DFFCD552}"/>
                  </a:ext>
                </a:extLst>
              </p:cNvPr>
              <p:cNvSpPr/>
              <p:nvPr/>
            </p:nvSpPr>
            <p:spPr>
              <a:xfrm>
                <a:off x="668720" y="6621462"/>
                <a:ext cx="9883" cy="4400"/>
              </a:xfrm>
              <a:custGeom>
                <a:avLst/>
                <a:gdLst>
                  <a:gd name="connsiteX0" fmla="*/ 6890 w 9883"/>
                  <a:gd name="connsiteY0" fmla="*/ 28 h 4400"/>
                  <a:gd name="connsiteX1" fmla="*/ 2992 w 9883"/>
                  <a:gd name="connsiteY1" fmla="*/ 4372 h 4400"/>
                  <a:gd name="connsiteX2" fmla="*/ 6890 w 9883"/>
                  <a:gd name="connsiteY2" fmla="*/ 28 h 4400"/>
                </a:gdLst>
                <a:ahLst/>
                <a:cxnLst>
                  <a:cxn ang="0">
                    <a:pos x="connsiteX0" y="connsiteY0"/>
                  </a:cxn>
                  <a:cxn ang="0">
                    <a:pos x="connsiteX1" y="connsiteY1"/>
                  </a:cxn>
                  <a:cxn ang="0">
                    <a:pos x="connsiteX2" y="connsiteY2"/>
                  </a:cxn>
                </a:cxnLst>
                <a:rect l="l" t="t" r="r" b="b"/>
                <a:pathLst>
                  <a:path w="9883" h="4400">
                    <a:moveTo>
                      <a:pt x="6890" y="28"/>
                    </a:moveTo>
                    <a:cubicBezTo>
                      <a:pt x="3312" y="-383"/>
                      <a:pt x="-4168" y="3840"/>
                      <a:pt x="2992" y="4372"/>
                    </a:cubicBezTo>
                    <a:cubicBezTo>
                      <a:pt x="6587" y="4789"/>
                      <a:pt x="14045" y="577"/>
                      <a:pt x="6890" y="28"/>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9" name="Freeform: Shape 2808">
                <a:extLst>
                  <a:ext uri="{FF2B5EF4-FFF2-40B4-BE49-F238E27FC236}">
                    <a16:creationId xmlns:a16="http://schemas.microsoft.com/office/drawing/2014/main" id="{0020FCCC-118C-EE78-BCF4-0078BA784839}"/>
                  </a:ext>
                </a:extLst>
              </p:cNvPr>
              <p:cNvSpPr/>
              <p:nvPr/>
            </p:nvSpPr>
            <p:spPr>
              <a:xfrm>
                <a:off x="1279074" y="6170926"/>
                <a:ext cx="8200" cy="251"/>
              </a:xfrm>
              <a:custGeom>
                <a:avLst/>
                <a:gdLst>
                  <a:gd name="connsiteX0" fmla="*/ 5474 w 8200"/>
                  <a:gd name="connsiteY0" fmla="*/ 251 h 251"/>
                  <a:gd name="connsiteX1" fmla="*/ 34 w 8200"/>
                  <a:gd name="connsiteY1" fmla="*/ 124 h 251"/>
                  <a:gd name="connsiteX2" fmla="*/ 5474 w 8200"/>
                  <a:gd name="connsiteY2" fmla="*/ 251 h 251"/>
                </a:gdLst>
                <a:ahLst/>
                <a:cxnLst>
                  <a:cxn ang="0">
                    <a:pos x="connsiteX0" y="connsiteY0"/>
                  </a:cxn>
                  <a:cxn ang="0">
                    <a:pos x="connsiteX1" y="connsiteY1"/>
                  </a:cxn>
                  <a:cxn ang="0">
                    <a:pos x="connsiteX2" y="connsiteY2"/>
                  </a:cxn>
                </a:cxnLst>
                <a:rect l="l" t="t" r="r" b="b"/>
                <a:pathLst>
                  <a:path w="8200" h="251">
                    <a:moveTo>
                      <a:pt x="5474" y="251"/>
                    </a:moveTo>
                    <a:cubicBezTo>
                      <a:pt x="3280" y="256"/>
                      <a:pt x="845" y="193"/>
                      <a:pt x="34" y="124"/>
                    </a:cubicBezTo>
                    <a:cubicBezTo>
                      <a:pt x="-801" y="-173"/>
                      <a:pt x="14173" y="142"/>
                      <a:pt x="5474" y="25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0" name="Freeform: Shape 2809">
                <a:extLst>
                  <a:ext uri="{FF2B5EF4-FFF2-40B4-BE49-F238E27FC236}">
                    <a16:creationId xmlns:a16="http://schemas.microsoft.com/office/drawing/2014/main" id="{6FEC207C-8EAD-C4B3-8DBD-199E4A1A2198}"/>
                  </a:ext>
                </a:extLst>
              </p:cNvPr>
              <p:cNvSpPr/>
              <p:nvPr/>
            </p:nvSpPr>
            <p:spPr>
              <a:xfrm>
                <a:off x="1450950" y="6268452"/>
                <a:ext cx="7990" cy="2892"/>
              </a:xfrm>
              <a:custGeom>
                <a:avLst/>
                <a:gdLst>
                  <a:gd name="connsiteX0" fmla="*/ 5363 w 7990"/>
                  <a:gd name="connsiteY0" fmla="*/ 2663 h 2892"/>
                  <a:gd name="connsiteX1" fmla="*/ 2631 w 7990"/>
                  <a:gd name="connsiteY1" fmla="*/ 228 h 2892"/>
                  <a:gd name="connsiteX2" fmla="*/ 5363 w 7990"/>
                  <a:gd name="connsiteY2" fmla="*/ 2663 h 2892"/>
                </a:gdLst>
                <a:ahLst/>
                <a:cxnLst>
                  <a:cxn ang="0">
                    <a:pos x="connsiteX0" y="connsiteY0"/>
                  </a:cxn>
                  <a:cxn ang="0">
                    <a:pos x="connsiteX1" y="connsiteY1"/>
                  </a:cxn>
                  <a:cxn ang="0">
                    <a:pos x="connsiteX2" y="connsiteY2"/>
                  </a:cxn>
                </a:cxnLst>
                <a:rect l="l" t="t" r="r" b="b"/>
                <a:pathLst>
                  <a:path w="7990" h="2892">
                    <a:moveTo>
                      <a:pt x="5363" y="2663"/>
                    </a:moveTo>
                    <a:cubicBezTo>
                      <a:pt x="1986" y="3565"/>
                      <a:pt x="-3192" y="1606"/>
                      <a:pt x="2631" y="228"/>
                    </a:cubicBezTo>
                    <a:cubicBezTo>
                      <a:pt x="6015" y="-664"/>
                      <a:pt x="11175" y="1251"/>
                      <a:pt x="5363" y="266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1" name="Freeform: Shape 2810">
                <a:extLst>
                  <a:ext uri="{FF2B5EF4-FFF2-40B4-BE49-F238E27FC236}">
                    <a16:creationId xmlns:a16="http://schemas.microsoft.com/office/drawing/2014/main" id="{C23AA5C7-FFD7-337D-50CA-1CEABFA38B28}"/>
                  </a:ext>
                </a:extLst>
              </p:cNvPr>
              <p:cNvSpPr/>
              <p:nvPr/>
            </p:nvSpPr>
            <p:spPr>
              <a:xfrm>
                <a:off x="1366515" y="6202904"/>
                <a:ext cx="8173" cy="1937"/>
              </a:xfrm>
              <a:custGeom>
                <a:avLst/>
                <a:gdLst>
                  <a:gd name="connsiteX0" fmla="*/ 5507 w 8173"/>
                  <a:gd name="connsiteY0" fmla="*/ 1859 h 1937"/>
                  <a:gd name="connsiteX1" fmla="*/ 2667 w 8173"/>
                  <a:gd name="connsiteY1" fmla="*/ 76 h 1937"/>
                  <a:gd name="connsiteX2" fmla="*/ 5507 w 8173"/>
                  <a:gd name="connsiteY2" fmla="*/ 1859 h 1937"/>
                </a:gdLst>
                <a:ahLst/>
                <a:cxnLst>
                  <a:cxn ang="0">
                    <a:pos x="connsiteX0" y="connsiteY0"/>
                  </a:cxn>
                  <a:cxn ang="0">
                    <a:pos x="connsiteX1" y="connsiteY1"/>
                  </a:cxn>
                  <a:cxn ang="0">
                    <a:pos x="connsiteX2" y="connsiteY2"/>
                  </a:cxn>
                </a:cxnLst>
                <a:rect l="l" t="t" r="r" b="b"/>
                <a:pathLst>
                  <a:path w="8173" h="1937">
                    <a:moveTo>
                      <a:pt x="5507" y="1859"/>
                    </a:moveTo>
                    <a:cubicBezTo>
                      <a:pt x="2450" y="2299"/>
                      <a:pt x="-3448" y="767"/>
                      <a:pt x="2667" y="76"/>
                    </a:cubicBezTo>
                    <a:cubicBezTo>
                      <a:pt x="5730" y="-352"/>
                      <a:pt x="11617" y="1139"/>
                      <a:pt x="5507" y="185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2" name="Freeform: Shape 2811">
                <a:extLst>
                  <a:ext uri="{FF2B5EF4-FFF2-40B4-BE49-F238E27FC236}">
                    <a16:creationId xmlns:a16="http://schemas.microsoft.com/office/drawing/2014/main" id="{BA7EDB1A-4D96-B1CF-6286-5BF1A06FD55C}"/>
                  </a:ext>
                </a:extLst>
              </p:cNvPr>
              <p:cNvSpPr/>
              <p:nvPr/>
            </p:nvSpPr>
            <p:spPr>
              <a:xfrm>
                <a:off x="1532018" y="6340672"/>
                <a:ext cx="7797" cy="3210"/>
              </a:xfrm>
              <a:custGeom>
                <a:avLst/>
                <a:gdLst>
                  <a:gd name="connsiteX0" fmla="*/ 5208 w 7797"/>
                  <a:gd name="connsiteY0" fmla="*/ 2704 h 3210"/>
                  <a:gd name="connsiteX1" fmla="*/ 2590 w 7797"/>
                  <a:gd name="connsiteY1" fmla="*/ 503 h 3210"/>
                  <a:gd name="connsiteX2" fmla="*/ 5208 w 7797"/>
                  <a:gd name="connsiteY2" fmla="*/ 2704 h 3210"/>
                </a:gdLst>
                <a:ahLst/>
                <a:cxnLst>
                  <a:cxn ang="0">
                    <a:pos x="connsiteX0" y="connsiteY0"/>
                  </a:cxn>
                  <a:cxn ang="0">
                    <a:pos x="connsiteX1" y="connsiteY1"/>
                  </a:cxn>
                  <a:cxn ang="0">
                    <a:pos x="connsiteX2" y="connsiteY2"/>
                  </a:cxn>
                </a:cxnLst>
                <a:rect l="l" t="t" r="r" b="b"/>
                <a:pathLst>
                  <a:path w="7797" h="3210">
                    <a:moveTo>
                      <a:pt x="5208" y="2704"/>
                    </a:moveTo>
                    <a:cubicBezTo>
                      <a:pt x="1665" y="4058"/>
                      <a:pt x="-2993" y="2486"/>
                      <a:pt x="2590" y="503"/>
                    </a:cubicBezTo>
                    <a:cubicBezTo>
                      <a:pt x="6139" y="-834"/>
                      <a:pt x="10786" y="697"/>
                      <a:pt x="5208" y="2704"/>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3" name="Freeform: Shape 2812">
                <a:extLst>
                  <a:ext uri="{FF2B5EF4-FFF2-40B4-BE49-F238E27FC236}">
                    <a16:creationId xmlns:a16="http://schemas.microsoft.com/office/drawing/2014/main" id="{9E578CCA-2B53-50F5-F427-EE7AE3950BF9}"/>
                  </a:ext>
                </a:extLst>
              </p:cNvPr>
              <p:cNvSpPr/>
              <p:nvPr/>
            </p:nvSpPr>
            <p:spPr>
              <a:xfrm>
                <a:off x="1609639" y="6392642"/>
                <a:ext cx="7612" cy="3109"/>
              </a:xfrm>
              <a:custGeom>
                <a:avLst/>
                <a:gdLst>
                  <a:gd name="connsiteX0" fmla="*/ 4951 w 7612"/>
                  <a:gd name="connsiteY0" fmla="*/ 2076 h 3109"/>
                  <a:gd name="connsiteX1" fmla="*/ 65 w 7612"/>
                  <a:gd name="connsiteY1" fmla="*/ 3013 h 3109"/>
                  <a:gd name="connsiteX2" fmla="*/ 4951 w 7612"/>
                  <a:gd name="connsiteY2" fmla="*/ 2076 h 3109"/>
                </a:gdLst>
                <a:ahLst/>
                <a:cxnLst>
                  <a:cxn ang="0">
                    <a:pos x="connsiteX0" y="connsiteY0"/>
                  </a:cxn>
                  <a:cxn ang="0">
                    <a:pos x="connsiteX1" y="connsiteY1"/>
                  </a:cxn>
                  <a:cxn ang="0">
                    <a:pos x="connsiteX2" y="connsiteY2"/>
                  </a:cxn>
                </a:cxnLst>
                <a:rect l="l" t="t" r="r" b="b"/>
                <a:pathLst>
                  <a:path w="7612" h="3109">
                    <a:moveTo>
                      <a:pt x="4951" y="2076"/>
                    </a:moveTo>
                    <a:cubicBezTo>
                      <a:pt x="2939" y="2893"/>
                      <a:pt x="751" y="3311"/>
                      <a:pt x="65" y="3013"/>
                    </a:cubicBezTo>
                    <a:cubicBezTo>
                      <a:pt x="-1078" y="739"/>
                      <a:pt x="13404" y="-1959"/>
                      <a:pt x="4951" y="2076"/>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4" name="Freeform: Shape 2813">
                <a:extLst>
                  <a:ext uri="{FF2B5EF4-FFF2-40B4-BE49-F238E27FC236}">
                    <a16:creationId xmlns:a16="http://schemas.microsoft.com/office/drawing/2014/main" id="{A942DB32-0A18-39AD-B20D-9237CBE1919F}"/>
                  </a:ext>
                </a:extLst>
              </p:cNvPr>
              <p:cNvSpPr/>
              <p:nvPr/>
            </p:nvSpPr>
            <p:spPr>
              <a:xfrm>
                <a:off x="1188399" y="6198195"/>
                <a:ext cx="8561" cy="1964"/>
              </a:xfrm>
              <a:custGeom>
                <a:avLst/>
                <a:gdLst>
                  <a:gd name="connsiteX0" fmla="*/ 5795 w 8561"/>
                  <a:gd name="connsiteY0" fmla="*/ 19 h 1964"/>
                  <a:gd name="connsiteX1" fmla="*/ 2772 w 8561"/>
                  <a:gd name="connsiteY1" fmla="*/ 1946 h 1964"/>
                  <a:gd name="connsiteX2" fmla="*/ 5795 w 8561"/>
                  <a:gd name="connsiteY2" fmla="*/ 19 h 1964"/>
                </a:gdLst>
                <a:ahLst/>
                <a:cxnLst>
                  <a:cxn ang="0">
                    <a:pos x="connsiteX0" y="connsiteY0"/>
                  </a:cxn>
                  <a:cxn ang="0">
                    <a:pos x="connsiteX1" y="connsiteY1"/>
                  </a:cxn>
                  <a:cxn ang="0">
                    <a:pos x="connsiteX2" y="connsiteY2"/>
                  </a:cxn>
                </a:cxnLst>
                <a:rect l="l" t="t" r="r" b="b"/>
                <a:pathLst>
                  <a:path w="8561" h="1964">
                    <a:moveTo>
                      <a:pt x="5795" y="19"/>
                    </a:moveTo>
                    <a:cubicBezTo>
                      <a:pt x="2721" y="-209"/>
                      <a:pt x="-3669" y="1659"/>
                      <a:pt x="2772" y="1946"/>
                    </a:cubicBezTo>
                    <a:cubicBezTo>
                      <a:pt x="5841" y="2174"/>
                      <a:pt x="12225" y="305"/>
                      <a:pt x="5795" y="19"/>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5" name="Freeform: Shape 2814">
                <a:extLst>
                  <a:ext uri="{FF2B5EF4-FFF2-40B4-BE49-F238E27FC236}">
                    <a16:creationId xmlns:a16="http://schemas.microsoft.com/office/drawing/2014/main" id="{A783EDCB-EEA0-BC3A-2462-F7212E3EBB5F}"/>
                  </a:ext>
                </a:extLst>
              </p:cNvPr>
              <p:cNvSpPr/>
              <p:nvPr/>
            </p:nvSpPr>
            <p:spPr>
              <a:xfrm>
                <a:off x="893345" y="6385952"/>
                <a:ext cx="9245" cy="2271"/>
              </a:xfrm>
              <a:custGeom>
                <a:avLst/>
                <a:gdLst>
                  <a:gd name="connsiteX0" fmla="*/ 6213 w 9245"/>
                  <a:gd name="connsiteY0" fmla="*/ 0 h 2271"/>
                  <a:gd name="connsiteX1" fmla="*/ 98 w 9245"/>
                  <a:gd name="connsiteY1" fmla="*/ 1109 h 2271"/>
                  <a:gd name="connsiteX2" fmla="*/ 6213 w 9245"/>
                  <a:gd name="connsiteY2" fmla="*/ 0 h 2271"/>
                </a:gdLst>
                <a:ahLst/>
                <a:cxnLst>
                  <a:cxn ang="0">
                    <a:pos x="connsiteX0" y="connsiteY0"/>
                  </a:cxn>
                  <a:cxn ang="0">
                    <a:pos x="connsiteX1" y="connsiteY1"/>
                  </a:cxn>
                  <a:cxn ang="0">
                    <a:pos x="connsiteX2" y="connsiteY2"/>
                  </a:cxn>
                </a:cxnLst>
                <a:rect l="l" t="t" r="r" b="b"/>
                <a:pathLst>
                  <a:path w="9245" h="2271">
                    <a:moveTo>
                      <a:pt x="6213" y="0"/>
                    </a:moveTo>
                    <a:cubicBezTo>
                      <a:pt x="3795" y="0"/>
                      <a:pt x="1063" y="497"/>
                      <a:pt x="98" y="1109"/>
                    </a:cubicBezTo>
                    <a:cubicBezTo>
                      <a:pt x="-1451" y="4058"/>
                      <a:pt x="16088" y="532"/>
                      <a:pt x="6213"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6" name="Freeform: Shape 2815">
                <a:extLst>
                  <a:ext uri="{FF2B5EF4-FFF2-40B4-BE49-F238E27FC236}">
                    <a16:creationId xmlns:a16="http://schemas.microsoft.com/office/drawing/2014/main" id="{9D1CCAFB-D341-DDEF-9463-B45C805F9B85}"/>
                  </a:ext>
                </a:extLst>
              </p:cNvPr>
              <p:cNvSpPr/>
              <p:nvPr/>
            </p:nvSpPr>
            <p:spPr>
              <a:xfrm>
                <a:off x="783971" y="6476359"/>
                <a:ext cx="9627" cy="4534"/>
              </a:xfrm>
              <a:custGeom>
                <a:avLst/>
                <a:gdLst>
                  <a:gd name="connsiteX0" fmla="*/ 6670 w 9627"/>
                  <a:gd name="connsiteY0" fmla="*/ 33 h 4534"/>
                  <a:gd name="connsiteX1" fmla="*/ 2961 w 9627"/>
                  <a:gd name="connsiteY1" fmla="*/ 4502 h 4534"/>
                  <a:gd name="connsiteX2" fmla="*/ 6670 w 9627"/>
                  <a:gd name="connsiteY2" fmla="*/ 33 h 4534"/>
                </a:gdLst>
                <a:ahLst/>
                <a:cxnLst>
                  <a:cxn ang="0">
                    <a:pos x="connsiteX0" y="connsiteY0"/>
                  </a:cxn>
                  <a:cxn ang="0">
                    <a:pos x="connsiteX1" y="connsiteY1"/>
                  </a:cxn>
                  <a:cxn ang="0">
                    <a:pos x="connsiteX2" y="connsiteY2"/>
                  </a:cxn>
                </a:cxnLst>
                <a:rect l="l" t="t" r="r" b="b"/>
                <a:pathLst>
                  <a:path w="9627" h="4534">
                    <a:moveTo>
                      <a:pt x="6670" y="33"/>
                    </a:moveTo>
                    <a:cubicBezTo>
                      <a:pt x="3041" y="-419"/>
                      <a:pt x="-4011" y="3902"/>
                      <a:pt x="2961" y="4502"/>
                    </a:cubicBezTo>
                    <a:cubicBezTo>
                      <a:pt x="6573" y="4948"/>
                      <a:pt x="13642" y="616"/>
                      <a:pt x="6670" y="33"/>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7" name="Freeform: Shape 2816">
                <a:extLst>
                  <a:ext uri="{FF2B5EF4-FFF2-40B4-BE49-F238E27FC236}">
                    <a16:creationId xmlns:a16="http://schemas.microsoft.com/office/drawing/2014/main" id="{CFEACC61-3E0B-BB8E-8FD9-725B7593B9CE}"/>
                  </a:ext>
                </a:extLst>
              </p:cNvPr>
              <p:cNvSpPr/>
              <p:nvPr/>
            </p:nvSpPr>
            <p:spPr>
              <a:xfrm>
                <a:off x="548359" y="6706672"/>
                <a:ext cx="9988" cy="1524"/>
              </a:xfrm>
              <a:custGeom>
                <a:avLst/>
                <a:gdLst>
                  <a:gd name="connsiteX0" fmla="*/ 6824 w 9988"/>
                  <a:gd name="connsiteY0" fmla="*/ 0 h 1524"/>
                  <a:gd name="connsiteX1" fmla="*/ 98 w 9988"/>
                  <a:gd name="connsiteY1" fmla="*/ 817 h 1524"/>
                  <a:gd name="connsiteX2" fmla="*/ 6824 w 9988"/>
                  <a:gd name="connsiteY2" fmla="*/ 0 h 1524"/>
                </a:gdLst>
                <a:ahLst/>
                <a:cxnLst>
                  <a:cxn ang="0">
                    <a:pos x="connsiteX0" y="connsiteY0"/>
                  </a:cxn>
                  <a:cxn ang="0">
                    <a:pos x="connsiteX1" y="connsiteY1"/>
                  </a:cxn>
                  <a:cxn ang="0">
                    <a:pos x="connsiteX2" y="connsiteY2"/>
                  </a:cxn>
                </a:cxnLst>
                <a:rect l="l" t="t" r="r" b="b"/>
                <a:pathLst>
                  <a:path w="9988" h="1524">
                    <a:moveTo>
                      <a:pt x="6824" y="0"/>
                    </a:moveTo>
                    <a:cubicBezTo>
                      <a:pt x="4230" y="29"/>
                      <a:pt x="1224" y="400"/>
                      <a:pt x="98" y="817"/>
                    </a:cubicBezTo>
                    <a:cubicBezTo>
                      <a:pt x="-1502" y="2691"/>
                      <a:pt x="17231" y="280"/>
                      <a:pt x="6824"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8" name="Freeform: Shape 2817">
                <a:extLst>
                  <a:ext uri="{FF2B5EF4-FFF2-40B4-BE49-F238E27FC236}">
                    <a16:creationId xmlns:a16="http://schemas.microsoft.com/office/drawing/2014/main" id="{02281979-D74D-3D49-2266-961437C12161}"/>
                  </a:ext>
                </a:extLst>
              </p:cNvPr>
              <p:cNvSpPr/>
              <p:nvPr/>
            </p:nvSpPr>
            <p:spPr>
              <a:xfrm>
                <a:off x="996252" y="6320397"/>
                <a:ext cx="9039" cy="2157"/>
              </a:xfrm>
              <a:custGeom>
                <a:avLst/>
                <a:gdLst>
                  <a:gd name="connsiteX0" fmla="*/ 6181 w 9039"/>
                  <a:gd name="connsiteY0" fmla="*/ 21 h 2157"/>
                  <a:gd name="connsiteX1" fmla="*/ 2860 w 9039"/>
                  <a:gd name="connsiteY1" fmla="*/ 2136 h 2157"/>
                  <a:gd name="connsiteX2" fmla="*/ 6181 w 9039"/>
                  <a:gd name="connsiteY2" fmla="*/ 21 h 2157"/>
                </a:gdLst>
                <a:ahLst/>
                <a:cxnLst>
                  <a:cxn ang="0">
                    <a:pos x="connsiteX0" y="connsiteY0"/>
                  </a:cxn>
                  <a:cxn ang="0">
                    <a:pos x="connsiteX1" y="connsiteY1"/>
                  </a:cxn>
                  <a:cxn ang="0">
                    <a:pos x="connsiteX2" y="connsiteY2"/>
                  </a:cxn>
                </a:cxnLst>
                <a:rect l="l" t="t" r="r" b="b"/>
                <a:pathLst>
                  <a:path w="9039" h="2157">
                    <a:moveTo>
                      <a:pt x="6181" y="21"/>
                    </a:moveTo>
                    <a:cubicBezTo>
                      <a:pt x="3020" y="-230"/>
                      <a:pt x="-3895" y="1810"/>
                      <a:pt x="2860" y="2136"/>
                    </a:cubicBezTo>
                    <a:cubicBezTo>
                      <a:pt x="6027" y="2387"/>
                      <a:pt x="12930" y="341"/>
                      <a:pt x="6181" y="21"/>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9" name="Freeform: Shape 2818">
                <a:extLst>
                  <a:ext uri="{FF2B5EF4-FFF2-40B4-BE49-F238E27FC236}">
                    <a16:creationId xmlns:a16="http://schemas.microsoft.com/office/drawing/2014/main" id="{60A6CFA3-6B57-EB53-A3D7-377F126A95E7}"/>
                  </a:ext>
                </a:extLst>
              </p:cNvPr>
              <p:cNvSpPr/>
              <p:nvPr/>
            </p:nvSpPr>
            <p:spPr>
              <a:xfrm>
                <a:off x="1094543" y="6257893"/>
                <a:ext cx="8797" cy="2057"/>
              </a:xfrm>
              <a:custGeom>
                <a:avLst/>
                <a:gdLst>
                  <a:gd name="connsiteX0" fmla="*/ 5983 w 8797"/>
                  <a:gd name="connsiteY0" fmla="*/ 20 h 2057"/>
                  <a:gd name="connsiteX1" fmla="*/ 2817 w 8797"/>
                  <a:gd name="connsiteY1" fmla="*/ 2037 h 2057"/>
                  <a:gd name="connsiteX2" fmla="*/ 5983 w 8797"/>
                  <a:gd name="connsiteY2" fmla="*/ 20 h 2057"/>
                </a:gdLst>
                <a:ahLst/>
                <a:cxnLst>
                  <a:cxn ang="0">
                    <a:pos x="connsiteX0" y="connsiteY0"/>
                  </a:cxn>
                  <a:cxn ang="0">
                    <a:pos x="connsiteX1" y="connsiteY1"/>
                  </a:cxn>
                  <a:cxn ang="0">
                    <a:pos x="connsiteX2" y="connsiteY2"/>
                  </a:cxn>
                </a:cxnLst>
                <a:rect l="l" t="t" r="r" b="b"/>
                <a:pathLst>
                  <a:path w="8797" h="2057">
                    <a:moveTo>
                      <a:pt x="5983" y="20"/>
                    </a:moveTo>
                    <a:cubicBezTo>
                      <a:pt x="2862" y="-220"/>
                      <a:pt x="-3778" y="1729"/>
                      <a:pt x="2817" y="2037"/>
                    </a:cubicBezTo>
                    <a:cubicBezTo>
                      <a:pt x="5937" y="2277"/>
                      <a:pt x="12572" y="329"/>
                      <a:pt x="5983" y="2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0" name="Freeform: Shape 2819">
                <a:extLst>
                  <a:ext uri="{FF2B5EF4-FFF2-40B4-BE49-F238E27FC236}">
                    <a16:creationId xmlns:a16="http://schemas.microsoft.com/office/drawing/2014/main" id="{AAF1587C-7992-58A0-CF23-59A63D41443C}"/>
                  </a:ext>
                </a:extLst>
              </p:cNvPr>
              <p:cNvSpPr/>
              <p:nvPr/>
            </p:nvSpPr>
            <p:spPr>
              <a:xfrm>
                <a:off x="-1350054" y="7526146"/>
                <a:ext cx="14763" cy="5156"/>
              </a:xfrm>
              <a:custGeom>
                <a:avLst/>
                <a:gdLst>
                  <a:gd name="connsiteX0" fmla="*/ 11447 w 14763"/>
                  <a:gd name="connsiteY0" fmla="*/ 0 h 5156"/>
                  <a:gd name="connsiteX1" fmla="*/ 0 w 14763"/>
                  <a:gd name="connsiteY1" fmla="*/ 4303 h 5156"/>
                  <a:gd name="connsiteX2" fmla="*/ 11447 w 14763"/>
                  <a:gd name="connsiteY2" fmla="*/ 0 h 5156"/>
                </a:gdLst>
                <a:ahLst/>
                <a:cxnLst>
                  <a:cxn ang="0">
                    <a:pos x="connsiteX0" y="connsiteY0"/>
                  </a:cxn>
                  <a:cxn ang="0">
                    <a:pos x="connsiteX1" y="connsiteY1"/>
                  </a:cxn>
                  <a:cxn ang="0">
                    <a:pos x="connsiteX2" y="connsiteY2"/>
                  </a:cxn>
                </a:cxnLst>
                <a:rect l="l" t="t" r="r" b="b"/>
                <a:pathLst>
                  <a:path w="14763" h="5156">
                    <a:moveTo>
                      <a:pt x="11447" y="0"/>
                    </a:moveTo>
                    <a:cubicBezTo>
                      <a:pt x="8441" y="240"/>
                      <a:pt x="-29" y="766"/>
                      <a:pt x="0" y="4303"/>
                    </a:cubicBezTo>
                    <a:cubicBezTo>
                      <a:pt x="2743" y="7355"/>
                      <a:pt x="22460" y="1343"/>
                      <a:pt x="11447" y="0"/>
                    </a:cubicBezTo>
                    <a:close/>
                  </a:path>
                </a:pathLst>
              </a:custGeom>
              <a:grpFill/>
              <a:ln w="6350"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pic>
        <p:nvPicPr>
          <p:cNvPr id="2882" name="!!hexicon" descr="cover.png"/>
          <p:cNvPicPr>
            <a:picLocks noChangeAspect="1"/>
          </p:cNvPicPr>
          <p:nvPr/>
        </p:nvPicPr>
        <p:blipFill>
          <a:blip r:embed="rId3"/>
          <a:stretch>
            <a:fillRect/>
          </a:stretch>
        </p:blipFill>
        <p:spPr>
          <a:xfrm>
            <a:off x="5833872" y="1024128"/>
            <a:ext cx="521207" cy="521207"/>
          </a:xfrm>
          <a:prstGeom prst="rect">
            <a:avLst/>
          </a:prstGeom>
        </p:spPr>
      </p:pic>
      <p:sp>
        <p:nvSpPr>
          <p:cNvPr id="2883" name="Rounded Rectangle 2882"/>
          <p:cNvSpPr/>
          <p:nvPr/>
        </p:nvSpPr>
        <p:spPr>
          <a:xfrm>
            <a:off x="822960" y="2240280"/>
            <a:ext cx="10543032" cy="3703320"/>
          </a:xfrm>
          <a:prstGeom prst="roundRect">
            <a:avLst>
              <a:gd name="adj" fmla="val 4000"/>
            </a:avLst>
          </a:prstGeom>
          <a:solidFill>
            <a:srgbClr val="000000">
              <a:alpha val="55000"/>
            </a:srgbClr>
          </a:solidFill>
          <a:ln w="9525">
            <a:solidFill>
              <a:srgbClr val="FFFFFF">
                <a:alpha val="55000"/>
              </a:srgbClr>
            </a:solidFill>
          </a:ln>
        </p:spPr>
        <p:txBody>
          <a:bodyPr rtlCol="0" anchor="ctr"/>
          <a:lstStyle/>
          <a:p>
            <a:pPr algn="ctr"/>
            <a:endParaRPr/>
          </a:p>
        </p:txBody>
      </p:sp>
      <p:sp>
        <p:nvSpPr>
          <p:cNvPr id="2884" name="TextBox 2883"/>
          <p:cNvSpPr txBox="1"/>
          <p:nvPr/>
        </p:nvSpPr>
        <p:spPr>
          <a:xfrm>
            <a:off x="1005840" y="2331720"/>
            <a:ext cx="10177272" cy="1188720"/>
          </a:xfrm>
          <a:prstGeom prst="rect">
            <a:avLst/>
          </a:prstGeom>
          <a:noFill/>
        </p:spPr>
        <p:txBody>
          <a:bodyPr wrap="square" lIns="45720" tIns="27432" rIns="45720" bIns="27432" anchor="ctr">
            <a:spAutoFit/>
          </a:bodyPr>
          <a:lstStyle/>
          <a:p>
            <a:pPr algn="ctr">
              <a:spcAft>
                <a:spcPts val="0"/>
              </a:spcAft>
              <a:buNone/>
            </a:pPr>
            <a:r>
              <a:rPr sz="3600" b="1" i="0">
                <a:solidFill>
                  <a:srgbClr val="FFFFFF"/>
                </a:solidFill>
                <a:latin typeface="Times New Roman"/>
              </a:rPr>
              <a:t>Exploratory Data Analysis (EDA):</a:t>
            </a:r>
          </a:p>
          <a:p>
            <a:pPr algn="ctr">
              <a:spcAft>
                <a:spcPts val="0"/>
              </a:spcAft>
              <a:buNone/>
            </a:pPr>
            <a:r>
              <a:rPr sz="3600" b="1" i="0">
                <a:solidFill>
                  <a:srgbClr val="FFFFFF"/>
                </a:solidFill>
                <a:latin typeface="Times New Roman"/>
              </a:rPr>
              <a:t>Theory and Practical</a:t>
            </a:r>
          </a:p>
        </p:txBody>
      </p:sp>
      <p:sp>
        <p:nvSpPr>
          <p:cNvPr id="2885" name="TextBox 2884"/>
          <p:cNvSpPr txBox="1"/>
          <p:nvPr/>
        </p:nvSpPr>
        <p:spPr>
          <a:xfrm>
            <a:off x="1005840" y="3566160"/>
            <a:ext cx="10177272" cy="457200"/>
          </a:xfrm>
          <a:prstGeom prst="rect">
            <a:avLst/>
          </a:prstGeom>
          <a:noFill/>
        </p:spPr>
        <p:txBody>
          <a:bodyPr wrap="square" lIns="45720" tIns="27432" rIns="45720" bIns="27432" anchor="t">
            <a:spAutoFit/>
          </a:bodyPr>
          <a:lstStyle/>
          <a:p>
            <a:pPr algn="ctr">
              <a:spcAft>
                <a:spcPts val="400"/>
              </a:spcAft>
              <a:buNone/>
            </a:pPr>
            <a:r>
              <a:rPr sz="2200" b="0" i="0">
                <a:solidFill>
                  <a:srgbClr val="FFFFFF"/>
                </a:solidFill>
                <a:latin typeface="Times New Roman"/>
              </a:rPr>
              <a:t>Course: MBA-BA-302 — Econometrics for Business Forecasting</a:t>
            </a:r>
          </a:p>
        </p:txBody>
      </p:sp>
      <p:sp>
        <p:nvSpPr>
          <p:cNvPr id="2886" name="TextBox 2885"/>
          <p:cNvSpPr txBox="1"/>
          <p:nvPr/>
        </p:nvSpPr>
        <p:spPr>
          <a:xfrm>
            <a:off x="1005840" y="4023360"/>
            <a:ext cx="10177272" cy="411480"/>
          </a:xfrm>
          <a:prstGeom prst="rect">
            <a:avLst/>
          </a:prstGeom>
          <a:noFill/>
        </p:spPr>
        <p:txBody>
          <a:bodyPr wrap="square" lIns="45720" tIns="27432" rIns="45720" bIns="27432" anchor="t">
            <a:spAutoFit/>
          </a:bodyPr>
          <a:lstStyle/>
          <a:p>
            <a:pPr algn="ctr">
              <a:spcAft>
                <a:spcPts val="400"/>
              </a:spcAft>
              <a:buNone/>
            </a:pPr>
            <a:r>
              <a:rPr sz="2000" b="0" i="0">
                <a:solidFill>
                  <a:srgbClr val="B9A5FF"/>
                </a:solidFill>
                <a:latin typeface="Times New Roman"/>
              </a:rPr>
              <a:t>MBA Business Analytics Presentation  ·  From raw data to business insight</a:t>
            </a:r>
          </a:p>
        </p:txBody>
      </p:sp>
      <p:sp>
        <p:nvSpPr>
          <p:cNvPr id="2887" name="TextBox 2886"/>
          <p:cNvSpPr txBox="1"/>
          <p:nvPr/>
        </p:nvSpPr>
        <p:spPr>
          <a:xfrm>
            <a:off x="1005840" y="4462272"/>
            <a:ext cx="10177272" cy="286232"/>
          </a:xfrm>
          <a:prstGeom prst="rect">
            <a:avLst/>
          </a:prstGeom>
          <a:noFill/>
        </p:spPr>
        <p:txBody>
          <a:bodyPr wrap="square" lIns="45720" tIns="27432" rIns="45720" bIns="27432" anchor="t">
            <a:spAutoFit/>
          </a:bodyPr>
          <a:lstStyle/>
          <a:p>
            <a:pPr algn="ctr">
              <a:spcAft>
                <a:spcPts val="400"/>
              </a:spcAft>
              <a:buNone/>
            </a:pPr>
            <a:r>
              <a:rPr sz="1500" b="0" i="1" dirty="0">
                <a:solidFill>
                  <a:srgbClr val="D6CFF2"/>
                </a:solidFill>
                <a:latin typeface="Times New Roman"/>
              </a:rPr>
              <a:t>Presented by: F</a:t>
            </a:r>
            <a:r>
              <a:rPr lang="en-IN" sz="1500" b="0" i="1" dirty="0">
                <a:solidFill>
                  <a:srgbClr val="D6CFF2"/>
                </a:solidFill>
                <a:latin typeface="Times New Roman"/>
              </a:rPr>
              <a:t>our</a:t>
            </a:r>
            <a:r>
              <a:rPr sz="1500" b="0" i="1" dirty="0">
                <a:solidFill>
                  <a:srgbClr val="D6CFF2"/>
                </a:solidFill>
                <a:latin typeface="Times New Roman"/>
              </a:rPr>
              <a:t> Group Members</a:t>
            </a:r>
          </a:p>
        </p:txBody>
      </p:sp>
      <p:grpSp>
        <p:nvGrpSpPr>
          <p:cNvPr id="2" name="Group 1">
            <a:extLst>
              <a:ext uri="{FF2B5EF4-FFF2-40B4-BE49-F238E27FC236}">
                <a16:creationId xmlns:a16="http://schemas.microsoft.com/office/drawing/2014/main" id="{BB20B059-194F-0579-6EBE-B4C202E03123}"/>
              </a:ext>
            </a:extLst>
          </p:cNvPr>
          <p:cNvGrpSpPr/>
          <p:nvPr/>
        </p:nvGrpSpPr>
        <p:grpSpPr>
          <a:xfrm>
            <a:off x="2254346" y="4773168"/>
            <a:ext cx="7415784" cy="384048"/>
            <a:chOff x="1441551" y="4773168"/>
            <a:chExt cx="7415784" cy="384048"/>
          </a:xfrm>
        </p:grpSpPr>
        <p:sp>
          <p:nvSpPr>
            <p:cNvPr id="2888" name="Rounded Rectangle 2887"/>
            <p:cNvSpPr/>
            <p:nvPr/>
          </p:nvSpPr>
          <p:spPr>
            <a:xfrm>
              <a:off x="1441551" y="4773168"/>
              <a:ext cx="1737360" cy="384048"/>
            </a:xfrm>
            <a:prstGeom prst="roundRect">
              <a:avLst>
                <a:gd name="adj" fmla="val 50000"/>
              </a:avLst>
            </a:prstGeom>
            <a:solidFill>
              <a:srgbClr val="0B0720">
                <a:alpha val="60000"/>
              </a:srgbClr>
            </a:solidFill>
            <a:ln w="9525">
              <a:solidFill>
                <a:srgbClr val="FFFFFF"/>
              </a:solidFill>
            </a:ln>
          </p:spPr>
          <p:txBody>
            <a:bodyPr wrap="square" lIns="73152" tIns="36576" rIns="73152" bIns="36576" rtlCol="0" anchor="ctr"/>
            <a:lstStyle/>
            <a:p>
              <a:pPr algn="ctr">
                <a:spcAft>
                  <a:spcPts val="0"/>
                </a:spcAft>
                <a:buNone/>
              </a:pPr>
              <a:r>
                <a:rPr lang="en-IN" sz="1800" b="1" i="0" dirty="0">
                  <a:solidFill>
                    <a:srgbClr val="FFFFFF"/>
                  </a:solidFill>
                  <a:latin typeface="Times New Roman"/>
                </a:rPr>
                <a:t>Nandini</a:t>
              </a:r>
              <a:endParaRPr sz="1800" b="1" i="0" dirty="0">
                <a:solidFill>
                  <a:srgbClr val="FFFFFF"/>
                </a:solidFill>
                <a:latin typeface="Times New Roman"/>
              </a:endParaRPr>
            </a:p>
          </p:txBody>
        </p:sp>
        <p:sp>
          <p:nvSpPr>
            <p:cNvPr id="2889" name="Rounded Rectangle 2888"/>
            <p:cNvSpPr/>
            <p:nvPr/>
          </p:nvSpPr>
          <p:spPr>
            <a:xfrm>
              <a:off x="3334359" y="4773168"/>
              <a:ext cx="1737360" cy="384048"/>
            </a:xfrm>
            <a:prstGeom prst="roundRect">
              <a:avLst>
                <a:gd name="adj" fmla="val 50000"/>
              </a:avLst>
            </a:prstGeom>
            <a:solidFill>
              <a:srgbClr val="0B0720">
                <a:alpha val="60000"/>
              </a:srgbClr>
            </a:solidFill>
            <a:ln w="9525">
              <a:solidFill>
                <a:srgbClr val="FFFFFF"/>
              </a:solidFill>
            </a:ln>
          </p:spPr>
          <p:txBody>
            <a:bodyPr wrap="square" lIns="73152" tIns="36576" rIns="73152" bIns="36576" rtlCol="0" anchor="ctr"/>
            <a:lstStyle/>
            <a:p>
              <a:pPr algn="ctr">
                <a:spcAft>
                  <a:spcPts val="0"/>
                </a:spcAft>
                <a:buNone/>
              </a:pPr>
              <a:r>
                <a:rPr lang="en-IN" b="1" dirty="0">
                  <a:solidFill>
                    <a:srgbClr val="FFFFFF"/>
                  </a:solidFill>
                  <a:latin typeface="Times New Roman"/>
                </a:rPr>
                <a:t>Aditi</a:t>
              </a:r>
              <a:endParaRPr sz="1800" b="1" i="0" dirty="0">
                <a:solidFill>
                  <a:srgbClr val="FFFFFF"/>
                </a:solidFill>
                <a:latin typeface="Times New Roman"/>
              </a:endParaRPr>
            </a:p>
          </p:txBody>
        </p:sp>
        <p:sp>
          <p:nvSpPr>
            <p:cNvPr id="2890" name="Rounded Rectangle 2889"/>
            <p:cNvSpPr/>
            <p:nvPr/>
          </p:nvSpPr>
          <p:spPr>
            <a:xfrm>
              <a:off x="5227167" y="4773168"/>
              <a:ext cx="1737360" cy="384048"/>
            </a:xfrm>
            <a:prstGeom prst="roundRect">
              <a:avLst>
                <a:gd name="adj" fmla="val 50000"/>
              </a:avLst>
            </a:prstGeom>
            <a:solidFill>
              <a:srgbClr val="0B0720">
                <a:alpha val="60000"/>
              </a:srgbClr>
            </a:solidFill>
            <a:ln w="9525">
              <a:solidFill>
                <a:srgbClr val="FFFFFF"/>
              </a:solidFill>
            </a:ln>
          </p:spPr>
          <p:txBody>
            <a:bodyPr wrap="square" lIns="73152" tIns="36576" rIns="73152" bIns="36576" rtlCol="0" anchor="ctr"/>
            <a:lstStyle/>
            <a:p>
              <a:pPr algn="ctr">
                <a:spcAft>
                  <a:spcPts val="0"/>
                </a:spcAft>
                <a:buNone/>
              </a:pPr>
              <a:r>
                <a:rPr lang="en-IN" sz="1800" b="1" i="0" dirty="0">
                  <a:solidFill>
                    <a:srgbClr val="FFFFFF"/>
                  </a:solidFill>
                  <a:latin typeface="Times New Roman"/>
                </a:rPr>
                <a:t>Diksha</a:t>
              </a:r>
              <a:endParaRPr sz="1800" b="1" i="0" dirty="0">
                <a:solidFill>
                  <a:srgbClr val="FFFFFF"/>
                </a:solidFill>
                <a:latin typeface="Times New Roman"/>
              </a:endParaRPr>
            </a:p>
          </p:txBody>
        </p:sp>
        <p:sp>
          <p:nvSpPr>
            <p:cNvPr id="2891" name="Rounded Rectangle 2890"/>
            <p:cNvSpPr/>
            <p:nvPr/>
          </p:nvSpPr>
          <p:spPr>
            <a:xfrm>
              <a:off x="7119975" y="4773168"/>
              <a:ext cx="1737360" cy="384048"/>
            </a:xfrm>
            <a:prstGeom prst="roundRect">
              <a:avLst>
                <a:gd name="adj" fmla="val 50000"/>
              </a:avLst>
            </a:prstGeom>
            <a:solidFill>
              <a:srgbClr val="0B0720">
                <a:alpha val="60000"/>
              </a:srgbClr>
            </a:solidFill>
            <a:ln w="9525">
              <a:solidFill>
                <a:srgbClr val="FFFFFF"/>
              </a:solidFill>
            </a:ln>
          </p:spPr>
          <p:txBody>
            <a:bodyPr wrap="square" lIns="73152" tIns="36576" rIns="73152" bIns="36576" rtlCol="0" anchor="ctr"/>
            <a:lstStyle/>
            <a:p>
              <a:pPr algn="ctr">
                <a:spcAft>
                  <a:spcPts val="0"/>
                </a:spcAft>
                <a:buNone/>
              </a:pPr>
              <a:r>
                <a:rPr lang="en-IN" b="1" dirty="0">
                  <a:solidFill>
                    <a:srgbClr val="FFFFFF"/>
                  </a:solidFill>
                  <a:latin typeface="Times New Roman"/>
                </a:rPr>
                <a:t>Pravinder</a:t>
              </a:r>
              <a:endParaRPr sz="1800" b="1" i="0" dirty="0">
                <a:solidFill>
                  <a:srgbClr val="FFFFFF"/>
                </a:solidFill>
                <a:latin typeface="Times New Roman"/>
              </a:endParaRPr>
            </a:p>
          </p:txBody>
        </p:sp>
      </p:grpSp>
    </p:spTree>
    <p:extLst>
      <p:ext uri="{BB962C8B-B14F-4D97-AF65-F5344CB8AC3E}">
        <p14:creationId xmlns:p14="http://schemas.microsoft.com/office/powerpoint/2010/main" val="2858567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27000">
              <a:schemeClr val="accent4">
                <a:lumMod val="0"/>
                <a:lumOff val="100000"/>
              </a:schemeClr>
            </a:gs>
            <a:gs pos="50000">
              <a:schemeClr val="accent3">
                <a:lumMod val="60000"/>
                <a:lumOff val="40000"/>
              </a:schemeClr>
            </a:gs>
            <a:gs pos="79000">
              <a:schemeClr val="bg1">
                <a:lumMod val="65000"/>
              </a:schemeClr>
            </a:gs>
          </a:gsLst>
          <a:path path="circle">
            <a:fillToRect l="50000" t="-80000" r="50000" b="180000"/>
          </a:path>
          <a:tileRect/>
        </a:gradFill>
        <a:effectLst/>
      </p:bgPr>
    </p:bg>
    <p:spTree>
      <p:nvGrpSpPr>
        <p:cNvPr id="1" name="">
          <a:extLst>
            <a:ext uri="{FF2B5EF4-FFF2-40B4-BE49-F238E27FC236}">
              <a16:creationId xmlns:a16="http://schemas.microsoft.com/office/drawing/2014/main" id="{F628E9CF-92C2-39C8-92FD-C9D836DB01C6}"/>
            </a:ext>
          </a:extLst>
        </p:cNvPr>
        <p:cNvGrpSpPr/>
        <p:nvPr/>
      </p:nvGrpSpPr>
      <p:grpSpPr>
        <a:xfrm>
          <a:off x="0" y="0"/>
          <a:ext cx="0" cy="0"/>
          <a:chOff x="0" y="0"/>
          <a:chExt cx="0" cy="0"/>
        </a:xfrm>
      </p:grpSpPr>
      <p:grpSp>
        <p:nvGrpSpPr>
          <p:cNvPr id="10" name="Graphic 2">
            <a:extLst>
              <a:ext uri="{FF2B5EF4-FFF2-40B4-BE49-F238E27FC236}">
                <a16:creationId xmlns:a16="http://schemas.microsoft.com/office/drawing/2014/main" id="{B14B591E-FF34-5D72-82C6-086926221B32}"/>
              </a:ext>
            </a:extLst>
          </p:cNvPr>
          <p:cNvGrpSpPr/>
          <p:nvPr/>
        </p:nvGrpSpPr>
        <p:grpSpPr>
          <a:xfrm>
            <a:off x="-4826901" y="4662883"/>
            <a:ext cx="22278322" cy="2195116"/>
            <a:chOff x="-1701658" y="3997633"/>
            <a:chExt cx="14003150" cy="3533927"/>
          </a:xfrm>
          <a:noFill/>
          <a:effectLst>
            <a:outerShdw blurRad="635000" algn="ctr" rotWithShape="0">
              <a:schemeClr val="bg1"/>
            </a:outerShdw>
          </a:effectLst>
        </p:grpSpPr>
        <p:grpSp>
          <p:nvGrpSpPr>
            <p:cNvPr id="11" name="Graphic 2">
              <a:extLst>
                <a:ext uri="{FF2B5EF4-FFF2-40B4-BE49-F238E27FC236}">
                  <a16:creationId xmlns:a16="http://schemas.microsoft.com/office/drawing/2014/main" id="{D9A052B0-1156-9196-0055-DC4C8DEEDB7F}"/>
                </a:ext>
              </a:extLst>
            </p:cNvPr>
            <p:cNvGrpSpPr/>
            <p:nvPr/>
          </p:nvGrpSpPr>
          <p:grpSpPr>
            <a:xfrm>
              <a:off x="-1701658" y="3997633"/>
              <a:ext cx="14003150" cy="3531261"/>
              <a:chOff x="-1701658" y="3997633"/>
              <a:chExt cx="14003150" cy="3531261"/>
            </a:xfrm>
            <a:grpFill/>
          </p:grpSpPr>
          <p:sp>
            <p:nvSpPr>
              <p:cNvPr id="2821" name="Freeform: Shape 2820">
                <a:extLst>
                  <a:ext uri="{FF2B5EF4-FFF2-40B4-BE49-F238E27FC236}">
                    <a16:creationId xmlns:a16="http://schemas.microsoft.com/office/drawing/2014/main" id="{EE5BC342-3C8C-F800-99C3-E7467B1951EC}"/>
                  </a:ext>
                </a:extLst>
              </p:cNvPr>
              <p:cNvSpPr/>
              <p:nvPr/>
            </p:nvSpPr>
            <p:spPr>
              <a:xfrm>
                <a:off x="-1701658" y="3997633"/>
                <a:ext cx="14003150" cy="3531023"/>
              </a:xfrm>
              <a:custGeom>
                <a:avLst/>
                <a:gdLst>
                  <a:gd name="connsiteX0" fmla="*/ 3193359 w 14003150"/>
                  <a:gd name="connsiteY0" fmla="*/ 2446063 h 3531023"/>
                  <a:gd name="connsiteX1" fmla="*/ 4478686 w 14003150"/>
                  <a:gd name="connsiteY1" fmla="*/ 1531051 h 3531023"/>
                  <a:gd name="connsiteX2" fmla="*/ 5573028 w 14003150"/>
                  <a:gd name="connsiteY2" fmla="*/ 2143825 h 3531023"/>
                  <a:gd name="connsiteX3" fmla="*/ 6149489 w 14003150"/>
                  <a:gd name="connsiteY3" fmla="*/ 1904796 h 3531023"/>
                  <a:gd name="connsiteX4" fmla="*/ 6977432 w 14003150"/>
                  <a:gd name="connsiteY4" fmla="*/ 1622675 h 3531023"/>
                  <a:gd name="connsiteX5" fmla="*/ 7657128 w 14003150"/>
                  <a:gd name="connsiteY5" fmla="*/ 1189140 h 3531023"/>
                  <a:gd name="connsiteX6" fmla="*/ 7952554 w 14003150"/>
                  <a:gd name="connsiteY6" fmla="*/ 1130322 h 3531023"/>
                  <a:gd name="connsiteX7" fmla="*/ 8430219 w 14003150"/>
                  <a:gd name="connsiteY7" fmla="*/ 973342 h 3531023"/>
                  <a:gd name="connsiteX8" fmla="*/ 9441008 w 14003150"/>
                  <a:gd name="connsiteY8" fmla="*/ 941967 h 3531023"/>
                  <a:gd name="connsiteX9" fmla="*/ 10915896 w 14003150"/>
                  <a:gd name="connsiteY9" fmla="*/ 153051 h 3531023"/>
                  <a:gd name="connsiteX10" fmla="*/ 11358425 w 14003150"/>
                  <a:gd name="connsiteY10" fmla="*/ 1117314 h 3531023"/>
                  <a:gd name="connsiteX11" fmla="*/ 11682546 w 14003150"/>
                  <a:gd name="connsiteY11" fmla="*/ 1709434 h 3531023"/>
                  <a:gd name="connsiteX12" fmla="*/ 11887229 w 14003150"/>
                  <a:gd name="connsiteY12" fmla="*/ 2213234 h 3531023"/>
                  <a:gd name="connsiteX13" fmla="*/ 12126018 w 14003150"/>
                  <a:gd name="connsiteY13" fmla="*/ 2402606 h 3531023"/>
                  <a:gd name="connsiteX14" fmla="*/ 12594488 w 14003150"/>
                  <a:gd name="connsiteY14" fmla="*/ 2684213 h 3531023"/>
                  <a:gd name="connsiteX15" fmla="*/ 14003150 w 14003150"/>
                  <a:gd name="connsiteY15" fmla="*/ 3531021 h 3531023"/>
                  <a:gd name="connsiteX16" fmla="*/ 0 w 14003150"/>
                  <a:gd name="connsiteY16" fmla="*/ 3531021 h 3531023"/>
                  <a:gd name="connsiteX17" fmla="*/ 861108 w 14003150"/>
                  <a:gd name="connsiteY17" fmla="*/ 3013368 h 3531023"/>
                  <a:gd name="connsiteX18" fmla="*/ 1406193 w 14003150"/>
                  <a:gd name="connsiteY18" fmla="*/ 2728767 h 3531023"/>
                  <a:gd name="connsiteX19" fmla="*/ 2062275 w 14003150"/>
                  <a:gd name="connsiteY19" fmla="*/ 2681321 h 3531023"/>
                  <a:gd name="connsiteX20" fmla="*/ 2467960 w 14003150"/>
                  <a:gd name="connsiteY20" fmla="*/ 2324328 h 3531023"/>
                  <a:gd name="connsiteX21" fmla="*/ 2799921 w 14003150"/>
                  <a:gd name="connsiteY21" fmla="*/ 2175687 h 3531023"/>
                  <a:gd name="connsiteX22" fmla="*/ 3193359 w 14003150"/>
                  <a:gd name="connsiteY22" fmla="*/ 2446063 h 353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003150" h="3531023">
                    <a:moveTo>
                      <a:pt x="3193359" y="2446063"/>
                    </a:moveTo>
                    <a:cubicBezTo>
                      <a:pt x="3742462" y="2372477"/>
                      <a:pt x="4005781" y="1763012"/>
                      <a:pt x="4478686" y="1531051"/>
                    </a:cubicBezTo>
                    <a:cubicBezTo>
                      <a:pt x="4993041" y="1240301"/>
                      <a:pt x="5139391" y="2080606"/>
                      <a:pt x="5573028" y="2143825"/>
                    </a:cubicBezTo>
                    <a:cubicBezTo>
                      <a:pt x="5788124" y="2134499"/>
                      <a:pt x="5947155" y="1957740"/>
                      <a:pt x="6149489" y="1904796"/>
                    </a:cubicBezTo>
                    <a:cubicBezTo>
                      <a:pt x="6456139" y="1906904"/>
                      <a:pt x="6689785" y="1689620"/>
                      <a:pt x="6977432" y="1622675"/>
                    </a:cubicBezTo>
                    <a:cubicBezTo>
                      <a:pt x="7278418" y="1633447"/>
                      <a:pt x="7416333" y="1313230"/>
                      <a:pt x="7657128" y="1189140"/>
                    </a:cubicBezTo>
                    <a:cubicBezTo>
                      <a:pt x="7748917" y="1142575"/>
                      <a:pt x="7857085" y="1168978"/>
                      <a:pt x="7952554" y="1130322"/>
                    </a:cubicBezTo>
                    <a:cubicBezTo>
                      <a:pt x="8113271" y="1083053"/>
                      <a:pt x="8262976" y="997511"/>
                      <a:pt x="8430219" y="973342"/>
                    </a:cubicBezTo>
                    <a:cubicBezTo>
                      <a:pt x="8764821" y="941772"/>
                      <a:pt x="9111750" y="1011009"/>
                      <a:pt x="9441008" y="941967"/>
                    </a:cubicBezTo>
                    <a:cubicBezTo>
                      <a:pt x="9800785" y="898281"/>
                      <a:pt x="10711419" y="-444698"/>
                      <a:pt x="10915896" y="153051"/>
                    </a:cubicBezTo>
                    <a:cubicBezTo>
                      <a:pt x="11060833" y="474011"/>
                      <a:pt x="11090906" y="870055"/>
                      <a:pt x="11358425" y="1117314"/>
                    </a:cubicBezTo>
                    <a:cubicBezTo>
                      <a:pt x="11482824" y="1303406"/>
                      <a:pt x="11517920" y="1552071"/>
                      <a:pt x="11682546" y="1709434"/>
                    </a:cubicBezTo>
                    <a:cubicBezTo>
                      <a:pt x="11800383" y="1844622"/>
                      <a:pt x="11805841" y="2054682"/>
                      <a:pt x="11887229" y="2213234"/>
                    </a:cubicBezTo>
                    <a:cubicBezTo>
                      <a:pt x="11926256" y="2316264"/>
                      <a:pt x="12043779" y="2342393"/>
                      <a:pt x="12126018" y="2402606"/>
                    </a:cubicBezTo>
                    <a:cubicBezTo>
                      <a:pt x="12282158" y="2496458"/>
                      <a:pt x="12438291" y="2590321"/>
                      <a:pt x="12594488" y="2684213"/>
                    </a:cubicBezTo>
                    <a:cubicBezTo>
                      <a:pt x="13064033" y="2966482"/>
                      <a:pt x="13533457" y="3248672"/>
                      <a:pt x="14003150" y="3531021"/>
                    </a:cubicBezTo>
                    <a:cubicBezTo>
                      <a:pt x="9335412" y="3530987"/>
                      <a:pt x="4667738" y="3531033"/>
                      <a:pt x="0" y="3531021"/>
                    </a:cubicBezTo>
                    <a:cubicBezTo>
                      <a:pt x="287293" y="3358320"/>
                      <a:pt x="574163" y="3185864"/>
                      <a:pt x="861108" y="3013368"/>
                    </a:cubicBezTo>
                    <a:cubicBezTo>
                      <a:pt x="1041227" y="2917322"/>
                      <a:pt x="1203533" y="2772532"/>
                      <a:pt x="1406193" y="2728767"/>
                    </a:cubicBezTo>
                    <a:cubicBezTo>
                      <a:pt x="1622220" y="2679223"/>
                      <a:pt x="1860884" y="2798896"/>
                      <a:pt x="2062275" y="2681321"/>
                    </a:cubicBezTo>
                    <a:cubicBezTo>
                      <a:pt x="2200006" y="2561901"/>
                      <a:pt x="2289303" y="2395725"/>
                      <a:pt x="2467960" y="2324328"/>
                    </a:cubicBezTo>
                    <a:cubicBezTo>
                      <a:pt x="2576196" y="2278899"/>
                      <a:pt x="2676215" y="2148598"/>
                      <a:pt x="2799921" y="2175687"/>
                    </a:cubicBezTo>
                    <a:cubicBezTo>
                      <a:pt x="2953615" y="2219984"/>
                      <a:pt x="3021046" y="2480570"/>
                      <a:pt x="3193359" y="2446063"/>
                    </a:cubicBezTo>
                    <a:close/>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2" name="Freeform: Shape 2821">
                <a:extLst>
                  <a:ext uri="{FF2B5EF4-FFF2-40B4-BE49-F238E27FC236}">
                    <a16:creationId xmlns:a16="http://schemas.microsoft.com/office/drawing/2014/main" id="{E32D55B1-B1E8-0352-D3A7-E2392C255A87}"/>
                  </a:ext>
                </a:extLst>
              </p:cNvPr>
              <p:cNvSpPr/>
              <p:nvPr/>
            </p:nvSpPr>
            <p:spPr>
              <a:xfrm>
                <a:off x="-1456153" y="7373943"/>
                <a:ext cx="13512163" cy="8218"/>
              </a:xfrm>
              <a:custGeom>
                <a:avLst/>
                <a:gdLst>
                  <a:gd name="connsiteX0" fmla="*/ 0 w 13512163"/>
                  <a:gd name="connsiteY0" fmla="*/ 7151 h 8218"/>
                  <a:gd name="connsiteX1" fmla="*/ 13512163 w 13512163"/>
                  <a:gd name="connsiteY1" fmla="*/ 7151 h 8218"/>
                </a:gdLst>
                <a:ahLst/>
                <a:cxnLst>
                  <a:cxn ang="0">
                    <a:pos x="connsiteX0" y="connsiteY0"/>
                  </a:cxn>
                  <a:cxn ang="0">
                    <a:pos x="connsiteX1" y="connsiteY1"/>
                  </a:cxn>
                </a:cxnLst>
                <a:rect l="l" t="t" r="r" b="b"/>
                <a:pathLst>
                  <a:path w="13512163" h="8218">
                    <a:moveTo>
                      <a:pt x="0" y="7151"/>
                    </a:moveTo>
                    <a:cubicBezTo>
                      <a:pt x="4505192" y="13557"/>
                      <a:pt x="9008069" y="-11761"/>
                      <a:pt x="13512163" y="715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3" name="Freeform: Shape 2822">
                <a:extLst>
                  <a:ext uri="{FF2B5EF4-FFF2-40B4-BE49-F238E27FC236}">
                    <a16:creationId xmlns:a16="http://schemas.microsoft.com/office/drawing/2014/main" id="{FA2811DB-F17D-6900-5BB4-28F7174571BA}"/>
                  </a:ext>
                </a:extLst>
              </p:cNvPr>
              <p:cNvSpPr/>
              <p:nvPr/>
            </p:nvSpPr>
            <p:spPr>
              <a:xfrm>
                <a:off x="-1227210" y="7138675"/>
                <a:ext cx="13054271" cy="106150"/>
              </a:xfrm>
              <a:custGeom>
                <a:avLst/>
                <a:gdLst>
                  <a:gd name="connsiteX0" fmla="*/ 0 w 13054271"/>
                  <a:gd name="connsiteY0" fmla="*/ 104790 h 106150"/>
                  <a:gd name="connsiteX1" fmla="*/ 5430176 w 13054271"/>
                  <a:gd name="connsiteY1" fmla="*/ 104790 h 106150"/>
                  <a:gd name="connsiteX2" fmla="*/ 8016288 w 13054271"/>
                  <a:gd name="connsiteY2" fmla="*/ 101075 h 106150"/>
                  <a:gd name="connsiteX3" fmla="*/ 9015504 w 13054271"/>
                  <a:gd name="connsiteY3" fmla="*/ 2045 h 106150"/>
                  <a:gd name="connsiteX4" fmla="*/ 10233753 w 13054271"/>
                  <a:gd name="connsiteY4" fmla="*/ 100154 h 106150"/>
                  <a:gd name="connsiteX5" fmla="*/ 13054271 w 13054271"/>
                  <a:gd name="connsiteY5" fmla="*/ 104790 h 10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4271" h="106150">
                    <a:moveTo>
                      <a:pt x="0" y="104790"/>
                    </a:moveTo>
                    <a:cubicBezTo>
                      <a:pt x="1810078" y="104790"/>
                      <a:pt x="3620115" y="104790"/>
                      <a:pt x="5430176" y="104790"/>
                    </a:cubicBezTo>
                    <a:cubicBezTo>
                      <a:pt x="6292164" y="101446"/>
                      <a:pt x="7154460" y="111391"/>
                      <a:pt x="8016288" y="101075"/>
                    </a:cubicBezTo>
                    <a:cubicBezTo>
                      <a:pt x="8350707" y="82576"/>
                      <a:pt x="8680302" y="10235"/>
                      <a:pt x="9015504" y="2045"/>
                    </a:cubicBezTo>
                    <a:cubicBezTo>
                      <a:pt x="9424692" y="-14511"/>
                      <a:pt x="9827017" y="74117"/>
                      <a:pt x="10233753" y="100154"/>
                    </a:cubicBezTo>
                    <a:cubicBezTo>
                      <a:pt x="11173648" y="112916"/>
                      <a:pt x="12114160" y="100692"/>
                      <a:pt x="13054271" y="10479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4" name="Freeform: Shape 2823">
                <a:extLst>
                  <a:ext uri="{FF2B5EF4-FFF2-40B4-BE49-F238E27FC236}">
                    <a16:creationId xmlns:a16="http://schemas.microsoft.com/office/drawing/2014/main" id="{3FCA2BD7-72C7-EB19-BE21-725E4F2E792D}"/>
                  </a:ext>
                </a:extLst>
              </p:cNvPr>
              <p:cNvSpPr/>
              <p:nvPr/>
            </p:nvSpPr>
            <p:spPr>
              <a:xfrm>
                <a:off x="-1013423" y="6921259"/>
                <a:ext cx="12626715" cy="196415"/>
              </a:xfrm>
              <a:custGeom>
                <a:avLst/>
                <a:gdLst>
                  <a:gd name="connsiteX0" fmla="*/ 0 w 12626715"/>
                  <a:gd name="connsiteY0" fmla="*/ 193687 h 196415"/>
                  <a:gd name="connsiteX1" fmla="*/ 5255149 w 12626715"/>
                  <a:gd name="connsiteY1" fmla="*/ 193687 h 196415"/>
                  <a:gd name="connsiteX2" fmla="*/ 7738333 w 12626715"/>
                  <a:gd name="connsiteY2" fmla="*/ 184131 h 196415"/>
                  <a:gd name="connsiteX3" fmla="*/ 8720027 w 12626715"/>
                  <a:gd name="connsiteY3" fmla="*/ 3938 h 196415"/>
                  <a:gd name="connsiteX4" fmla="*/ 9929389 w 12626715"/>
                  <a:gd name="connsiteY4" fmla="*/ 183794 h 196415"/>
                  <a:gd name="connsiteX5" fmla="*/ 12626715 w 12626715"/>
                  <a:gd name="connsiteY5" fmla="*/ 193687 h 19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6715" h="196415">
                    <a:moveTo>
                      <a:pt x="0" y="193687"/>
                    </a:moveTo>
                    <a:cubicBezTo>
                      <a:pt x="1751733" y="193687"/>
                      <a:pt x="3503432" y="193687"/>
                      <a:pt x="5255149" y="193687"/>
                    </a:cubicBezTo>
                    <a:cubicBezTo>
                      <a:pt x="6082618" y="185714"/>
                      <a:pt x="6911561" y="209763"/>
                      <a:pt x="7738333" y="184131"/>
                    </a:cubicBezTo>
                    <a:cubicBezTo>
                      <a:pt x="8069666" y="147847"/>
                      <a:pt x="8387191" y="30004"/>
                      <a:pt x="8720027" y="3938"/>
                    </a:cubicBezTo>
                    <a:cubicBezTo>
                      <a:pt x="9132415" y="-27775"/>
                      <a:pt x="9523991" y="141189"/>
                      <a:pt x="9929389" y="183794"/>
                    </a:cubicBezTo>
                    <a:cubicBezTo>
                      <a:pt x="10827514" y="210357"/>
                      <a:pt x="11727861" y="185406"/>
                      <a:pt x="12626715" y="193687"/>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5" name="Freeform: Shape 2824">
                <a:extLst>
                  <a:ext uri="{FF2B5EF4-FFF2-40B4-BE49-F238E27FC236}">
                    <a16:creationId xmlns:a16="http://schemas.microsoft.com/office/drawing/2014/main" id="{2C9EDF50-2CFF-35F6-9BC8-771863199CFE}"/>
                  </a:ext>
                </a:extLst>
              </p:cNvPr>
              <p:cNvSpPr/>
              <p:nvPr/>
            </p:nvSpPr>
            <p:spPr>
              <a:xfrm>
                <a:off x="-813421" y="6715637"/>
                <a:ext cx="12226705" cy="283201"/>
              </a:xfrm>
              <a:custGeom>
                <a:avLst/>
                <a:gdLst>
                  <a:gd name="connsiteX0" fmla="*/ 0 w 12226705"/>
                  <a:gd name="connsiteY0" fmla="*/ 279082 h 283201"/>
                  <a:gd name="connsiteX1" fmla="*/ 5081001 w 12226705"/>
                  <a:gd name="connsiteY1" fmla="*/ 279082 h 283201"/>
                  <a:gd name="connsiteX2" fmla="*/ 7487033 w 12226705"/>
                  <a:gd name="connsiteY2" fmla="*/ 264412 h 283201"/>
                  <a:gd name="connsiteX3" fmla="*/ 8451113 w 12226705"/>
                  <a:gd name="connsiteY3" fmla="*/ 5666 h 283201"/>
                  <a:gd name="connsiteX4" fmla="*/ 9623431 w 12226705"/>
                  <a:gd name="connsiteY4" fmla="*/ 264041 h 283201"/>
                  <a:gd name="connsiteX5" fmla="*/ 12226705 w 12226705"/>
                  <a:gd name="connsiteY5" fmla="*/ 279082 h 28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6705" h="283201">
                    <a:moveTo>
                      <a:pt x="0" y="279082"/>
                    </a:moveTo>
                    <a:cubicBezTo>
                      <a:pt x="1693686" y="279082"/>
                      <a:pt x="3387332" y="279082"/>
                      <a:pt x="5081001" y="279082"/>
                    </a:cubicBezTo>
                    <a:cubicBezTo>
                      <a:pt x="5882410" y="266955"/>
                      <a:pt x="6687259" y="303605"/>
                      <a:pt x="7487033" y="264412"/>
                    </a:cubicBezTo>
                    <a:cubicBezTo>
                      <a:pt x="7816417" y="210022"/>
                      <a:pt x="8119392" y="49294"/>
                      <a:pt x="8451113" y="5666"/>
                    </a:cubicBezTo>
                    <a:cubicBezTo>
                      <a:pt x="8860210" y="-40072"/>
                      <a:pt x="9228039" y="204342"/>
                      <a:pt x="9623431" y="264041"/>
                    </a:cubicBezTo>
                    <a:cubicBezTo>
                      <a:pt x="10488923" y="304309"/>
                      <a:pt x="11359545" y="266584"/>
                      <a:pt x="12226705" y="27908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6" name="Freeform: Shape 2825">
                <a:extLst>
                  <a:ext uri="{FF2B5EF4-FFF2-40B4-BE49-F238E27FC236}">
                    <a16:creationId xmlns:a16="http://schemas.microsoft.com/office/drawing/2014/main" id="{353F5000-950D-1893-18CA-DFE0BCDD18F5}"/>
                  </a:ext>
                </a:extLst>
              </p:cNvPr>
              <p:cNvSpPr/>
              <p:nvPr/>
            </p:nvSpPr>
            <p:spPr>
              <a:xfrm>
                <a:off x="-625821" y="6541535"/>
                <a:ext cx="11851503" cy="344635"/>
              </a:xfrm>
              <a:custGeom>
                <a:avLst/>
                <a:gdLst>
                  <a:gd name="connsiteX0" fmla="*/ 0 w 11851503"/>
                  <a:gd name="connsiteY0" fmla="*/ 340405 h 344635"/>
                  <a:gd name="connsiteX1" fmla="*/ 4932520 w 11851503"/>
                  <a:gd name="connsiteY1" fmla="*/ 340405 h 344635"/>
                  <a:gd name="connsiteX2" fmla="*/ 7233767 w 11851503"/>
                  <a:gd name="connsiteY2" fmla="*/ 327609 h 344635"/>
                  <a:gd name="connsiteX3" fmla="*/ 8204757 w 11851503"/>
                  <a:gd name="connsiteY3" fmla="*/ 5975 h 344635"/>
                  <a:gd name="connsiteX4" fmla="*/ 9342030 w 11851503"/>
                  <a:gd name="connsiteY4" fmla="*/ 325283 h 344635"/>
                  <a:gd name="connsiteX5" fmla="*/ 11851504 w 11851503"/>
                  <a:gd name="connsiteY5" fmla="*/ 340405 h 34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51503" h="344635">
                    <a:moveTo>
                      <a:pt x="0" y="340405"/>
                    </a:moveTo>
                    <a:cubicBezTo>
                      <a:pt x="1644188" y="340405"/>
                      <a:pt x="3288343" y="340405"/>
                      <a:pt x="4932520" y="340405"/>
                    </a:cubicBezTo>
                    <a:cubicBezTo>
                      <a:pt x="5699033" y="329478"/>
                      <a:pt x="6468791" y="362299"/>
                      <a:pt x="7233767" y="327609"/>
                    </a:cubicBezTo>
                    <a:cubicBezTo>
                      <a:pt x="7571221" y="265549"/>
                      <a:pt x="7865252" y="60164"/>
                      <a:pt x="8204757" y="5975"/>
                    </a:cubicBezTo>
                    <a:cubicBezTo>
                      <a:pt x="8612493" y="-46026"/>
                      <a:pt x="8954108" y="256623"/>
                      <a:pt x="9342030" y="325283"/>
                    </a:cubicBezTo>
                    <a:cubicBezTo>
                      <a:pt x="10175883" y="366117"/>
                      <a:pt x="11015719" y="327592"/>
                      <a:pt x="11851504" y="34040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7" name="Freeform: Shape 2826">
                <a:extLst>
                  <a:ext uri="{FF2B5EF4-FFF2-40B4-BE49-F238E27FC236}">
                    <a16:creationId xmlns:a16="http://schemas.microsoft.com/office/drawing/2014/main" id="{2D4550DA-0C54-35B8-BF57-6E3132204734}"/>
                  </a:ext>
                </a:extLst>
              </p:cNvPr>
              <p:cNvSpPr/>
              <p:nvPr/>
            </p:nvSpPr>
            <p:spPr>
              <a:xfrm>
                <a:off x="-449244" y="6420935"/>
                <a:ext cx="11498345" cy="361740"/>
              </a:xfrm>
              <a:custGeom>
                <a:avLst/>
                <a:gdLst>
                  <a:gd name="connsiteX0" fmla="*/ 0 w 11498345"/>
                  <a:gd name="connsiteY0" fmla="*/ 357362 h 361740"/>
                  <a:gd name="connsiteX1" fmla="*/ 4756498 w 11498345"/>
                  <a:gd name="connsiteY1" fmla="*/ 356334 h 361740"/>
                  <a:gd name="connsiteX2" fmla="*/ 7057442 w 11498345"/>
                  <a:gd name="connsiteY2" fmla="*/ 334720 h 361740"/>
                  <a:gd name="connsiteX3" fmla="*/ 7976523 w 11498345"/>
                  <a:gd name="connsiteY3" fmla="*/ 4450 h 361740"/>
                  <a:gd name="connsiteX4" fmla="*/ 9054823 w 11498345"/>
                  <a:gd name="connsiteY4" fmla="*/ 338657 h 361740"/>
                  <a:gd name="connsiteX5" fmla="*/ 11498346 w 11498345"/>
                  <a:gd name="connsiteY5" fmla="*/ 354854 h 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8345" h="361740">
                    <a:moveTo>
                      <a:pt x="0" y="357362"/>
                    </a:moveTo>
                    <a:cubicBezTo>
                      <a:pt x="1585547" y="358906"/>
                      <a:pt x="3171014" y="353448"/>
                      <a:pt x="4756498" y="356334"/>
                    </a:cubicBezTo>
                    <a:cubicBezTo>
                      <a:pt x="5522365" y="343350"/>
                      <a:pt x="6294673" y="388309"/>
                      <a:pt x="7057442" y="334720"/>
                    </a:cubicBezTo>
                    <a:cubicBezTo>
                      <a:pt x="7375968" y="260710"/>
                      <a:pt x="7650962" y="53627"/>
                      <a:pt x="7976523" y="4450"/>
                    </a:cubicBezTo>
                    <a:cubicBezTo>
                      <a:pt x="8368698" y="-40258"/>
                      <a:pt x="8685302" y="264905"/>
                      <a:pt x="9054823" y="338657"/>
                    </a:cubicBezTo>
                    <a:cubicBezTo>
                      <a:pt x="9866256" y="382372"/>
                      <a:pt x="10684667" y="341149"/>
                      <a:pt x="11498346" y="35485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8" name="Freeform: Shape 2827">
                <a:extLst>
                  <a:ext uri="{FF2B5EF4-FFF2-40B4-BE49-F238E27FC236}">
                    <a16:creationId xmlns:a16="http://schemas.microsoft.com/office/drawing/2014/main" id="{B4582853-9F0F-CD23-0B08-277B4BC9BA4C}"/>
                  </a:ext>
                </a:extLst>
              </p:cNvPr>
              <p:cNvSpPr/>
              <p:nvPr/>
            </p:nvSpPr>
            <p:spPr>
              <a:xfrm>
                <a:off x="-282709" y="6364112"/>
                <a:ext cx="11165275" cy="360557"/>
              </a:xfrm>
              <a:custGeom>
                <a:avLst/>
                <a:gdLst>
                  <a:gd name="connsiteX0" fmla="*/ 0 w 11165275"/>
                  <a:gd name="connsiteY0" fmla="*/ 360003 h 360557"/>
                  <a:gd name="connsiteX1" fmla="*/ 2441448 w 11165275"/>
                  <a:gd name="connsiteY1" fmla="*/ 355516 h 360557"/>
                  <a:gd name="connsiteX2" fmla="*/ 3877485 w 11165275"/>
                  <a:gd name="connsiteY2" fmla="*/ 319414 h 360557"/>
                  <a:gd name="connsiteX3" fmla="*/ 6342450 w 11165275"/>
                  <a:gd name="connsiteY3" fmla="*/ 321786 h 360557"/>
                  <a:gd name="connsiteX4" fmla="*/ 7644264 w 11165275"/>
                  <a:gd name="connsiteY4" fmla="*/ 21994 h 360557"/>
                  <a:gd name="connsiteX5" fmla="*/ 8811770 w 11165275"/>
                  <a:gd name="connsiteY5" fmla="*/ 299030 h 360557"/>
                  <a:gd name="connsiteX6" fmla="*/ 11165276 w 11165275"/>
                  <a:gd name="connsiteY6" fmla="*/ 311574 h 36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5275" h="360557">
                    <a:moveTo>
                      <a:pt x="0" y="360003"/>
                    </a:moveTo>
                    <a:cubicBezTo>
                      <a:pt x="813828" y="360162"/>
                      <a:pt x="1627695" y="355031"/>
                      <a:pt x="2441448" y="355516"/>
                    </a:cubicBezTo>
                    <a:cubicBezTo>
                      <a:pt x="2919885" y="334559"/>
                      <a:pt x="3398373" y="278581"/>
                      <a:pt x="3877485" y="319414"/>
                    </a:cubicBezTo>
                    <a:cubicBezTo>
                      <a:pt x="4696936" y="357728"/>
                      <a:pt x="5523845" y="387623"/>
                      <a:pt x="6342450" y="321786"/>
                    </a:cubicBezTo>
                    <a:cubicBezTo>
                      <a:pt x="6945525" y="340629"/>
                      <a:pt x="7109335" y="186266"/>
                      <a:pt x="7644264" y="21994"/>
                    </a:cubicBezTo>
                    <a:cubicBezTo>
                      <a:pt x="8058276" y="-85859"/>
                      <a:pt x="8417532" y="234621"/>
                      <a:pt x="8811770" y="299030"/>
                    </a:cubicBezTo>
                    <a:cubicBezTo>
                      <a:pt x="9594222" y="333051"/>
                      <a:pt x="10381315" y="300841"/>
                      <a:pt x="11165276" y="31157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9" name="Freeform: Shape 2828">
                <a:extLst>
                  <a:ext uri="{FF2B5EF4-FFF2-40B4-BE49-F238E27FC236}">
                    <a16:creationId xmlns:a16="http://schemas.microsoft.com/office/drawing/2014/main" id="{C3A9658E-0D58-0C9C-CC0B-C0D51DE75754}"/>
                  </a:ext>
                </a:extLst>
              </p:cNvPr>
              <p:cNvSpPr/>
              <p:nvPr/>
            </p:nvSpPr>
            <p:spPr>
              <a:xfrm>
                <a:off x="-125547" y="6351626"/>
                <a:ext cx="10850961" cy="363246"/>
              </a:xfrm>
              <a:custGeom>
                <a:avLst/>
                <a:gdLst>
                  <a:gd name="connsiteX0" fmla="*/ 0 w 10850961"/>
                  <a:gd name="connsiteY0" fmla="*/ 363247 h 363246"/>
                  <a:gd name="connsiteX1" fmla="*/ 2378366 w 10850961"/>
                  <a:gd name="connsiteY1" fmla="*/ 342672 h 363246"/>
                  <a:gd name="connsiteX2" fmla="*/ 3382423 w 10850961"/>
                  <a:gd name="connsiteY2" fmla="*/ 217983 h 363246"/>
                  <a:gd name="connsiteX3" fmla="*/ 4156708 w 10850961"/>
                  <a:gd name="connsiteY3" fmla="*/ 315595 h 363246"/>
                  <a:gd name="connsiteX4" fmla="*/ 5502042 w 10850961"/>
                  <a:gd name="connsiteY4" fmla="*/ 358086 h 363246"/>
                  <a:gd name="connsiteX5" fmla="*/ 6250324 w 10850961"/>
                  <a:gd name="connsiteY5" fmla="*/ 249078 h 363246"/>
                  <a:gd name="connsiteX6" fmla="*/ 6777653 w 10850961"/>
                  <a:gd name="connsiteY6" fmla="*/ 191260 h 363246"/>
                  <a:gd name="connsiteX7" fmla="*/ 8560167 w 10850961"/>
                  <a:gd name="connsiteY7" fmla="*/ 220378 h 363246"/>
                  <a:gd name="connsiteX8" fmla="*/ 10850962 w 10850961"/>
                  <a:gd name="connsiteY8" fmla="*/ 229579 h 3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0961" h="363246">
                    <a:moveTo>
                      <a:pt x="0" y="363247"/>
                    </a:moveTo>
                    <a:cubicBezTo>
                      <a:pt x="792631" y="356474"/>
                      <a:pt x="1586273" y="362915"/>
                      <a:pt x="2378366" y="342672"/>
                    </a:cubicBezTo>
                    <a:cubicBezTo>
                      <a:pt x="2714357" y="312389"/>
                      <a:pt x="3043398" y="214686"/>
                      <a:pt x="3382423" y="217983"/>
                    </a:cubicBezTo>
                    <a:cubicBezTo>
                      <a:pt x="3644181" y="213085"/>
                      <a:pt x="3897945" y="288609"/>
                      <a:pt x="4156708" y="315595"/>
                    </a:cubicBezTo>
                    <a:cubicBezTo>
                      <a:pt x="4604839" y="329174"/>
                      <a:pt x="5053518" y="351051"/>
                      <a:pt x="5502042" y="358086"/>
                    </a:cubicBezTo>
                    <a:cubicBezTo>
                      <a:pt x="5755868" y="362286"/>
                      <a:pt x="6001162" y="286020"/>
                      <a:pt x="6250324" y="249078"/>
                    </a:cubicBezTo>
                    <a:cubicBezTo>
                      <a:pt x="6425472" y="219635"/>
                      <a:pt x="6605443" y="241557"/>
                      <a:pt x="6777653" y="191260"/>
                    </a:cubicBezTo>
                    <a:cubicBezTo>
                      <a:pt x="7743722" y="-129129"/>
                      <a:pt x="7641544" y="3739"/>
                      <a:pt x="8560167" y="220378"/>
                    </a:cubicBezTo>
                    <a:cubicBezTo>
                      <a:pt x="9322611" y="245432"/>
                      <a:pt x="10087667" y="221658"/>
                      <a:pt x="10850962" y="22957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0" name="Freeform: Shape 2829">
                <a:extLst>
                  <a:ext uri="{FF2B5EF4-FFF2-40B4-BE49-F238E27FC236}">
                    <a16:creationId xmlns:a16="http://schemas.microsoft.com/office/drawing/2014/main" id="{0E781764-D13A-9D92-7EA5-423480D4DFE1}"/>
                  </a:ext>
                </a:extLst>
              </p:cNvPr>
              <p:cNvSpPr/>
              <p:nvPr/>
            </p:nvSpPr>
            <p:spPr>
              <a:xfrm>
                <a:off x="22928" y="6347997"/>
                <a:ext cx="10553993" cy="377814"/>
              </a:xfrm>
              <a:custGeom>
                <a:avLst/>
                <a:gdLst>
                  <a:gd name="connsiteX0" fmla="*/ 0 w 10553993"/>
                  <a:gd name="connsiteY0" fmla="*/ 377815 h 377814"/>
                  <a:gd name="connsiteX1" fmla="*/ 2255813 w 10553993"/>
                  <a:gd name="connsiteY1" fmla="*/ 346028 h 377814"/>
                  <a:gd name="connsiteX2" fmla="*/ 3234982 w 10553993"/>
                  <a:gd name="connsiteY2" fmla="*/ 126372 h 377814"/>
                  <a:gd name="connsiteX3" fmla="*/ 4035522 w 10553993"/>
                  <a:gd name="connsiteY3" fmla="*/ 289369 h 377814"/>
                  <a:gd name="connsiteX4" fmla="*/ 5225619 w 10553993"/>
                  <a:gd name="connsiteY4" fmla="*/ 366499 h 377814"/>
                  <a:gd name="connsiteX5" fmla="*/ 6127160 w 10553993"/>
                  <a:gd name="connsiteY5" fmla="*/ 170583 h 377814"/>
                  <a:gd name="connsiteX6" fmla="*/ 6653860 w 10553993"/>
                  <a:gd name="connsiteY6" fmla="*/ 112044 h 377814"/>
                  <a:gd name="connsiteX7" fmla="*/ 7390730 w 10553993"/>
                  <a:gd name="connsiteY7" fmla="*/ 196 h 377814"/>
                  <a:gd name="connsiteX8" fmla="*/ 8270406 w 10553993"/>
                  <a:gd name="connsiteY8" fmla="*/ 135115 h 377814"/>
                  <a:gd name="connsiteX9" fmla="*/ 10553994 w 10553993"/>
                  <a:gd name="connsiteY9" fmla="*/ 143951 h 37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53993" h="377814">
                    <a:moveTo>
                      <a:pt x="0" y="377815"/>
                    </a:moveTo>
                    <a:cubicBezTo>
                      <a:pt x="751665" y="368350"/>
                      <a:pt x="1505062" y="372374"/>
                      <a:pt x="2255813" y="346028"/>
                    </a:cubicBezTo>
                    <a:cubicBezTo>
                      <a:pt x="2588438" y="302314"/>
                      <a:pt x="2898928" y="150255"/>
                      <a:pt x="3234982" y="126372"/>
                    </a:cubicBezTo>
                    <a:cubicBezTo>
                      <a:pt x="3512176" y="106798"/>
                      <a:pt x="3768454" y="238426"/>
                      <a:pt x="4035522" y="289369"/>
                    </a:cubicBezTo>
                    <a:cubicBezTo>
                      <a:pt x="4430245" y="327094"/>
                      <a:pt x="4829289" y="338324"/>
                      <a:pt x="5225619" y="366499"/>
                    </a:cubicBezTo>
                    <a:cubicBezTo>
                      <a:pt x="5541801" y="398600"/>
                      <a:pt x="5827877" y="242443"/>
                      <a:pt x="6127160" y="170583"/>
                    </a:cubicBezTo>
                    <a:cubicBezTo>
                      <a:pt x="6300125" y="129407"/>
                      <a:pt x="6480256" y="152598"/>
                      <a:pt x="6653860" y="112044"/>
                    </a:cubicBezTo>
                    <a:cubicBezTo>
                      <a:pt x="6898251" y="68473"/>
                      <a:pt x="7140430" y="-4267"/>
                      <a:pt x="7390730" y="196"/>
                    </a:cubicBezTo>
                    <a:cubicBezTo>
                      <a:pt x="7689441" y="882"/>
                      <a:pt x="7975180" y="103769"/>
                      <a:pt x="8270406" y="135115"/>
                    </a:cubicBezTo>
                    <a:cubicBezTo>
                      <a:pt x="9030712" y="158747"/>
                      <a:pt x="9793024" y="136619"/>
                      <a:pt x="10553994" y="14395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1" name="Freeform: Shape 2830">
                <a:extLst>
                  <a:ext uri="{FF2B5EF4-FFF2-40B4-BE49-F238E27FC236}">
                    <a16:creationId xmlns:a16="http://schemas.microsoft.com/office/drawing/2014/main" id="{F74FA1B4-A592-B8BA-7874-F6A30E9D3209}"/>
                  </a:ext>
                </a:extLst>
              </p:cNvPr>
              <p:cNvSpPr/>
              <p:nvPr/>
            </p:nvSpPr>
            <p:spPr>
              <a:xfrm>
                <a:off x="163408" y="6348340"/>
                <a:ext cx="10273032" cy="383832"/>
              </a:xfrm>
              <a:custGeom>
                <a:avLst/>
                <a:gdLst>
                  <a:gd name="connsiteX0" fmla="*/ 0 w 10273032"/>
                  <a:gd name="connsiteY0" fmla="*/ 383832 h 383832"/>
                  <a:gd name="connsiteX1" fmla="*/ 2107332 w 10273032"/>
                  <a:gd name="connsiteY1" fmla="*/ 351057 h 383832"/>
                  <a:gd name="connsiteX2" fmla="*/ 3037380 w 10273032"/>
                  <a:gd name="connsiteY2" fmla="*/ 54237 h 383832"/>
                  <a:gd name="connsiteX3" fmla="*/ 3894173 w 10273032"/>
                  <a:gd name="connsiteY3" fmla="*/ 249581 h 383832"/>
                  <a:gd name="connsiteX4" fmla="*/ 4699679 w 10273032"/>
                  <a:gd name="connsiteY4" fmla="*/ 334781 h 383832"/>
                  <a:gd name="connsiteX5" fmla="*/ 6566015 w 10273032"/>
                  <a:gd name="connsiteY5" fmla="*/ 39504 h 383832"/>
                  <a:gd name="connsiteX6" fmla="*/ 8078816 w 10273032"/>
                  <a:gd name="connsiteY6" fmla="*/ 59106 h 383832"/>
                  <a:gd name="connsiteX7" fmla="*/ 10273033 w 10273032"/>
                  <a:gd name="connsiteY7" fmla="*/ 59163 h 38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73032" h="383832">
                    <a:moveTo>
                      <a:pt x="0" y="383832"/>
                    </a:moveTo>
                    <a:cubicBezTo>
                      <a:pt x="702488" y="379552"/>
                      <a:pt x="1405073" y="360275"/>
                      <a:pt x="2107332" y="351057"/>
                    </a:cubicBezTo>
                    <a:cubicBezTo>
                      <a:pt x="2435002" y="316092"/>
                      <a:pt x="2718797" y="125028"/>
                      <a:pt x="3037380" y="54237"/>
                    </a:cubicBezTo>
                    <a:cubicBezTo>
                      <a:pt x="3340692" y="-31865"/>
                      <a:pt x="3615046" y="163188"/>
                      <a:pt x="3894173" y="249581"/>
                    </a:cubicBezTo>
                    <a:cubicBezTo>
                      <a:pt x="4155222" y="320201"/>
                      <a:pt x="4433063" y="288626"/>
                      <a:pt x="4699679" y="334781"/>
                    </a:cubicBezTo>
                    <a:cubicBezTo>
                      <a:pt x="5752805" y="496183"/>
                      <a:pt x="5493727" y="31068"/>
                      <a:pt x="6566015" y="39504"/>
                    </a:cubicBezTo>
                    <a:cubicBezTo>
                      <a:pt x="7070158" y="-41118"/>
                      <a:pt x="7574570" y="20404"/>
                      <a:pt x="8078816" y="59106"/>
                    </a:cubicBezTo>
                    <a:cubicBezTo>
                      <a:pt x="8810159" y="59769"/>
                      <a:pt x="9541621" y="58769"/>
                      <a:pt x="10273033" y="5916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2" name="Freeform: Shape 2831">
                <a:extLst>
                  <a:ext uri="{FF2B5EF4-FFF2-40B4-BE49-F238E27FC236}">
                    <a16:creationId xmlns:a16="http://schemas.microsoft.com/office/drawing/2014/main" id="{69542196-C756-05DF-580B-28B7C8AF05B8}"/>
                  </a:ext>
                </a:extLst>
              </p:cNvPr>
              <p:cNvSpPr/>
              <p:nvPr/>
            </p:nvSpPr>
            <p:spPr>
              <a:xfrm>
                <a:off x="296568" y="6295909"/>
                <a:ext cx="10006713" cy="413283"/>
              </a:xfrm>
              <a:custGeom>
                <a:avLst/>
                <a:gdLst>
                  <a:gd name="connsiteX0" fmla="*/ 0 w 10006713"/>
                  <a:gd name="connsiteY0" fmla="*/ 413284 h 413283"/>
                  <a:gd name="connsiteX1" fmla="*/ 1897209 w 10006713"/>
                  <a:gd name="connsiteY1" fmla="*/ 379130 h 413283"/>
                  <a:gd name="connsiteX2" fmla="*/ 2862535 w 10006713"/>
                  <a:gd name="connsiteY2" fmla="*/ 54535 h 413283"/>
                  <a:gd name="connsiteX3" fmla="*/ 3931966 w 10006713"/>
                  <a:gd name="connsiteY3" fmla="*/ 295675 h 413283"/>
                  <a:gd name="connsiteX4" fmla="*/ 4373478 w 10006713"/>
                  <a:gd name="connsiteY4" fmla="*/ 329501 h 413283"/>
                  <a:gd name="connsiteX5" fmla="*/ 5478794 w 10006713"/>
                  <a:gd name="connsiteY5" fmla="*/ 249886 h 413283"/>
                  <a:gd name="connsiteX6" fmla="*/ 6074628 w 10006713"/>
                  <a:gd name="connsiteY6" fmla="*/ 32778 h 413283"/>
                  <a:gd name="connsiteX7" fmla="*/ 10006713 w 10006713"/>
                  <a:gd name="connsiteY7" fmla="*/ 31539 h 413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6713" h="413283">
                    <a:moveTo>
                      <a:pt x="0" y="413284"/>
                    </a:moveTo>
                    <a:cubicBezTo>
                      <a:pt x="632582" y="412523"/>
                      <a:pt x="1264690" y="382856"/>
                      <a:pt x="1897209" y="379130"/>
                    </a:cubicBezTo>
                    <a:cubicBezTo>
                      <a:pt x="2252842" y="406602"/>
                      <a:pt x="2543809" y="170813"/>
                      <a:pt x="2862535" y="54535"/>
                    </a:cubicBezTo>
                    <a:cubicBezTo>
                      <a:pt x="3249326" y="-133877"/>
                      <a:pt x="3570669" y="220379"/>
                      <a:pt x="3931966" y="295675"/>
                    </a:cubicBezTo>
                    <a:cubicBezTo>
                      <a:pt x="4078784" y="309173"/>
                      <a:pt x="4227134" y="307430"/>
                      <a:pt x="4373478" y="329501"/>
                    </a:cubicBezTo>
                    <a:cubicBezTo>
                      <a:pt x="4744347" y="369078"/>
                      <a:pt x="5149547" y="489258"/>
                      <a:pt x="5478794" y="249886"/>
                    </a:cubicBezTo>
                    <a:cubicBezTo>
                      <a:pt x="5662925" y="146370"/>
                      <a:pt x="5853332" y="12805"/>
                      <a:pt x="6074628" y="32778"/>
                    </a:cubicBezTo>
                    <a:cubicBezTo>
                      <a:pt x="7385180" y="14731"/>
                      <a:pt x="8695870" y="39648"/>
                      <a:pt x="10006713" y="3153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3" name="Freeform: Shape 2832">
                <a:extLst>
                  <a:ext uri="{FF2B5EF4-FFF2-40B4-BE49-F238E27FC236}">
                    <a16:creationId xmlns:a16="http://schemas.microsoft.com/office/drawing/2014/main" id="{F37677EF-6F99-A682-0033-4BEBA34A20E8}"/>
                  </a:ext>
                </a:extLst>
              </p:cNvPr>
              <p:cNvSpPr/>
              <p:nvPr/>
            </p:nvSpPr>
            <p:spPr>
              <a:xfrm>
                <a:off x="423092" y="6108709"/>
                <a:ext cx="9753670" cy="516609"/>
              </a:xfrm>
              <a:custGeom>
                <a:avLst/>
                <a:gdLst>
                  <a:gd name="connsiteX0" fmla="*/ 0 w 9753670"/>
                  <a:gd name="connsiteY0" fmla="*/ 516610 h 516609"/>
                  <a:gd name="connsiteX1" fmla="*/ 2069099 w 9753670"/>
                  <a:gd name="connsiteY1" fmla="*/ 472776 h 516609"/>
                  <a:gd name="connsiteX2" fmla="*/ 2992026 w 9753670"/>
                  <a:gd name="connsiteY2" fmla="*/ 157439 h 516609"/>
                  <a:gd name="connsiteX3" fmla="*/ 3738742 w 9753670"/>
                  <a:gd name="connsiteY3" fmla="*/ 391497 h 516609"/>
                  <a:gd name="connsiteX4" fmla="*/ 4697273 w 9753670"/>
                  <a:gd name="connsiteY4" fmla="*/ 454505 h 516609"/>
                  <a:gd name="connsiteX5" fmla="*/ 5649038 w 9753670"/>
                  <a:gd name="connsiteY5" fmla="*/ 187186 h 516609"/>
                  <a:gd name="connsiteX6" fmla="*/ 6094031 w 9753670"/>
                  <a:gd name="connsiteY6" fmla="*/ 129304 h 516609"/>
                  <a:gd name="connsiteX7" fmla="*/ 6683887 w 9753670"/>
                  <a:gd name="connsiteY7" fmla="*/ 6203 h 516609"/>
                  <a:gd name="connsiteX8" fmla="*/ 7713484 w 9753670"/>
                  <a:gd name="connsiteY8" fmla="*/ 145690 h 516609"/>
                  <a:gd name="connsiteX9" fmla="*/ 9753671 w 9753670"/>
                  <a:gd name="connsiteY9" fmla="*/ 82030 h 51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53670" h="516609">
                    <a:moveTo>
                      <a:pt x="0" y="516610"/>
                    </a:moveTo>
                    <a:cubicBezTo>
                      <a:pt x="689195" y="503905"/>
                      <a:pt x="1381601" y="507078"/>
                      <a:pt x="2069099" y="472776"/>
                    </a:cubicBezTo>
                    <a:cubicBezTo>
                      <a:pt x="2390385" y="410568"/>
                      <a:pt x="2665150" y="198164"/>
                      <a:pt x="2992026" y="157439"/>
                    </a:cubicBezTo>
                    <a:cubicBezTo>
                      <a:pt x="3261534" y="134225"/>
                      <a:pt x="3488390" y="323088"/>
                      <a:pt x="3738742" y="391497"/>
                    </a:cubicBezTo>
                    <a:cubicBezTo>
                      <a:pt x="4052124" y="452814"/>
                      <a:pt x="4379033" y="426976"/>
                      <a:pt x="4697273" y="454505"/>
                    </a:cubicBezTo>
                    <a:cubicBezTo>
                      <a:pt x="5050883" y="524188"/>
                      <a:pt x="5340976" y="322254"/>
                      <a:pt x="5649038" y="187186"/>
                    </a:cubicBezTo>
                    <a:cubicBezTo>
                      <a:pt x="5790764" y="122406"/>
                      <a:pt x="5945886" y="160126"/>
                      <a:pt x="6094031" y="129304"/>
                    </a:cubicBezTo>
                    <a:cubicBezTo>
                      <a:pt x="6291947" y="94843"/>
                      <a:pt x="6482279" y="19205"/>
                      <a:pt x="6683887" y="6203"/>
                    </a:cubicBezTo>
                    <a:cubicBezTo>
                      <a:pt x="7037389" y="-32950"/>
                      <a:pt x="7365921" y="125247"/>
                      <a:pt x="7713484" y="145690"/>
                    </a:cubicBezTo>
                    <a:cubicBezTo>
                      <a:pt x="8394255" y="155473"/>
                      <a:pt x="9072854" y="72400"/>
                      <a:pt x="9753671" y="8203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4" name="Freeform: Shape 2833">
                <a:extLst>
                  <a:ext uri="{FF2B5EF4-FFF2-40B4-BE49-F238E27FC236}">
                    <a16:creationId xmlns:a16="http://schemas.microsoft.com/office/drawing/2014/main" id="{6F86DA96-A3EF-DB01-95FE-799E1F45D2A2}"/>
                  </a:ext>
                </a:extLst>
              </p:cNvPr>
              <p:cNvSpPr/>
              <p:nvPr/>
            </p:nvSpPr>
            <p:spPr>
              <a:xfrm>
                <a:off x="543439" y="5426933"/>
                <a:ext cx="9512983" cy="1051850"/>
              </a:xfrm>
              <a:custGeom>
                <a:avLst/>
                <a:gdLst>
                  <a:gd name="connsiteX0" fmla="*/ 0 w 9512983"/>
                  <a:gd name="connsiteY0" fmla="*/ 1051756 h 1051850"/>
                  <a:gd name="connsiteX1" fmla="*/ 2926926 w 9512983"/>
                  <a:gd name="connsiteY1" fmla="*/ 965637 h 1051850"/>
                  <a:gd name="connsiteX2" fmla="*/ 3829119 w 9512983"/>
                  <a:gd name="connsiteY2" fmla="*/ 1027947 h 1051850"/>
                  <a:gd name="connsiteX3" fmla="*/ 4680019 w 9512983"/>
                  <a:gd name="connsiteY3" fmla="*/ 841387 h 1051850"/>
                  <a:gd name="connsiteX4" fmla="*/ 5501082 w 9512983"/>
                  <a:gd name="connsiteY4" fmla="*/ 759331 h 1051850"/>
                  <a:gd name="connsiteX5" fmla="*/ 6113124 w 9512983"/>
                  <a:gd name="connsiteY5" fmla="*/ 450635 h 1051850"/>
                  <a:gd name="connsiteX6" fmla="*/ 6690294 w 9512983"/>
                  <a:gd name="connsiteY6" fmla="*/ 65 h 1051850"/>
                  <a:gd name="connsiteX7" fmla="*/ 7395599 w 9512983"/>
                  <a:gd name="connsiteY7" fmla="*/ 648694 h 1051850"/>
                  <a:gd name="connsiteX8" fmla="*/ 9512983 w 9512983"/>
                  <a:gd name="connsiteY8" fmla="*/ 411573 h 1051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12983" h="1051850">
                    <a:moveTo>
                      <a:pt x="0" y="1051756"/>
                    </a:moveTo>
                    <a:cubicBezTo>
                      <a:pt x="977076" y="1049110"/>
                      <a:pt x="1955244" y="1069918"/>
                      <a:pt x="2926926" y="965637"/>
                    </a:cubicBezTo>
                    <a:cubicBezTo>
                      <a:pt x="3229764" y="953287"/>
                      <a:pt x="3526549" y="1041064"/>
                      <a:pt x="3829119" y="1027947"/>
                    </a:cubicBezTo>
                    <a:cubicBezTo>
                      <a:pt x="4121298" y="1011208"/>
                      <a:pt x="4392641" y="885758"/>
                      <a:pt x="4680019" y="841387"/>
                    </a:cubicBezTo>
                    <a:cubicBezTo>
                      <a:pt x="4954985" y="825733"/>
                      <a:pt x="5228059" y="799976"/>
                      <a:pt x="5501082" y="759331"/>
                    </a:cubicBezTo>
                    <a:cubicBezTo>
                      <a:pt x="5784815" y="780414"/>
                      <a:pt x="5939868" y="664468"/>
                      <a:pt x="6113124" y="450635"/>
                    </a:cubicBezTo>
                    <a:cubicBezTo>
                      <a:pt x="6280762" y="288866"/>
                      <a:pt x="6430655" y="-4999"/>
                      <a:pt x="6690294" y="65"/>
                    </a:cubicBezTo>
                    <a:cubicBezTo>
                      <a:pt x="7001201" y="109970"/>
                      <a:pt x="7145448" y="453144"/>
                      <a:pt x="7395599" y="648694"/>
                    </a:cubicBezTo>
                    <a:cubicBezTo>
                      <a:pt x="7736756" y="973014"/>
                      <a:pt x="8969195" y="366059"/>
                      <a:pt x="9512983" y="41157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5" name="Freeform: Shape 2834">
                <a:extLst>
                  <a:ext uri="{FF2B5EF4-FFF2-40B4-BE49-F238E27FC236}">
                    <a16:creationId xmlns:a16="http://schemas.microsoft.com/office/drawing/2014/main" id="{A3B9A3E9-5BEB-8492-E89B-5CB69A29EA41}"/>
                  </a:ext>
                </a:extLst>
              </p:cNvPr>
              <p:cNvSpPr/>
              <p:nvPr/>
            </p:nvSpPr>
            <p:spPr>
              <a:xfrm>
                <a:off x="657973" y="5158229"/>
                <a:ext cx="9283903" cy="1233857"/>
              </a:xfrm>
              <a:custGeom>
                <a:avLst/>
                <a:gdLst>
                  <a:gd name="connsiteX0" fmla="*/ 0 w 9283903"/>
                  <a:gd name="connsiteY0" fmla="*/ 1228832 h 1233857"/>
                  <a:gd name="connsiteX1" fmla="*/ 3625173 w 9283903"/>
                  <a:gd name="connsiteY1" fmla="*/ 1227855 h 1233857"/>
                  <a:gd name="connsiteX2" fmla="*/ 4756743 w 9283903"/>
                  <a:gd name="connsiteY2" fmla="*/ 944014 h 1233857"/>
                  <a:gd name="connsiteX3" fmla="*/ 6234677 w 9283903"/>
                  <a:gd name="connsiteY3" fmla="*/ 184301 h 1233857"/>
                  <a:gd name="connsiteX4" fmla="*/ 6858349 w 9283903"/>
                  <a:gd name="connsiteY4" fmla="*/ 303665 h 1233857"/>
                  <a:gd name="connsiteX5" fmla="*/ 7374962 w 9283903"/>
                  <a:gd name="connsiteY5" fmla="*/ 934121 h 1233857"/>
                  <a:gd name="connsiteX6" fmla="*/ 9283903 w 9283903"/>
                  <a:gd name="connsiteY6" fmla="*/ 512022 h 123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83903" h="1233857">
                    <a:moveTo>
                      <a:pt x="0" y="1228832"/>
                    </a:moveTo>
                    <a:cubicBezTo>
                      <a:pt x="1208483" y="1221031"/>
                      <a:pt x="2416919" y="1244240"/>
                      <a:pt x="3625173" y="1227855"/>
                    </a:cubicBezTo>
                    <a:cubicBezTo>
                      <a:pt x="4031384" y="1270729"/>
                      <a:pt x="4354544" y="925074"/>
                      <a:pt x="4756743" y="944014"/>
                    </a:cubicBezTo>
                    <a:cubicBezTo>
                      <a:pt x="5845588" y="957970"/>
                      <a:pt x="5615256" y="1085700"/>
                      <a:pt x="6234677" y="184301"/>
                    </a:cubicBezTo>
                    <a:cubicBezTo>
                      <a:pt x="6461259" y="-155330"/>
                      <a:pt x="6690339" y="28002"/>
                      <a:pt x="6858349" y="303665"/>
                    </a:cubicBezTo>
                    <a:cubicBezTo>
                      <a:pt x="7018820" y="516640"/>
                      <a:pt x="7122125" y="815026"/>
                      <a:pt x="7374962" y="934121"/>
                    </a:cubicBezTo>
                    <a:cubicBezTo>
                      <a:pt x="8038714" y="978978"/>
                      <a:pt x="8621409" y="506662"/>
                      <a:pt x="9283903" y="51202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6" name="Freeform: Shape 2835">
                <a:extLst>
                  <a:ext uri="{FF2B5EF4-FFF2-40B4-BE49-F238E27FC236}">
                    <a16:creationId xmlns:a16="http://schemas.microsoft.com/office/drawing/2014/main" id="{5231666A-2F7C-7765-CDD6-F7A507B99893}"/>
                  </a:ext>
                </a:extLst>
              </p:cNvPr>
              <p:cNvSpPr/>
              <p:nvPr/>
            </p:nvSpPr>
            <p:spPr>
              <a:xfrm>
                <a:off x="767078" y="4999794"/>
                <a:ext cx="9065692" cy="1389049"/>
              </a:xfrm>
              <a:custGeom>
                <a:avLst/>
                <a:gdLst>
                  <a:gd name="connsiteX0" fmla="*/ 0 w 9065692"/>
                  <a:gd name="connsiteY0" fmla="*/ 1321681 h 1389049"/>
                  <a:gd name="connsiteX1" fmla="*/ 2186868 w 9065692"/>
                  <a:gd name="connsiteY1" fmla="*/ 1341792 h 1389049"/>
                  <a:gd name="connsiteX2" fmla="*/ 3268837 w 9065692"/>
                  <a:gd name="connsiteY2" fmla="*/ 1350564 h 1389049"/>
                  <a:gd name="connsiteX3" fmla="*/ 3818100 w 9065692"/>
                  <a:gd name="connsiteY3" fmla="*/ 1287848 h 1389049"/>
                  <a:gd name="connsiteX4" fmla="*/ 4513593 w 9065692"/>
                  <a:gd name="connsiteY4" fmla="*/ 979444 h 1389049"/>
                  <a:gd name="connsiteX5" fmla="*/ 6066764 w 9065692"/>
                  <a:gd name="connsiteY5" fmla="*/ 252216 h 1389049"/>
                  <a:gd name="connsiteX6" fmla="*/ 6663501 w 9065692"/>
                  <a:gd name="connsiteY6" fmla="*/ 237968 h 1389049"/>
                  <a:gd name="connsiteX7" fmla="*/ 7164827 w 9065692"/>
                  <a:gd name="connsiteY7" fmla="*/ 922368 h 1389049"/>
                  <a:gd name="connsiteX8" fmla="*/ 9065693 w 9065692"/>
                  <a:gd name="connsiteY8" fmla="*/ 481405 h 138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65692" h="1389049">
                    <a:moveTo>
                      <a:pt x="0" y="1321681"/>
                    </a:moveTo>
                    <a:cubicBezTo>
                      <a:pt x="728560" y="1333860"/>
                      <a:pt x="1459742" y="1294660"/>
                      <a:pt x="2186868" y="1341792"/>
                    </a:cubicBezTo>
                    <a:cubicBezTo>
                      <a:pt x="2546473" y="1385232"/>
                      <a:pt x="2909901" y="1417767"/>
                      <a:pt x="3268837" y="1350564"/>
                    </a:cubicBezTo>
                    <a:cubicBezTo>
                      <a:pt x="3450369" y="1311874"/>
                      <a:pt x="3641232" y="1345501"/>
                      <a:pt x="3818100" y="1287848"/>
                    </a:cubicBezTo>
                    <a:cubicBezTo>
                      <a:pt x="4059045" y="1206787"/>
                      <a:pt x="4261184" y="1028810"/>
                      <a:pt x="4513593" y="979444"/>
                    </a:cubicBezTo>
                    <a:cubicBezTo>
                      <a:pt x="5649032" y="979936"/>
                      <a:pt x="5407105" y="1359405"/>
                      <a:pt x="6066764" y="252216"/>
                    </a:cubicBezTo>
                    <a:cubicBezTo>
                      <a:pt x="6259017" y="-69910"/>
                      <a:pt x="6459613" y="-92953"/>
                      <a:pt x="6663501" y="237968"/>
                    </a:cubicBezTo>
                    <a:cubicBezTo>
                      <a:pt x="6829654" y="463340"/>
                      <a:pt x="6927786" y="759508"/>
                      <a:pt x="7164827" y="922368"/>
                    </a:cubicBezTo>
                    <a:cubicBezTo>
                      <a:pt x="7822681" y="1027598"/>
                      <a:pt x="8405102" y="466368"/>
                      <a:pt x="9065693" y="48140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7" name="Freeform: Shape 2836">
                <a:extLst>
                  <a:ext uri="{FF2B5EF4-FFF2-40B4-BE49-F238E27FC236}">
                    <a16:creationId xmlns:a16="http://schemas.microsoft.com/office/drawing/2014/main" id="{E26D5F2E-4CBA-039F-12DB-2739BCA9135E}"/>
                  </a:ext>
                </a:extLst>
              </p:cNvPr>
              <p:cNvSpPr/>
              <p:nvPr/>
            </p:nvSpPr>
            <p:spPr>
              <a:xfrm>
                <a:off x="871131" y="4807203"/>
                <a:ext cx="8857604" cy="1601308"/>
              </a:xfrm>
              <a:custGeom>
                <a:avLst/>
                <a:gdLst>
                  <a:gd name="connsiteX0" fmla="*/ 0 w 8857604"/>
                  <a:gd name="connsiteY0" fmla="*/ 1451715 h 1601308"/>
                  <a:gd name="connsiteX1" fmla="*/ 2123757 w 8857604"/>
                  <a:gd name="connsiteY1" fmla="*/ 1496601 h 1601308"/>
                  <a:gd name="connsiteX2" fmla="*/ 3571447 w 8857604"/>
                  <a:gd name="connsiteY2" fmla="*/ 1450081 h 1601308"/>
                  <a:gd name="connsiteX3" fmla="*/ 4378965 w 8857604"/>
                  <a:gd name="connsiteY3" fmla="*/ 1034772 h 1601308"/>
                  <a:gd name="connsiteX4" fmla="*/ 4932171 w 8857604"/>
                  <a:gd name="connsiteY4" fmla="*/ 1100112 h 1601308"/>
                  <a:gd name="connsiteX5" fmla="*/ 5391909 w 8857604"/>
                  <a:gd name="connsiteY5" fmla="*/ 1147832 h 1601308"/>
                  <a:gd name="connsiteX6" fmla="*/ 5849051 w 8857604"/>
                  <a:gd name="connsiteY6" fmla="*/ 453334 h 1601308"/>
                  <a:gd name="connsiteX7" fmla="*/ 6457053 w 8857604"/>
                  <a:gd name="connsiteY7" fmla="*/ 143763 h 1601308"/>
                  <a:gd name="connsiteX8" fmla="*/ 6965014 w 8857604"/>
                  <a:gd name="connsiteY8" fmla="*/ 906105 h 1601308"/>
                  <a:gd name="connsiteX9" fmla="*/ 8857604 w 8857604"/>
                  <a:gd name="connsiteY9" fmla="*/ 442595 h 160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57604" h="1601308">
                    <a:moveTo>
                      <a:pt x="0" y="1451715"/>
                    </a:moveTo>
                    <a:cubicBezTo>
                      <a:pt x="706157" y="1477033"/>
                      <a:pt x="1424007" y="1394275"/>
                      <a:pt x="2123757" y="1496601"/>
                    </a:cubicBezTo>
                    <a:cubicBezTo>
                      <a:pt x="2928600" y="1712994"/>
                      <a:pt x="2862861" y="1541350"/>
                      <a:pt x="3571447" y="1450081"/>
                    </a:cubicBezTo>
                    <a:cubicBezTo>
                      <a:pt x="3880216" y="1405973"/>
                      <a:pt x="4089551" y="1130298"/>
                      <a:pt x="4378965" y="1034772"/>
                    </a:cubicBezTo>
                    <a:cubicBezTo>
                      <a:pt x="4562599" y="975222"/>
                      <a:pt x="4754326" y="1052471"/>
                      <a:pt x="4932171" y="1100112"/>
                    </a:cubicBezTo>
                    <a:cubicBezTo>
                      <a:pt x="5077669" y="1130904"/>
                      <a:pt x="5249016" y="1217767"/>
                      <a:pt x="5391909" y="1147832"/>
                    </a:cubicBezTo>
                    <a:cubicBezTo>
                      <a:pt x="5607912" y="970193"/>
                      <a:pt x="5707342" y="688169"/>
                      <a:pt x="5849051" y="453334"/>
                    </a:cubicBezTo>
                    <a:cubicBezTo>
                      <a:pt x="5974987" y="226997"/>
                      <a:pt x="6205770" y="-234164"/>
                      <a:pt x="6457053" y="143763"/>
                    </a:cubicBezTo>
                    <a:cubicBezTo>
                      <a:pt x="6645699" y="383199"/>
                      <a:pt x="6737648" y="697656"/>
                      <a:pt x="6965014" y="906105"/>
                    </a:cubicBezTo>
                    <a:cubicBezTo>
                      <a:pt x="7476049" y="1120148"/>
                      <a:pt x="8272046" y="408151"/>
                      <a:pt x="8857604" y="44259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8" name="Freeform: Shape 2837">
                <a:extLst>
                  <a:ext uri="{FF2B5EF4-FFF2-40B4-BE49-F238E27FC236}">
                    <a16:creationId xmlns:a16="http://schemas.microsoft.com/office/drawing/2014/main" id="{7AA502B9-BB0A-5B27-6C82-8F1ABD5A8F38}"/>
                  </a:ext>
                </a:extLst>
              </p:cNvPr>
              <p:cNvSpPr/>
              <p:nvPr/>
            </p:nvSpPr>
            <p:spPr>
              <a:xfrm>
                <a:off x="970509" y="4664311"/>
                <a:ext cx="8658836" cy="1735519"/>
              </a:xfrm>
              <a:custGeom>
                <a:avLst/>
                <a:gdLst>
                  <a:gd name="connsiteX0" fmla="*/ 0 w 8658836"/>
                  <a:gd name="connsiteY0" fmla="*/ 1534863 h 1735519"/>
                  <a:gd name="connsiteX1" fmla="*/ 1212952 w 8658836"/>
                  <a:gd name="connsiteY1" fmla="*/ 1534863 h 1735519"/>
                  <a:gd name="connsiteX2" fmla="*/ 2000187 w 8658836"/>
                  <a:gd name="connsiteY2" fmla="*/ 1574966 h 1735519"/>
                  <a:gd name="connsiteX3" fmla="*/ 3189210 w 8658836"/>
                  <a:gd name="connsiteY3" fmla="*/ 1598208 h 1735519"/>
                  <a:gd name="connsiteX4" fmla="*/ 3526464 w 8658836"/>
                  <a:gd name="connsiteY4" fmla="*/ 1527628 h 1735519"/>
                  <a:gd name="connsiteX5" fmla="*/ 4181123 w 8658836"/>
                  <a:gd name="connsiteY5" fmla="*/ 1112113 h 1735519"/>
                  <a:gd name="connsiteX6" fmla="*/ 5032132 w 8658836"/>
                  <a:gd name="connsiteY6" fmla="*/ 1232460 h 1735519"/>
                  <a:gd name="connsiteX7" fmla="*/ 5638099 w 8658836"/>
                  <a:gd name="connsiteY7" fmla="*/ 659737 h 1735519"/>
                  <a:gd name="connsiteX8" fmla="*/ 6286266 w 8658836"/>
                  <a:gd name="connsiteY8" fmla="*/ 95564 h 1735519"/>
                  <a:gd name="connsiteX9" fmla="*/ 6805228 w 8658836"/>
                  <a:gd name="connsiteY9" fmla="*/ 905653 h 1735519"/>
                  <a:gd name="connsiteX10" fmla="*/ 8658836 w 8658836"/>
                  <a:gd name="connsiteY10" fmla="*/ 414843 h 173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58836" h="1735519">
                    <a:moveTo>
                      <a:pt x="0" y="1534863"/>
                    </a:moveTo>
                    <a:cubicBezTo>
                      <a:pt x="404336" y="1534863"/>
                      <a:pt x="808644" y="1534863"/>
                      <a:pt x="1212952" y="1534863"/>
                    </a:cubicBezTo>
                    <a:cubicBezTo>
                      <a:pt x="1475133" y="1543962"/>
                      <a:pt x="1743852" y="1506220"/>
                      <a:pt x="2000187" y="1574966"/>
                    </a:cubicBezTo>
                    <a:cubicBezTo>
                      <a:pt x="2461216" y="1717200"/>
                      <a:pt x="2728107" y="1839953"/>
                      <a:pt x="3189210" y="1598208"/>
                    </a:cubicBezTo>
                    <a:cubicBezTo>
                      <a:pt x="3296612" y="1551528"/>
                      <a:pt x="3411352" y="1537606"/>
                      <a:pt x="3526464" y="1527628"/>
                    </a:cubicBezTo>
                    <a:cubicBezTo>
                      <a:pt x="3781930" y="1460305"/>
                      <a:pt x="3956660" y="1238866"/>
                      <a:pt x="4181123" y="1112113"/>
                    </a:cubicBezTo>
                    <a:cubicBezTo>
                      <a:pt x="4459003" y="921164"/>
                      <a:pt x="4757452" y="1156405"/>
                      <a:pt x="5032132" y="1232460"/>
                    </a:cubicBezTo>
                    <a:cubicBezTo>
                      <a:pt x="5381119" y="1365168"/>
                      <a:pt x="5494201" y="883930"/>
                      <a:pt x="5638099" y="659737"/>
                    </a:cubicBezTo>
                    <a:cubicBezTo>
                      <a:pt x="5770213" y="462741"/>
                      <a:pt x="5984902" y="-256429"/>
                      <a:pt x="6286266" y="95564"/>
                    </a:cubicBezTo>
                    <a:cubicBezTo>
                      <a:pt x="6494120" y="340828"/>
                      <a:pt x="6574016" y="678974"/>
                      <a:pt x="6805228" y="905653"/>
                    </a:cubicBezTo>
                    <a:cubicBezTo>
                      <a:pt x="7296209" y="1138208"/>
                      <a:pt x="8088588" y="378319"/>
                      <a:pt x="8658836" y="41484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9" name="Freeform: Shape 2838">
                <a:extLst>
                  <a:ext uri="{FF2B5EF4-FFF2-40B4-BE49-F238E27FC236}">
                    <a16:creationId xmlns:a16="http://schemas.microsoft.com/office/drawing/2014/main" id="{59425DE7-5AFB-E752-5CF7-002E6781BEBE}"/>
                  </a:ext>
                </a:extLst>
              </p:cNvPr>
              <p:cNvSpPr/>
              <p:nvPr/>
            </p:nvSpPr>
            <p:spPr>
              <a:xfrm>
                <a:off x="1065898" y="4632338"/>
                <a:ext cx="8468378" cy="1725281"/>
              </a:xfrm>
              <a:custGeom>
                <a:avLst/>
                <a:gdLst>
                  <a:gd name="connsiteX0" fmla="*/ 0 w 8468378"/>
                  <a:gd name="connsiteY0" fmla="*/ 1533980 h 1725281"/>
                  <a:gd name="connsiteX1" fmla="*/ 1850248 w 8468378"/>
                  <a:gd name="connsiteY1" fmla="*/ 1504554 h 1725281"/>
                  <a:gd name="connsiteX2" fmla="*/ 2806980 w 8468378"/>
                  <a:gd name="connsiteY2" fmla="*/ 1698767 h 1725281"/>
                  <a:gd name="connsiteX3" fmla="*/ 3484550 w 8468378"/>
                  <a:gd name="connsiteY3" fmla="*/ 1492689 h 1725281"/>
                  <a:gd name="connsiteX4" fmla="*/ 3981092 w 8468378"/>
                  <a:gd name="connsiteY4" fmla="*/ 1163700 h 1725281"/>
                  <a:gd name="connsiteX5" fmla="*/ 5087042 w 8468378"/>
                  <a:gd name="connsiteY5" fmla="*/ 1212078 h 1725281"/>
                  <a:gd name="connsiteX6" fmla="*/ 5453293 w 8468378"/>
                  <a:gd name="connsiteY6" fmla="*/ 748431 h 1725281"/>
                  <a:gd name="connsiteX7" fmla="*/ 6132230 w 8468378"/>
                  <a:gd name="connsiteY7" fmla="*/ 80022 h 1725281"/>
                  <a:gd name="connsiteX8" fmla="*/ 6677949 w 8468378"/>
                  <a:gd name="connsiteY8" fmla="*/ 873606 h 1725281"/>
                  <a:gd name="connsiteX9" fmla="*/ 8468378 w 8468378"/>
                  <a:gd name="connsiteY9" fmla="*/ 349061 h 17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68378" h="1725281">
                    <a:moveTo>
                      <a:pt x="0" y="1533980"/>
                    </a:moveTo>
                    <a:cubicBezTo>
                      <a:pt x="616671" y="1566476"/>
                      <a:pt x="1235172" y="1439243"/>
                      <a:pt x="1850248" y="1504554"/>
                    </a:cubicBezTo>
                    <a:cubicBezTo>
                      <a:pt x="2167757" y="1567527"/>
                      <a:pt x="2472812" y="1803706"/>
                      <a:pt x="2806980" y="1698767"/>
                    </a:cubicBezTo>
                    <a:cubicBezTo>
                      <a:pt x="3031013" y="1615139"/>
                      <a:pt x="3242291" y="1507006"/>
                      <a:pt x="3484550" y="1492689"/>
                    </a:cubicBezTo>
                    <a:cubicBezTo>
                      <a:pt x="3674579" y="1426619"/>
                      <a:pt x="3819255" y="1277377"/>
                      <a:pt x="3981092" y="1163700"/>
                    </a:cubicBezTo>
                    <a:cubicBezTo>
                      <a:pt x="4316683" y="841231"/>
                      <a:pt x="4712629" y="1189395"/>
                      <a:pt x="5087042" y="1212078"/>
                    </a:cubicBezTo>
                    <a:cubicBezTo>
                      <a:pt x="5275951" y="1138405"/>
                      <a:pt x="5351989" y="910354"/>
                      <a:pt x="5453293" y="748431"/>
                    </a:cubicBezTo>
                    <a:cubicBezTo>
                      <a:pt x="5586104" y="565562"/>
                      <a:pt x="5845165" y="-256461"/>
                      <a:pt x="6132230" y="80022"/>
                    </a:cubicBezTo>
                    <a:cubicBezTo>
                      <a:pt x="6351320" y="316154"/>
                      <a:pt x="6431804" y="661089"/>
                      <a:pt x="6677949" y="873606"/>
                    </a:cubicBezTo>
                    <a:cubicBezTo>
                      <a:pt x="7238436" y="1059418"/>
                      <a:pt x="7869807" y="314679"/>
                      <a:pt x="8468378" y="34906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0" name="Freeform: Shape 2839">
                <a:extLst>
                  <a:ext uri="{FF2B5EF4-FFF2-40B4-BE49-F238E27FC236}">
                    <a16:creationId xmlns:a16="http://schemas.microsoft.com/office/drawing/2014/main" id="{D1A7A21F-0D93-6D17-546E-1AF682F19676}"/>
                  </a:ext>
                </a:extLst>
              </p:cNvPr>
              <p:cNvSpPr/>
              <p:nvPr/>
            </p:nvSpPr>
            <p:spPr>
              <a:xfrm>
                <a:off x="1158144" y="4684939"/>
                <a:ext cx="8285127" cy="1620903"/>
              </a:xfrm>
              <a:custGeom>
                <a:avLst/>
                <a:gdLst>
                  <a:gd name="connsiteX0" fmla="*/ 0 w 8285127"/>
                  <a:gd name="connsiteY0" fmla="*/ 1521682 h 1620903"/>
                  <a:gd name="connsiteX1" fmla="*/ 1752562 w 8285127"/>
                  <a:gd name="connsiteY1" fmla="*/ 1317657 h 1620903"/>
                  <a:gd name="connsiteX2" fmla="*/ 2970006 w 8285127"/>
                  <a:gd name="connsiteY2" fmla="*/ 1503983 h 1620903"/>
                  <a:gd name="connsiteX3" fmla="*/ 3511930 w 8285127"/>
                  <a:gd name="connsiteY3" fmla="*/ 1343500 h 1620903"/>
                  <a:gd name="connsiteX4" fmla="*/ 4207366 w 8285127"/>
                  <a:gd name="connsiteY4" fmla="*/ 949051 h 1620903"/>
                  <a:gd name="connsiteX5" fmla="*/ 4801177 w 8285127"/>
                  <a:gd name="connsiteY5" fmla="*/ 1011944 h 1620903"/>
                  <a:gd name="connsiteX6" fmla="*/ 5195210 w 8285127"/>
                  <a:gd name="connsiteY6" fmla="*/ 839248 h 1620903"/>
                  <a:gd name="connsiteX7" fmla="*/ 5928890 w 8285127"/>
                  <a:gd name="connsiteY7" fmla="*/ 21757 h 1620903"/>
                  <a:gd name="connsiteX8" fmla="*/ 6506917 w 8285127"/>
                  <a:gd name="connsiteY8" fmla="*/ 695973 h 1620903"/>
                  <a:gd name="connsiteX9" fmla="*/ 8285127 w 8285127"/>
                  <a:gd name="connsiteY9" fmla="*/ 108700 h 162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5127" h="1620903">
                    <a:moveTo>
                      <a:pt x="0" y="1521682"/>
                    </a:moveTo>
                    <a:cubicBezTo>
                      <a:pt x="593103" y="1549074"/>
                      <a:pt x="1158093" y="1253837"/>
                      <a:pt x="1752562" y="1317657"/>
                    </a:cubicBezTo>
                    <a:cubicBezTo>
                      <a:pt x="2207727" y="1436500"/>
                      <a:pt x="2475447" y="1808112"/>
                      <a:pt x="2970006" y="1503983"/>
                    </a:cubicBezTo>
                    <a:cubicBezTo>
                      <a:pt x="3137438" y="1397198"/>
                      <a:pt x="3340366" y="1429122"/>
                      <a:pt x="3511930" y="1343500"/>
                    </a:cubicBezTo>
                    <a:cubicBezTo>
                      <a:pt x="3749297" y="1225633"/>
                      <a:pt x="3932966" y="981146"/>
                      <a:pt x="4207366" y="949051"/>
                    </a:cubicBezTo>
                    <a:cubicBezTo>
                      <a:pt x="4406065" y="960829"/>
                      <a:pt x="4603187" y="991907"/>
                      <a:pt x="4801177" y="1011944"/>
                    </a:cubicBezTo>
                    <a:cubicBezTo>
                      <a:pt x="4976136" y="1058533"/>
                      <a:pt x="5102106" y="990924"/>
                      <a:pt x="5195210" y="839248"/>
                    </a:cubicBezTo>
                    <a:cubicBezTo>
                      <a:pt x="5366528" y="667358"/>
                      <a:pt x="5646712" y="-142057"/>
                      <a:pt x="5928890" y="21757"/>
                    </a:cubicBezTo>
                    <a:cubicBezTo>
                      <a:pt x="6177218" y="191556"/>
                      <a:pt x="6272036" y="511356"/>
                      <a:pt x="6506917" y="695973"/>
                    </a:cubicBezTo>
                    <a:cubicBezTo>
                      <a:pt x="7056997" y="934134"/>
                      <a:pt x="7692030" y="72404"/>
                      <a:pt x="8285127" y="10870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1" name="Freeform: Shape 2840">
                <a:extLst>
                  <a:ext uri="{FF2B5EF4-FFF2-40B4-BE49-F238E27FC236}">
                    <a16:creationId xmlns:a16="http://schemas.microsoft.com/office/drawing/2014/main" id="{2F9EED5A-9A9D-C253-1A93-C7D8FA067700}"/>
                  </a:ext>
                </a:extLst>
              </p:cNvPr>
              <p:cNvSpPr/>
              <p:nvPr/>
            </p:nvSpPr>
            <p:spPr>
              <a:xfrm>
                <a:off x="1247081" y="4551874"/>
                <a:ext cx="8109024" cy="1737305"/>
              </a:xfrm>
              <a:custGeom>
                <a:avLst/>
                <a:gdLst>
                  <a:gd name="connsiteX0" fmla="*/ 0 w 8109024"/>
                  <a:gd name="connsiteY0" fmla="*/ 1737306 h 1737305"/>
                  <a:gd name="connsiteX1" fmla="*/ 1451096 w 8109024"/>
                  <a:gd name="connsiteY1" fmla="*/ 1300749 h 1737305"/>
                  <a:gd name="connsiteX2" fmla="*/ 2812163 w 8109024"/>
                  <a:gd name="connsiteY2" fmla="*/ 1634185 h 1737305"/>
                  <a:gd name="connsiteX3" fmla="*/ 3146593 w 8109024"/>
                  <a:gd name="connsiteY3" fmla="*/ 1494270 h 1737305"/>
                  <a:gd name="connsiteX4" fmla="*/ 3452512 w 8109024"/>
                  <a:gd name="connsiteY4" fmla="*/ 1424392 h 1737305"/>
                  <a:gd name="connsiteX5" fmla="*/ 4336514 w 8109024"/>
                  <a:gd name="connsiteY5" fmla="*/ 1067565 h 1737305"/>
                  <a:gd name="connsiteX6" fmla="*/ 4908545 w 8109024"/>
                  <a:gd name="connsiteY6" fmla="*/ 989412 h 1737305"/>
                  <a:gd name="connsiteX7" fmla="*/ 5623692 w 8109024"/>
                  <a:gd name="connsiteY7" fmla="*/ 240919 h 1737305"/>
                  <a:gd name="connsiteX8" fmla="*/ 6292529 w 8109024"/>
                  <a:gd name="connsiteY8" fmla="*/ 667252 h 1737305"/>
                  <a:gd name="connsiteX9" fmla="*/ 8109025 w 8109024"/>
                  <a:gd name="connsiteY9" fmla="*/ 340 h 173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9024" h="1737305">
                    <a:moveTo>
                      <a:pt x="0" y="1737306"/>
                    </a:moveTo>
                    <a:cubicBezTo>
                      <a:pt x="517688" y="1732339"/>
                      <a:pt x="948273" y="1377815"/>
                      <a:pt x="1451096" y="1300749"/>
                    </a:cubicBezTo>
                    <a:cubicBezTo>
                      <a:pt x="1964754" y="1164811"/>
                      <a:pt x="2298573" y="1958551"/>
                      <a:pt x="2812163" y="1634185"/>
                    </a:cubicBezTo>
                    <a:cubicBezTo>
                      <a:pt x="2921691" y="1583606"/>
                      <a:pt x="3028190" y="1521793"/>
                      <a:pt x="3146593" y="1494270"/>
                    </a:cubicBezTo>
                    <a:cubicBezTo>
                      <a:pt x="3250864" y="1478394"/>
                      <a:pt x="3358420" y="1480988"/>
                      <a:pt x="3452512" y="1424392"/>
                    </a:cubicBezTo>
                    <a:cubicBezTo>
                      <a:pt x="3775100" y="1236226"/>
                      <a:pt x="3934669" y="1058061"/>
                      <a:pt x="4336514" y="1067565"/>
                    </a:cubicBezTo>
                    <a:cubicBezTo>
                      <a:pt x="4526217" y="1031915"/>
                      <a:pt x="4716601" y="1001871"/>
                      <a:pt x="4908545" y="989412"/>
                    </a:cubicBezTo>
                    <a:cubicBezTo>
                      <a:pt x="5224590" y="831981"/>
                      <a:pt x="5321563" y="418495"/>
                      <a:pt x="5623692" y="240919"/>
                    </a:cubicBezTo>
                    <a:cubicBezTo>
                      <a:pt x="5913054" y="162109"/>
                      <a:pt x="6078337" y="535156"/>
                      <a:pt x="6292529" y="667252"/>
                    </a:cubicBezTo>
                    <a:cubicBezTo>
                      <a:pt x="6876151" y="1005197"/>
                      <a:pt x="7494571" y="-21377"/>
                      <a:pt x="8109025" y="34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2" name="Freeform: Shape 2841">
                <a:extLst>
                  <a:ext uri="{FF2B5EF4-FFF2-40B4-BE49-F238E27FC236}">
                    <a16:creationId xmlns:a16="http://schemas.microsoft.com/office/drawing/2014/main" id="{67C3985B-2BF5-D2C7-72F0-1C2F4033086E}"/>
                  </a:ext>
                </a:extLst>
              </p:cNvPr>
              <p:cNvSpPr/>
              <p:nvPr/>
            </p:nvSpPr>
            <p:spPr>
              <a:xfrm>
                <a:off x="1332469" y="4305378"/>
                <a:ext cx="7940095" cy="2073939"/>
              </a:xfrm>
              <a:custGeom>
                <a:avLst/>
                <a:gdLst>
                  <a:gd name="connsiteX0" fmla="*/ 0 w 7940095"/>
                  <a:gd name="connsiteY0" fmla="*/ 2073939 h 2073939"/>
                  <a:gd name="connsiteX1" fmla="*/ 1764061 w 7940095"/>
                  <a:gd name="connsiteY1" fmla="*/ 1437357 h 2073939"/>
                  <a:gd name="connsiteX2" fmla="*/ 2460079 w 7940095"/>
                  <a:gd name="connsiteY2" fmla="*/ 1918348 h 2073939"/>
                  <a:gd name="connsiteX3" fmla="*/ 3048570 w 7940095"/>
                  <a:gd name="connsiteY3" fmla="*/ 1699881 h 2073939"/>
                  <a:gd name="connsiteX4" fmla="*/ 3824581 w 7940095"/>
                  <a:gd name="connsiteY4" fmla="*/ 1385905 h 2073939"/>
                  <a:gd name="connsiteX5" fmla="*/ 4145673 w 7940095"/>
                  <a:gd name="connsiteY5" fmla="*/ 1316319 h 2073939"/>
                  <a:gd name="connsiteX6" fmla="*/ 4562005 w 7940095"/>
                  <a:gd name="connsiteY6" fmla="*/ 1129239 h 2073939"/>
                  <a:gd name="connsiteX7" fmla="*/ 5097615 w 7940095"/>
                  <a:gd name="connsiteY7" fmla="*/ 886620 h 2073939"/>
                  <a:gd name="connsiteX8" fmla="*/ 7151551 w 7940095"/>
                  <a:gd name="connsiteY8" fmla="*/ 422533 h 2073939"/>
                  <a:gd name="connsiteX9" fmla="*/ 7940096 w 7940095"/>
                  <a:gd name="connsiteY9" fmla="*/ 0 h 207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40095" h="2073939">
                    <a:moveTo>
                      <a:pt x="0" y="2073939"/>
                    </a:moveTo>
                    <a:cubicBezTo>
                      <a:pt x="593846" y="2071882"/>
                      <a:pt x="1196127" y="1174038"/>
                      <a:pt x="1764061" y="1437357"/>
                    </a:cubicBezTo>
                    <a:cubicBezTo>
                      <a:pt x="2008491" y="1575568"/>
                      <a:pt x="2172923" y="1862410"/>
                      <a:pt x="2460079" y="1918348"/>
                    </a:cubicBezTo>
                    <a:cubicBezTo>
                      <a:pt x="2677175" y="1924887"/>
                      <a:pt x="2848288" y="1758643"/>
                      <a:pt x="3048570" y="1699881"/>
                    </a:cubicBezTo>
                    <a:cubicBezTo>
                      <a:pt x="3344247" y="1691652"/>
                      <a:pt x="3571932" y="1518276"/>
                      <a:pt x="3824581" y="1385905"/>
                    </a:cubicBezTo>
                    <a:cubicBezTo>
                      <a:pt x="3924942" y="1331686"/>
                      <a:pt x="4039614" y="1347448"/>
                      <a:pt x="4145673" y="1316319"/>
                    </a:cubicBezTo>
                    <a:cubicBezTo>
                      <a:pt x="4292011" y="1272308"/>
                      <a:pt x="4421256" y="1186948"/>
                      <a:pt x="4562005" y="1129239"/>
                    </a:cubicBezTo>
                    <a:cubicBezTo>
                      <a:pt x="4784724" y="1053920"/>
                      <a:pt x="4922296" y="1091074"/>
                      <a:pt x="5097615" y="886620"/>
                    </a:cubicBezTo>
                    <a:cubicBezTo>
                      <a:pt x="5942360" y="-54481"/>
                      <a:pt x="5901647" y="1559023"/>
                      <a:pt x="7151551" y="422533"/>
                    </a:cubicBezTo>
                    <a:cubicBezTo>
                      <a:pt x="7387049" y="243247"/>
                      <a:pt x="7630005" y="16596"/>
                      <a:pt x="7940096" y="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3" name="Freeform: Shape 2842">
                <a:extLst>
                  <a:ext uri="{FF2B5EF4-FFF2-40B4-BE49-F238E27FC236}">
                    <a16:creationId xmlns:a16="http://schemas.microsoft.com/office/drawing/2014/main" id="{66FB4358-0FAC-5CE9-9F1F-BFFA674369BD}"/>
                  </a:ext>
                </a:extLst>
              </p:cNvPr>
              <p:cNvSpPr/>
              <p:nvPr/>
            </p:nvSpPr>
            <p:spPr>
              <a:xfrm>
                <a:off x="1414085" y="4101375"/>
                <a:ext cx="7778309" cy="2341006"/>
              </a:xfrm>
              <a:custGeom>
                <a:avLst/>
                <a:gdLst>
                  <a:gd name="connsiteX0" fmla="*/ 0 w 7778309"/>
                  <a:gd name="connsiteY0" fmla="*/ 2341007 h 2341006"/>
                  <a:gd name="connsiteX1" fmla="*/ 1578866 w 7778309"/>
                  <a:gd name="connsiteY1" fmla="*/ 1450987 h 2341006"/>
                  <a:gd name="connsiteX2" fmla="*/ 2250178 w 7778309"/>
                  <a:gd name="connsiteY2" fmla="*/ 2011748 h 2341006"/>
                  <a:gd name="connsiteX3" fmla="*/ 2938556 w 7778309"/>
                  <a:gd name="connsiteY3" fmla="*/ 1873652 h 2341006"/>
                  <a:gd name="connsiteX4" fmla="*/ 3285874 w 7778309"/>
                  <a:gd name="connsiteY4" fmla="*/ 1802231 h 2341006"/>
                  <a:gd name="connsiteX5" fmla="*/ 3753424 w 7778309"/>
                  <a:gd name="connsiteY5" fmla="*/ 1575768 h 2341006"/>
                  <a:gd name="connsiteX6" fmla="*/ 4461478 w 7778309"/>
                  <a:gd name="connsiteY6" fmla="*/ 1224079 h 2341006"/>
                  <a:gd name="connsiteX7" fmla="*/ 4909460 w 7778309"/>
                  <a:gd name="connsiteY7" fmla="*/ 1080112 h 2341006"/>
                  <a:gd name="connsiteX8" fmla="*/ 6192614 w 7778309"/>
                  <a:gd name="connsiteY8" fmla="*/ 943249 h 2341006"/>
                  <a:gd name="connsiteX9" fmla="*/ 7778309 w 7778309"/>
                  <a:gd name="connsiteY9" fmla="*/ 0 h 234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8309" h="2341006">
                    <a:moveTo>
                      <a:pt x="0" y="2341007"/>
                    </a:moveTo>
                    <a:cubicBezTo>
                      <a:pt x="625844" y="2264694"/>
                      <a:pt x="945261" y="1491592"/>
                      <a:pt x="1578866" y="1450987"/>
                    </a:cubicBezTo>
                    <a:cubicBezTo>
                      <a:pt x="1867599" y="1537398"/>
                      <a:pt x="2009491" y="1849168"/>
                      <a:pt x="2250178" y="2011748"/>
                    </a:cubicBezTo>
                    <a:cubicBezTo>
                      <a:pt x="2477093" y="2196069"/>
                      <a:pt x="2722780" y="1958707"/>
                      <a:pt x="2938556" y="1873652"/>
                    </a:cubicBezTo>
                    <a:cubicBezTo>
                      <a:pt x="3048398" y="1819679"/>
                      <a:pt x="3174214" y="1849619"/>
                      <a:pt x="3285874" y="1802231"/>
                    </a:cubicBezTo>
                    <a:cubicBezTo>
                      <a:pt x="3449111" y="1742909"/>
                      <a:pt x="3591112" y="1637205"/>
                      <a:pt x="3753424" y="1575768"/>
                    </a:cubicBezTo>
                    <a:cubicBezTo>
                      <a:pt x="4114274" y="1520927"/>
                      <a:pt x="4179088" y="1434957"/>
                      <a:pt x="4461478" y="1224079"/>
                    </a:cubicBezTo>
                    <a:cubicBezTo>
                      <a:pt x="4592694" y="1114294"/>
                      <a:pt x="4770259" y="1170889"/>
                      <a:pt x="4909460" y="1080112"/>
                    </a:cubicBezTo>
                    <a:cubicBezTo>
                      <a:pt x="5437223" y="689086"/>
                      <a:pt x="5632590" y="922104"/>
                      <a:pt x="6192614" y="943249"/>
                    </a:cubicBezTo>
                    <a:cubicBezTo>
                      <a:pt x="6843656" y="892454"/>
                      <a:pt x="7136589" y="75661"/>
                      <a:pt x="7778309" y="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4" name="Freeform: Shape 2843">
                <a:extLst>
                  <a:ext uri="{FF2B5EF4-FFF2-40B4-BE49-F238E27FC236}">
                    <a16:creationId xmlns:a16="http://schemas.microsoft.com/office/drawing/2014/main" id="{153AE40A-2EF5-3C3E-A258-DEC76407FDA6}"/>
                  </a:ext>
                </a:extLst>
              </p:cNvPr>
              <p:cNvSpPr/>
              <p:nvPr/>
            </p:nvSpPr>
            <p:spPr>
              <a:xfrm>
                <a:off x="8919737" y="4033092"/>
                <a:ext cx="3022697" cy="3495574"/>
              </a:xfrm>
              <a:custGeom>
                <a:avLst/>
                <a:gdLst>
                  <a:gd name="connsiteX0" fmla="*/ 0 w 3022697"/>
                  <a:gd name="connsiteY0" fmla="*/ 0 h 3495574"/>
                  <a:gd name="connsiteX1" fmla="*/ 366183 w 3022697"/>
                  <a:gd name="connsiteY1" fmla="*/ 913697 h 3495574"/>
                  <a:gd name="connsiteX2" fmla="*/ 516767 w 3022697"/>
                  <a:gd name="connsiteY2" fmla="*/ 1112733 h 3495574"/>
                  <a:gd name="connsiteX3" fmla="*/ 710923 w 3022697"/>
                  <a:gd name="connsiteY3" fmla="*/ 1536101 h 3495574"/>
                  <a:gd name="connsiteX4" fmla="*/ 860902 w 3022697"/>
                  <a:gd name="connsiteY4" fmla="*/ 1750533 h 3495574"/>
                  <a:gd name="connsiteX5" fmla="*/ 1005857 w 3022697"/>
                  <a:gd name="connsiteY5" fmla="*/ 2155629 h 3495574"/>
                  <a:gd name="connsiteX6" fmla="*/ 1677604 w 3022697"/>
                  <a:gd name="connsiteY6" fmla="*/ 2643308 h 3495574"/>
                  <a:gd name="connsiteX7" fmla="*/ 3022698 w 3022697"/>
                  <a:gd name="connsiteY7" fmla="*/ 3495574 h 349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2697" h="3495574">
                    <a:moveTo>
                      <a:pt x="0" y="0"/>
                    </a:moveTo>
                    <a:cubicBezTo>
                      <a:pt x="189578" y="267559"/>
                      <a:pt x="214667" y="623718"/>
                      <a:pt x="366183" y="913697"/>
                    </a:cubicBezTo>
                    <a:cubicBezTo>
                      <a:pt x="396272" y="997536"/>
                      <a:pt x="469505" y="1042370"/>
                      <a:pt x="516767" y="1112733"/>
                    </a:cubicBezTo>
                    <a:cubicBezTo>
                      <a:pt x="594377" y="1247019"/>
                      <a:pt x="641675" y="1397512"/>
                      <a:pt x="710923" y="1536101"/>
                    </a:cubicBezTo>
                    <a:cubicBezTo>
                      <a:pt x="742019" y="1623511"/>
                      <a:pt x="814668" y="1675289"/>
                      <a:pt x="860902" y="1750533"/>
                    </a:cubicBezTo>
                    <a:cubicBezTo>
                      <a:pt x="919989" y="1880092"/>
                      <a:pt x="951319" y="2024064"/>
                      <a:pt x="1005857" y="2155629"/>
                    </a:cubicBezTo>
                    <a:cubicBezTo>
                      <a:pt x="1067962" y="2324965"/>
                      <a:pt x="1512715" y="2511154"/>
                      <a:pt x="1677604" y="2643308"/>
                    </a:cubicBezTo>
                    <a:cubicBezTo>
                      <a:pt x="2125980" y="2927378"/>
                      <a:pt x="2574196" y="3211390"/>
                      <a:pt x="3022698" y="349557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5" name="Freeform: Shape 2844">
                <a:extLst>
                  <a:ext uri="{FF2B5EF4-FFF2-40B4-BE49-F238E27FC236}">
                    <a16:creationId xmlns:a16="http://schemas.microsoft.com/office/drawing/2014/main" id="{48C41CCD-BFEE-4199-4E61-A2CF6CD222E5}"/>
                  </a:ext>
                </a:extLst>
              </p:cNvPr>
              <p:cNvSpPr/>
              <p:nvPr/>
            </p:nvSpPr>
            <p:spPr>
              <a:xfrm>
                <a:off x="8724073" y="4149090"/>
                <a:ext cx="2859317" cy="3379582"/>
              </a:xfrm>
              <a:custGeom>
                <a:avLst/>
                <a:gdLst>
                  <a:gd name="connsiteX0" fmla="*/ 0 w 2859317"/>
                  <a:gd name="connsiteY0" fmla="*/ 0 h 3379582"/>
                  <a:gd name="connsiteX1" fmla="*/ 349838 w 2859317"/>
                  <a:gd name="connsiteY1" fmla="*/ 873755 h 3379582"/>
                  <a:gd name="connsiteX2" fmla="*/ 486192 w 2859317"/>
                  <a:gd name="connsiteY2" fmla="*/ 1056252 h 3379582"/>
                  <a:gd name="connsiteX3" fmla="*/ 664837 w 2859317"/>
                  <a:gd name="connsiteY3" fmla="*/ 1457788 h 3379582"/>
                  <a:gd name="connsiteX4" fmla="*/ 812724 w 2859317"/>
                  <a:gd name="connsiteY4" fmla="*/ 1679381 h 3379582"/>
                  <a:gd name="connsiteX5" fmla="*/ 956273 w 2859317"/>
                  <a:gd name="connsiteY5" fmla="*/ 2057543 h 3379582"/>
                  <a:gd name="connsiteX6" fmla="*/ 1171752 w 2859317"/>
                  <a:gd name="connsiteY6" fmla="*/ 2249173 h 3379582"/>
                  <a:gd name="connsiteX7" fmla="*/ 1586826 w 2859317"/>
                  <a:gd name="connsiteY7" fmla="*/ 2527208 h 3379582"/>
                  <a:gd name="connsiteX8" fmla="*/ 2859317 w 2859317"/>
                  <a:gd name="connsiteY8" fmla="*/ 3379583 h 337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9317" h="3379582">
                    <a:moveTo>
                      <a:pt x="0" y="0"/>
                    </a:moveTo>
                    <a:cubicBezTo>
                      <a:pt x="178977" y="257569"/>
                      <a:pt x="204494" y="596520"/>
                      <a:pt x="349838" y="873755"/>
                    </a:cubicBezTo>
                    <a:cubicBezTo>
                      <a:pt x="378019" y="949524"/>
                      <a:pt x="443570" y="991724"/>
                      <a:pt x="486192" y="1056252"/>
                    </a:cubicBezTo>
                    <a:cubicBezTo>
                      <a:pt x="558509" y="1183428"/>
                      <a:pt x="602395" y="1325686"/>
                      <a:pt x="664837" y="1457788"/>
                    </a:cubicBezTo>
                    <a:cubicBezTo>
                      <a:pt x="695773" y="1546262"/>
                      <a:pt x="761398" y="1605784"/>
                      <a:pt x="812724" y="1679381"/>
                    </a:cubicBezTo>
                    <a:cubicBezTo>
                      <a:pt x="870743" y="1800025"/>
                      <a:pt x="901472" y="1935368"/>
                      <a:pt x="956273" y="2057543"/>
                    </a:cubicBezTo>
                    <a:cubicBezTo>
                      <a:pt x="990678" y="2156378"/>
                      <a:pt x="1094914" y="2190011"/>
                      <a:pt x="1171752" y="2249173"/>
                    </a:cubicBezTo>
                    <a:cubicBezTo>
                      <a:pt x="1310095" y="2341836"/>
                      <a:pt x="1448427" y="2434499"/>
                      <a:pt x="1586826" y="2527208"/>
                    </a:cubicBezTo>
                    <a:cubicBezTo>
                      <a:pt x="2010988" y="2811329"/>
                      <a:pt x="2435007" y="3095364"/>
                      <a:pt x="2859317" y="337958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6" name="Freeform: Shape 2845">
                <a:extLst>
                  <a:ext uri="{FF2B5EF4-FFF2-40B4-BE49-F238E27FC236}">
                    <a16:creationId xmlns:a16="http://schemas.microsoft.com/office/drawing/2014/main" id="{7C43694E-A6DF-E078-5E2D-451FBE72A9DB}"/>
                  </a:ext>
                </a:extLst>
              </p:cNvPr>
              <p:cNvSpPr/>
              <p:nvPr/>
            </p:nvSpPr>
            <p:spPr>
              <a:xfrm>
                <a:off x="8528408" y="4311813"/>
                <a:ext cx="2695925" cy="3216859"/>
              </a:xfrm>
              <a:custGeom>
                <a:avLst/>
                <a:gdLst>
                  <a:gd name="connsiteX0" fmla="*/ 0 w 2695925"/>
                  <a:gd name="connsiteY0" fmla="*/ 0 h 3216859"/>
                  <a:gd name="connsiteX1" fmla="*/ 323469 w 2695925"/>
                  <a:gd name="connsiteY1" fmla="*/ 796894 h 3216859"/>
                  <a:gd name="connsiteX2" fmla="*/ 459006 w 2695925"/>
                  <a:gd name="connsiteY2" fmla="*/ 983580 h 3216859"/>
                  <a:gd name="connsiteX3" fmla="*/ 624158 w 2695925"/>
                  <a:gd name="connsiteY3" fmla="*/ 1363976 h 3216859"/>
                  <a:gd name="connsiteX4" fmla="*/ 771279 w 2695925"/>
                  <a:gd name="connsiteY4" fmla="*/ 1589736 h 3216859"/>
                  <a:gd name="connsiteX5" fmla="*/ 899192 w 2695925"/>
                  <a:gd name="connsiteY5" fmla="*/ 1899774 h 3216859"/>
                  <a:gd name="connsiteX6" fmla="*/ 1490220 w 2695925"/>
                  <a:gd name="connsiteY6" fmla="*/ 2360318 h 3216859"/>
                  <a:gd name="connsiteX7" fmla="*/ 2695926 w 2695925"/>
                  <a:gd name="connsiteY7" fmla="*/ 3216859 h 321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925" h="3216859">
                    <a:moveTo>
                      <a:pt x="0" y="0"/>
                    </a:moveTo>
                    <a:cubicBezTo>
                      <a:pt x="165358" y="234092"/>
                      <a:pt x="192099" y="543136"/>
                      <a:pt x="323469" y="796894"/>
                    </a:cubicBezTo>
                    <a:cubicBezTo>
                      <a:pt x="351261" y="873806"/>
                      <a:pt x="416189" y="918097"/>
                      <a:pt x="459006" y="983580"/>
                    </a:cubicBezTo>
                    <a:cubicBezTo>
                      <a:pt x="525826" y="1104298"/>
                      <a:pt x="566917" y="1238595"/>
                      <a:pt x="624158" y="1363976"/>
                    </a:cubicBezTo>
                    <a:cubicBezTo>
                      <a:pt x="654534" y="1453639"/>
                      <a:pt x="718627" y="1515692"/>
                      <a:pt x="771279" y="1589736"/>
                    </a:cubicBezTo>
                    <a:cubicBezTo>
                      <a:pt x="821205" y="1688788"/>
                      <a:pt x="851250" y="1799688"/>
                      <a:pt x="899192" y="1899774"/>
                    </a:cubicBezTo>
                    <a:cubicBezTo>
                      <a:pt x="1041490" y="2097930"/>
                      <a:pt x="1303111" y="2201504"/>
                      <a:pt x="1490220" y="2360318"/>
                    </a:cubicBezTo>
                    <a:cubicBezTo>
                      <a:pt x="1892134" y="2645811"/>
                      <a:pt x="2293876" y="2931229"/>
                      <a:pt x="2695926" y="321685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7" name="Freeform: Shape 2846">
                <a:extLst>
                  <a:ext uri="{FF2B5EF4-FFF2-40B4-BE49-F238E27FC236}">
                    <a16:creationId xmlns:a16="http://schemas.microsoft.com/office/drawing/2014/main" id="{97FAD073-EF96-BB5B-A58B-CCD6A11820DC}"/>
                  </a:ext>
                </a:extLst>
              </p:cNvPr>
              <p:cNvSpPr/>
              <p:nvPr/>
            </p:nvSpPr>
            <p:spPr>
              <a:xfrm>
                <a:off x="8332744" y="4496630"/>
                <a:ext cx="2532538" cy="3032036"/>
              </a:xfrm>
              <a:custGeom>
                <a:avLst/>
                <a:gdLst>
                  <a:gd name="connsiteX0" fmla="*/ 0 w 2532538"/>
                  <a:gd name="connsiteY0" fmla="*/ 0 h 3032036"/>
                  <a:gd name="connsiteX1" fmla="*/ 311564 w 2532538"/>
                  <a:gd name="connsiteY1" fmla="*/ 740973 h 3032036"/>
                  <a:gd name="connsiteX2" fmla="*/ 601401 w 2532538"/>
                  <a:gd name="connsiteY2" fmla="*/ 1297339 h 3032036"/>
                  <a:gd name="connsiteX3" fmla="*/ 820314 w 2532538"/>
                  <a:gd name="connsiteY3" fmla="*/ 1679313 h 3032036"/>
                  <a:gd name="connsiteX4" fmla="*/ 1408021 w 2532538"/>
                  <a:gd name="connsiteY4" fmla="*/ 2181633 h 3032036"/>
                  <a:gd name="connsiteX5" fmla="*/ 2532539 w 2532538"/>
                  <a:gd name="connsiteY5" fmla="*/ 3032036 h 303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38" h="3032036">
                    <a:moveTo>
                      <a:pt x="0" y="0"/>
                    </a:moveTo>
                    <a:cubicBezTo>
                      <a:pt x="157859" y="216467"/>
                      <a:pt x="182549" y="506869"/>
                      <a:pt x="311564" y="740973"/>
                    </a:cubicBezTo>
                    <a:cubicBezTo>
                      <a:pt x="450730" y="903707"/>
                      <a:pt x="521728" y="1099315"/>
                      <a:pt x="601401" y="1297339"/>
                    </a:cubicBezTo>
                    <a:cubicBezTo>
                      <a:pt x="671192" y="1428641"/>
                      <a:pt x="775554" y="1532203"/>
                      <a:pt x="820314" y="1679313"/>
                    </a:cubicBezTo>
                    <a:cubicBezTo>
                      <a:pt x="945724" y="1901534"/>
                      <a:pt x="1221272" y="2010617"/>
                      <a:pt x="1408021" y="2181633"/>
                    </a:cubicBezTo>
                    <a:cubicBezTo>
                      <a:pt x="1782874" y="2465079"/>
                      <a:pt x="2157544" y="2748435"/>
                      <a:pt x="2532539" y="3032036"/>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8" name="Freeform: Shape 2847">
                <a:extLst>
                  <a:ext uri="{FF2B5EF4-FFF2-40B4-BE49-F238E27FC236}">
                    <a16:creationId xmlns:a16="http://schemas.microsoft.com/office/drawing/2014/main" id="{FD70998C-4E2B-C26B-B8CE-90D44D56BB53}"/>
                  </a:ext>
                </a:extLst>
              </p:cNvPr>
              <p:cNvSpPr/>
              <p:nvPr/>
            </p:nvSpPr>
            <p:spPr>
              <a:xfrm>
                <a:off x="8137079" y="4678921"/>
                <a:ext cx="2369147" cy="2849745"/>
              </a:xfrm>
              <a:custGeom>
                <a:avLst/>
                <a:gdLst>
                  <a:gd name="connsiteX0" fmla="*/ 0 w 2369147"/>
                  <a:gd name="connsiteY0" fmla="*/ 0 h 2849745"/>
                  <a:gd name="connsiteX1" fmla="*/ 373607 w 2369147"/>
                  <a:gd name="connsiteY1" fmla="*/ 773600 h 2849745"/>
                  <a:gd name="connsiteX2" fmla="*/ 673090 w 2369147"/>
                  <a:gd name="connsiteY2" fmla="*/ 1356147 h 2849745"/>
                  <a:gd name="connsiteX3" fmla="*/ 1285812 w 2369147"/>
                  <a:gd name="connsiteY3" fmla="*/ 1973927 h 2849745"/>
                  <a:gd name="connsiteX4" fmla="*/ 2369148 w 2369147"/>
                  <a:gd name="connsiteY4" fmla="*/ 2849745 h 2849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147" h="2849745">
                    <a:moveTo>
                      <a:pt x="0" y="0"/>
                    </a:moveTo>
                    <a:cubicBezTo>
                      <a:pt x="178103" y="224337"/>
                      <a:pt x="167432" y="567105"/>
                      <a:pt x="373607" y="773600"/>
                    </a:cubicBezTo>
                    <a:cubicBezTo>
                      <a:pt x="503812" y="949067"/>
                      <a:pt x="508629" y="1204305"/>
                      <a:pt x="673090" y="1356147"/>
                    </a:cubicBezTo>
                    <a:cubicBezTo>
                      <a:pt x="795631" y="1634902"/>
                      <a:pt x="1061699" y="1783006"/>
                      <a:pt x="1285812" y="1973927"/>
                    </a:cubicBezTo>
                    <a:cubicBezTo>
                      <a:pt x="1646915" y="2265866"/>
                      <a:pt x="2007857" y="2557668"/>
                      <a:pt x="2369148" y="284974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9" name="Freeform: Shape 2848">
                <a:extLst>
                  <a:ext uri="{FF2B5EF4-FFF2-40B4-BE49-F238E27FC236}">
                    <a16:creationId xmlns:a16="http://schemas.microsoft.com/office/drawing/2014/main" id="{F73B2641-C051-35ED-3609-C4009ECC6F93}"/>
                  </a:ext>
                </a:extLst>
              </p:cNvPr>
              <p:cNvSpPr/>
              <p:nvPr/>
            </p:nvSpPr>
            <p:spPr>
              <a:xfrm>
                <a:off x="7941415" y="4834044"/>
                <a:ext cx="2205761" cy="2694634"/>
              </a:xfrm>
              <a:custGeom>
                <a:avLst/>
                <a:gdLst>
                  <a:gd name="connsiteX0" fmla="*/ 0 w 2205761"/>
                  <a:gd name="connsiteY0" fmla="*/ 0 h 2694634"/>
                  <a:gd name="connsiteX1" fmla="*/ 273268 w 2205761"/>
                  <a:gd name="connsiteY1" fmla="*/ 611442 h 2694634"/>
                  <a:gd name="connsiteX2" fmla="*/ 591165 w 2205761"/>
                  <a:gd name="connsiteY2" fmla="*/ 1231565 h 2694634"/>
                  <a:gd name="connsiteX3" fmla="*/ 1170329 w 2205761"/>
                  <a:gd name="connsiteY3" fmla="*/ 1795516 h 2694634"/>
                  <a:gd name="connsiteX4" fmla="*/ 2205761 w 2205761"/>
                  <a:gd name="connsiteY4" fmla="*/ 2694634 h 2694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5761" h="2694634">
                    <a:moveTo>
                      <a:pt x="0" y="0"/>
                    </a:moveTo>
                    <a:cubicBezTo>
                      <a:pt x="136365" y="176817"/>
                      <a:pt x="160820" y="419230"/>
                      <a:pt x="273268" y="611442"/>
                    </a:cubicBezTo>
                    <a:cubicBezTo>
                      <a:pt x="439597" y="784635"/>
                      <a:pt x="459583" y="1037096"/>
                      <a:pt x="591165" y="1231565"/>
                    </a:cubicBezTo>
                    <a:cubicBezTo>
                      <a:pt x="755443" y="1447324"/>
                      <a:pt x="962108" y="1619951"/>
                      <a:pt x="1170329" y="1795516"/>
                    </a:cubicBezTo>
                    <a:cubicBezTo>
                      <a:pt x="1515464" y="2095234"/>
                      <a:pt x="1860427" y="2394768"/>
                      <a:pt x="2205761" y="269463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0" name="Freeform: Shape 2849">
                <a:extLst>
                  <a:ext uri="{FF2B5EF4-FFF2-40B4-BE49-F238E27FC236}">
                    <a16:creationId xmlns:a16="http://schemas.microsoft.com/office/drawing/2014/main" id="{8EA0FF80-0BBA-0949-9349-DF2C09E6C47E}"/>
                  </a:ext>
                </a:extLst>
              </p:cNvPr>
              <p:cNvSpPr/>
              <p:nvPr/>
            </p:nvSpPr>
            <p:spPr>
              <a:xfrm>
                <a:off x="7745745" y="4937365"/>
                <a:ext cx="2042369" cy="2591301"/>
              </a:xfrm>
              <a:custGeom>
                <a:avLst/>
                <a:gdLst>
                  <a:gd name="connsiteX0" fmla="*/ 0 w 2042369"/>
                  <a:gd name="connsiteY0" fmla="*/ 0 h 2591301"/>
                  <a:gd name="connsiteX1" fmla="*/ 244814 w 2042369"/>
                  <a:gd name="connsiteY1" fmla="*/ 553040 h 2591301"/>
                  <a:gd name="connsiteX2" fmla="*/ 530317 w 2042369"/>
                  <a:gd name="connsiteY2" fmla="*/ 1149526 h 2591301"/>
                  <a:gd name="connsiteX3" fmla="*/ 2042370 w 2042369"/>
                  <a:gd name="connsiteY3" fmla="*/ 2591301 h 2591301"/>
                </a:gdLst>
                <a:ahLst/>
                <a:cxnLst>
                  <a:cxn ang="0">
                    <a:pos x="connsiteX0" y="connsiteY0"/>
                  </a:cxn>
                  <a:cxn ang="0">
                    <a:pos x="connsiteX1" y="connsiteY1"/>
                  </a:cxn>
                  <a:cxn ang="0">
                    <a:pos x="connsiteX2" y="connsiteY2"/>
                  </a:cxn>
                  <a:cxn ang="0">
                    <a:pos x="connsiteX3" y="connsiteY3"/>
                  </a:cxn>
                </a:cxnLst>
                <a:rect l="l" t="t" r="r" b="b"/>
                <a:pathLst>
                  <a:path w="2042369" h="2591301">
                    <a:moveTo>
                      <a:pt x="0" y="0"/>
                    </a:moveTo>
                    <a:cubicBezTo>
                      <a:pt x="120649" y="161591"/>
                      <a:pt x="148081" y="377041"/>
                      <a:pt x="244814" y="553040"/>
                    </a:cubicBezTo>
                    <a:cubicBezTo>
                      <a:pt x="391820" y="725593"/>
                      <a:pt x="427334" y="952067"/>
                      <a:pt x="530317" y="1149526"/>
                    </a:cubicBezTo>
                    <a:cubicBezTo>
                      <a:pt x="1007320" y="1654464"/>
                      <a:pt x="1542450" y="2106857"/>
                      <a:pt x="2042370" y="259130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1" name="Freeform: Shape 2850">
                <a:extLst>
                  <a:ext uri="{FF2B5EF4-FFF2-40B4-BE49-F238E27FC236}">
                    <a16:creationId xmlns:a16="http://schemas.microsoft.com/office/drawing/2014/main" id="{D6BDD2AF-9F1A-AD46-D810-4AEB6C554B28}"/>
                  </a:ext>
                </a:extLst>
              </p:cNvPr>
              <p:cNvSpPr/>
              <p:nvPr/>
            </p:nvSpPr>
            <p:spPr>
              <a:xfrm>
                <a:off x="7550057" y="4966478"/>
                <a:ext cx="1878994" cy="2562302"/>
              </a:xfrm>
              <a:custGeom>
                <a:avLst/>
                <a:gdLst>
                  <a:gd name="connsiteX0" fmla="*/ 0 w 1878994"/>
                  <a:gd name="connsiteY0" fmla="*/ 0 h 2562302"/>
                  <a:gd name="connsiteX1" fmla="*/ 245654 w 1878994"/>
                  <a:gd name="connsiteY1" fmla="*/ 565414 h 2562302"/>
                  <a:gd name="connsiteX2" fmla="*/ 492490 w 1878994"/>
                  <a:gd name="connsiteY2" fmla="*/ 1136233 h 2562302"/>
                  <a:gd name="connsiteX3" fmla="*/ 1878995 w 1878994"/>
                  <a:gd name="connsiteY3" fmla="*/ 2562303 h 2562302"/>
                </a:gdLst>
                <a:ahLst/>
                <a:cxnLst>
                  <a:cxn ang="0">
                    <a:pos x="connsiteX0" y="connsiteY0"/>
                  </a:cxn>
                  <a:cxn ang="0">
                    <a:pos x="connsiteX1" y="connsiteY1"/>
                  </a:cxn>
                  <a:cxn ang="0">
                    <a:pos x="connsiteX2" y="connsiteY2"/>
                  </a:cxn>
                  <a:cxn ang="0">
                    <a:pos x="connsiteX3" y="connsiteY3"/>
                  </a:cxn>
                </a:cxnLst>
                <a:rect l="l" t="t" r="r" b="b"/>
                <a:pathLst>
                  <a:path w="1878994" h="2562302">
                    <a:moveTo>
                      <a:pt x="0" y="0"/>
                    </a:moveTo>
                    <a:cubicBezTo>
                      <a:pt x="110025" y="173673"/>
                      <a:pt x="145435" y="386025"/>
                      <a:pt x="245654" y="565414"/>
                    </a:cubicBezTo>
                    <a:cubicBezTo>
                      <a:pt x="378562" y="730571"/>
                      <a:pt x="391437" y="954153"/>
                      <a:pt x="492490" y="1136233"/>
                    </a:cubicBezTo>
                    <a:cubicBezTo>
                      <a:pt x="941215" y="1622088"/>
                      <a:pt x="1420418" y="2083426"/>
                      <a:pt x="1878995" y="256230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2" name="Freeform: Shape 2851">
                <a:extLst>
                  <a:ext uri="{FF2B5EF4-FFF2-40B4-BE49-F238E27FC236}">
                    <a16:creationId xmlns:a16="http://schemas.microsoft.com/office/drawing/2014/main" id="{23D28D08-3B1C-E154-EE90-7D1BA1BC983F}"/>
                  </a:ext>
                </a:extLst>
              </p:cNvPr>
              <p:cNvSpPr/>
              <p:nvPr/>
            </p:nvSpPr>
            <p:spPr>
              <a:xfrm>
                <a:off x="7354370" y="4966729"/>
                <a:ext cx="1715625" cy="2562142"/>
              </a:xfrm>
              <a:custGeom>
                <a:avLst/>
                <a:gdLst>
                  <a:gd name="connsiteX0" fmla="*/ 0 w 1715625"/>
                  <a:gd name="connsiteY0" fmla="*/ 0 h 2562142"/>
                  <a:gd name="connsiteX1" fmla="*/ 331556 w 1715625"/>
                  <a:gd name="connsiteY1" fmla="*/ 545594 h 2562142"/>
                  <a:gd name="connsiteX2" fmla="*/ 480540 w 1715625"/>
                  <a:gd name="connsiteY2" fmla="*/ 971344 h 2562142"/>
                  <a:gd name="connsiteX3" fmla="*/ 585907 w 1715625"/>
                  <a:gd name="connsiteY3" fmla="*/ 1297334 h 2562142"/>
                  <a:gd name="connsiteX4" fmla="*/ 1057767 w 1715625"/>
                  <a:gd name="connsiteY4" fmla="*/ 1739172 h 2562142"/>
                  <a:gd name="connsiteX5" fmla="*/ 1715626 w 1715625"/>
                  <a:gd name="connsiteY5" fmla="*/ 2562143 h 256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5625" h="2562142">
                    <a:moveTo>
                      <a:pt x="0" y="0"/>
                    </a:moveTo>
                    <a:cubicBezTo>
                      <a:pt x="104487" y="184886"/>
                      <a:pt x="256083" y="347118"/>
                      <a:pt x="331556" y="545594"/>
                    </a:cubicBezTo>
                    <a:cubicBezTo>
                      <a:pt x="381831" y="684594"/>
                      <a:pt x="389671" y="852187"/>
                      <a:pt x="480540" y="971344"/>
                    </a:cubicBezTo>
                    <a:cubicBezTo>
                      <a:pt x="536124" y="1068533"/>
                      <a:pt x="537970" y="1196075"/>
                      <a:pt x="585907" y="1297334"/>
                    </a:cubicBezTo>
                    <a:cubicBezTo>
                      <a:pt x="717404" y="1469630"/>
                      <a:pt x="919949" y="1571163"/>
                      <a:pt x="1057767" y="1739172"/>
                    </a:cubicBezTo>
                    <a:cubicBezTo>
                      <a:pt x="1294465" y="1998982"/>
                      <a:pt x="1474367" y="2305551"/>
                      <a:pt x="1715626" y="256214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3" name="Freeform: Shape 2852">
                <a:extLst>
                  <a:ext uri="{FF2B5EF4-FFF2-40B4-BE49-F238E27FC236}">
                    <a16:creationId xmlns:a16="http://schemas.microsoft.com/office/drawing/2014/main" id="{A2CE8030-3A3F-7DB5-FDD5-51D9173A9AC5}"/>
                  </a:ext>
                </a:extLst>
              </p:cNvPr>
              <p:cNvSpPr/>
              <p:nvPr/>
            </p:nvSpPr>
            <p:spPr>
              <a:xfrm>
                <a:off x="7158763" y="4965923"/>
                <a:ext cx="1552216" cy="2562645"/>
              </a:xfrm>
              <a:custGeom>
                <a:avLst/>
                <a:gdLst>
                  <a:gd name="connsiteX0" fmla="*/ 0 w 1552216"/>
                  <a:gd name="connsiteY0" fmla="*/ 0 h 2562645"/>
                  <a:gd name="connsiteX1" fmla="*/ 349009 w 1552216"/>
                  <a:gd name="connsiteY1" fmla="*/ 307096 h 2562645"/>
                  <a:gd name="connsiteX2" fmla="*/ 458754 w 1552216"/>
                  <a:gd name="connsiteY2" fmla="*/ 692692 h 2562645"/>
                  <a:gd name="connsiteX3" fmla="*/ 525294 w 1552216"/>
                  <a:gd name="connsiteY3" fmla="*/ 1242413 h 2562645"/>
                  <a:gd name="connsiteX4" fmla="*/ 960223 w 1552216"/>
                  <a:gd name="connsiteY4" fmla="*/ 1599412 h 2562645"/>
                  <a:gd name="connsiteX5" fmla="*/ 1552217 w 1552216"/>
                  <a:gd name="connsiteY5" fmla="*/ 2562646 h 2562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2216" h="2562645">
                    <a:moveTo>
                      <a:pt x="0" y="0"/>
                    </a:moveTo>
                    <a:cubicBezTo>
                      <a:pt x="245036" y="99144"/>
                      <a:pt x="285624" y="-61190"/>
                      <a:pt x="349009" y="307096"/>
                    </a:cubicBezTo>
                    <a:cubicBezTo>
                      <a:pt x="368086" y="443673"/>
                      <a:pt x="413863" y="564791"/>
                      <a:pt x="458754" y="692692"/>
                    </a:cubicBezTo>
                    <a:cubicBezTo>
                      <a:pt x="487667" y="870520"/>
                      <a:pt x="496239" y="1064442"/>
                      <a:pt x="525294" y="1242413"/>
                    </a:cubicBezTo>
                    <a:cubicBezTo>
                      <a:pt x="557161" y="1456879"/>
                      <a:pt x="846197" y="1442026"/>
                      <a:pt x="960223" y="1599412"/>
                    </a:cubicBezTo>
                    <a:cubicBezTo>
                      <a:pt x="1197481" y="1892934"/>
                      <a:pt x="1312644" y="2268815"/>
                      <a:pt x="1552217" y="2562646"/>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4" name="Freeform: Shape 2853">
                <a:extLst>
                  <a:ext uri="{FF2B5EF4-FFF2-40B4-BE49-F238E27FC236}">
                    <a16:creationId xmlns:a16="http://schemas.microsoft.com/office/drawing/2014/main" id="{AAA42565-E323-3D7E-3DC3-EC7488336C4F}"/>
                  </a:ext>
                </a:extLst>
              </p:cNvPr>
              <p:cNvSpPr/>
              <p:nvPr/>
            </p:nvSpPr>
            <p:spPr>
              <a:xfrm>
                <a:off x="6963144" y="4727698"/>
                <a:ext cx="1388807" cy="2800671"/>
              </a:xfrm>
              <a:custGeom>
                <a:avLst/>
                <a:gdLst>
                  <a:gd name="connsiteX0" fmla="*/ 0 w 1388807"/>
                  <a:gd name="connsiteY0" fmla="*/ 237677 h 2800671"/>
                  <a:gd name="connsiteX1" fmla="*/ 310022 w 1388807"/>
                  <a:gd name="connsiteY1" fmla="*/ 87630 h 2800671"/>
                  <a:gd name="connsiteX2" fmla="*/ 414674 w 1388807"/>
                  <a:gd name="connsiteY2" fmla="*/ 600539 h 2800671"/>
                  <a:gd name="connsiteX3" fmla="*/ 475196 w 1388807"/>
                  <a:gd name="connsiteY3" fmla="*/ 1483433 h 2800671"/>
                  <a:gd name="connsiteX4" fmla="*/ 639891 w 1388807"/>
                  <a:gd name="connsiteY4" fmla="*/ 1633360 h 2800671"/>
                  <a:gd name="connsiteX5" fmla="*/ 1068408 w 1388807"/>
                  <a:gd name="connsiteY5" fmla="*/ 2110128 h 2800671"/>
                  <a:gd name="connsiteX6" fmla="*/ 1388808 w 1388807"/>
                  <a:gd name="connsiteY6" fmla="*/ 2800672 h 280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8807" h="2800671">
                    <a:moveTo>
                      <a:pt x="0" y="237677"/>
                    </a:moveTo>
                    <a:cubicBezTo>
                      <a:pt x="107408" y="260874"/>
                      <a:pt x="245671" y="-182701"/>
                      <a:pt x="310022" y="87630"/>
                    </a:cubicBezTo>
                    <a:cubicBezTo>
                      <a:pt x="343814" y="260600"/>
                      <a:pt x="351118" y="435250"/>
                      <a:pt x="414674" y="600539"/>
                    </a:cubicBezTo>
                    <a:cubicBezTo>
                      <a:pt x="447244" y="885701"/>
                      <a:pt x="445039" y="1197579"/>
                      <a:pt x="475196" y="1483433"/>
                    </a:cubicBezTo>
                    <a:cubicBezTo>
                      <a:pt x="471493" y="1584491"/>
                      <a:pt x="552663" y="1626976"/>
                      <a:pt x="639891" y="1633360"/>
                    </a:cubicBezTo>
                    <a:cubicBezTo>
                      <a:pt x="908313" y="1622632"/>
                      <a:pt x="984117" y="1908674"/>
                      <a:pt x="1068408" y="2110128"/>
                    </a:cubicBezTo>
                    <a:cubicBezTo>
                      <a:pt x="1163174" y="2344809"/>
                      <a:pt x="1248248" y="2588354"/>
                      <a:pt x="1388808" y="280067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5" name="Freeform: Shape 2854">
                <a:extLst>
                  <a:ext uri="{FF2B5EF4-FFF2-40B4-BE49-F238E27FC236}">
                    <a16:creationId xmlns:a16="http://schemas.microsoft.com/office/drawing/2014/main" id="{0DDE33E2-375C-5A1B-9D4D-436F634F4A64}"/>
                  </a:ext>
                </a:extLst>
              </p:cNvPr>
              <p:cNvSpPr/>
              <p:nvPr/>
            </p:nvSpPr>
            <p:spPr>
              <a:xfrm>
                <a:off x="6767445" y="4635424"/>
                <a:ext cx="1225444" cy="2893081"/>
              </a:xfrm>
              <a:custGeom>
                <a:avLst/>
                <a:gdLst>
                  <a:gd name="connsiteX0" fmla="*/ 0 w 1225444"/>
                  <a:gd name="connsiteY0" fmla="*/ 331607 h 2893081"/>
                  <a:gd name="connsiteX1" fmla="*/ 281738 w 1225444"/>
                  <a:gd name="connsiteY1" fmla="*/ 51446 h 2893081"/>
                  <a:gd name="connsiteX2" fmla="*/ 372001 w 1225444"/>
                  <a:gd name="connsiteY2" fmla="*/ 611854 h 2893081"/>
                  <a:gd name="connsiteX3" fmla="*/ 415224 w 1225444"/>
                  <a:gd name="connsiteY3" fmla="*/ 1523699 h 2893081"/>
                  <a:gd name="connsiteX4" fmla="*/ 525192 w 1225444"/>
                  <a:gd name="connsiteY4" fmla="*/ 1712483 h 2893081"/>
                  <a:gd name="connsiteX5" fmla="*/ 926219 w 1225444"/>
                  <a:gd name="connsiteY5" fmla="*/ 2108264 h 2893081"/>
                  <a:gd name="connsiteX6" fmla="*/ 1225445 w 1225444"/>
                  <a:gd name="connsiteY6" fmla="*/ 2893082 h 289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444" h="2893081">
                    <a:moveTo>
                      <a:pt x="0" y="331607"/>
                    </a:moveTo>
                    <a:cubicBezTo>
                      <a:pt x="89668" y="366823"/>
                      <a:pt x="208495" y="-163495"/>
                      <a:pt x="281738" y="51446"/>
                    </a:cubicBezTo>
                    <a:cubicBezTo>
                      <a:pt x="315679" y="239967"/>
                      <a:pt x="314451" y="427905"/>
                      <a:pt x="372001" y="611854"/>
                    </a:cubicBezTo>
                    <a:cubicBezTo>
                      <a:pt x="396141" y="905673"/>
                      <a:pt x="395055" y="1228657"/>
                      <a:pt x="415224" y="1523699"/>
                    </a:cubicBezTo>
                    <a:cubicBezTo>
                      <a:pt x="418213" y="1613328"/>
                      <a:pt x="425133" y="1702859"/>
                      <a:pt x="525192" y="1712483"/>
                    </a:cubicBezTo>
                    <a:cubicBezTo>
                      <a:pt x="784230" y="1656213"/>
                      <a:pt x="865508" y="1907633"/>
                      <a:pt x="926219" y="2108264"/>
                    </a:cubicBezTo>
                    <a:cubicBezTo>
                      <a:pt x="1016087" y="2372343"/>
                      <a:pt x="1084022" y="2650269"/>
                      <a:pt x="1225445" y="289308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6" name="Freeform: Shape 2855">
                <a:extLst>
                  <a:ext uri="{FF2B5EF4-FFF2-40B4-BE49-F238E27FC236}">
                    <a16:creationId xmlns:a16="http://schemas.microsoft.com/office/drawing/2014/main" id="{93DD2F4E-C16B-F5E6-7EDC-2E5C815F3D78}"/>
                  </a:ext>
                </a:extLst>
              </p:cNvPr>
              <p:cNvSpPr/>
              <p:nvPr/>
            </p:nvSpPr>
            <p:spPr>
              <a:xfrm>
                <a:off x="6571804" y="4912696"/>
                <a:ext cx="1062035" cy="2615718"/>
              </a:xfrm>
              <a:custGeom>
                <a:avLst/>
                <a:gdLst>
                  <a:gd name="connsiteX0" fmla="*/ 0 w 1062035"/>
                  <a:gd name="connsiteY0" fmla="*/ 97393 h 2615718"/>
                  <a:gd name="connsiteX1" fmla="*/ 236612 w 1062035"/>
                  <a:gd name="connsiteY1" fmla="*/ 58765 h 2615718"/>
                  <a:gd name="connsiteX2" fmla="*/ 358999 w 1062035"/>
                  <a:gd name="connsiteY2" fmla="*/ 1257446 h 2615718"/>
                  <a:gd name="connsiteX3" fmla="*/ 494096 w 1062035"/>
                  <a:gd name="connsiteY3" fmla="*/ 1465890 h 2615718"/>
                  <a:gd name="connsiteX4" fmla="*/ 1062036 w 1062035"/>
                  <a:gd name="connsiteY4" fmla="*/ 2615719 h 2615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035" h="2615718">
                    <a:moveTo>
                      <a:pt x="0" y="97393"/>
                    </a:moveTo>
                    <a:cubicBezTo>
                      <a:pt x="75724" y="139678"/>
                      <a:pt x="196476" y="-108827"/>
                      <a:pt x="236612" y="58765"/>
                    </a:cubicBezTo>
                    <a:cubicBezTo>
                      <a:pt x="309793" y="453025"/>
                      <a:pt x="347323" y="854716"/>
                      <a:pt x="358999" y="1257446"/>
                    </a:cubicBezTo>
                    <a:cubicBezTo>
                      <a:pt x="356262" y="1360733"/>
                      <a:pt x="392358" y="1440600"/>
                      <a:pt x="494096" y="1465890"/>
                    </a:cubicBezTo>
                    <a:cubicBezTo>
                      <a:pt x="818331" y="1523017"/>
                      <a:pt x="869160" y="2328986"/>
                      <a:pt x="1062036" y="261571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7" name="Freeform: Shape 2856">
                <a:extLst>
                  <a:ext uri="{FF2B5EF4-FFF2-40B4-BE49-F238E27FC236}">
                    <a16:creationId xmlns:a16="http://schemas.microsoft.com/office/drawing/2014/main" id="{EEE7A28C-A317-8BC0-C974-414361781A4F}"/>
                  </a:ext>
                </a:extLst>
              </p:cNvPr>
              <p:cNvSpPr/>
              <p:nvPr/>
            </p:nvSpPr>
            <p:spPr>
              <a:xfrm>
                <a:off x="6376065" y="5084429"/>
                <a:ext cx="898660" cy="2444311"/>
              </a:xfrm>
              <a:custGeom>
                <a:avLst/>
                <a:gdLst>
                  <a:gd name="connsiteX0" fmla="*/ 0 w 898660"/>
                  <a:gd name="connsiteY0" fmla="*/ 0 h 2444311"/>
                  <a:gd name="connsiteX1" fmla="*/ 201614 w 898660"/>
                  <a:gd name="connsiteY1" fmla="*/ 458280 h 2444311"/>
                  <a:gd name="connsiteX2" fmla="*/ 309324 w 898660"/>
                  <a:gd name="connsiteY2" fmla="*/ 1178587 h 2444311"/>
                  <a:gd name="connsiteX3" fmla="*/ 553195 w 898660"/>
                  <a:gd name="connsiteY3" fmla="*/ 1536260 h 2444311"/>
                  <a:gd name="connsiteX4" fmla="*/ 898661 w 898660"/>
                  <a:gd name="connsiteY4" fmla="*/ 2444311 h 2444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660" h="2444311">
                    <a:moveTo>
                      <a:pt x="0" y="0"/>
                    </a:moveTo>
                    <a:cubicBezTo>
                      <a:pt x="63911" y="154345"/>
                      <a:pt x="178639" y="288590"/>
                      <a:pt x="201614" y="458280"/>
                    </a:cubicBezTo>
                    <a:cubicBezTo>
                      <a:pt x="264713" y="693012"/>
                      <a:pt x="288042" y="936192"/>
                      <a:pt x="309324" y="1178587"/>
                    </a:cubicBezTo>
                    <a:cubicBezTo>
                      <a:pt x="352113" y="1321600"/>
                      <a:pt x="492782" y="1401809"/>
                      <a:pt x="553195" y="1536260"/>
                    </a:cubicBezTo>
                    <a:cubicBezTo>
                      <a:pt x="694584" y="1827714"/>
                      <a:pt x="757729" y="2151932"/>
                      <a:pt x="898661" y="244431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8" name="Freeform: Shape 2857">
                <a:extLst>
                  <a:ext uri="{FF2B5EF4-FFF2-40B4-BE49-F238E27FC236}">
                    <a16:creationId xmlns:a16="http://schemas.microsoft.com/office/drawing/2014/main" id="{3A9BAC87-8AAD-0741-13C4-3BF611189086}"/>
                  </a:ext>
                </a:extLst>
              </p:cNvPr>
              <p:cNvSpPr/>
              <p:nvPr/>
            </p:nvSpPr>
            <p:spPr>
              <a:xfrm>
                <a:off x="6180366" y="5145820"/>
                <a:ext cx="735280" cy="2383074"/>
              </a:xfrm>
              <a:custGeom>
                <a:avLst/>
                <a:gdLst>
                  <a:gd name="connsiteX0" fmla="*/ 0 w 735280"/>
                  <a:gd name="connsiteY0" fmla="*/ 0 h 2383074"/>
                  <a:gd name="connsiteX1" fmla="*/ 116746 w 735280"/>
                  <a:gd name="connsiteY1" fmla="*/ 670684 h 2383074"/>
                  <a:gd name="connsiteX2" fmla="*/ 252563 w 735280"/>
                  <a:gd name="connsiteY2" fmla="*/ 1129781 h 2383074"/>
                  <a:gd name="connsiteX3" fmla="*/ 735280 w 735280"/>
                  <a:gd name="connsiteY3" fmla="*/ 2383075 h 2383074"/>
                </a:gdLst>
                <a:ahLst/>
                <a:cxnLst>
                  <a:cxn ang="0">
                    <a:pos x="connsiteX0" y="connsiteY0"/>
                  </a:cxn>
                  <a:cxn ang="0">
                    <a:pos x="connsiteX1" y="connsiteY1"/>
                  </a:cxn>
                  <a:cxn ang="0">
                    <a:pos x="connsiteX2" y="connsiteY2"/>
                  </a:cxn>
                  <a:cxn ang="0">
                    <a:pos x="connsiteX3" y="connsiteY3"/>
                  </a:cxn>
                </a:cxnLst>
                <a:rect l="l" t="t" r="r" b="b"/>
                <a:pathLst>
                  <a:path w="735280" h="2383074">
                    <a:moveTo>
                      <a:pt x="0" y="0"/>
                    </a:moveTo>
                    <a:cubicBezTo>
                      <a:pt x="47977" y="220822"/>
                      <a:pt x="63734" y="450856"/>
                      <a:pt x="116746" y="670684"/>
                    </a:cubicBezTo>
                    <a:cubicBezTo>
                      <a:pt x="170655" y="821354"/>
                      <a:pt x="221559" y="972807"/>
                      <a:pt x="252563" y="1129781"/>
                    </a:cubicBezTo>
                    <a:cubicBezTo>
                      <a:pt x="434260" y="1539295"/>
                      <a:pt x="577683" y="1963566"/>
                      <a:pt x="735280" y="238307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9" name="Freeform: Shape 2858">
                <a:extLst>
                  <a:ext uri="{FF2B5EF4-FFF2-40B4-BE49-F238E27FC236}">
                    <a16:creationId xmlns:a16="http://schemas.microsoft.com/office/drawing/2014/main" id="{724CBF65-65C1-00F0-D03F-4B8030464A03}"/>
                  </a:ext>
                </a:extLst>
              </p:cNvPr>
              <p:cNvSpPr/>
              <p:nvPr/>
            </p:nvSpPr>
            <p:spPr>
              <a:xfrm>
                <a:off x="5984748" y="5173880"/>
                <a:ext cx="571865" cy="2354786"/>
              </a:xfrm>
              <a:custGeom>
                <a:avLst/>
                <a:gdLst>
                  <a:gd name="connsiteX0" fmla="*/ 0 w 571865"/>
                  <a:gd name="connsiteY0" fmla="*/ 0 h 2354786"/>
                  <a:gd name="connsiteX1" fmla="*/ 571866 w 571865"/>
                  <a:gd name="connsiteY1" fmla="*/ 2354786 h 2354786"/>
                </a:gdLst>
                <a:ahLst/>
                <a:cxnLst>
                  <a:cxn ang="0">
                    <a:pos x="connsiteX0" y="connsiteY0"/>
                  </a:cxn>
                  <a:cxn ang="0">
                    <a:pos x="connsiteX1" y="connsiteY1"/>
                  </a:cxn>
                </a:cxnLst>
                <a:rect l="l" t="t" r="r" b="b"/>
                <a:pathLst>
                  <a:path w="571865" h="2354786">
                    <a:moveTo>
                      <a:pt x="0" y="0"/>
                    </a:moveTo>
                    <a:cubicBezTo>
                      <a:pt x="46446" y="816016"/>
                      <a:pt x="350118" y="1575071"/>
                      <a:pt x="571866" y="2354786"/>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0" name="Freeform: Shape 2859">
                <a:extLst>
                  <a:ext uri="{FF2B5EF4-FFF2-40B4-BE49-F238E27FC236}">
                    <a16:creationId xmlns:a16="http://schemas.microsoft.com/office/drawing/2014/main" id="{D8042A4D-9EEF-EE0C-FE4C-3FA20B466DCD}"/>
                  </a:ext>
                </a:extLst>
              </p:cNvPr>
              <p:cNvSpPr/>
              <p:nvPr/>
            </p:nvSpPr>
            <p:spPr>
              <a:xfrm>
                <a:off x="5789094" y="5309743"/>
                <a:ext cx="408439" cy="2218923"/>
              </a:xfrm>
              <a:custGeom>
                <a:avLst/>
                <a:gdLst>
                  <a:gd name="connsiteX0" fmla="*/ 0 w 408439"/>
                  <a:gd name="connsiteY0" fmla="*/ 0 h 2218923"/>
                  <a:gd name="connsiteX1" fmla="*/ 141789 w 408439"/>
                  <a:gd name="connsiteY1" fmla="*/ 1093617 h 2218923"/>
                  <a:gd name="connsiteX2" fmla="*/ 408440 w 408439"/>
                  <a:gd name="connsiteY2" fmla="*/ 2218924 h 2218923"/>
                </a:gdLst>
                <a:ahLst/>
                <a:cxnLst>
                  <a:cxn ang="0">
                    <a:pos x="connsiteX0" y="connsiteY0"/>
                  </a:cxn>
                  <a:cxn ang="0">
                    <a:pos x="connsiteX1" y="connsiteY1"/>
                  </a:cxn>
                  <a:cxn ang="0">
                    <a:pos x="connsiteX2" y="connsiteY2"/>
                  </a:cxn>
                </a:cxnLst>
                <a:rect l="l" t="t" r="r" b="b"/>
                <a:pathLst>
                  <a:path w="408439" h="2218923">
                    <a:moveTo>
                      <a:pt x="0" y="0"/>
                    </a:moveTo>
                    <a:cubicBezTo>
                      <a:pt x="47223" y="364337"/>
                      <a:pt x="97590" y="729040"/>
                      <a:pt x="141789" y="1093617"/>
                    </a:cubicBezTo>
                    <a:cubicBezTo>
                      <a:pt x="256124" y="1462480"/>
                      <a:pt x="327573" y="1840979"/>
                      <a:pt x="408440" y="221892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1" name="Freeform: Shape 2860">
                <a:extLst>
                  <a:ext uri="{FF2B5EF4-FFF2-40B4-BE49-F238E27FC236}">
                    <a16:creationId xmlns:a16="http://schemas.microsoft.com/office/drawing/2014/main" id="{C56122E4-0A00-7422-55A2-3D11C3165CA7}"/>
                  </a:ext>
                </a:extLst>
              </p:cNvPr>
              <p:cNvSpPr/>
              <p:nvPr/>
            </p:nvSpPr>
            <p:spPr>
              <a:xfrm>
                <a:off x="5593453" y="5492320"/>
                <a:ext cx="245007" cy="2036346"/>
              </a:xfrm>
              <a:custGeom>
                <a:avLst/>
                <a:gdLst>
                  <a:gd name="connsiteX0" fmla="*/ 0 w 245007"/>
                  <a:gd name="connsiteY0" fmla="*/ 0 h 2036346"/>
                  <a:gd name="connsiteX1" fmla="*/ 80279 w 245007"/>
                  <a:gd name="connsiteY1" fmla="*/ 976219 h 2036346"/>
                  <a:gd name="connsiteX2" fmla="*/ 134125 w 245007"/>
                  <a:gd name="connsiteY2" fmla="*/ 1215329 h 2036346"/>
                  <a:gd name="connsiteX3" fmla="*/ 245008 w 245007"/>
                  <a:gd name="connsiteY3" fmla="*/ 2036346 h 2036346"/>
                </a:gdLst>
                <a:ahLst/>
                <a:cxnLst>
                  <a:cxn ang="0">
                    <a:pos x="connsiteX0" y="connsiteY0"/>
                  </a:cxn>
                  <a:cxn ang="0">
                    <a:pos x="connsiteX1" y="connsiteY1"/>
                  </a:cxn>
                  <a:cxn ang="0">
                    <a:pos x="connsiteX2" y="connsiteY2"/>
                  </a:cxn>
                  <a:cxn ang="0">
                    <a:pos x="connsiteX3" y="connsiteY3"/>
                  </a:cxn>
                </a:cxnLst>
                <a:rect l="l" t="t" r="r" b="b"/>
                <a:pathLst>
                  <a:path w="245007" h="2036346">
                    <a:moveTo>
                      <a:pt x="0" y="0"/>
                    </a:moveTo>
                    <a:cubicBezTo>
                      <a:pt x="84828" y="318103"/>
                      <a:pt x="55173" y="649544"/>
                      <a:pt x="80279" y="976219"/>
                    </a:cubicBezTo>
                    <a:cubicBezTo>
                      <a:pt x="78490" y="1066385"/>
                      <a:pt x="96955" y="1137422"/>
                      <a:pt x="134125" y="1215329"/>
                    </a:cubicBezTo>
                    <a:cubicBezTo>
                      <a:pt x="184829" y="1486214"/>
                      <a:pt x="203894" y="1763140"/>
                      <a:pt x="245008" y="2036346"/>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2" name="Freeform: Shape 2861">
                <a:extLst>
                  <a:ext uri="{FF2B5EF4-FFF2-40B4-BE49-F238E27FC236}">
                    <a16:creationId xmlns:a16="http://schemas.microsoft.com/office/drawing/2014/main" id="{C18CD571-85B2-18C9-D54C-D419CB94451A}"/>
                  </a:ext>
                </a:extLst>
              </p:cNvPr>
              <p:cNvSpPr/>
              <p:nvPr/>
            </p:nvSpPr>
            <p:spPr>
              <a:xfrm>
                <a:off x="5397788" y="5608089"/>
                <a:ext cx="81592" cy="1920582"/>
              </a:xfrm>
              <a:custGeom>
                <a:avLst/>
                <a:gdLst>
                  <a:gd name="connsiteX0" fmla="*/ 0 w 81592"/>
                  <a:gd name="connsiteY0" fmla="*/ 0 h 1920582"/>
                  <a:gd name="connsiteX1" fmla="*/ 32387 w 81592"/>
                  <a:gd name="connsiteY1" fmla="*/ 83736 h 1920582"/>
                  <a:gd name="connsiteX2" fmla="*/ 24540 w 81592"/>
                  <a:gd name="connsiteY2" fmla="*/ 733594 h 1920582"/>
                  <a:gd name="connsiteX3" fmla="*/ 81593 w 81592"/>
                  <a:gd name="connsiteY3" fmla="*/ 1920583 h 1920582"/>
                </a:gdLst>
                <a:ahLst/>
                <a:cxnLst>
                  <a:cxn ang="0">
                    <a:pos x="connsiteX0" y="connsiteY0"/>
                  </a:cxn>
                  <a:cxn ang="0">
                    <a:pos x="connsiteX1" y="connsiteY1"/>
                  </a:cxn>
                  <a:cxn ang="0">
                    <a:pos x="connsiteX2" y="connsiteY2"/>
                  </a:cxn>
                  <a:cxn ang="0">
                    <a:pos x="connsiteX3" y="connsiteY3"/>
                  </a:cxn>
                </a:cxnLst>
                <a:rect l="l" t="t" r="r" b="b"/>
                <a:pathLst>
                  <a:path w="81592" h="1920582">
                    <a:moveTo>
                      <a:pt x="0" y="0"/>
                    </a:moveTo>
                    <a:cubicBezTo>
                      <a:pt x="406" y="57956"/>
                      <a:pt x="34170" y="-7281"/>
                      <a:pt x="32387" y="83736"/>
                    </a:cubicBezTo>
                    <a:cubicBezTo>
                      <a:pt x="27718" y="302037"/>
                      <a:pt x="16922" y="513012"/>
                      <a:pt x="24540" y="733594"/>
                    </a:cubicBezTo>
                    <a:cubicBezTo>
                      <a:pt x="30118" y="1134113"/>
                      <a:pt x="72986" y="1507703"/>
                      <a:pt x="81593" y="192058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3" name="Freeform: Shape 2862">
                <a:extLst>
                  <a:ext uri="{FF2B5EF4-FFF2-40B4-BE49-F238E27FC236}">
                    <a16:creationId xmlns:a16="http://schemas.microsoft.com/office/drawing/2014/main" id="{82B33EF5-6119-A5E3-1DE4-022678BD06D9}"/>
                  </a:ext>
                </a:extLst>
              </p:cNvPr>
              <p:cNvSpPr/>
              <p:nvPr/>
            </p:nvSpPr>
            <p:spPr>
              <a:xfrm>
                <a:off x="5120337" y="5638310"/>
                <a:ext cx="83133" cy="1890356"/>
              </a:xfrm>
              <a:custGeom>
                <a:avLst/>
                <a:gdLst>
                  <a:gd name="connsiteX0" fmla="*/ 81793 w 83133"/>
                  <a:gd name="connsiteY0" fmla="*/ 0 h 1890356"/>
                  <a:gd name="connsiteX1" fmla="*/ 55612 w 83133"/>
                  <a:gd name="connsiteY1" fmla="*/ 852855 h 1890356"/>
                  <a:gd name="connsiteX2" fmla="*/ 0 w 83133"/>
                  <a:gd name="connsiteY2" fmla="*/ 1890357 h 1890356"/>
                </a:gdLst>
                <a:ahLst/>
                <a:cxnLst>
                  <a:cxn ang="0">
                    <a:pos x="connsiteX0" y="connsiteY0"/>
                  </a:cxn>
                  <a:cxn ang="0">
                    <a:pos x="connsiteX1" y="connsiteY1"/>
                  </a:cxn>
                  <a:cxn ang="0">
                    <a:pos x="connsiteX2" y="connsiteY2"/>
                  </a:cxn>
                </a:cxnLst>
                <a:rect l="l" t="t" r="r" b="b"/>
                <a:pathLst>
                  <a:path w="83133" h="1890356">
                    <a:moveTo>
                      <a:pt x="81793" y="0"/>
                    </a:moveTo>
                    <a:cubicBezTo>
                      <a:pt x="91423" y="277658"/>
                      <a:pt x="45663" y="567437"/>
                      <a:pt x="55612" y="852855"/>
                    </a:cubicBezTo>
                    <a:cubicBezTo>
                      <a:pt x="37742" y="1192029"/>
                      <a:pt x="7201" y="1531609"/>
                      <a:pt x="0" y="1890357"/>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4" name="Freeform: Shape 2863">
                <a:extLst>
                  <a:ext uri="{FF2B5EF4-FFF2-40B4-BE49-F238E27FC236}">
                    <a16:creationId xmlns:a16="http://schemas.microsoft.com/office/drawing/2014/main" id="{E4CD7093-EEB0-10D2-3B12-95C58A1587F9}"/>
                  </a:ext>
                </a:extLst>
              </p:cNvPr>
              <p:cNvSpPr/>
              <p:nvPr/>
            </p:nvSpPr>
            <p:spPr>
              <a:xfrm>
                <a:off x="4761303" y="5720903"/>
                <a:ext cx="245144" cy="1807763"/>
              </a:xfrm>
              <a:custGeom>
                <a:avLst/>
                <a:gdLst>
                  <a:gd name="connsiteX0" fmla="*/ 245145 w 245144"/>
                  <a:gd name="connsiteY0" fmla="*/ 0 h 1807763"/>
                  <a:gd name="connsiteX1" fmla="*/ 158683 w 245144"/>
                  <a:gd name="connsiteY1" fmla="*/ 904833 h 1807763"/>
                  <a:gd name="connsiteX2" fmla="*/ 102887 w 245144"/>
                  <a:gd name="connsiteY2" fmla="*/ 1019081 h 1807763"/>
                  <a:gd name="connsiteX3" fmla="*/ 0 w 245144"/>
                  <a:gd name="connsiteY3" fmla="*/ 1807763 h 1807763"/>
                </a:gdLst>
                <a:ahLst/>
                <a:cxnLst>
                  <a:cxn ang="0">
                    <a:pos x="connsiteX0" y="connsiteY0"/>
                  </a:cxn>
                  <a:cxn ang="0">
                    <a:pos x="connsiteX1" y="connsiteY1"/>
                  </a:cxn>
                  <a:cxn ang="0">
                    <a:pos x="connsiteX2" y="connsiteY2"/>
                  </a:cxn>
                  <a:cxn ang="0">
                    <a:pos x="connsiteX3" y="connsiteY3"/>
                  </a:cxn>
                </a:cxnLst>
                <a:rect l="l" t="t" r="r" b="b"/>
                <a:pathLst>
                  <a:path w="245144" h="1807763">
                    <a:moveTo>
                      <a:pt x="245145" y="0"/>
                    </a:moveTo>
                    <a:cubicBezTo>
                      <a:pt x="192253" y="297060"/>
                      <a:pt x="174891" y="603750"/>
                      <a:pt x="158683" y="904833"/>
                    </a:cubicBezTo>
                    <a:cubicBezTo>
                      <a:pt x="157580" y="993827"/>
                      <a:pt x="112946" y="951033"/>
                      <a:pt x="102887" y="1019081"/>
                    </a:cubicBezTo>
                    <a:cubicBezTo>
                      <a:pt x="65305" y="1280908"/>
                      <a:pt x="33581" y="1544541"/>
                      <a:pt x="0" y="180776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5" name="Freeform: Shape 2864">
                <a:extLst>
                  <a:ext uri="{FF2B5EF4-FFF2-40B4-BE49-F238E27FC236}">
                    <a16:creationId xmlns:a16="http://schemas.microsoft.com/office/drawing/2014/main" id="{097BE28F-E434-1415-0056-3CCB7C92AEBC}"/>
                  </a:ext>
                </a:extLst>
              </p:cNvPr>
              <p:cNvSpPr/>
              <p:nvPr/>
            </p:nvSpPr>
            <p:spPr>
              <a:xfrm>
                <a:off x="4402270" y="5817812"/>
                <a:ext cx="408496" cy="1710859"/>
              </a:xfrm>
              <a:custGeom>
                <a:avLst/>
                <a:gdLst>
                  <a:gd name="connsiteX0" fmla="*/ 408497 w 408496"/>
                  <a:gd name="connsiteY0" fmla="*/ 0 h 1710859"/>
                  <a:gd name="connsiteX1" fmla="*/ 259050 w 408496"/>
                  <a:gd name="connsiteY1" fmla="*/ 796711 h 1710859"/>
                  <a:gd name="connsiteX2" fmla="*/ 160506 w 408496"/>
                  <a:gd name="connsiteY2" fmla="*/ 959646 h 1710859"/>
                  <a:gd name="connsiteX3" fmla="*/ 0 w 408496"/>
                  <a:gd name="connsiteY3" fmla="*/ 1710860 h 1710859"/>
                </a:gdLst>
                <a:ahLst/>
                <a:cxnLst>
                  <a:cxn ang="0">
                    <a:pos x="connsiteX0" y="connsiteY0"/>
                  </a:cxn>
                  <a:cxn ang="0">
                    <a:pos x="connsiteX1" y="connsiteY1"/>
                  </a:cxn>
                  <a:cxn ang="0">
                    <a:pos x="connsiteX2" y="connsiteY2"/>
                  </a:cxn>
                  <a:cxn ang="0">
                    <a:pos x="connsiteX3" y="connsiteY3"/>
                  </a:cxn>
                </a:cxnLst>
                <a:rect l="l" t="t" r="r" b="b"/>
                <a:pathLst>
                  <a:path w="408496" h="1710859">
                    <a:moveTo>
                      <a:pt x="408497" y="0"/>
                    </a:moveTo>
                    <a:cubicBezTo>
                      <a:pt x="335425" y="260512"/>
                      <a:pt x="300792" y="530255"/>
                      <a:pt x="259050" y="796711"/>
                    </a:cubicBezTo>
                    <a:cubicBezTo>
                      <a:pt x="240750" y="869223"/>
                      <a:pt x="165809" y="868069"/>
                      <a:pt x="160506" y="959646"/>
                    </a:cubicBezTo>
                    <a:cubicBezTo>
                      <a:pt x="107116" y="1209780"/>
                      <a:pt x="52715" y="1459783"/>
                      <a:pt x="0" y="171086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6" name="Freeform: Shape 2865">
                <a:extLst>
                  <a:ext uri="{FF2B5EF4-FFF2-40B4-BE49-F238E27FC236}">
                    <a16:creationId xmlns:a16="http://schemas.microsoft.com/office/drawing/2014/main" id="{92C3E462-492F-8547-9372-C789002C25D5}"/>
                  </a:ext>
                </a:extLst>
              </p:cNvPr>
              <p:cNvSpPr/>
              <p:nvPr/>
            </p:nvSpPr>
            <p:spPr>
              <a:xfrm>
                <a:off x="4043225" y="5883180"/>
                <a:ext cx="571865" cy="1645491"/>
              </a:xfrm>
              <a:custGeom>
                <a:avLst/>
                <a:gdLst>
                  <a:gd name="connsiteX0" fmla="*/ 571866 w 571865"/>
                  <a:gd name="connsiteY0" fmla="*/ 0 h 1645491"/>
                  <a:gd name="connsiteX1" fmla="*/ 322092 w 571865"/>
                  <a:gd name="connsiteY1" fmla="*/ 768662 h 1645491"/>
                  <a:gd name="connsiteX2" fmla="*/ 0 w 571865"/>
                  <a:gd name="connsiteY2" fmla="*/ 1645492 h 1645491"/>
                </a:gdLst>
                <a:ahLst/>
                <a:cxnLst>
                  <a:cxn ang="0">
                    <a:pos x="connsiteX0" y="connsiteY0"/>
                  </a:cxn>
                  <a:cxn ang="0">
                    <a:pos x="connsiteX1" y="connsiteY1"/>
                  </a:cxn>
                  <a:cxn ang="0">
                    <a:pos x="connsiteX2" y="connsiteY2"/>
                  </a:cxn>
                </a:cxnLst>
                <a:rect l="l" t="t" r="r" b="b"/>
                <a:pathLst>
                  <a:path w="571865" h="1645491">
                    <a:moveTo>
                      <a:pt x="571866" y="0"/>
                    </a:moveTo>
                    <a:cubicBezTo>
                      <a:pt x="476277" y="248951"/>
                      <a:pt x="450142" y="538828"/>
                      <a:pt x="322092" y="768662"/>
                    </a:cubicBezTo>
                    <a:cubicBezTo>
                      <a:pt x="176296" y="840717"/>
                      <a:pt x="82170" y="1455948"/>
                      <a:pt x="0" y="164549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7" name="Freeform: Shape 2866">
                <a:extLst>
                  <a:ext uri="{FF2B5EF4-FFF2-40B4-BE49-F238E27FC236}">
                    <a16:creationId xmlns:a16="http://schemas.microsoft.com/office/drawing/2014/main" id="{92C22A09-8A70-84C1-1D6E-6BB82F739E82}"/>
                  </a:ext>
                </a:extLst>
              </p:cNvPr>
              <p:cNvSpPr/>
              <p:nvPr/>
            </p:nvSpPr>
            <p:spPr>
              <a:xfrm>
                <a:off x="3684163" y="5910807"/>
                <a:ext cx="735280" cy="1617859"/>
              </a:xfrm>
              <a:custGeom>
                <a:avLst/>
                <a:gdLst>
                  <a:gd name="connsiteX0" fmla="*/ 735281 w 735280"/>
                  <a:gd name="connsiteY0" fmla="*/ 0 h 1617859"/>
                  <a:gd name="connsiteX1" fmla="*/ 326270 w 735280"/>
                  <a:gd name="connsiteY1" fmla="*/ 800295 h 1617859"/>
                  <a:gd name="connsiteX2" fmla="*/ 0 w 735280"/>
                  <a:gd name="connsiteY2" fmla="*/ 1617860 h 1617859"/>
                </a:gdLst>
                <a:ahLst/>
                <a:cxnLst>
                  <a:cxn ang="0">
                    <a:pos x="connsiteX0" y="connsiteY0"/>
                  </a:cxn>
                  <a:cxn ang="0">
                    <a:pos x="connsiteX1" y="connsiteY1"/>
                  </a:cxn>
                  <a:cxn ang="0">
                    <a:pos x="connsiteX2" y="connsiteY2"/>
                  </a:cxn>
                </a:cxnLst>
                <a:rect l="l" t="t" r="r" b="b"/>
                <a:pathLst>
                  <a:path w="735280" h="1617859">
                    <a:moveTo>
                      <a:pt x="735281" y="0"/>
                    </a:moveTo>
                    <a:cubicBezTo>
                      <a:pt x="611379" y="271949"/>
                      <a:pt x="557458" y="599681"/>
                      <a:pt x="326270" y="800295"/>
                    </a:cubicBezTo>
                    <a:cubicBezTo>
                      <a:pt x="195487" y="1061379"/>
                      <a:pt x="112048" y="1346866"/>
                      <a:pt x="0" y="161786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8" name="Freeform: Shape 2867">
                <a:extLst>
                  <a:ext uri="{FF2B5EF4-FFF2-40B4-BE49-F238E27FC236}">
                    <a16:creationId xmlns:a16="http://schemas.microsoft.com/office/drawing/2014/main" id="{B2D57284-5F14-3DEA-C835-9BEE9818E75E}"/>
                  </a:ext>
                </a:extLst>
              </p:cNvPr>
              <p:cNvSpPr/>
              <p:nvPr/>
            </p:nvSpPr>
            <p:spPr>
              <a:xfrm>
                <a:off x="3325061" y="6004207"/>
                <a:ext cx="898723" cy="1524459"/>
              </a:xfrm>
              <a:custGeom>
                <a:avLst/>
                <a:gdLst>
                  <a:gd name="connsiteX0" fmla="*/ 898724 w 898723"/>
                  <a:gd name="connsiteY0" fmla="*/ 0 h 1524459"/>
                  <a:gd name="connsiteX1" fmla="*/ 641646 w 898723"/>
                  <a:gd name="connsiteY1" fmla="*/ 422716 h 1524459"/>
                  <a:gd name="connsiteX2" fmla="*/ 552121 w 898723"/>
                  <a:gd name="connsiteY2" fmla="*/ 476711 h 1524459"/>
                  <a:gd name="connsiteX3" fmla="*/ 0 w 898723"/>
                  <a:gd name="connsiteY3" fmla="*/ 1524460 h 1524459"/>
                </a:gdLst>
                <a:ahLst/>
                <a:cxnLst>
                  <a:cxn ang="0">
                    <a:pos x="connsiteX0" y="connsiteY0"/>
                  </a:cxn>
                  <a:cxn ang="0">
                    <a:pos x="connsiteX1" y="connsiteY1"/>
                  </a:cxn>
                  <a:cxn ang="0">
                    <a:pos x="connsiteX2" y="connsiteY2"/>
                  </a:cxn>
                  <a:cxn ang="0">
                    <a:pos x="connsiteX3" y="connsiteY3"/>
                  </a:cxn>
                </a:cxnLst>
                <a:rect l="l" t="t" r="r" b="b"/>
                <a:pathLst>
                  <a:path w="898723" h="1524459">
                    <a:moveTo>
                      <a:pt x="898724" y="0"/>
                    </a:moveTo>
                    <a:cubicBezTo>
                      <a:pt x="828412" y="156471"/>
                      <a:pt x="751934" y="295597"/>
                      <a:pt x="641646" y="422716"/>
                    </a:cubicBezTo>
                    <a:cubicBezTo>
                      <a:pt x="563642" y="389569"/>
                      <a:pt x="601327" y="404256"/>
                      <a:pt x="552121" y="476711"/>
                    </a:cubicBezTo>
                    <a:cubicBezTo>
                      <a:pt x="305112" y="788727"/>
                      <a:pt x="176405" y="1170250"/>
                      <a:pt x="0" y="152446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9" name="Freeform: Shape 2868">
                <a:extLst>
                  <a:ext uri="{FF2B5EF4-FFF2-40B4-BE49-F238E27FC236}">
                    <a16:creationId xmlns:a16="http://schemas.microsoft.com/office/drawing/2014/main" id="{E04BF7D4-532B-A066-DFBC-A471160E96C1}"/>
                  </a:ext>
                </a:extLst>
              </p:cNvPr>
              <p:cNvSpPr/>
              <p:nvPr/>
            </p:nvSpPr>
            <p:spPr>
              <a:xfrm>
                <a:off x="2965964" y="6105614"/>
                <a:ext cx="1062167" cy="1423046"/>
              </a:xfrm>
              <a:custGeom>
                <a:avLst/>
                <a:gdLst>
                  <a:gd name="connsiteX0" fmla="*/ 1062167 w 1062167"/>
                  <a:gd name="connsiteY0" fmla="*/ 0 h 1423046"/>
                  <a:gd name="connsiteX1" fmla="*/ 882099 w 1062167"/>
                  <a:gd name="connsiteY1" fmla="*/ 279572 h 1423046"/>
                  <a:gd name="connsiteX2" fmla="*/ 783938 w 1062167"/>
                  <a:gd name="connsiteY2" fmla="*/ 289562 h 1423046"/>
                  <a:gd name="connsiteX3" fmla="*/ 694167 w 1062167"/>
                  <a:gd name="connsiteY3" fmla="*/ 188012 h 1423046"/>
                  <a:gd name="connsiteX4" fmla="*/ 0 w 1062167"/>
                  <a:gd name="connsiteY4" fmla="*/ 1423046 h 1423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67" h="1423046">
                    <a:moveTo>
                      <a:pt x="1062167" y="0"/>
                    </a:moveTo>
                    <a:cubicBezTo>
                      <a:pt x="1003640" y="93263"/>
                      <a:pt x="945370" y="190955"/>
                      <a:pt x="882099" y="279572"/>
                    </a:cubicBezTo>
                    <a:cubicBezTo>
                      <a:pt x="850718" y="296357"/>
                      <a:pt x="811347" y="256740"/>
                      <a:pt x="783938" y="289562"/>
                    </a:cubicBezTo>
                    <a:cubicBezTo>
                      <a:pt x="734109" y="363606"/>
                      <a:pt x="736749" y="195710"/>
                      <a:pt x="694167" y="188012"/>
                    </a:cubicBezTo>
                    <a:cubicBezTo>
                      <a:pt x="454948" y="593634"/>
                      <a:pt x="228583" y="1009521"/>
                      <a:pt x="0" y="1423046"/>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0" name="Freeform: Shape 2869">
                <a:extLst>
                  <a:ext uri="{FF2B5EF4-FFF2-40B4-BE49-F238E27FC236}">
                    <a16:creationId xmlns:a16="http://schemas.microsoft.com/office/drawing/2014/main" id="{96635D52-0586-B3E7-60F8-FE3707ED452F}"/>
                  </a:ext>
                </a:extLst>
              </p:cNvPr>
              <p:cNvSpPr/>
              <p:nvPr/>
            </p:nvSpPr>
            <p:spPr>
              <a:xfrm>
                <a:off x="2606891" y="6137658"/>
                <a:ext cx="1225581" cy="1391008"/>
              </a:xfrm>
              <a:custGeom>
                <a:avLst/>
                <a:gdLst>
                  <a:gd name="connsiteX0" fmla="*/ 1225582 w 1225581"/>
                  <a:gd name="connsiteY0" fmla="*/ 0 h 1391008"/>
                  <a:gd name="connsiteX1" fmla="*/ 1027723 w 1225581"/>
                  <a:gd name="connsiteY1" fmla="*/ 270034 h 1391008"/>
                  <a:gd name="connsiteX2" fmla="*/ 921475 w 1225581"/>
                  <a:gd name="connsiteY2" fmla="*/ 249500 h 1391008"/>
                  <a:gd name="connsiteX3" fmla="*/ 880733 w 1225581"/>
                  <a:gd name="connsiteY3" fmla="*/ 280755 h 1391008"/>
                  <a:gd name="connsiteX4" fmla="*/ 808152 w 1225581"/>
                  <a:gd name="connsiteY4" fmla="*/ 115985 h 1391008"/>
                  <a:gd name="connsiteX5" fmla="*/ 0 w 1225581"/>
                  <a:gd name="connsiteY5" fmla="*/ 1391008 h 139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5581" h="1391008">
                    <a:moveTo>
                      <a:pt x="1225582" y="0"/>
                    </a:moveTo>
                    <a:cubicBezTo>
                      <a:pt x="1161614" y="91199"/>
                      <a:pt x="1091096" y="178657"/>
                      <a:pt x="1027723" y="270034"/>
                    </a:cubicBezTo>
                    <a:cubicBezTo>
                      <a:pt x="992204" y="298403"/>
                      <a:pt x="959114" y="240047"/>
                      <a:pt x="921475" y="249500"/>
                    </a:cubicBezTo>
                    <a:cubicBezTo>
                      <a:pt x="904199" y="250065"/>
                      <a:pt x="894649" y="278286"/>
                      <a:pt x="880733" y="280755"/>
                    </a:cubicBezTo>
                    <a:cubicBezTo>
                      <a:pt x="842877" y="241572"/>
                      <a:pt x="844088" y="157494"/>
                      <a:pt x="808152" y="115985"/>
                    </a:cubicBezTo>
                    <a:cubicBezTo>
                      <a:pt x="537421" y="518453"/>
                      <a:pt x="277332" y="975762"/>
                      <a:pt x="0" y="1391008"/>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1" name="Freeform: Shape 2870">
                <a:extLst>
                  <a:ext uri="{FF2B5EF4-FFF2-40B4-BE49-F238E27FC236}">
                    <a16:creationId xmlns:a16="http://schemas.microsoft.com/office/drawing/2014/main" id="{76B9E566-5368-E3D4-7A83-48E0ED543B18}"/>
                  </a:ext>
                </a:extLst>
              </p:cNvPr>
              <p:cNvSpPr/>
              <p:nvPr/>
            </p:nvSpPr>
            <p:spPr>
              <a:xfrm>
                <a:off x="2247869" y="6019357"/>
                <a:ext cx="1388933" cy="1509314"/>
              </a:xfrm>
              <a:custGeom>
                <a:avLst/>
                <a:gdLst>
                  <a:gd name="connsiteX0" fmla="*/ 1388934 w 1388933"/>
                  <a:gd name="connsiteY0" fmla="*/ 0 h 1509314"/>
                  <a:gd name="connsiteX1" fmla="*/ 1134713 w 1388933"/>
                  <a:gd name="connsiteY1" fmla="*/ 364028 h 1509314"/>
                  <a:gd name="connsiteX2" fmla="*/ 997513 w 1388933"/>
                  <a:gd name="connsiteY2" fmla="*/ 399382 h 1509314"/>
                  <a:gd name="connsiteX3" fmla="*/ 891334 w 1388933"/>
                  <a:gd name="connsiteY3" fmla="*/ 317680 h 1509314"/>
                  <a:gd name="connsiteX4" fmla="*/ 0 w 1388933"/>
                  <a:gd name="connsiteY4" fmla="*/ 1509315 h 1509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8933" h="1509314">
                    <a:moveTo>
                      <a:pt x="1388934" y="0"/>
                    </a:moveTo>
                    <a:cubicBezTo>
                      <a:pt x="1292196" y="107682"/>
                      <a:pt x="1260283" y="289631"/>
                      <a:pt x="1134713" y="364028"/>
                    </a:cubicBezTo>
                    <a:cubicBezTo>
                      <a:pt x="1079804" y="354250"/>
                      <a:pt x="1036861" y="362651"/>
                      <a:pt x="997513" y="399382"/>
                    </a:cubicBezTo>
                    <a:cubicBezTo>
                      <a:pt x="958394" y="388695"/>
                      <a:pt x="936506" y="255472"/>
                      <a:pt x="891334" y="317680"/>
                    </a:cubicBezTo>
                    <a:cubicBezTo>
                      <a:pt x="578787" y="703105"/>
                      <a:pt x="289139" y="1105104"/>
                      <a:pt x="0" y="1509315"/>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2" name="Freeform: Shape 2871">
                <a:extLst>
                  <a:ext uri="{FF2B5EF4-FFF2-40B4-BE49-F238E27FC236}">
                    <a16:creationId xmlns:a16="http://schemas.microsoft.com/office/drawing/2014/main" id="{3B8AC3FF-0B71-F5C8-FDBB-A9900B39A047}"/>
                  </a:ext>
                </a:extLst>
              </p:cNvPr>
              <p:cNvSpPr/>
              <p:nvPr/>
            </p:nvSpPr>
            <p:spPr>
              <a:xfrm>
                <a:off x="1888841" y="5805314"/>
                <a:ext cx="1552285" cy="1723358"/>
              </a:xfrm>
              <a:custGeom>
                <a:avLst/>
                <a:gdLst>
                  <a:gd name="connsiteX0" fmla="*/ 1552286 w 1552285"/>
                  <a:gd name="connsiteY0" fmla="*/ 0 h 1723358"/>
                  <a:gd name="connsiteX1" fmla="*/ 1274359 w 1552285"/>
                  <a:gd name="connsiteY1" fmla="*/ 520797 h 1723358"/>
                  <a:gd name="connsiteX2" fmla="*/ 1111219 w 1552285"/>
                  <a:gd name="connsiteY2" fmla="*/ 623564 h 1723358"/>
                  <a:gd name="connsiteX3" fmla="*/ 855393 w 1552285"/>
                  <a:gd name="connsiteY3" fmla="*/ 772554 h 1723358"/>
                  <a:gd name="connsiteX4" fmla="*/ 0 w 1552285"/>
                  <a:gd name="connsiteY4" fmla="*/ 1723359 h 1723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285" h="1723358">
                    <a:moveTo>
                      <a:pt x="1552286" y="0"/>
                    </a:moveTo>
                    <a:cubicBezTo>
                      <a:pt x="1439163" y="159128"/>
                      <a:pt x="1424778" y="389466"/>
                      <a:pt x="1274359" y="520797"/>
                    </a:cubicBezTo>
                    <a:cubicBezTo>
                      <a:pt x="1211689" y="544366"/>
                      <a:pt x="1156413" y="574037"/>
                      <a:pt x="1111219" y="623564"/>
                    </a:cubicBezTo>
                    <a:cubicBezTo>
                      <a:pt x="992118" y="600435"/>
                      <a:pt x="953925" y="725211"/>
                      <a:pt x="855393" y="772554"/>
                    </a:cubicBezTo>
                    <a:cubicBezTo>
                      <a:pt x="496874" y="1008423"/>
                      <a:pt x="285304" y="1408953"/>
                      <a:pt x="0" y="172335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3" name="Freeform: Shape 2872">
                <a:extLst>
                  <a:ext uri="{FF2B5EF4-FFF2-40B4-BE49-F238E27FC236}">
                    <a16:creationId xmlns:a16="http://schemas.microsoft.com/office/drawing/2014/main" id="{91695DD6-CD8B-ACFA-6104-E2EAF38A124A}"/>
                  </a:ext>
                </a:extLst>
              </p:cNvPr>
              <p:cNvSpPr/>
              <p:nvPr/>
            </p:nvSpPr>
            <p:spPr>
              <a:xfrm>
                <a:off x="1529814" y="5590687"/>
                <a:ext cx="1715637" cy="1937979"/>
              </a:xfrm>
              <a:custGeom>
                <a:avLst/>
                <a:gdLst>
                  <a:gd name="connsiteX0" fmla="*/ 1715637 w 1715637"/>
                  <a:gd name="connsiteY0" fmla="*/ 0 h 1937979"/>
                  <a:gd name="connsiteX1" fmla="*/ 1413662 w 1715637"/>
                  <a:gd name="connsiteY1" fmla="*/ 673964 h 1937979"/>
                  <a:gd name="connsiteX2" fmla="*/ 802723 w 1715637"/>
                  <a:gd name="connsiteY2" fmla="*/ 1105184 h 1937979"/>
                  <a:gd name="connsiteX3" fmla="*/ 473579 w 1715637"/>
                  <a:gd name="connsiteY3" fmla="*/ 1409502 h 1937979"/>
                  <a:gd name="connsiteX4" fmla="*/ 0 w 1715637"/>
                  <a:gd name="connsiteY4" fmla="*/ 1937980 h 19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5637" h="1937979">
                    <a:moveTo>
                      <a:pt x="1715637" y="0"/>
                    </a:moveTo>
                    <a:cubicBezTo>
                      <a:pt x="1586907" y="208660"/>
                      <a:pt x="1585558" y="491393"/>
                      <a:pt x="1413662" y="673964"/>
                    </a:cubicBezTo>
                    <a:cubicBezTo>
                      <a:pt x="1175821" y="856273"/>
                      <a:pt x="1134102" y="1060190"/>
                      <a:pt x="802723" y="1105184"/>
                    </a:cubicBezTo>
                    <a:cubicBezTo>
                      <a:pt x="660288" y="1163060"/>
                      <a:pt x="578267" y="1303740"/>
                      <a:pt x="473579" y="1409502"/>
                    </a:cubicBezTo>
                    <a:cubicBezTo>
                      <a:pt x="315594" y="1585376"/>
                      <a:pt x="157494" y="1761014"/>
                      <a:pt x="0" y="193798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4" name="Freeform: Shape 2873">
                <a:extLst>
                  <a:ext uri="{FF2B5EF4-FFF2-40B4-BE49-F238E27FC236}">
                    <a16:creationId xmlns:a16="http://schemas.microsoft.com/office/drawing/2014/main" id="{AE79242F-C55D-1994-2578-CB86DB418D3D}"/>
                  </a:ext>
                </a:extLst>
              </p:cNvPr>
              <p:cNvSpPr/>
              <p:nvPr/>
            </p:nvSpPr>
            <p:spPr>
              <a:xfrm>
                <a:off x="1170791" y="5470626"/>
                <a:ext cx="1878983" cy="2058034"/>
              </a:xfrm>
              <a:custGeom>
                <a:avLst/>
                <a:gdLst>
                  <a:gd name="connsiteX0" fmla="*/ 1878984 w 1878983"/>
                  <a:gd name="connsiteY0" fmla="*/ 0 h 2058034"/>
                  <a:gd name="connsiteX1" fmla="*/ 1451187 w 1878983"/>
                  <a:gd name="connsiteY1" fmla="*/ 855816 h 2058034"/>
                  <a:gd name="connsiteX2" fmla="*/ 1084158 w 1878983"/>
                  <a:gd name="connsiteY2" fmla="*/ 1230691 h 2058034"/>
                  <a:gd name="connsiteX3" fmla="*/ 544119 w 1878983"/>
                  <a:gd name="connsiteY3" fmla="*/ 1503485 h 2058034"/>
                  <a:gd name="connsiteX4" fmla="*/ 0 w 1878983"/>
                  <a:gd name="connsiteY4" fmla="*/ 2058034 h 2058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83" h="2058034">
                    <a:moveTo>
                      <a:pt x="1878984" y="0"/>
                    </a:moveTo>
                    <a:cubicBezTo>
                      <a:pt x="1718683" y="277755"/>
                      <a:pt x="1730571" y="651424"/>
                      <a:pt x="1451187" y="855816"/>
                    </a:cubicBezTo>
                    <a:cubicBezTo>
                      <a:pt x="1302540" y="956211"/>
                      <a:pt x="1282263" y="1210534"/>
                      <a:pt x="1084158" y="1230691"/>
                    </a:cubicBezTo>
                    <a:cubicBezTo>
                      <a:pt x="834653" y="1194172"/>
                      <a:pt x="697036" y="1328560"/>
                      <a:pt x="544119" y="1503485"/>
                    </a:cubicBezTo>
                    <a:cubicBezTo>
                      <a:pt x="362783" y="1688211"/>
                      <a:pt x="181503" y="1872840"/>
                      <a:pt x="0" y="2058034"/>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5" name="Freeform: Shape 2874">
                <a:extLst>
                  <a:ext uri="{FF2B5EF4-FFF2-40B4-BE49-F238E27FC236}">
                    <a16:creationId xmlns:a16="http://schemas.microsoft.com/office/drawing/2014/main" id="{D0240426-E5A3-ED57-FB5F-FBB10A5F225A}"/>
                  </a:ext>
                </a:extLst>
              </p:cNvPr>
              <p:cNvSpPr/>
              <p:nvPr/>
            </p:nvSpPr>
            <p:spPr>
              <a:xfrm>
                <a:off x="811741" y="5495423"/>
                <a:ext cx="2042581" cy="2033243"/>
              </a:xfrm>
              <a:custGeom>
                <a:avLst/>
                <a:gdLst>
                  <a:gd name="connsiteX0" fmla="*/ 2042581 w 2042581"/>
                  <a:gd name="connsiteY0" fmla="*/ 0 h 2033243"/>
                  <a:gd name="connsiteX1" fmla="*/ 1531637 w 2042581"/>
                  <a:gd name="connsiteY1" fmla="*/ 872343 h 2033243"/>
                  <a:gd name="connsiteX2" fmla="*/ 1136445 w 2042581"/>
                  <a:gd name="connsiteY2" fmla="*/ 1210998 h 2033243"/>
                  <a:gd name="connsiteX3" fmla="*/ 577124 w 2042581"/>
                  <a:gd name="connsiteY3" fmla="*/ 1492055 h 2033243"/>
                  <a:gd name="connsiteX4" fmla="*/ 0 w 2042581"/>
                  <a:gd name="connsiteY4" fmla="*/ 2033243 h 203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581" h="2033243">
                    <a:moveTo>
                      <a:pt x="2042581" y="0"/>
                    </a:moveTo>
                    <a:cubicBezTo>
                      <a:pt x="1871314" y="303021"/>
                      <a:pt x="1846054" y="663146"/>
                      <a:pt x="1531637" y="872343"/>
                    </a:cubicBezTo>
                    <a:cubicBezTo>
                      <a:pt x="1391294" y="979929"/>
                      <a:pt x="1357656" y="1238830"/>
                      <a:pt x="1136445" y="1210998"/>
                    </a:cubicBezTo>
                    <a:cubicBezTo>
                      <a:pt x="894289" y="1158802"/>
                      <a:pt x="733126" y="1337464"/>
                      <a:pt x="577124" y="1492055"/>
                    </a:cubicBezTo>
                    <a:cubicBezTo>
                      <a:pt x="384820" y="1672364"/>
                      <a:pt x="192607" y="1852614"/>
                      <a:pt x="0" y="2033243"/>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6" name="Freeform: Shape 2875">
                <a:extLst>
                  <a:ext uri="{FF2B5EF4-FFF2-40B4-BE49-F238E27FC236}">
                    <a16:creationId xmlns:a16="http://schemas.microsoft.com/office/drawing/2014/main" id="{2D197CBB-71CE-F075-2785-627D286103C4}"/>
                  </a:ext>
                </a:extLst>
              </p:cNvPr>
              <p:cNvSpPr/>
              <p:nvPr/>
            </p:nvSpPr>
            <p:spPr>
              <a:xfrm>
                <a:off x="452685" y="5598802"/>
                <a:ext cx="2206738" cy="1929869"/>
              </a:xfrm>
              <a:custGeom>
                <a:avLst/>
                <a:gdLst>
                  <a:gd name="connsiteX0" fmla="*/ 2206739 w 2206738"/>
                  <a:gd name="connsiteY0" fmla="*/ 0 h 1929869"/>
                  <a:gd name="connsiteX1" fmla="*/ 1633701 w 2206738"/>
                  <a:gd name="connsiteY1" fmla="*/ 786315 h 1929869"/>
                  <a:gd name="connsiteX2" fmla="*/ 1211426 w 2206738"/>
                  <a:gd name="connsiteY2" fmla="*/ 1109647 h 1929869"/>
                  <a:gd name="connsiteX3" fmla="*/ 613437 w 2206738"/>
                  <a:gd name="connsiteY3" fmla="*/ 1397238 h 1929869"/>
                  <a:gd name="connsiteX4" fmla="*/ 0 w 2206738"/>
                  <a:gd name="connsiteY4" fmla="*/ 1929870 h 192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738" h="1929869">
                    <a:moveTo>
                      <a:pt x="2206739" y="0"/>
                    </a:moveTo>
                    <a:cubicBezTo>
                      <a:pt x="2014972" y="302849"/>
                      <a:pt x="1954536" y="572511"/>
                      <a:pt x="1633701" y="786315"/>
                    </a:cubicBezTo>
                    <a:cubicBezTo>
                      <a:pt x="1496490" y="905536"/>
                      <a:pt x="1441740" y="1153247"/>
                      <a:pt x="1211426" y="1109647"/>
                    </a:cubicBezTo>
                    <a:cubicBezTo>
                      <a:pt x="958388" y="1055292"/>
                      <a:pt x="784784" y="1243841"/>
                      <a:pt x="613437" y="1397238"/>
                    </a:cubicBezTo>
                    <a:cubicBezTo>
                      <a:pt x="409034" y="1574700"/>
                      <a:pt x="204723" y="1752105"/>
                      <a:pt x="0" y="192987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7" name="Freeform: Shape 2876">
                <a:extLst>
                  <a:ext uri="{FF2B5EF4-FFF2-40B4-BE49-F238E27FC236}">
                    <a16:creationId xmlns:a16="http://schemas.microsoft.com/office/drawing/2014/main" id="{855753AF-FB8B-5DBF-15C0-B993C3C1BEDB}"/>
                  </a:ext>
                </a:extLst>
              </p:cNvPr>
              <p:cNvSpPr/>
              <p:nvPr/>
            </p:nvSpPr>
            <p:spPr>
              <a:xfrm>
                <a:off x="93634" y="5753747"/>
                <a:ext cx="2371279" cy="1774919"/>
              </a:xfrm>
              <a:custGeom>
                <a:avLst/>
                <a:gdLst>
                  <a:gd name="connsiteX0" fmla="*/ 2371279 w 2371279"/>
                  <a:gd name="connsiteY0" fmla="*/ 0 h 1774919"/>
                  <a:gd name="connsiteX1" fmla="*/ 1727936 w 2371279"/>
                  <a:gd name="connsiteY1" fmla="*/ 653573 h 1774919"/>
                  <a:gd name="connsiteX2" fmla="*/ 1314267 w 2371279"/>
                  <a:gd name="connsiteY2" fmla="*/ 958868 h 1774919"/>
                  <a:gd name="connsiteX3" fmla="*/ 686669 w 2371279"/>
                  <a:gd name="connsiteY3" fmla="*/ 1219832 h 1774919"/>
                  <a:gd name="connsiteX4" fmla="*/ 0 w 2371279"/>
                  <a:gd name="connsiteY4" fmla="*/ 1774919 h 1774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279" h="1774919">
                    <a:moveTo>
                      <a:pt x="2371279" y="0"/>
                    </a:moveTo>
                    <a:cubicBezTo>
                      <a:pt x="2175906" y="238978"/>
                      <a:pt x="1986203" y="477819"/>
                      <a:pt x="1727936" y="653573"/>
                    </a:cubicBezTo>
                    <a:cubicBezTo>
                      <a:pt x="1606115" y="780646"/>
                      <a:pt x="1532672" y="998262"/>
                      <a:pt x="1314267" y="958868"/>
                    </a:cubicBezTo>
                    <a:cubicBezTo>
                      <a:pt x="1058589" y="902473"/>
                      <a:pt x="865297" y="1060110"/>
                      <a:pt x="686669" y="1219832"/>
                    </a:cubicBezTo>
                    <a:cubicBezTo>
                      <a:pt x="457852" y="1404782"/>
                      <a:pt x="229149" y="1589667"/>
                      <a:pt x="0" y="1774919"/>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8" name="Freeform: Shape 2877">
                <a:extLst>
                  <a:ext uri="{FF2B5EF4-FFF2-40B4-BE49-F238E27FC236}">
                    <a16:creationId xmlns:a16="http://schemas.microsoft.com/office/drawing/2014/main" id="{C5591694-5374-F153-6F8D-1E451A6E9892}"/>
                  </a:ext>
                </a:extLst>
              </p:cNvPr>
              <p:cNvSpPr/>
              <p:nvPr/>
            </p:nvSpPr>
            <p:spPr>
              <a:xfrm>
                <a:off x="-265421" y="5935741"/>
                <a:ext cx="2536019" cy="1592930"/>
              </a:xfrm>
              <a:custGeom>
                <a:avLst/>
                <a:gdLst>
                  <a:gd name="connsiteX0" fmla="*/ 2536020 w 2536019"/>
                  <a:gd name="connsiteY0" fmla="*/ 0 h 1592930"/>
                  <a:gd name="connsiteX1" fmla="*/ 1844842 w 2536019"/>
                  <a:gd name="connsiteY1" fmla="*/ 474482 h 1592930"/>
                  <a:gd name="connsiteX2" fmla="*/ 1517658 w 2536019"/>
                  <a:gd name="connsiteY2" fmla="*/ 777006 h 1592930"/>
                  <a:gd name="connsiteX3" fmla="*/ 822857 w 2536019"/>
                  <a:gd name="connsiteY3" fmla="*/ 970670 h 1592930"/>
                  <a:gd name="connsiteX4" fmla="*/ 0 w 2536019"/>
                  <a:gd name="connsiteY4" fmla="*/ 1592931 h 159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019" h="1592930">
                    <a:moveTo>
                      <a:pt x="2536020" y="0"/>
                    </a:moveTo>
                    <a:cubicBezTo>
                      <a:pt x="2297196" y="146441"/>
                      <a:pt x="2062652" y="296717"/>
                      <a:pt x="1844842" y="474482"/>
                    </a:cubicBezTo>
                    <a:cubicBezTo>
                      <a:pt x="1731862" y="570535"/>
                      <a:pt x="1686794" y="758638"/>
                      <a:pt x="1517658" y="777006"/>
                    </a:cubicBezTo>
                    <a:cubicBezTo>
                      <a:pt x="1222439" y="773462"/>
                      <a:pt x="1055983" y="747734"/>
                      <a:pt x="822857" y="970670"/>
                    </a:cubicBezTo>
                    <a:cubicBezTo>
                      <a:pt x="548629" y="1178016"/>
                      <a:pt x="274560" y="1385288"/>
                      <a:pt x="0" y="1592931"/>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9" name="Freeform: Shape 2878">
                <a:extLst>
                  <a:ext uri="{FF2B5EF4-FFF2-40B4-BE49-F238E27FC236}">
                    <a16:creationId xmlns:a16="http://schemas.microsoft.com/office/drawing/2014/main" id="{6735BB27-6A3F-AB99-E705-4AEE9EB805AD}"/>
                  </a:ext>
                </a:extLst>
              </p:cNvPr>
              <p:cNvSpPr/>
              <p:nvPr/>
            </p:nvSpPr>
            <p:spPr>
              <a:xfrm>
                <a:off x="-624483" y="6120256"/>
                <a:ext cx="2700783" cy="1408421"/>
              </a:xfrm>
              <a:custGeom>
                <a:avLst/>
                <a:gdLst>
                  <a:gd name="connsiteX0" fmla="*/ 2700783 w 2700783"/>
                  <a:gd name="connsiteY0" fmla="*/ 0 h 1408421"/>
                  <a:gd name="connsiteX1" fmla="*/ 2297493 w 2700783"/>
                  <a:gd name="connsiteY1" fmla="*/ 55172 h 1408421"/>
                  <a:gd name="connsiteX2" fmla="*/ 1923503 w 2700783"/>
                  <a:gd name="connsiteY2" fmla="*/ 328253 h 1408421"/>
                  <a:gd name="connsiteX3" fmla="*/ 1703567 w 2700783"/>
                  <a:gd name="connsiteY3" fmla="*/ 571603 h 1408421"/>
                  <a:gd name="connsiteX4" fmla="*/ 1144446 w 2700783"/>
                  <a:gd name="connsiteY4" fmla="*/ 618506 h 1408421"/>
                  <a:gd name="connsiteX5" fmla="*/ 0 w 2700783"/>
                  <a:gd name="connsiteY5" fmla="*/ 1408422 h 140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0783" h="1408421">
                    <a:moveTo>
                      <a:pt x="2700783" y="0"/>
                    </a:moveTo>
                    <a:cubicBezTo>
                      <a:pt x="2574745" y="62797"/>
                      <a:pt x="2421908" y="-20294"/>
                      <a:pt x="2297493" y="55172"/>
                    </a:cubicBezTo>
                    <a:cubicBezTo>
                      <a:pt x="2172340" y="144561"/>
                      <a:pt x="2038929" y="226594"/>
                      <a:pt x="1923503" y="328253"/>
                    </a:cubicBezTo>
                    <a:cubicBezTo>
                      <a:pt x="1851054" y="408719"/>
                      <a:pt x="1805689" y="523157"/>
                      <a:pt x="1703567" y="571603"/>
                    </a:cubicBezTo>
                    <a:cubicBezTo>
                      <a:pt x="1526436" y="650704"/>
                      <a:pt x="1324771" y="545240"/>
                      <a:pt x="1144446" y="618506"/>
                    </a:cubicBezTo>
                    <a:cubicBezTo>
                      <a:pt x="742356" y="844522"/>
                      <a:pt x="385391" y="1152264"/>
                      <a:pt x="0" y="140842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80" name="Freeform: Shape 2879">
                <a:extLst>
                  <a:ext uri="{FF2B5EF4-FFF2-40B4-BE49-F238E27FC236}">
                    <a16:creationId xmlns:a16="http://schemas.microsoft.com/office/drawing/2014/main" id="{E97F2CD7-2A1F-7692-D4CB-B1B0BAC3EDE4}"/>
                  </a:ext>
                </a:extLst>
              </p:cNvPr>
              <p:cNvSpPr/>
              <p:nvPr/>
            </p:nvSpPr>
            <p:spPr>
              <a:xfrm>
                <a:off x="-983528" y="6165757"/>
                <a:ext cx="2865369" cy="1362909"/>
              </a:xfrm>
              <a:custGeom>
                <a:avLst/>
                <a:gdLst>
                  <a:gd name="connsiteX0" fmla="*/ 2865370 w 2865369"/>
                  <a:gd name="connsiteY0" fmla="*/ 117011 h 1362909"/>
                  <a:gd name="connsiteX1" fmla="*/ 2466126 w 2865369"/>
                  <a:gd name="connsiteY1" fmla="*/ 3099 h 1362909"/>
                  <a:gd name="connsiteX2" fmla="*/ 2065413 w 2865369"/>
                  <a:gd name="connsiteY2" fmla="*/ 259206 h 1362909"/>
                  <a:gd name="connsiteX3" fmla="*/ 1818770 w 2865369"/>
                  <a:gd name="connsiteY3" fmla="*/ 526090 h 1362909"/>
                  <a:gd name="connsiteX4" fmla="*/ 1219570 w 2865369"/>
                  <a:gd name="connsiteY4" fmla="*/ 571633 h 1362909"/>
                  <a:gd name="connsiteX5" fmla="*/ 0 w 2865369"/>
                  <a:gd name="connsiteY5" fmla="*/ 1362910 h 136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5369" h="1362909">
                    <a:moveTo>
                      <a:pt x="2865370" y="117011"/>
                    </a:moveTo>
                    <a:cubicBezTo>
                      <a:pt x="2720877" y="156690"/>
                      <a:pt x="2613287" y="-25699"/>
                      <a:pt x="2466126" y="3099"/>
                    </a:cubicBezTo>
                    <a:cubicBezTo>
                      <a:pt x="2321685" y="63261"/>
                      <a:pt x="2199001" y="176229"/>
                      <a:pt x="2065413" y="259206"/>
                    </a:cubicBezTo>
                    <a:cubicBezTo>
                      <a:pt x="1975150" y="339112"/>
                      <a:pt x="1929801" y="469723"/>
                      <a:pt x="1818770" y="526090"/>
                    </a:cubicBezTo>
                    <a:cubicBezTo>
                      <a:pt x="1629821" y="615038"/>
                      <a:pt x="1414160" y="500847"/>
                      <a:pt x="1219570" y="571633"/>
                    </a:cubicBezTo>
                    <a:cubicBezTo>
                      <a:pt x="791242" y="792901"/>
                      <a:pt x="410520" y="1107174"/>
                      <a:pt x="0" y="1362910"/>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81" name="Freeform: Shape 2880">
                <a:extLst>
                  <a:ext uri="{FF2B5EF4-FFF2-40B4-BE49-F238E27FC236}">
                    <a16:creationId xmlns:a16="http://schemas.microsoft.com/office/drawing/2014/main" id="{C5AD34DA-390C-6088-CEB9-309C88E600AA}"/>
                  </a:ext>
                </a:extLst>
              </p:cNvPr>
              <p:cNvSpPr/>
              <p:nvPr/>
            </p:nvSpPr>
            <p:spPr>
              <a:xfrm>
                <a:off x="-1342590" y="6172982"/>
                <a:ext cx="3029624" cy="1355672"/>
              </a:xfrm>
              <a:custGeom>
                <a:avLst/>
                <a:gdLst>
                  <a:gd name="connsiteX0" fmla="*/ 3029625 w 3029624"/>
                  <a:gd name="connsiteY0" fmla="*/ 225771 h 1355672"/>
                  <a:gd name="connsiteX1" fmla="*/ 2639930 w 3029624"/>
                  <a:gd name="connsiteY1" fmla="*/ 0 h 1355672"/>
                  <a:gd name="connsiteX2" fmla="*/ 2253899 w 3029624"/>
                  <a:gd name="connsiteY2" fmla="*/ 205443 h 1355672"/>
                  <a:gd name="connsiteX3" fmla="*/ 1945689 w 3029624"/>
                  <a:gd name="connsiteY3" fmla="*/ 510910 h 1355672"/>
                  <a:gd name="connsiteX4" fmla="*/ 1316805 w 3029624"/>
                  <a:gd name="connsiteY4" fmla="*/ 557350 h 1355672"/>
                  <a:gd name="connsiteX5" fmla="*/ 0 w 3029624"/>
                  <a:gd name="connsiteY5" fmla="*/ 1355672 h 13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9624" h="1355672">
                    <a:moveTo>
                      <a:pt x="3029625" y="225771"/>
                    </a:moveTo>
                    <a:cubicBezTo>
                      <a:pt x="2868061" y="248529"/>
                      <a:pt x="2792795" y="25180"/>
                      <a:pt x="2639930" y="0"/>
                    </a:cubicBezTo>
                    <a:cubicBezTo>
                      <a:pt x="2494923" y="3040"/>
                      <a:pt x="2382229" y="144721"/>
                      <a:pt x="2253899" y="205443"/>
                    </a:cubicBezTo>
                    <a:cubicBezTo>
                      <a:pt x="2117528" y="270057"/>
                      <a:pt x="2068984" y="431534"/>
                      <a:pt x="1945689" y="510910"/>
                    </a:cubicBezTo>
                    <a:cubicBezTo>
                      <a:pt x="1751150" y="618809"/>
                      <a:pt x="1523025" y="499634"/>
                      <a:pt x="1316805" y="557350"/>
                    </a:cubicBezTo>
                    <a:cubicBezTo>
                      <a:pt x="850112" y="762827"/>
                      <a:pt x="443404" y="1100384"/>
                      <a:pt x="0" y="1355672"/>
                    </a:cubicBezTo>
                  </a:path>
                </a:pathLst>
              </a:custGeom>
              <a:grpFill/>
              <a:ln w="6350" cap="rnd">
                <a:solidFill>
                  <a:srgbClr val="FF0000">
                    <a:alpha val="30000"/>
                  </a:srgb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nvGrpSpPr>
            <p:cNvPr id="12" name="Graphic 2">
              <a:extLst>
                <a:ext uri="{FF2B5EF4-FFF2-40B4-BE49-F238E27FC236}">
                  <a16:creationId xmlns:a16="http://schemas.microsoft.com/office/drawing/2014/main" id="{6B8A1C93-D151-C104-6655-63B10B6CAA01}"/>
                </a:ext>
              </a:extLst>
            </p:cNvPr>
            <p:cNvGrpSpPr/>
            <p:nvPr/>
          </p:nvGrpSpPr>
          <p:grpSpPr>
            <a:xfrm>
              <a:off x="-1350054" y="4031449"/>
              <a:ext cx="13299963" cy="3500111"/>
              <a:chOff x="-1350054" y="4031449"/>
              <a:chExt cx="13299963" cy="3500111"/>
            </a:xfrm>
            <a:grpFill/>
          </p:grpSpPr>
          <p:sp>
            <p:nvSpPr>
              <p:cNvPr id="13" name="Freeform: Shape 12">
                <a:extLst>
                  <a:ext uri="{FF2B5EF4-FFF2-40B4-BE49-F238E27FC236}">
                    <a16:creationId xmlns:a16="http://schemas.microsoft.com/office/drawing/2014/main" id="{DC65C50E-89B6-87A4-5E1D-EF9D9987B269}"/>
                  </a:ext>
                </a:extLst>
              </p:cNvPr>
              <p:cNvSpPr/>
              <p:nvPr/>
            </p:nvSpPr>
            <p:spPr>
              <a:xfrm>
                <a:off x="8916065" y="4031449"/>
                <a:ext cx="7264" cy="3484"/>
              </a:xfrm>
              <a:custGeom>
                <a:avLst/>
                <a:gdLst>
                  <a:gd name="connsiteX0" fmla="*/ 4855 w 7264"/>
                  <a:gd name="connsiteY0" fmla="*/ 2603 h 3484"/>
                  <a:gd name="connsiteX1" fmla="*/ 306 w 7264"/>
                  <a:gd name="connsiteY1" fmla="*/ 2083 h 3484"/>
                  <a:gd name="connsiteX2" fmla="*/ 4855 w 7264"/>
                  <a:gd name="connsiteY2" fmla="*/ 2603 h 3484"/>
                </a:gdLst>
                <a:ahLst/>
                <a:cxnLst>
                  <a:cxn ang="0">
                    <a:pos x="connsiteX0" y="connsiteY0"/>
                  </a:cxn>
                  <a:cxn ang="0">
                    <a:pos x="connsiteX1" y="connsiteY1"/>
                  </a:cxn>
                  <a:cxn ang="0">
                    <a:pos x="connsiteX2" y="connsiteY2"/>
                  </a:cxn>
                </a:cxnLst>
                <a:rect l="l" t="t" r="r" b="b"/>
                <a:pathLst>
                  <a:path w="7264" h="3484">
                    <a:moveTo>
                      <a:pt x="4855" y="2603"/>
                    </a:moveTo>
                    <a:cubicBezTo>
                      <a:pt x="11610" y="-929"/>
                      <a:pt x="2214" y="-631"/>
                      <a:pt x="306" y="2083"/>
                    </a:cubicBezTo>
                    <a:cubicBezTo>
                      <a:pt x="-1266" y="4478"/>
                      <a:pt x="3677" y="3209"/>
                      <a:pt x="4855" y="260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 name="Freeform: Shape 13">
                <a:extLst>
                  <a:ext uri="{FF2B5EF4-FFF2-40B4-BE49-F238E27FC236}">
                    <a16:creationId xmlns:a16="http://schemas.microsoft.com/office/drawing/2014/main" id="{9992B147-B7B8-2788-3DAA-D15014BBF5C1}"/>
                  </a:ext>
                </a:extLst>
              </p:cNvPr>
              <p:cNvSpPr/>
              <p:nvPr/>
            </p:nvSpPr>
            <p:spPr>
              <a:xfrm>
                <a:off x="10041647" y="6326134"/>
                <a:ext cx="10111" cy="2628"/>
              </a:xfrm>
              <a:custGeom>
                <a:avLst/>
                <a:gdLst>
                  <a:gd name="connsiteX0" fmla="*/ 3025 w 10111"/>
                  <a:gd name="connsiteY0" fmla="*/ 27 h 2628"/>
                  <a:gd name="connsiteX1" fmla="*/ 7088 w 10111"/>
                  <a:gd name="connsiteY1" fmla="*/ 2600 h 2628"/>
                  <a:gd name="connsiteX2" fmla="*/ 3025 w 10111"/>
                  <a:gd name="connsiteY2" fmla="*/ 27 h 2628"/>
                </a:gdLst>
                <a:ahLst/>
                <a:cxnLst>
                  <a:cxn ang="0">
                    <a:pos x="connsiteX0" y="connsiteY0"/>
                  </a:cxn>
                  <a:cxn ang="0">
                    <a:pos x="connsiteX1" y="connsiteY1"/>
                  </a:cxn>
                  <a:cxn ang="0">
                    <a:pos x="connsiteX2" y="connsiteY2"/>
                  </a:cxn>
                </a:cxnLst>
                <a:rect l="l" t="t" r="r" b="b"/>
                <a:pathLst>
                  <a:path w="10111" h="2628">
                    <a:moveTo>
                      <a:pt x="3025" y="27"/>
                    </a:moveTo>
                    <a:cubicBezTo>
                      <a:pt x="-4405" y="451"/>
                      <a:pt x="3779" y="2920"/>
                      <a:pt x="7088" y="2600"/>
                    </a:cubicBezTo>
                    <a:cubicBezTo>
                      <a:pt x="14517" y="2182"/>
                      <a:pt x="6328" y="-286"/>
                      <a:pt x="3025"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 name="Freeform: Shape 14">
                <a:extLst>
                  <a:ext uri="{FF2B5EF4-FFF2-40B4-BE49-F238E27FC236}">
                    <a16:creationId xmlns:a16="http://schemas.microsoft.com/office/drawing/2014/main" id="{B79DC863-0E79-A494-27F1-695081B14B8A}"/>
                  </a:ext>
                </a:extLst>
              </p:cNvPr>
              <p:cNvSpPr/>
              <p:nvPr/>
            </p:nvSpPr>
            <p:spPr>
              <a:xfrm>
                <a:off x="10590532" y="6674043"/>
                <a:ext cx="11494" cy="3283"/>
              </a:xfrm>
              <a:custGeom>
                <a:avLst/>
                <a:gdLst>
                  <a:gd name="connsiteX0" fmla="*/ 3214 w 11494"/>
                  <a:gd name="connsiteY0" fmla="*/ 36 h 3283"/>
                  <a:gd name="connsiteX1" fmla="*/ 8278 w 11494"/>
                  <a:gd name="connsiteY1" fmla="*/ 3248 h 3283"/>
                  <a:gd name="connsiteX2" fmla="*/ 3214 w 11494"/>
                  <a:gd name="connsiteY2" fmla="*/ 36 h 3283"/>
                </a:gdLst>
                <a:ahLst/>
                <a:cxnLst>
                  <a:cxn ang="0">
                    <a:pos x="connsiteX0" y="connsiteY0"/>
                  </a:cxn>
                  <a:cxn ang="0">
                    <a:pos x="connsiteX1" y="connsiteY1"/>
                  </a:cxn>
                  <a:cxn ang="0">
                    <a:pos x="connsiteX2" y="connsiteY2"/>
                  </a:cxn>
                </a:cxnLst>
                <a:rect l="l" t="t" r="r" b="b"/>
                <a:pathLst>
                  <a:path w="11494" h="3283">
                    <a:moveTo>
                      <a:pt x="3214" y="36"/>
                    </a:moveTo>
                    <a:cubicBezTo>
                      <a:pt x="-5038" y="596"/>
                      <a:pt x="4797" y="3648"/>
                      <a:pt x="8278" y="3248"/>
                    </a:cubicBezTo>
                    <a:cubicBezTo>
                      <a:pt x="16536" y="2682"/>
                      <a:pt x="6695" y="-364"/>
                      <a:pt x="3214" y="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 name="Freeform: Shape 15">
                <a:extLst>
                  <a:ext uri="{FF2B5EF4-FFF2-40B4-BE49-F238E27FC236}">
                    <a16:creationId xmlns:a16="http://schemas.microsoft.com/office/drawing/2014/main" id="{DCBA3B96-4E58-5214-BE39-81865E456F6B}"/>
                  </a:ext>
                </a:extLst>
              </p:cNvPr>
              <p:cNvSpPr/>
              <p:nvPr/>
            </p:nvSpPr>
            <p:spPr>
              <a:xfrm>
                <a:off x="10441481" y="6579690"/>
                <a:ext cx="11013" cy="3094"/>
              </a:xfrm>
              <a:custGeom>
                <a:avLst/>
                <a:gdLst>
                  <a:gd name="connsiteX0" fmla="*/ 3304 w 11013"/>
                  <a:gd name="connsiteY0" fmla="*/ 0 h 3094"/>
                  <a:gd name="connsiteX1" fmla="*/ 10785 w 11013"/>
                  <a:gd name="connsiteY1" fmla="*/ 1515 h 3094"/>
                  <a:gd name="connsiteX2" fmla="*/ 3304 w 11013"/>
                  <a:gd name="connsiteY2" fmla="*/ 0 h 3094"/>
                </a:gdLst>
                <a:ahLst/>
                <a:cxnLst>
                  <a:cxn ang="0">
                    <a:pos x="connsiteX0" y="connsiteY0"/>
                  </a:cxn>
                  <a:cxn ang="0">
                    <a:pos x="connsiteX1" y="connsiteY1"/>
                  </a:cxn>
                  <a:cxn ang="0">
                    <a:pos x="connsiteX2" y="connsiteY2"/>
                  </a:cxn>
                </a:cxnLst>
                <a:rect l="l" t="t" r="r" b="b"/>
                <a:pathLst>
                  <a:path w="11013" h="3094">
                    <a:moveTo>
                      <a:pt x="3304" y="0"/>
                    </a:moveTo>
                    <a:cubicBezTo>
                      <a:pt x="-7966" y="749"/>
                      <a:pt x="13425" y="5515"/>
                      <a:pt x="10785" y="1515"/>
                    </a:cubicBezTo>
                    <a:cubicBezTo>
                      <a:pt x="9465" y="675"/>
                      <a:pt x="6116" y="0"/>
                      <a:pt x="330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 name="Freeform: Shape 16">
                <a:extLst>
                  <a:ext uri="{FF2B5EF4-FFF2-40B4-BE49-F238E27FC236}">
                    <a16:creationId xmlns:a16="http://schemas.microsoft.com/office/drawing/2014/main" id="{E4990407-AD21-D2EC-A8F6-3EFAD2921B29}"/>
                  </a:ext>
                </a:extLst>
              </p:cNvPr>
              <p:cNvSpPr/>
              <p:nvPr/>
            </p:nvSpPr>
            <p:spPr>
              <a:xfrm>
                <a:off x="10300795" y="6490514"/>
                <a:ext cx="10668" cy="2926"/>
              </a:xfrm>
              <a:custGeom>
                <a:avLst/>
                <a:gdLst>
                  <a:gd name="connsiteX0" fmla="*/ 3258 w 10668"/>
                  <a:gd name="connsiteY0" fmla="*/ 0 h 2926"/>
                  <a:gd name="connsiteX1" fmla="*/ 10471 w 10668"/>
                  <a:gd name="connsiteY1" fmla="*/ 1434 h 2926"/>
                  <a:gd name="connsiteX2" fmla="*/ 3258 w 10668"/>
                  <a:gd name="connsiteY2" fmla="*/ 0 h 2926"/>
                </a:gdLst>
                <a:ahLst/>
                <a:cxnLst>
                  <a:cxn ang="0">
                    <a:pos x="connsiteX0" y="connsiteY0"/>
                  </a:cxn>
                  <a:cxn ang="0">
                    <a:pos x="connsiteX1" y="connsiteY1"/>
                  </a:cxn>
                  <a:cxn ang="0">
                    <a:pos x="connsiteX2" y="connsiteY2"/>
                  </a:cxn>
                </a:cxnLst>
                <a:rect l="l" t="t" r="r" b="b"/>
                <a:pathLst>
                  <a:path w="10668" h="2926">
                    <a:moveTo>
                      <a:pt x="3258" y="0"/>
                    </a:moveTo>
                    <a:cubicBezTo>
                      <a:pt x="-7755" y="697"/>
                      <a:pt x="12883" y="5218"/>
                      <a:pt x="10471" y="1434"/>
                    </a:cubicBezTo>
                    <a:cubicBezTo>
                      <a:pt x="9219" y="640"/>
                      <a:pt x="5990" y="0"/>
                      <a:pt x="325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 name="Freeform: Shape 17">
                <a:extLst>
                  <a:ext uri="{FF2B5EF4-FFF2-40B4-BE49-F238E27FC236}">
                    <a16:creationId xmlns:a16="http://schemas.microsoft.com/office/drawing/2014/main" id="{3E270373-74D3-819A-37CB-4C9E2032A89B}"/>
                  </a:ext>
                </a:extLst>
              </p:cNvPr>
              <p:cNvSpPr/>
              <p:nvPr/>
            </p:nvSpPr>
            <p:spPr>
              <a:xfrm>
                <a:off x="10167829" y="6406113"/>
                <a:ext cx="10421" cy="2773"/>
              </a:xfrm>
              <a:custGeom>
                <a:avLst/>
                <a:gdLst>
                  <a:gd name="connsiteX0" fmla="*/ 3070 w 10421"/>
                  <a:gd name="connsiteY0" fmla="*/ 30 h 2773"/>
                  <a:gd name="connsiteX1" fmla="*/ 7351 w 10421"/>
                  <a:gd name="connsiteY1" fmla="*/ 2745 h 2773"/>
                  <a:gd name="connsiteX2" fmla="*/ 3070 w 10421"/>
                  <a:gd name="connsiteY2" fmla="*/ 30 h 2773"/>
                </a:gdLst>
                <a:ahLst/>
                <a:cxnLst>
                  <a:cxn ang="0">
                    <a:pos x="connsiteX0" y="connsiteY0"/>
                  </a:cxn>
                  <a:cxn ang="0">
                    <a:pos x="connsiteX1" y="connsiteY1"/>
                  </a:cxn>
                  <a:cxn ang="0">
                    <a:pos x="connsiteX2" y="connsiteY2"/>
                  </a:cxn>
                </a:cxnLst>
                <a:rect l="l" t="t" r="r" b="b"/>
                <a:pathLst>
                  <a:path w="10421" h="2773">
                    <a:moveTo>
                      <a:pt x="3070" y="30"/>
                    </a:moveTo>
                    <a:cubicBezTo>
                      <a:pt x="-4548" y="482"/>
                      <a:pt x="4001" y="3076"/>
                      <a:pt x="7351" y="2745"/>
                    </a:cubicBezTo>
                    <a:cubicBezTo>
                      <a:pt x="14974" y="2293"/>
                      <a:pt x="6413" y="-308"/>
                      <a:pt x="3070"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 name="Freeform: Shape 18">
                <a:extLst>
                  <a:ext uri="{FF2B5EF4-FFF2-40B4-BE49-F238E27FC236}">
                    <a16:creationId xmlns:a16="http://schemas.microsoft.com/office/drawing/2014/main" id="{69D10CAA-D5A3-67DA-16D1-D826D3D06B6E}"/>
                  </a:ext>
                </a:extLst>
              </p:cNvPr>
              <p:cNvSpPr/>
              <p:nvPr/>
            </p:nvSpPr>
            <p:spPr>
              <a:xfrm>
                <a:off x="10748323" y="6774054"/>
                <a:ext cx="11903" cy="3477"/>
              </a:xfrm>
              <a:custGeom>
                <a:avLst/>
                <a:gdLst>
                  <a:gd name="connsiteX0" fmla="*/ 3266 w 11903"/>
                  <a:gd name="connsiteY0" fmla="*/ 38 h 3477"/>
                  <a:gd name="connsiteX1" fmla="*/ 8638 w 11903"/>
                  <a:gd name="connsiteY1" fmla="*/ 3438 h 3477"/>
                  <a:gd name="connsiteX2" fmla="*/ 3266 w 11903"/>
                  <a:gd name="connsiteY2" fmla="*/ 38 h 3477"/>
                </a:gdLst>
                <a:ahLst/>
                <a:cxnLst>
                  <a:cxn ang="0">
                    <a:pos x="connsiteX0" y="connsiteY0"/>
                  </a:cxn>
                  <a:cxn ang="0">
                    <a:pos x="connsiteX1" y="connsiteY1"/>
                  </a:cxn>
                  <a:cxn ang="0">
                    <a:pos x="connsiteX2" y="connsiteY2"/>
                  </a:cxn>
                </a:cxnLst>
                <a:rect l="l" t="t" r="r" b="b"/>
                <a:pathLst>
                  <a:path w="11903" h="3477">
                    <a:moveTo>
                      <a:pt x="3266" y="38"/>
                    </a:moveTo>
                    <a:cubicBezTo>
                      <a:pt x="-5221" y="638"/>
                      <a:pt x="5106" y="3867"/>
                      <a:pt x="8638" y="3438"/>
                    </a:cubicBezTo>
                    <a:cubicBezTo>
                      <a:pt x="17125" y="2838"/>
                      <a:pt x="6792" y="-385"/>
                      <a:pt x="3266"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 name="Freeform: Shape 19">
                <a:extLst>
                  <a:ext uri="{FF2B5EF4-FFF2-40B4-BE49-F238E27FC236}">
                    <a16:creationId xmlns:a16="http://schemas.microsoft.com/office/drawing/2014/main" id="{4831A737-27A3-BA9F-7F2B-CB0D64E2DD38}"/>
                  </a:ext>
                </a:extLst>
              </p:cNvPr>
              <p:cNvSpPr/>
              <p:nvPr/>
            </p:nvSpPr>
            <p:spPr>
              <a:xfrm>
                <a:off x="10915623" y="6880093"/>
                <a:ext cx="12336" cy="3689"/>
              </a:xfrm>
              <a:custGeom>
                <a:avLst/>
                <a:gdLst>
                  <a:gd name="connsiteX0" fmla="*/ 3318 w 12336"/>
                  <a:gd name="connsiteY0" fmla="*/ 41 h 3689"/>
                  <a:gd name="connsiteX1" fmla="*/ 9016 w 12336"/>
                  <a:gd name="connsiteY1" fmla="*/ 3647 h 3689"/>
                  <a:gd name="connsiteX2" fmla="*/ 3318 w 12336"/>
                  <a:gd name="connsiteY2" fmla="*/ 41 h 3689"/>
                </a:gdLst>
                <a:ahLst/>
                <a:cxnLst>
                  <a:cxn ang="0">
                    <a:pos x="connsiteX0" y="connsiteY0"/>
                  </a:cxn>
                  <a:cxn ang="0">
                    <a:pos x="connsiteX1" y="connsiteY1"/>
                  </a:cxn>
                  <a:cxn ang="0">
                    <a:pos x="connsiteX2" y="connsiteY2"/>
                  </a:cxn>
                </a:cxnLst>
                <a:rect l="l" t="t" r="r" b="b"/>
                <a:pathLst>
                  <a:path w="12336" h="3689">
                    <a:moveTo>
                      <a:pt x="3318" y="41"/>
                    </a:moveTo>
                    <a:cubicBezTo>
                      <a:pt x="-5409" y="693"/>
                      <a:pt x="5432" y="4104"/>
                      <a:pt x="9016" y="3647"/>
                    </a:cubicBezTo>
                    <a:cubicBezTo>
                      <a:pt x="17748" y="3001"/>
                      <a:pt x="6901" y="-411"/>
                      <a:pt x="3318" y="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 name="Freeform: Shape 20">
                <a:extLst>
                  <a:ext uri="{FF2B5EF4-FFF2-40B4-BE49-F238E27FC236}">
                    <a16:creationId xmlns:a16="http://schemas.microsoft.com/office/drawing/2014/main" id="{B44E5A01-4423-692A-1F74-80C63C3B89D6}"/>
                  </a:ext>
                </a:extLst>
              </p:cNvPr>
              <p:cNvSpPr/>
              <p:nvPr/>
            </p:nvSpPr>
            <p:spPr>
              <a:xfrm>
                <a:off x="11485404" y="7241214"/>
                <a:ext cx="13868" cy="4491"/>
              </a:xfrm>
              <a:custGeom>
                <a:avLst/>
                <a:gdLst>
                  <a:gd name="connsiteX0" fmla="*/ 3471 w 13868"/>
                  <a:gd name="connsiteY0" fmla="*/ 50 h 4491"/>
                  <a:gd name="connsiteX1" fmla="*/ 10398 w 13868"/>
                  <a:gd name="connsiteY1" fmla="*/ 4440 h 4491"/>
                  <a:gd name="connsiteX2" fmla="*/ 3471 w 13868"/>
                  <a:gd name="connsiteY2" fmla="*/ 50 h 4491"/>
                </a:gdLst>
                <a:ahLst/>
                <a:cxnLst>
                  <a:cxn ang="0">
                    <a:pos x="connsiteX0" y="connsiteY0"/>
                  </a:cxn>
                  <a:cxn ang="0">
                    <a:pos x="connsiteX1" y="connsiteY1"/>
                  </a:cxn>
                  <a:cxn ang="0">
                    <a:pos x="connsiteX2" y="connsiteY2"/>
                  </a:cxn>
                </a:cxnLst>
                <a:rect l="l" t="t" r="r" b="b"/>
                <a:pathLst>
                  <a:path w="13868" h="4491">
                    <a:moveTo>
                      <a:pt x="3471" y="50"/>
                    </a:moveTo>
                    <a:cubicBezTo>
                      <a:pt x="-6061" y="890"/>
                      <a:pt x="6661" y="4994"/>
                      <a:pt x="10398" y="4440"/>
                    </a:cubicBezTo>
                    <a:cubicBezTo>
                      <a:pt x="19931" y="3599"/>
                      <a:pt x="7198" y="-498"/>
                      <a:pt x="3471" y="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 name="Freeform: Shape 21">
                <a:extLst>
                  <a:ext uri="{FF2B5EF4-FFF2-40B4-BE49-F238E27FC236}">
                    <a16:creationId xmlns:a16="http://schemas.microsoft.com/office/drawing/2014/main" id="{7EE55A79-0E24-4D67-6BD4-4DA86104171A}"/>
                  </a:ext>
                </a:extLst>
              </p:cNvPr>
              <p:cNvSpPr/>
              <p:nvPr/>
            </p:nvSpPr>
            <p:spPr>
              <a:xfrm>
                <a:off x="11702309" y="7378684"/>
                <a:ext cx="14470" cy="4813"/>
              </a:xfrm>
              <a:custGeom>
                <a:avLst/>
                <a:gdLst>
                  <a:gd name="connsiteX0" fmla="*/ 3525 w 14470"/>
                  <a:gd name="connsiteY0" fmla="*/ 55 h 4813"/>
                  <a:gd name="connsiteX1" fmla="*/ 10949 w 14470"/>
                  <a:gd name="connsiteY1" fmla="*/ 4759 h 4813"/>
                  <a:gd name="connsiteX2" fmla="*/ 3525 w 14470"/>
                  <a:gd name="connsiteY2" fmla="*/ 55 h 4813"/>
                </a:gdLst>
                <a:ahLst/>
                <a:cxnLst>
                  <a:cxn ang="0">
                    <a:pos x="connsiteX0" y="connsiteY0"/>
                  </a:cxn>
                  <a:cxn ang="0">
                    <a:pos x="connsiteX1" y="connsiteY1"/>
                  </a:cxn>
                  <a:cxn ang="0">
                    <a:pos x="connsiteX2" y="connsiteY2"/>
                  </a:cxn>
                </a:cxnLst>
                <a:rect l="l" t="t" r="r" b="b"/>
                <a:pathLst>
                  <a:path w="14470" h="4813">
                    <a:moveTo>
                      <a:pt x="3525" y="55"/>
                    </a:moveTo>
                    <a:cubicBezTo>
                      <a:pt x="-6310" y="969"/>
                      <a:pt x="7160" y="5353"/>
                      <a:pt x="10949" y="4759"/>
                    </a:cubicBezTo>
                    <a:cubicBezTo>
                      <a:pt x="20779" y="3844"/>
                      <a:pt x="7303" y="-539"/>
                      <a:pt x="3525" y="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 name="Freeform: Shape 22">
                <a:extLst>
                  <a:ext uri="{FF2B5EF4-FFF2-40B4-BE49-F238E27FC236}">
                    <a16:creationId xmlns:a16="http://schemas.microsoft.com/office/drawing/2014/main" id="{B58A1C9D-508A-846A-57BB-3FEF8AC86248}"/>
                  </a:ext>
                </a:extLst>
              </p:cNvPr>
              <p:cNvSpPr/>
              <p:nvPr/>
            </p:nvSpPr>
            <p:spPr>
              <a:xfrm>
                <a:off x="11093370" y="6992750"/>
                <a:ext cx="12806" cy="3928"/>
              </a:xfrm>
              <a:custGeom>
                <a:avLst/>
                <a:gdLst>
                  <a:gd name="connsiteX0" fmla="*/ 3371 w 12806"/>
                  <a:gd name="connsiteY0" fmla="*/ 44 h 3928"/>
                  <a:gd name="connsiteX1" fmla="*/ 9434 w 12806"/>
                  <a:gd name="connsiteY1" fmla="*/ 3884 h 3928"/>
                  <a:gd name="connsiteX2" fmla="*/ 3371 w 12806"/>
                  <a:gd name="connsiteY2" fmla="*/ 44 h 3928"/>
                </a:gdLst>
                <a:ahLst/>
                <a:cxnLst>
                  <a:cxn ang="0">
                    <a:pos x="connsiteX0" y="connsiteY0"/>
                  </a:cxn>
                  <a:cxn ang="0">
                    <a:pos x="connsiteX1" y="connsiteY1"/>
                  </a:cxn>
                  <a:cxn ang="0">
                    <a:pos x="connsiteX2" y="connsiteY2"/>
                  </a:cxn>
                </a:cxnLst>
                <a:rect l="l" t="t" r="r" b="b"/>
                <a:pathLst>
                  <a:path w="12806" h="3928">
                    <a:moveTo>
                      <a:pt x="3371" y="44"/>
                    </a:moveTo>
                    <a:cubicBezTo>
                      <a:pt x="-5613" y="746"/>
                      <a:pt x="5800" y="4370"/>
                      <a:pt x="9434" y="3884"/>
                    </a:cubicBezTo>
                    <a:cubicBezTo>
                      <a:pt x="18424" y="3181"/>
                      <a:pt x="7000" y="-437"/>
                      <a:pt x="3371" y="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 name="Freeform: Shape 23">
                <a:extLst>
                  <a:ext uri="{FF2B5EF4-FFF2-40B4-BE49-F238E27FC236}">
                    <a16:creationId xmlns:a16="http://schemas.microsoft.com/office/drawing/2014/main" id="{EA1A8BE7-E46D-F45D-B2ED-9B9DC8497578}"/>
                  </a:ext>
                </a:extLst>
              </p:cNvPr>
              <p:cNvSpPr/>
              <p:nvPr/>
            </p:nvSpPr>
            <p:spPr>
              <a:xfrm>
                <a:off x="11282718" y="7112894"/>
                <a:ext cx="13184" cy="4175"/>
              </a:xfrm>
              <a:custGeom>
                <a:avLst/>
                <a:gdLst>
                  <a:gd name="connsiteX0" fmla="*/ 3566 w 13184"/>
                  <a:gd name="connsiteY0" fmla="*/ 0 h 4175"/>
                  <a:gd name="connsiteX1" fmla="*/ 12728 w 13184"/>
                  <a:gd name="connsiteY1" fmla="*/ 2052 h 4175"/>
                  <a:gd name="connsiteX2" fmla="*/ 3566 w 13184"/>
                  <a:gd name="connsiteY2" fmla="*/ 0 h 4175"/>
                </a:gdLst>
                <a:ahLst/>
                <a:cxnLst>
                  <a:cxn ang="0">
                    <a:pos x="connsiteX0" y="connsiteY0"/>
                  </a:cxn>
                  <a:cxn ang="0">
                    <a:pos x="connsiteX1" y="connsiteY1"/>
                  </a:cxn>
                  <a:cxn ang="0">
                    <a:pos x="connsiteX2" y="connsiteY2"/>
                  </a:cxn>
                </a:cxnLst>
                <a:rect l="l" t="t" r="r" b="b"/>
                <a:pathLst>
                  <a:path w="13184" h="4175">
                    <a:moveTo>
                      <a:pt x="3566" y="0"/>
                    </a:moveTo>
                    <a:cubicBezTo>
                      <a:pt x="-9246" y="1074"/>
                      <a:pt x="16905" y="7407"/>
                      <a:pt x="12728" y="2052"/>
                    </a:cubicBezTo>
                    <a:cubicBezTo>
                      <a:pt x="10933" y="920"/>
                      <a:pt x="6835" y="0"/>
                      <a:pt x="356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 name="Freeform: Shape 24">
                <a:extLst>
                  <a:ext uri="{FF2B5EF4-FFF2-40B4-BE49-F238E27FC236}">
                    <a16:creationId xmlns:a16="http://schemas.microsoft.com/office/drawing/2014/main" id="{93413CF2-EEFC-88CA-B548-A35C2D120C4B}"/>
                  </a:ext>
                </a:extLst>
              </p:cNvPr>
              <p:cNvSpPr/>
              <p:nvPr/>
            </p:nvSpPr>
            <p:spPr>
              <a:xfrm>
                <a:off x="9226490" y="4815906"/>
                <a:ext cx="8319" cy="7318"/>
              </a:xfrm>
              <a:custGeom>
                <a:avLst/>
                <a:gdLst>
                  <a:gd name="connsiteX0" fmla="*/ 2909 w 8319"/>
                  <a:gd name="connsiteY0" fmla="*/ 130 h 7318"/>
                  <a:gd name="connsiteX1" fmla="*/ 8189 w 8319"/>
                  <a:gd name="connsiteY1" fmla="*/ 2742 h 7318"/>
                  <a:gd name="connsiteX2" fmla="*/ 2909 w 8319"/>
                  <a:gd name="connsiteY2" fmla="*/ 130 h 7318"/>
                </a:gdLst>
                <a:ahLst/>
                <a:cxnLst>
                  <a:cxn ang="0">
                    <a:pos x="connsiteX0" y="connsiteY0"/>
                  </a:cxn>
                  <a:cxn ang="0">
                    <a:pos x="connsiteX1" y="connsiteY1"/>
                  </a:cxn>
                  <a:cxn ang="0">
                    <a:pos x="connsiteX2" y="connsiteY2"/>
                  </a:cxn>
                </a:cxnLst>
                <a:rect l="l" t="t" r="r" b="b"/>
                <a:pathLst>
                  <a:path w="8319" h="7318">
                    <a:moveTo>
                      <a:pt x="2909" y="130"/>
                    </a:moveTo>
                    <a:cubicBezTo>
                      <a:pt x="-6453" y="4399"/>
                      <a:pt x="9932" y="12417"/>
                      <a:pt x="8189" y="2742"/>
                    </a:cubicBezTo>
                    <a:cubicBezTo>
                      <a:pt x="7417" y="770"/>
                      <a:pt x="5057" y="-407"/>
                      <a:pt x="2909" y="1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 name="Freeform: Shape 25">
                <a:extLst>
                  <a:ext uri="{FF2B5EF4-FFF2-40B4-BE49-F238E27FC236}">
                    <a16:creationId xmlns:a16="http://schemas.microsoft.com/office/drawing/2014/main" id="{B0711485-011B-2792-BBDF-853A856E8C39}"/>
                  </a:ext>
                </a:extLst>
              </p:cNvPr>
              <p:cNvSpPr/>
              <p:nvPr/>
            </p:nvSpPr>
            <p:spPr>
              <a:xfrm>
                <a:off x="9144132" y="4581266"/>
                <a:ext cx="7936" cy="8476"/>
              </a:xfrm>
              <a:custGeom>
                <a:avLst/>
                <a:gdLst>
                  <a:gd name="connsiteX0" fmla="*/ 2633 w 7936"/>
                  <a:gd name="connsiteY0" fmla="*/ 209 h 8476"/>
                  <a:gd name="connsiteX1" fmla="*/ 5308 w 7936"/>
                  <a:gd name="connsiteY1" fmla="*/ 8267 h 8476"/>
                  <a:gd name="connsiteX2" fmla="*/ 2633 w 7936"/>
                  <a:gd name="connsiteY2" fmla="*/ 209 h 8476"/>
                </a:gdLst>
                <a:ahLst/>
                <a:cxnLst>
                  <a:cxn ang="0">
                    <a:pos x="connsiteX0" y="connsiteY0"/>
                  </a:cxn>
                  <a:cxn ang="0">
                    <a:pos x="connsiteX1" y="connsiteY1"/>
                  </a:cxn>
                  <a:cxn ang="0">
                    <a:pos x="connsiteX2" y="connsiteY2"/>
                  </a:cxn>
                </a:cxnLst>
                <a:rect l="l" t="t" r="r" b="b"/>
                <a:pathLst>
                  <a:path w="7936" h="8476">
                    <a:moveTo>
                      <a:pt x="2633" y="209"/>
                    </a:moveTo>
                    <a:cubicBezTo>
                      <a:pt x="-2373" y="1706"/>
                      <a:pt x="456" y="9879"/>
                      <a:pt x="5308" y="8267"/>
                    </a:cubicBezTo>
                    <a:cubicBezTo>
                      <a:pt x="10321" y="6781"/>
                      <a:pt x="7457" y="-1403"/>
                      <a:pt x="2633" y="2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 name="Freeform: Shape 26">
                <a:extLst>
                  <a:ext uri="{FF2B5EF4-FFF2-40B4-BE49-F238E27FC236}">
                    <a16:creationId xmlns:a16="http://schemas.microsoft.com/office/drawing/2014/main" id="{E0117806-C85F-C8F5-11E3-4E24B37EBF92}"/>
                  </a:ext>
                </a:extLst>
              </p:cNvPr>
              <p:cNvSpPr/>
              <p:nvPr/>
            </p:nvSpPr>
            <p:spPr>
              <a:xfrm>
                <a:off x="9064958" y="4342495"/>
                <a:ext cx="7747" cy="8040"/>
              </a:xfrm>
              <a:custGeom>
                <a:avLst/>
                <a:gdLst>
                  <a:gd name="connsiteX0" fmla="*/ 2592 w 7747"/>
                  <a:gd name="connsiteY0" fmla="*/ 281 h 8040"/>
                  <a:gd name="connsiteX1" fmla="*/ 5152 w 7747"/>
                  <a:gd name="connsiteY1" fmla="*/ 7757 h 8040"/>
                  <a:gd name="connsiteX2" fmla="*/ 2592 w 7747"/>
                  <a:gd name="connsiteY2" fmla="*/ 281 h 8040"/>
                </a:gdLst>
                <a:ahLst/>
                <a:cxnLst>
                  <a:cxn ang="0">
                    <a:pos x="connsiteX0" y="connsiteY0"/>
                  </a:cxn>
                  <a:cxn ang="0">
                    <a:pos x="connsiteX1" y="connsiteY1"/>
                  </a:cxn>
                  <a:cxn ang="0">
                    <a:pos x="connsiteX2" y="connsiteY2"/>
                  </a:cxn>
                </a:cxnLst>
                <a:rect l="l" t="t" r="r" b="b"/>
                <a:pathLst>
                  <a:path w="7747" h="8040">
                    <a:moveTo>
                      <a:pt x="2592" y="281"/>
                    </a:moveTo>
                    <a:cubicBezTo>
                      <a:pt x="-2221" y="1939"/>
                      <a:pt x="271" y="9597"/>
                      <a:pt x="5152" y="7757"/>
                    </a:cubicBezTo>
                    <a:cubicBezTo>
                      <a:pt x="9975" y="6116"/>
                      <a:pt x="7467" y="-1553"/>
                      <a:pt x="2592" y="2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 name="Freeform: Shape 27">
                <a:extLst>
                  <a:ext uri="{FF2B5EF4-FFF2-40B4-BE49-F238E27FC236}">
                    <a16:creationId xmlns:a16="http://schemas.microsoft.com/office/drawing/2014/main" id="{04C6DEF7-FBB6-FEFD-F297-A3E2BC33505E}"/>
                  </a:ext>
                </a:extLst>
              </p:cNvPr>
              <p:cNvSpPr/>
              <p:nvPr/>
            </p:nvSpPr>
            <p:spPr>
              <a:xfrm>
                <a:off x="9312933" y="5001470"/>
                <a:ext cx="8393" cy="5209"/>
              </a:xfrm>
              <a:custGeom>
                <a:avLst/>
                <a:gdLst>
                  <a:gd name="connsiteX0" fmla="*/ 2739 w 8393"/>
                  <a:gd name="connsiteY0" fmla="*/ 212 h 5209"/>
                  <a:gd name="connsiteX1" fmla="*/ 5654 w 8393"/>
                  <a:gd name="connsiteY1" fmla="*/ 4990 h 5209"/>
                  <a:gd name="connsiteX2" fmla="*/ 2739 w 8393"/>
                  <a:gd name="connsiteY2" fmla="*/ 212 h 5209"/>
                </a:gdLst>
                <a:ahLst/>
                <a:cxnLst>
                  <a:cxn ang="0">
                    <a:pos x="connsiteX0" y="connsiteY0"/>
                  </a:cxn>
                  <a:cxn ang="0">
                    <a:pos x="connsiteX1" y="connsiteY1"/>
                  </a:cxn>
                  <a:cxn ang="0">
                    <a:pos x="connsiteX2" y="connsiteY2"/>
                  </a:cxn>
                </a:cxnLst>
                <a:rect l="l" t="t" r="r" b="b"/>
                <a:pathLst>
                  <a:path w="8393" h="5209">
                    <a:moveTo>
                      <a:pt x="2739" y="212"/>
                    </a:moveTo>
                    <a:cubicBezTo>
                      <a:pt x="-3039" y="1813"/>
                      <a:pt x="1487" y="6242"/>
                      <a:pt x="5654" y="4990"/>
                    </a:cubicBezTo>
                    <a:cubicBezTo>
                      <a:pt x="11455" y="3424"/>
                      <a:pt x="6866" y="-1017"/>
                      <a:pt x="2739" y="2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 name="Freeform: Shape 28">
                <a:extLst>
                  <a:ext uri="{FF2B5EF4-FFF2-40B4-BE49-F238E27FC236}">
                    <a16:creationId xmlns:a16="http://schemas.microsoft.com/office/drawing/2014/main" id="{22B877AF-148C-B3C9-0B84-EF6C60D8A0BF}"/>
                  </a:ext>
                </a:extLst>
              </p:cNvPr>
              <p:cNvSpPr/>
              <p:nvPr/>
            </p:nvSpPr>
            <p:spPr>
              <a:xfrm>
                <a:off x="8988996" y="4144304"/>
                <a:ext cx="7582" cy="6300"/>
              </a:xfrm>
              <a:custGeom>
                <a:avLst/>
                <a:gdLst>
                  <a:gd name="connsiteX0" fmla="*/ 2561 w 7582"/>
                  <a:gd name="connsiteY0" fmla="*/ 442 h 6300"/>
                  <a:gd name="connsiteX1" fmla="*/ 5019 w 7582"/>
                  <a:gd name="connsiteY1" fmla="*/ 5860 h 6300"/>
                  <a:gd name="connsiteX2" fmla="*/ 2561 w 7582"/>
                  <a:gd name="connsiteY2" fmla="*/ 442 h 6300"/>
                </a:gdLst>
                <a:ahLst/>
                <a:cxnLst>
                  <a:cxn ang="0">
                    <a:pos x="connsiteX0" y="connsiteY0"/>
                  </a:cxn>
                  <a:cxn ang="0">
                    <a:pos x="connsiteX1" y="connsiteY1"/>
                  </a:cxn>
                  <a:cxn ang="0">
                    <a:pos x="connsiteX2" y="connsiteY2"/>
                  </a:cxn>
                </a:cxnLst>
                <a:rect l="l" t="t" r="r" b="b"/>
                <a:pathLst>
                  <a:path w="7582" h="6300">
                    <a:moveTo>
                      <a:pt x="2561" y="442"/>
                    </a:moveTo>
                    <a:cubicBezTo>
                      <a:pt x="-2262" y="2425"/>
                      <a:pt x="395" y="7878"/>
                      <a:pt x="5019" y="5860"/>
                    </a:cubicBezTo>
                    <a:cubicBezTo>
                      <a:pt x="9848" y="3883"/>
                      <a:pt x="7184" y="-1581"/>
                      <a:pt x="2561" y="44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 name="Freeform: Shape 29">
                <a:extLst>
                  <a:ext uri="{FF2B5EF4-FFF2-40B4-BE49-F238E27FC236}">
                    <a16:creationId xmlns:a16="http://schemas.microsoft.com/office/drawing/2014/main" id="{6C2F9944-8C12-37A2-1E3F-B1890CF48303}"/>
                  </a:ext>
                </a:extLst>
              </p:cNvPr>
              <p:cNvSpPr/>
              <p:nvPr/>
            </p:nvSpPr>
            <p:spPr>
              <a:xfrm>
                <a:off x="9496287" y="5270124"/>
                <a:ext cx="8949" cy="7235"/>
              </a:xfrm>
              <a:custGeom>
                <a:avLst/>
                <a:gdLst>
                  <a:gd name="connsiteX0" fmla="*/ 3042 w 8949"/>
                  <a:gd name="connsiteY0" fmla="*/ 94 h 7235"/>
                  <a:gd name="connsiteX1" fmla="*/ 8786 w 8949"/>
                  <a:gd name="connsiteY1" fmla="*/ 2831 h 7235"/>
                  <a:gd name="connsiteX2" fmla="*/ 3042 w 8949"/>
                  <a:gd name="connsiteY2" fmla="*/ 94 h 7235"/>
                </a:gdLst>
                <a:ahLst/>
                <a:cxnLst>
                  <a:cxn ang="0">
                    <a:pos x="connsiteX0" y="connsiteY0"/>
                  </a:cxn>
                  <a:cxn ang="0">
                    <a:pos x="connsiteX1" y="connsiteY1"/>
                  </a:cxn>
                  <a:cxn ang="0">
                    <a:pos x="connsiteX2" y="connsiteY2"/>
                  </a:cxn>
                </a:cxnLst>
                <a:rect l="l" t="t" r="r" b="b"/>
                <a:pathLst>
                  <a:path w="8949" h="7235">
                    <a:moveTo>
                      <a:pt x="3042" y="94"/>
                    </a:moveTo>
                    <a:cubicBezTo>
                      <a:pt x="-6879" y="4003"/>
                      <a:pt x="10815" y="12381"/>
                      <a:pt x="8786" y="2831"/>
                    </a:cubicBezTo>
                    <a:cubicBezTo>
                      <a:pt x="7912" y="865"/>
                      <a:pt x="5340" y="-358"/>
                      <a:pt x="3042" y="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 name="Freeform: Shape 30">
                <a:extLst>
                  <a:ext uri="{FF2B5EF4-FFF2-40B4-BE49-F238E27FC236}">
                    <a16:creationId xmlns:a16="http://schemas.microsoft.com/office/drawing/2014/main" id="{FA10963D-0AFD-5DC7-A78F-6C9FCD378B46}"/>
                  </a:ext>
                </a:extLst>
              </p:cNvPr>
              <p:cNvSpPr/>
              <p:nvPr/>
            </p:nvSpPr>
            <p:spPr>
              <a:xfrm>
                <a:off x="9594328" y="5497965"/>
                <a:ext cx="9194" cy="7510"/>
              </a:xfrm>
              <a:custGeom>
                <a:avLst/>
                <a:gdLst>
                  <a:gd name="connsiteX0" fmla="*/ 3094 w 9194"/>
                  <a:gd name="connsiteY0" fmla="*/ 71 h 7510"/>
                  <a:gd name="connsiteX1" fmla="*/ 9020 w 9194"/>
                  <a:gd name="connsiteY1" fmla="*/ 3054 h 7510"/>
                  <a:gd name="connsiteX2" fmla="*/ 3094 w 9194"/>
                  <a:gd name="connsiteY2" fmla="*/ 71 h 7510"/>
                </a:gdLst>
                <a:ahLst/>
                <a:cxnLst>
                  <a:cxn ang="0">
                    <a:pos x="connsiteX0" y="connsiteY0"/>
                  </a:cxn>
                  <a:cxn ang="0">
                    <a:pos x="connsiteX1" y="connsiteY1"/>
                  </a:cxn>
                  <a:cxn ang="0">
                    <a:pos x="connsiteX2" y="connsiteY2"/>
                  </a:cxn>
                </a:cxnLst>
                <a:rect l="l" t="t" r="r" b="b"/>
                <a:pathLst>
                  <a:path w="9194" h="7510">
                    <a:moveTo>
                      <a:pt x="3094" y="71"/>
                    </a:moveTo>
                    <a:cubicBezTo>
                      <a:pt x="-7039" y="3854"/>
                      <a:pt x="11146" y="12930"/>
                      <a:pt x="9020" y="3054"/>
                    </a:cubicBezTo>
                    <a:cubicBezTo>
                      <a:pt x="8100" y="1008"/>
                      <a:pt x="5448" y="-329"/>
                      <a:pt x="3094" y="7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 name="Freeform: Shape 31">
                <a:extLst>
                  <a:ext uri="{FF2B5EF4-FFF2-40B4-BE49-F238E27FC236}">
                    <a16:creationId xmlns:a16="http://schemas.microsoft.com/office/drawing/2014/main" id="{25079E8F-B276-FF79-7973-D64A581929A2}"/>
                  </a:ext>
                </a:extLst>
              </p:cNvPr>
              <p:cNvSpPr/>
              <p:nvPr/>
            </p:nvSpPr>
            <p:spPr>
              <a:xfrm>
                <a:off x="9697367" y="5686641"/>
                <a:ext cx="9351" cy="4759"/>
              </a:xfrm>
              <a:custGeom>
                <a:avLst/>
                <a:gdLst>
                  <a:gd name="connsiteX0" fmla="*/ 2937 w 9351"/>
                  <a:gd name="connsiteY0" fmla="*/ 167 h 4759"/>
                  <a:gd name="connsiteX1" fmla="*/ 6417 w 9351"/>
                  <a:gd name="connsiteY1" fmla="*/ 4584 h 4759"/>
                  <a:gd name="connsiteX2" fmla="*/ 2937 w 9351"/>
                  <a:gd name="connsiteY2" fmla="*/ 167 h 4759"/>
                </a:gdLst>
                <a:ahLst/>
                <a:cxnLst>
                  <a:cxn ang="0">
                    <a:pos x="connsiteX0" y="connsiteY0"/>
                  </a:cxn>
                  <a:cxn ang="0">
                    <a:pos x="connsiteX1" y="connsiteY1"/>
                  </a:cxn>
                  <a:cxn ang="0">
                    <a:pos x="connsiteX2" y="connsiteY2"/>
                  </a:cxn>
                </a:cxnLst>
                <a:rect l="l" t="t" r="r" b="b"/>
                <a:pathLst>
                  <a:path w="9351" h="4759">
                    <a:moveTo>
                      <a:pt x="2937" y="167"/>
                    </a:moveTo>
                    <a:cubicBezTo>
                      <a:pt x="-3664" y="1687"/>
                      <a:pt x="2360" y="5636"/>
                      <a:pt x="6417" y="4584"/>
                    </a:cubicBezTo>
                    <a:cubicBezTo>
                      <a:pt x="13035" y="3109"/>
                      <a:pt x="6949" y="-857"/>
                      <a:pt x="2937" y="1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 name="Freeform: Shape 32">
                <a:extLst>
                  <a:ext uri="{FF2B5EF4-FFF2-40B4-BE49-F238E27FC236}">
                    <a16:creationId xmlns:a16="http://schemas.microsoft.com/office/drawing/2014/main" id="{AD670EA2-BF8E-901F-31C9-86D0167EA8A5}"/>
                  </a:ext>
                </a:extLst>
              </p:cNvPr>
              <p:cNvSpPr/>
              <p:nvPr/>
            </p:nvSpPr>
            <p:spPr>
              <a:xfrm>
                <a:off x="9806255" y="5851929"/>
                <a:ext cx="9626" cy="10228"/>
              </a:xfrm>
              <a:custGeom>
                <a:avLst/>
                <a:gdLst>
                  <a:gd name="connsiteX0" fmla="*/ 2959 w 9626"/>
                  <a:gd name="connsiteY0" fmla="*/ 94 h 10228"/>
                  <a:gd name="connsiteX1" fmla="*/ 6668 w 9626"/>
                  <a:gd name="connsiteY1" fmla="*/ 10140 h 10228"/>
                  <a:gd name="connsiteX2" fmla="*/ 2959 w 9626"/>
                  <a:gd name="connsiteY2" fmla="*/ 94 h 10228"/>
                </a:gdLst>
                <a:ahLst/>
                <a:cxnLst>
                  <a:cxn ang="0">
                    <a:pos x="connsiteX0" y="connsiteY0"/>
                  </a:cxn>
                  <a:cxn ang="0">
                    <a:pos x="connsiteX1" y="connsiteY1"/>
                  </a:cxn>
                  <a:cxn ang="0">
                    <a:pos x="connsiteX2" y="connsiteY2"/>
                  </a:cxn>
                </a:cxnLst>
                <a:rect l="l" t="t" r="r" b="b"/>
                <a:pathLst>
                  <a:path w="9626" h="10228">
                    <a:moveTo>
                      <a:pt x="2959" y="94"/>
                    </a:moveTo>
                    <a:cubicBezTo>
                      <a:pt x="-3425" y="1299"/>
                      <a:pt x="1793" y="11261"/>
                      <a:pt x="6668" y="10140"/>
                    </a:cubicBezTo>
                    <a:cubicBezTo>
                      <a:pt x="13029" y="8929"/>
                      <a:pt x="7879" y="-1067"/>
                      <a:pt x="2959" y="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 name="Freeform: Shape 33">
                <a:extLst>
                  <a:ext uri="{FF2B5EF4-FFF2-40B4-BE49-F238E27FC236}">
                    <a16:creationId xmlns:a16="http://schemas.microsoft.com/office/drawing/2014/main" id="{CEA68C89-9EB1-2398-4B34-AFABFEB6C41E}"/>
                  </a:ext>
                </a:extLst>
              </p:cNvPr>
              <p:cNvSpPr/>
              <p:nvPr/>
            </p:nvSpPr>
            <p:spPr>
              <a:xfrm>
                <a:off x="9402880" y="5102412"/>
                <a:ext cx="8597" cy="4047"/>
              </a:xfrm>
              <a:custGeom>
                <a:avLst/>
                <a:gdLst>
                  <a:gd name="connsiteX0" fmla="*/ 2786 w 8597"/>
                  <a:gd name="connsiteY0" fmla="*/ 265 h 4047"/>
                  <a:gd name="connsiteX1" fmla="*/ 5810 w 8597"/>
                  <a:gd name="connsiteY1" fmla="*/ 3791 h 4047"/>
                  <a:gd name="connsiteX2" fmla="*/ 2786 w 8597"/>
                  <a:gd name="connsiteY2" fmla="*/ 265 h 4047"/>
                </a:gdLst>
                <a:ahLst/>
                <a:cxnLst>
                  <a:cxn ang="0">
                    <a:pos x="connsiteX0" y="connsiteY0"/>
                  </a:cxn>
                  <a:cxn ang="0">
                    <a:pos x="connsiteX1" y="connsiteY1"/>
                  </a:cxn>
                  <a:cxn ang="0">
                    <a:pos x="connsiteX2" y="connsiteY2"/>
                  </a:cxn>
                </a:cxnLst>
                <a:rect l="l" t="t" r="r" b="b"/>
                <a:pathLst>
                  <a:path w="8597" h="4047">
                    <a:moveTo>
                      <a:pt x="2786" y="265"/>
                    </a:moveTo>
                    <a:cubicBezTo>
                      <a:pt x="-3312" y="1917"/>
                      <a:pt x="1941" y="4946"/>
                      <a:pt x="5810" y="3791"/>
                    </a:cubicBezTo>
                    <a:cubicBezTo>
                      <a:pt x="11902" y="2117"/>
                      <a:pt x="6673" y="-912"/>
                      <a:pt x="2786" y="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 name="Freeform: Shape 34">
                <a:extLst>
                  <a:ext uri="{FF2B5EF4-FFF2-40B4-BE49-F238E27FC236}">
                    <a16:creationId xmlns:a16="http://schemas.microsoft.com/office/drawing/2014/main" id="{F5193BD8-2DAB-978D-6170-9E4D1DD2C36D}"/>
                  </a:ext>
                </a:extLst>
              </p:cNvPr>
              <p:cNvSpPr/>
              <p:nvPr/>
            </p:nvSpPr>
            <p:spPr>
              <a:xfrm>
                <a:off x="9921025" y="6185441"/>
                <a:ext cx="9968" cy="9401"/>
              </a:xfrm>
              <a:custGeom>
                <a:avLst/>
                <a:gdLst>
                  <a:gd name="connsiteX0" fmla="*/ 3220 w 9968"/>
                  <a:gd name="connsiteY0" fmla="*/ 1 h 9401"/>
                  <a:gd name="connsiteX1" fmla="*/ 9747 w 9968"/>
                  <a:gd name="connsiteY1" fmla="*/ 4636 h 9401"/>
                  <a:gd name="connsiteX2" fmla="*/ 3220 w 9968"/>
                  <a:gd name="connsiteY2" fmla="*/ 1 h 9401"/>
                </a:gdLst>
                <a:ahLst/>
                <a:cxnLst>
                  <a:cxn ang="0">
                    <a:pos x="connsiteX0" y="connsiteY0"/>
                  </a:cxn>
                  <a:cxn ang="0">
                    <a:pos x="connsiteX1" y="connsiteY1"/>
                  </a:cxn>
                  <a:cxn ang="0">
                    <a:pos x="connsiteX2" y="connsiteY2"/>
                  </a:cxn>
                </a:cxnLst>
                <a:rect l="l" t="t" r="r" b="b"/>
                <a:pathLst>
                  <a:path w="9968" h="9401">
                    <a:moveTo>
                      <a:pt x="3220" y="1"/>
                    </a:moveTo>
                    <a:cubicBezTo>
                      <a:pt x="-7518" y="2658"/>
                      <a:pt x="12250" y="16568"/>
                      <a:pt x="9747" y="4636"/>
                    </a:cubicBezTo>
                    <a:cubicBezTo>
                      <a:pt x="8673" y="2058"/>
                      <a:pt x="5746" y="-39"/>
                      <a:pt x="3220"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 name="Freeform: Shape 35">
                <a:extLst>
                  <a:ext uri="{FF2B5EF4-FFF2-40B4-BE49-F238E27FC236}">
                    <a16:creationId xmlns:a16="http://schemas.microsoft.com/office/drawing/2014/main" id="{28CFDB1B-8C24-2A9C-9305-243FD3386B71}"/>
                  </a:ext>
                </a:extLst>
              </p:cNvPr>
              <p:cNvSpPr/>
              <p:nvPr/>
            </p:nvSpPr>
            <p:spPr>
              <a:xfrm>
                <a:off x="11935145" y="7526146"/>
                <a:ext cx="14764" cy="5156"/>
              </a:xfrm>
              <a:custGeom>
                <a:avLst/>
                <a:gdLst>
                  <a:gd name="connsiteX0" fmla="*/ 3324 w 14764"/>
                  <a:gd name="connsiteY0" fmla="*/ 0 h 5156"/>
                  <a:gd name="connsiteX1" fmla="*/ 14765 w 14764"/>
                  <a:gd name="connsiteY1" fmla="*/ 4303 h 5156"/>
                  <a:gd name="connsiteX2" fmla="*/ 3324 w 14764"/>
                  <a:gd name="connsiteY2" fmla="*/ 0 h 5156"/>
                </a:gdLst>
                <a:ahLst/>
                <a:cxnLst>
                  <a:cxn ang="0">
                    <a:pos x="connsiteX0" y="connsiteY0"/>
                  </a:cxn>
                  <a:cxn ang="0">
                    <a:pos x="connsiteX1" y="connsiteY1"/>
                  </a:cxn>
                  <a:cxn ang="0">
                    <a:pos x="connsiteX2" y="connsiteY2"/>
                  </a:cxn>
                </a:cxnLst>
                <a:rect l="l" t="t" r="r" b="b"/>
                <a:pathLst>
                  <a:path w="14764" h="5156">
                    <a:moveTo>
                      <a:pt x="3324" y="0"/>
                    </a:moveTo>
                    <a:cubicBezTo>
                      <a:pt x="-7707" y="1343"/>
                      <a:pt x="12022" y="7355"/>
                      <a:pt x="14765" y="4303"/>
                    </a:cubicBezTo>
                    <a:cubicBezTo>
                      <a:pt x="14799" y="766"/>
                      <a:pt x="6335" y="246"/>
                      <a:pt x="332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 name="Freeform: Shape 36">
                <a:extLst>
                  <a:ext uri="{FF2B5EF4-FFF2-40B4-BE49-F238E27FC236}">
                    <a16:creationId xmlns:a16="http://schemas.microsoft.com/office/drawing/2014/main" id="{4AA0BCE7-2941-44F6-BC3A-CAFB4BA8E471}"/>
                  </a:ext>
                </a:extLst>
              </p:cNvPr>
              <p:cNvSpPr/>
              <p:nvPr/>
            </p:nvSpPr>
            <p:spPr>
              <a:xfrm>
                <a:off x="8720452" y="4146326"/>
                <a:ext cx="7240" cy="5317"/>
              </a:xfrm>
              <a:custGeom>
                <a:avLst/>
                <a:gdLst>
                  <a:gd name="connsiteX0" fmla="*/ 2506 w 7240"/>
                  <a:gd name="connsiteY0" fmla="*/ 1832 h 5317"/>
                  <a:gd name="connsiteX1" fmla="*/ 7204 w 7240"/>
                  <a:gd name="connsiteY1" fmla="*/ 146 h 5317"/>
                  <a:gd name="connsiteX2" fmla="*/ 2506 w 7240"/>
                  <a:gd name="connsiteY2" fmla="*/ 1832 h 5317"/>
                </a:gdLst>
                <a:ahLst/>
                <a:cxnLst>
                  <a:cxn ang="0">
                    <a:pos x="connsiteX0" y="connsiteY0"/>
                  </a:cxn>
                  <a:cxn ang="0">
                    <a:pos x="connsiteX1" y="connsiteY1"/>
                  </a:cxn>
                  <a:cxn ang="0">
                    <a:pos x="connsiteX2" y="connsiteY2"/>
                  </a:cxn>
                </a:cxnLst>
                <a:rect l="l" t="t" r="r" b="b"/>
                <a:pathLst>
                  <a:path w="7240" h="5317">
                    <a:moveTo>
                      <a:pt x="2506" y="1832"/>
                    </a:moveTo>
                    <a:cubicBezTo>
                      <a:pt x="-5410" y="8364"/>
                      <a:pt x="8032" y="4495"/>
                      <a:pt x="7204" y="146"/>
                    </a:cubicBezTo>
                    <a:cubicBezTo>
                      <a:pt x="5935" y="-454"/>
                      <a:pt x="3826" y="929"/>
                      <a:pt x="2506" y="18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 name="Freeform: Shape 37">
                <a:extLst>
                  <a:ext uri="{FF2B5EF4-FFF2-40B4-BE49-F238E27FC236}">
                    <a16:creationId xmlns:a16="http://schemas.microsoft.com/office/drawing/2014/main" id="{F7CDE74B-2F6E-21AA-36DF-24459A8DF735}"/>
                  </a:ext>
                </a:extLst>
              </p:cNvPr>
              <p:cNvSpPr/>
              <p:nvPr/>
            </p:nvSpPr>
            <p:spPr>
              <a:xfrm>
                <a:off x="10304300" y="6674044"/>
                <a:ext cx="11384" cy="3280"/>
              </a:xfrm>
              <a:custGeom>
                <a:avLst/>
                <a:gdLst>
                  <a:gd name="connsiteX0" fmla="*/ 3296 w 11384"/>
                  <a:gd name="connsiteY0" fmla="*/ 35 h 3280"/>
                  <a:gd name="connsiteX1" fmla="*/ 8086 w 11384"/>
                  <a:gd name="connsiteY1" fmla="*/ 3247 h 3280"/>
                  <a:gd name="connsiteX2" fmla="*/ 3296 w 11384"/>
                  <a:gd name="connsiteY2" fmla="*/ 35 h 3280"/>
                </a:gdLst>
                <a:ahLst/>
                <a:cxnLst>
                  <a:cxn ang="0">
                    <a:pos x="connsiteX0" y="connsiteY0"/>
                  </a:cxn>
                  <a:cxn ang="0">
                    <a:pos x="connsiteX1" y="connsiteY1"/>
                  </a:cxn>
                  <a:cxn ang="0">
                    <a:pos x="connsiteX2" y="connsiteY2"/>
                  </a:cxn>
                </a:cxnLst>
                <a:rect l="l" t="t" r="r" b="b"/>
                <a:pathLst>
                  <a:path w="11384" h="3280">
                    <a:moveTo>
                      <a:pt x="3296" y="35"/>
                    </a:moveTo>
                    <a:cubicBezTo>
                      <a:pt x="-4967" y="572"/>
                      <a:pt x="4474" y="3635"/>
                      <a:pt x="8086" y="3247"/>
                    </a:cubicBezTo>
                    <a:cubicBezTo>
                      <a:pt x="16355" y="2704"/>
                      <a:pt x="6909" y="-359"/>
                      <a:pt x="3296"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 name="Freeform: Shape 38">
                <a:extLst>
                  <a:ext uri="{FF2B5EF4-FFF2-40B4-BE49-F238E27FC236}">
                    <a16:creationId xmlns:a16="http://schemas.microsoft.com/office/drawing/2014/main" id="{BAF865DB-33E0-A72F-CA5A-159DE5EC21DB}"/>
                  </a:ext>
                </a:extLst>
              </p:cNvPr>
              <p:cNvSpPr/>
              <p:nvPr/>
            </p:nvSpPr>
            <p:spPr>
              <a:xfrm>
                <a:off x="10453413" y="6774092"/>
                <a:ext cx="11675" cy="3471"/>
              </a:xfrm>
              <a:custGeom>
                <a:avLst/>
                <a:gdLst>
                  <a:gd name="connsiteX0" fmla="*/ 3494 w 11675"/>
                  <a:gd name="connsiteY0" fmla="*/ 0 h 3471"/>
                  <a:gd name="connsiteX1" fmla="*/ 11426 w 11675"/>
                  <a:gd name="connsiteY1" fmla="*/ 1697 h 3471"/>
                  <a:gd name="connsiteX2" fmla="*/ 3494 w 11675"/>
                  <a:gd name="connsiteY2" fmla="*/ 0 h 3471"/>
                </a:gdLst>
                <a:ahLst/>
                <a:cxnLst>
                  <a:cxn ang="0">
                    <a:pos x="connsiteX0" y="connsiteY0"/>
                  </a:cxn>
                  <a:cxn ang="0">
                    <a:pos x="connsiteX1" y="connsiteY1"/>
                  </a:cxn>
                  <a:cxn ang="0">
                    <a:pos x="connsiteX2" y="connsiteY2"/>
                  </a:cxn>
                </a:cxnLst>
                <a:rect l="l" t="t" r="r" b="b"/>
                <a:pathLst>
                  <a:path w="11675" h="3471">
                    <a:moveTo>
                      <a:pt x="3494" y="0"/>
                    </a:moveTo>
                    <a:cubicBezTo>
                      <a:pt x="-8444" y="863"/>
                      <a:pt x="14273" y="6178"/>
                      <a:pt x="11426" y="1697"/>
                    </a:cubicBezTo>
                    <a:cubicBezTo>
                      <a:pt x="10020" y="760"/>
                      <a:pt x="6472" y="0"/>
                      <a:pt x="349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 name="Freeform: Shape 39">
                <a:extLst>
                  <a:ext uri="{FF2B5EF4-FFF2-40B4-BE49-F238E27FC236}">
                    <a16:creationId xmlns:a16="http://schemas.microsoft.com/office/drawing/2014/main" id="{CC4DC008-518E-92F8-0DEE-75F50D3652B8}"/>
                  </a:ext>
                </a:extLst>
              </p:cNvPr>
              <p:cNvSpPr/>
              <p:nvPr/>
            </p:nvSpPr>
            <p:spPr>
              <a:xfrm>
                <a:off x="10611656" y="6880134"/>
                <a:ext cx="12093" cy="3680"/>
              </a:xfrm>
              <a:custGeom>
                <a:avLst/>
                <a:gdLst>
                  <a:gd name="connsiteX0" fmla="*/ 3556 w 12093"/>
                  <a:gd name="connsiteY0" fmla="*/ 0 h 3680"/>
                  <a:gd name="connsiteX1" fmla="*/ 11808 w 12093"/>
                  <a:gd name="connsiteY1" fmla="*/ 1805 h 3680"/>
                  <a:gd name="connsiteX2" fmla="*/ 3556 w 12093"/>
                  <a:gd name="connsiteY2" fmla="*/ 0 h 3680"/>
                </a:gdLst>
                <a:ahLst/>
                <a:cxnLst>
                  <a:cxn ang="0">
                    <a:pos x="connsiteX0" y="connsiteY0"/>
                  </a:cxn>
                  <a:cxn ang="0">
                    <a:pos x="connsiteX1" y="connsiteY1"/>
                  </a:cxn>
                  <a:cxn ang="0">
                    <a:pos x="connsiteX2" y="connsiteY2"/>
                  </a:cxn>
                </a:cxnLst>
                <a:rect l="l" t="t" r="r" b="b"/>
                <a:pathLst>
                  <a:path w="12093" h="3680">
                    <a:moveTo>
                      <a:pt x="3556" y="0"/>
                    </a:moveTo>
                    <a:cubicBezTo>
                      <a:pt x="-8703" y="920"/>
                      <a:pt x="14923" y="6543"/>
                      <a:pt x="11808" y="1805"/>
                    </a:cubicBezTo>
                    <a:cubicBezTo>
                      <a:pt x="10322" y="811"/>
                      <a:pt x="6630" y="0"/>
                      <a:pt x="355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 name="Freeform: Shape 40">
                <a:extLst>
                  <a:ext uri="{FF2B5EF4-FFF2-40B4-BE49-F238E27FC236}">
                    <a16:creationId xmlns:a16="http://schemas.microsoft.com/office/drawing/2014/main" id="{3AE25565-1DD9-B9DB-EF13-FEE40E2A7601}"/>
                  </a:ext>
                </a:extLst>
              </p:cNvPr>
              <p:cNvSpPr/>
              <p:nvPr/>
            </p:nvSpPr>
            <p:spPr>
              <a:xfrm>
                <a:off x="10163299" y="6579690"/>
                <a:ext cx="10923" cy="3095"/>
              </a:xfrm>
              <a:custGeom>
                <a:avLst/>
                <a:gdLst>
                  <a:gd name="connsiteX0" fmla="*/ 3383 w 10923"/>
                  <a:gd name="connsiteY0" fmla="*/ 0 h 3095"/>
                  <a:gd name="connsiteX1" fmla="*/ 10738 w 10923"/>
                  <a:gd name="connsiteY1" fmla="*/ 1515 h 3095"/>
                  <a:gd name="connsiteX2" fmla="*/ 3383 w 10923"/>
                  <a:gd name="connsiteY2" fmla="*/ 0 h 3095"/>
                </a:gdLst>
                <a:ahLst/>
                <a:cxnLst>
                  <a:cxn ang="0">
                    <a:pos x="connsiteX0" y="connsiteY0"/>
                  </a:cxn>
                  <a:cxn ang="0">
                    <a:pos x="connsiteX1" y="connsiteY1"/>
                  </a:cxn>
                  <a:cxn ang="0">
                    <a:pos x="connsiteX2" y="connsiteY2"/>
                  </a:cxn>
                </a:cxnLst>
                <a:rect l="l" t="t" r="r" b="b"/>
                <a:pathLst>
                  <a:path w="10923" h="3095">
                    <a:moveTo>
                      <a:pt x="3383" y="0"/>
                    </a:moveTo>
                    <a:cubicBezTo>
                      <a:pt x="-7973" y="754"/>
                      <a:pt x="13099" y="5515"/>
                      <a:pt x="10738" y="1515"/>
                    </a:cubicBezTo>
                    <a:cubicBezTo>
                      <a:pt x="9486" y="675"/>
                      <a:pt x="6195" y="0"/>
                      <a:pt x="338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 name="Freeform: Shape 41">
                <a:extLst>
                  <a:ext uri="{FF2B5EF4-FFF2-40B4-BE49-F238E27FC236}">
                    <a16:creationId xmlns:a16="http://schemas.microsoft.com/office/drawing/2014/main" id="{CB109860-8D8A-BC2E-B42E-3A55539876BA}"/>
                  </a:ext>
                </a:extLst>
              </p:cNvPr>
              <p:cNvSpPr/>
              <p:nvPr/>
            </p:nvSpPr>
            <p:spPr>
              <a:xfrm>
                <a:off x="10030226" y="6490514"/>
                <a:ext cx="10583" cy="2928"/>
              </a:xfrm>
              <a:custGeom>
                <a:avLst/>
                <a:gdLst>
                  <a:gd name="connsiteX0" fmla="*/ 3330 w 10583"/>
                  <a:gd name="connsiteY0" fmla="*/ 0 h 2928"/>
                  <a:gd name="connsiteX1" fmla="*/ 10422 w 10583"/>
                  <a:gd name="connsiteY1" fmla="*/ 1434 h 2928"/>
                  <a:gd name="connsiteX2" fmla="*/ 3330 w 10583"/>
                  <a:gd name="connsiteY2" fmla="*/ 0 h 2928"/>
                </a:gdLst>
                <a:ahLst/>
                <a:cxnLst>
                  <a:cxn ang="0">
                    <a:pos x="connsiteX0" y="connsiteY0"/>
                  </a:cxn>
                  <a:cxn ang="0">
                    <a:pos x="connsiteX1" y="connsiteY1"/>
                  </a:cxn>
                  <a:cxn ang="0">
                    <a:pos x="connsiteX2" y="connsiteY2"/>
                  </a:cxn>
                </a:cxnLst>
                <a:rect l="l" t="t" r="r" b="b"/>
                <a:pathLst>
                  <a:path w="10583" h="2928">
                    <a:moveTo>
                      <a:pt x="3330" y="0"/>
                    </a:moveTo>
                    <a:cubicBezTo>
                      <a:pt x="-7757" y="709"/>
                      <a:pt x="12576" y="5218"/>
                      <a:pt x="10422" y="1434"/>
                    </a:cubicBezTo>
                    <a:cubicBezTo>
                      <a:pt x="9239" y="640"/>
                      <a:pt x="6068" y="0"/>
                      <a:pt x="333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 name="Freeform: Shape 42">
                <a:extLst>
                  <a:ext uri="{FF2B5EF4-FFF2-40B4-BE49-F238E27FC236}">
                    <a16:creationId xmlns:a16="http://schemas.microsoft.com/office/drawing/2014/main" id="{259CE134-B0F2-96C1-3EBE-91B943D22A6D}"/>
                  </a:ext>
                </a:extLst>
              </p:cNvPr>
              <p:cNvSpPr/>
              <p:nvPr/>
            </p:nvSpPr>
            <p:spPr>
              <a:xfrm>
                <a:off x="9904325" y="6406143"/>
                <a:ext cx="10263" cy="2772"/>
              </a:xfrm>
              <a:custGeom>
                <a:avLst/>
                <a:gdLst>
                  <a:gd name="connsiteX0" fmla="*/ 3279 w 10263"/>
                  <a:gd name="connsiteY0" fmla="*/ 0 h 2772"/>
                  <a:gd name="connsiteX1" fmla="*/ 10125 w 10263"/>
                  <a:gd name="connsiteY1" fmla="*/ 1354 h 2772"/>
                  <a:gd name="connsiteX2" fmla="*/ 3279 w 10263"/>
                  <a:gd name="connsiteY2" fmla="*/ 0 h 2772"/>
                </a:gdLst>
                <a:ahLst/>
                <a:cxnLst>
                  <a:cxn ang="0">
                    <a:pos x="connsiteX0" y="connsiteY0"/>
                  </a:cxn>
                  <a:cxn ang="0">
                    <a:pos x="connsiteX1" y="connsiteY1"/>
                  </a:cxn>
                  <a:cxn ang="0">
                    <a:pos x="connsiteX2" y="connsiteY2"/>
                  </a:cxn>
                </a:cxnLst>
                <a:rect l="l" t="t" r="r" b="b"/>
                <a:pathLst>
                  <a:path w="10263" h="2772">
                    <a:moveTo>
                      <a:pt x="3279" y="0"/>
                    </a:moveTo>
                    <a:cubicBezTo>
                      <a:pt x="-7552" y="668"/>
                      <a:pt x="12085" y="4943"/>
                      <a:pt x="10125" y="1354"/>
                    </a:cubicBezTo>
                    <a:cubicBezTo>
                      <a:pt x="9000" y="606"/>
                      <a:pt x="5936" y="0"/>
                      <a:pt x="327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 name="Freeform: Shape 43">
                <a:extLst>
                  <a:ext uri="{FF2B5EF4-FFF2-40B4-BE49-F238E27FC236}">
                    <a16:creationId xmlns:a16="http://schemas.microsoft.com/office/drawing/2014/main" id="{93DEF0D8-DDF0-0070-037D-2CAB0083EAF1}"/>
                  </a:ext>
                </a:extLst>
              </p:cNvPr>
              <p:cNvSpPr/>
              <p:nvPr/>
            </p:nvSpPr>
            <p:spPr>
              <a:xfrm>
                <a:off x="11355930" y="7378686"/>
                <a:ext cx="14298" cy="4809"/>
              </a:xfrm>
              <a:custGeom>
                <a:avLst/>
                <a:gdLst>
                  <a:gd name="connsiteX0" fmla="*/ 3638 w 14298"/>
                  <a:gd name="connsiteY0" fmla="*/ 53 h 4809"/>
                  <a:gd name="connsiteX1" fmla="*/ 10662 w 14298"/>
                  <a:gd name="connsiteY1" fmla="*/ 4756 h 4809"/>
                  <a:gd name="connsiteX2" fmla="*/ 3638 w 14298"/>
                  <a:gd name="connsiteY2" fmla="*/ 53 h 4809"/>
                </a:gdLst>
                <a:ahLst/>
                <a:cxnLst>
                  <a:cxn ang="0">
                    <a:pos x="connsiteX0" y="connsiteY0"/>
                  </a:cxn>
                  <a:cxn ang="0">
                    <a:pos x="connsiteX1" y="connsiteY1"/>
                  </a:cxn>
                  <a:cxn ang="0">
                    <a:pos x="connsiteX2" y="connsiteY2"/>
                  </a:cxn>
                </a:cxnLst>
                <a:rect l="l" t="t" r="r" b="b"/>
                <a:pathLst>
                  <a:path w="14298" h="4809">
                    <a:moveTo>
                      <a:pt x="3638" y="53"/>
                    </a:moveTo>
                    <a:cubicBezTo>
                      <a:pt x="-6243" y="933"/>
                      <a:pt x="6707" y="5339"/>
                      <a:pt x="10662" y="4756"/>
                    </a:cubicBezTo>
                    <a:cubicBezTo>
                      <a:pt x="20543" y="3876"/>
                      <a:pt x="7587" y="-530"/>
                      <a:pt x="3638" y="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 name="Freeform: Shape 44">
                <a:extLst>
                  <a:ext uri="{FF2B5EF4-FFF2-40B4-BE49-F238E27FC236}">
                    <a16:creationId xmlns:a16="http://schemas.microsoft.com/office/drawing/2014/main" id="{44A38434-E76B-EF37-2B83-1E2E7D4EB082}"/>
                  </a:ext>
                </a:extLst>
              </p:cNvPr>
              <p:cNvSpPr/>
              <p:nvPr/>
            </p:nvSpPr>
            <p:spPr>
              <a:xfrm>
                <a:off x="11150758" y="7241215"/>
                <a:ext cx="13709" cy="4487"/>
              </a:xfrm>
              <a:custGeom>
                <a:avLst/>
                <a:gdLst>
                  <a:gd name="connsiteX0" fmla="*/ 3579 w 13709"/>
                  <a:gd name="connsiteY0" fmla="*/ 49 h 4487"/>
                  <a:gd name="connsiteX1" fmla="*/ 10128 w 13709"/>
                  <a:gd name="connsiteY1" fmla="*/ 4439 h 4487"/>
                  <a:gd name="connsiteX2" fmla="*/ 3579 w 13709"/>
                  <a:gd name="connsiteY2" fmla="*/ 49 h 4487"/>
                </a:gdLst>
                <a:ahLst/>
                <a:cxnLst>
                  <a:cxn ang="0">
                    <a:pos x="connsiteX0" y="connsiteY0"/>
                  </a:cxn>
                  <a:cxn ang="0">
                    <a:pos x="connsiteX1" y="connsiteY1"/>
                  </a:cxn>
                  <a:cxn ang="0">
                    <a:pos x="connsiteX2" y="connsiteY2"/>
                  </a:cxn>
                </a:cxnLst>
                <a:rect l="l" t="t" r="r" b="b"/>
                <a:pathLst>
                  <a:path w="13709" h="4487">
                    <a:moveTo>
                      <a:pt x="3579" y="49"/>
                    </a:moveTo>
                    <a:cubicBezTo>
                      <a:pt x="-5994" y="855"/>
                      <a:pt x="6237" y="4981"/>
                      <a:pt x="10128" y="4439"/>
                    </a:cubicBezTo>
                    <a:cubicBezTo>
                      <a:pt x="19706" y="3632"/>
                      <a:pt x="7471" y="-494"/>
                      <a:pt x="3579" y="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 name="Freeform: Shape 45">
                <a:extLst>
                  <a:ext uri="{FF2B5EF4-FFF2-40B4-BE49-F238E27FC236}">
                    <a16:creationId xmlns:a16="http://schemas.microsoft.com/office/drawing/2014/main" id="{753CCAD3-D80C-FB0B-396C-EFE8D5201E4F}"/>
                  </a:ext>
                </a:extLst>
              </p:cNvPr>
              <p:cNvSpPr/>
              <p:nvPr/>
            </p:nvSpPr>
            <p:spPr>
              <a:xfrm>
                <a:off x="10959171" y="7112848"/>
                <a:ext cx="13171" cy="4195"/>
              </a:xfrm>
              <a:custGeom>
                <a:avLst/>
                <a:gdLst>
                  <a:gd name="connsiteX0" fmla="*/ 3524 w 13171"/>
                  <a:gd name="connsiteY0" fmla="*/ 46 h 4195"/>
                  <a:gd name="connsiteX1" fmla="*/ 9645 w 13171"/>
                  <a:gd name="connsiteY1" fmla="*/ 4149 h 4195"/>
                  <a:gd name="connsiteX2" fmla="*/ 3524 w 13171"/>
                  <a:gd name="connsiteY2" fmla="*/ 46 h 4195"/>
                </a:gdLst>
                <a:ahLst/>
                <a:cxnLst>
                  <a:cxn ang="0">
                    <a:pos x="connsiteX0" y="connsiteY0"/>
                  </a:cxn>
                  <a:cxn ang="0">
                    <a:pos x="connsiteX1" y="connsiteY1"/>
                  </a:cxn>
                  <a:cxn ang="0">
                    <a:pos x="connsiteX2" y="connsiteY2"/>
                  </a:cxn>
                </a:cxnLst>
                <a:rect l="l" t="t" r="r" b="b"/>
                <a:pathLst>
                  <a:path w="13171" h="4195">
                    <a:moveTo>
                      <a:pt x="3524" y="46"/>
                    </a:moveTo>
                    <a:cubicBezTo>
                      <a:pt x="-5763" y="789"/>
                      <a:pt x="5810" y="4658"/>
                      <a:pt x="9645" y="4149"/>
                    </a:cubicBezTo>
                    <a:cubicBezTo>
                      <a:pt x="18937" y="3412"/>
                      <a:pt x="7359" y="-463"/>
                      <a:pt x="3524"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 name="Freeform: Shape 46">
                <a:extLst>
                  <a:ext uri="{FF2B5EF4-FFF2-40B4-BE49-F238E27FC236}">
                    <a16:creationId xmlns:a16="http://schemas.microsoft.com/office/drawing/2014/main" id="{509999EC-0B0E-0FAB-31E7-ED3CA8D1352E}"/>
                  </a:ext>
                </a:extLst>
              </p:cNvPr>
              <p:cNvSpPr/>
              <p:nvPr/>
            </p:nvSpPr>
            <p:spPr>
              <a:xfrm>
                <a:off x="10779931" y="6992751"/>
                <a:ext cx="12671" cy="3925"/>
              </a:xfrm>
              <a:custGeom>
                <a:avLst/>
                <a:gdLst>
                  <a:gd name="connsiteX0" fmla="*/ 3468 w 12671"/>
                  <a:gd name="connsiteY0" fmla="*/ 42 h 3925"/>
                  <a:gd name="connsiteX1" fmla="*/ 9200 w 12671"/>
                  <a:gd name="connsiteY1" fmla="*/ 3883 h 3925"/>
                  <a:gd name="connsiteX2" fmla="*/ 3468 w 12671"/>
                  <a:gd name="connsiteY2" fmla="*/ 42 h 3925"/>
                </a:gdLst>
                <a:ahLst/>
                <a:cxnLst>
                  <a:cxn ang="0">
                    <a:pos x="connsiteX0" y="connsiteY0"/>
                  </a:cxn>
                  <a:cxn ang="0">
                    <a:pos x="connsiteX1" y="connsiteY1"/>
                  </a:cxn>
                  <a:cxn ang="0">
                    <a:pos x="connsiteX2" y="connsiteY2"/>
                  </a:cxn>
                </a:cxnLst>
                <a:rect l="l" t="t" r="r" b="b"/>
                <a:pathLst>
                  <a:path w="12671" h="3925">
                    <a:moveTo>
                      <a:pt x="3468" y="42"/>
                    </a:moveTo>
                    <a:cubicBezTo>
                      <a:pt x="-5544" y="722"/>
                      <a:pt x="5422" y="4357"/>
                      <a:pt x="9200" y="3883"/>
                    </a:cubicBezTo>
                    <a:cubicBezTo>
                      <a:pt x="18218" y="3208"/>
                      <a:pt x="7251" y="-432"/>
                      <a:pt x="3468" y="4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 name="Freeform: Shape 47">
                <a:extLst>
                  <a:ext uri="{FF2B5EF4-FFF2-40B4-BE49-F238E27FC236}">
                    <a16:creationId xmlns:a16="http://schemas.microsoft.com/office/drawing/2014/main" id="{CC516B06-7035-69C1-BD1D-480A9488853E}"/>
                  </a:ext>
                </a:extLst>
              </p:cNvPr>
              <p:cNvSpPr/>
              <p:nvPr/>
            </p:nvSpPr>
            <p:spPr>
              <a:xfrm>
                <a:off x="9459178" y="5737437"/>
                <a:ext cx="9218" cy="5057"/>
              </a:xfrm>
              <a:custGeom>
                <a:avLst/>
                <a:gdLst>
                  <a:gd name="connsiteX0" fmla="*/ 2964 w 9218"/>
                  <a:gd name="connsiteY0" fmla="*/ 348 h 5057"/>
                  <a:gd name="connsiteX1" fmla="*/ 6256 w 9218"/>
                  <a:gd name="connsiteY1" fmla="*/ 4697 h 5057"/>
                  <a:gd name="connsiteX2" fmla="*/ 2964 w 9218"/>
                  <a:gd name="connsiteY2" fmla="*/ 348 h 5057"/>
                </a:gdLst>
                <a:ahLst/>
                <a:cxnLst>
                  <a:cxn ang="0">
                    <a:pos x="connsiteX0" y="connsiteY0"/>
                  </a:cxn>
                  <a:cxn ang="0">
                    <a:pos x="connsiteX1" y="connsiteY1"/>
                  </a:cxn>
                  <a:cxn ang="0">
                    <a:pos x="connsiteX2" y="connsiteY2"/>
                  </a:cxn>
                </a:cxnLst>
                <a:rect l="l" t="t" r="r" b="b"/>
                <a:pathLst>
                  <a:path w="9218" h="5057">
                    <a:moveTo>
                      <a:pt x="2964" y="348"/>
                    </a:moveTo>
                    <a:cubicBezTo>
                      <a:pt x="-3408" y="2423"/>
                      <a:pt x="1821" y="6246"/>
                      <a:pt x="6256" y="4697"/>
                    </a:cubicBezTo>
                    <a:cubicBezTo>
                      <a:pt x="12645" y="2657"/>
                      <a:pt x="7359" y="-1172"/>
                      <a:pt x="2964" y="3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 name="Freeform: Shape 48">
                <a:extLst>
                  <a:ext uri="{FF2B5EF4-FFF2-40B4-BE49-F238E27FC236}">
                    <a16:creationId xmlns:a16="http://schemas.microsoft.com/office/drawing/2014/main" id="{BA64F78B-25DE-13A1-C070-0BCAFC5A9F97}"/>
                  </a:ext>
                </a:extLst>
              </p:cNvPr>
              <p:cNvSpPr/>
              <p:nvPr/>
            </p:nvSpPr>
            <p:spPr>
              <a:xfrm>
                <a:off x="9180880" y="5166699"/>
                <a:ext cx="8515" cy="4618"/>
              </a:xfrm>
              <a:custGeom>
                <a:avLst/>
                <a:gdLst>
                  <a:gd name="connsiteX0" fmla="*/ 2827 w 8515"/>
                  <a:gd name="connsiteY0" fmla="*/ 575 h 4618"/>
                  <a:gd name="connsiteX1" fmla="*/ 5684 w 8515"/>
                  <a:gd name="connsiteY1" fmla="*/ 4055 h 4618"/>
                  <a:gd name="connsiteX2" fmla="*/ 2827 w 8515"/>
                  <a:gd name="connsiteY2" fmla="*/ 575 h 4618"/>
                </a:gdLst>
                <a:ahLst/>
                <a:cxnLst>
                  <a:cxn ang="0">
                    <a:pos x="connsiteX0" y="connsiteY0"/>
                  </a:cxn>
                  <a:cxn ang="0">
                    <a:pos x="connsiteX1" y="connsiteY1"/>
                  </a:cxn>
                  <a:cxn ang="0">
                    <a:pos x="connsiteX2" y="connsiteY2"/>
                  </a:cxn>
                </a:cxnLst>
                <a:rect l="l" t="t" r="r" b="b"/>
                <a:pathLst>
                  <a:path w="8515" h="4618">
                    <a:moveTo>
                      <a:pt x="2827" y="575"/>
                    </a:moveTo>
                    <a:cubicBezTo>
                      <a:pt x="-3042" y="2912"/>
                      <a:pt x="1381" y="5873"/>
                      <a:pt x="5684" y="4055"/>
                    </a:cubicBezTo>
                    <a:cubicBezTo>
                      <a:pt x="11548" y="1695"/>
                      <a:pt x="7159" y="-1265"/>
                      <a:pt x="2827" y="5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 name="Freeform: Shape 49">
                <a:extLst>
                  <a:ext uri="{FF2B5EF4-FFF2-40B4-BE49-F238E27FC236}">
                    <a16:creationId xmlns:a16="http://schemas.microsoft.com/office/drawing/2014/main" id="{162EBF1E-FDC4-D74D-92B3-C88F3E955F15}"/>
                  </a:ext>
                </a:extLst>
              </p:cNvPr>
              <p:cNvSpPr/>
              <p:nvPr/>
            </p:nvSpPr>
            <p:spPr>
              <a:xfrm>
                <a:off x="9095643" y="5067951"/>
                <a:ext cx="8443" cy="5330"/>
              </a:xfrm>
              <a:custGeom>
                <a:avLst/>
                <a:gdLst>
                  <a:gd name="connsiteX0" fmla="*/ 2962 w 8443"/>
                  <a:gd name="connsiteY0" fmla="*/ 459 h 5330"/>
                  <a:gd name="connsiteX1" fmla="*/ 8312 w 8443"/>
                  <a:gd name="connsiteY1" fmla="*/ 1241 h 5330"/>
                  <a:gd name="connsiteX2" fmla="*/ 2962 w 8443"/>
                  <a:gd name="connsiteY2" fmla="*/ 459 h 5330"/>
                </a:gdLst>
                <a:ahLst/>
                <a:cxnLst>
                  <a:cxn ang="0">
                    <a:pos x="connsiteX0" y="connsiteY0"/>
                  </a:cxn>
                  <a:cxn ang="0">
                    <a:pos x="connsiteX1" y="connsiteY1"/>
                  </a:cxn>
                  <a:cxn ang="0">
                    <a:pos x="connsiteX2" y="connsiteY2"/>
                  </a:cxn>
                </a:cxnLst>
                <a:rect l="l" t="t" r="r" b="b"/>
                <a:pathLst>
                  <a:path w="8443" h="5330">
                    <a:moveTo>
                      <a:pt x="2962" y="459"/>
                    </a:moveTo>
                    <a:cubicBezTo>
                      <a:pt x="-6558" y="5676"/>
                      <a:pt x="10072" y="7797"/>
                      <a:pt x="8312" y="1241"/>
                    </a:cubicBezTo>
                    <a:cubicBezTo>
                      <a:pt x="7552" y="-27"/>
                      <a:pt x="5157" y="-387"/>
                      <a:pt x="2962" y="45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 name="Freeform: Shape 50">
                <a:extLst>
                  <a:ext uri="{FF2B5EF4-FFF2-40B4-BE49-F238E27FC236}">
                    <a16:creationId xmlns:a16="http://schemas.microsoft.com/office/drawing/2014/main" id="{A3258A9E-B386-B2C0-E910-2DF9D0B8CA64}"/>
                  </a:ext>
                </a:extLst>
              </p:cNvPr>
              <p:cNvSpPr/>
              <p:nvPr/>
            </p:nvSpPr>
            <p:spPr>
              <a:xfrm>
                <a:off x="8936163" y="4669393"/>
                <a:ext cx="7852" cy="8639"/>
              </a:xfrm>
              <a:custGeom>
                <a:avLst/>
                <a:gdLst>
                  <a:gd name="connsiteX0" fmla="*/ 2662 w 7852"/>
                  <a:gd name="connsiteY0" fmla="*/ 516 h 8639"/>
                  <a:gd name="connsiteX1" fmla="*/ 5188 w 7852"/>
                  <a:gd name="connsiteY1" fmla="*/ 8123 h 8639"/>
                  <a:gd name="connsiteX2" fmla="*/ 2662 w 7852"/>
                  <a:gd name="connsiteY2" fmla="*/ 516 h 8639"/>
                </a:gdLst>
                <a:ahLst/>
                <a:cxnLst>
                  <a:cxn ang="0">
                    <a:pos x="connsiteX0" y="connsiteY0"/>
                  </a:cxn>
                  <a:cxn ang="0">
                    <a:pos x="connsiteX1" y="connsiteY1"/>
                  </a:cxn>
                  <a:cxn ang="0">
                    <a:pos x="connsiteX2" y="connsiteY2"/>
                  </a:cxn>
                </a:cxnLst>
                <a:rect l="l" t="t" r="r" b="b"/>
                <a:pathLst>
                  <a:path w="7852" h="8639">
                    <a:moveTo>
                      <a:pt x="2662" y="516"/>
                    </a:moveTo>
                    <a:cubicBezTo>
                      <a:pt x="-1938" y="2602"/>
                      <a:pt x="-241" y="10751"/>
                      <a:pt x="5188" y="8123"/>
                    </a:cubicBezTo>
                    <a:cubicBezTo>
                      <a:pt x="9805" y="6054"/>
                      <a:pt x="8074" y="-2113"/>
                      <a:pt x="2662" y="5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 name="Freeform: Shape 51">
                <a:extLst>
                  <a:ext uri="{FF2B5EF4-FFF2-40B4-BE49-F238E27FC236}">
                    <a16:creationId xmlns:a16="http://schemas.microsoft.com/office/drawing/2014/main" id="{B3D91271-53C1-7B47-0E86-6778CA457706}"/>
                  </a:ext>
                </a:extLst>
              </p:cNvPr>
              <p:cNvSpPr/>
              <p:nvPr/>
            </p:nvSpPr>
            <p:spPr>
              <a:xfrm>
                <a:off x="9785110" y="6326135"/>
                <a:ext cx="10025" cy="2626"/>
              </a:xfrm>
              <a:custGeom>
                <a:avLst/>
                <a:gdLst>
                  <a:gd name="connsiteX0" fmla="*/ 3090 w 10025"/>
                  <a:gd name="connsiteY0" fmla="*/ 27 h 2626"/>
                  <a:gd name="connsiteX1" fmla="*/ 6936 w 10025"/>
                  <a:gd name="connsiteY1" fmla="*/ 2599 h 2626"/>
                  <a:gd name="connsiteX2" fmla="*/ 3090 w 10025"/>
                  <a:gd name="connsiteY2" fmla="*/ 27 h 2626"/>
                </a:gdLst>
                <a:ahLst/>
                <a:cxnLst>
                  <a:cxn ang="0">
                    <a:pos x="connsiteX0" y="connsiteY0"/>
                  </a:cxn>
                  <a:cxn ang="0">
                    <a:pos x="connsiteX1" y="connsiteY1"/>
                  </a:cxn>
                  <a:cxn ang="0">
                    <a:pos x="connsiteX2" y="connsiteY2"/>
                  </a:cxn>
                </a:cxnLst>
                <a:rect l="l" t="t" r="r" b="b"/>
                <a:pathLst>
                  <a:path w="10025" h="2626">
                    <a:moveTo>
                      <a:pt x="3090" y="27"/>
                    </a:moveTo>
                    <a:cubicBezTo>
                      <a:pt x="-4334" y="433"/>
                      <a:pt x="3513" y="2913"/>
                      <a:pt x="6936" y="2599"/>
                    </a:cubicBezTo>
                    <a:cubicBezTo>
                      <a:pt x="14361" y="2193"/>
                      <a:pt x="6508" y="-282"/>
                      <a:pt x="3090"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 name="Freeform: Shape 52">
                <a:extLst>
                  <a:ext uri="{FF2B5EF4-FFF2-40B4-BE49-F238E27FC236}">
                    <a16:creationId xmlns:a16="http://schemas.microsoft.com/office/drawing/2014/main" id="{0294D5C7-CABA-33B2-8DDA-24181E8844FD}"/>
                  </a:ext>
                </a:extLst>
              </p:cNvPr>
              <p:cNvSpPr/>
              <p:nvPr/>
            </p:nvSpPr>
            <p:spPr>
              <a:xfrm>
                <a:off x="8789335" y="4255793"/>
                <a:ext cx="7546" cy="7317"/>
              </a:xfrm>
              <a:custGeom>
                <a:avLst/>
                <a:gdLst>
                  <a:gd name="connsiteX0" fmla="*/ 2672 w 7546"/>
                  <a:gd name="connsiteY0" fmla="*/ 1036 h 7317"/>
                  <a:gd name="connsiteX1" fmla="*/ 180 w 7546"/>
                  <a:gd name="connsiteY1" fmla="*/ 6128 h 7317"/>
                  <a:gd name="connsiteX2" fmla="*/ 2672 w 7546"/>
                  <a:gd name="connsiteY2" fmla="*/ 1036 h 7317"/>
                </a:gdLst>
                <a:ahLst/>
                <a:cxnLst>
                  <a:cxn ang="0">
                    <a:pos x="connsiteX0" y="connsiteY0"/>
                  </a:cxn>
                  <a:cxn ang="0">
                    <a:pos x="connsiteX1" y="connsiteY1"/>
                  </a:cxn>
                  <a:cxn ang="0">
                    <a:pos x="connsiteX2" y="connsiteY2"/>
                  </a:cxn>
                </a:cxnLst>
                <a:rect l="l" t="t" r="r" b="b"/>
                <a:pathLst>
                  <a:path w="7546" h="7317">
                    <a:moveTo>
                      <a:pt x="2672" y="1036"/>
                    </a:moveTo>
                    <a:cubicBezTo>
                      <a:pt x="660" y="2424"/>
                      <a:pt x="-460" y="4699"/>
                      <a:pt x="180" y="6128"/>
                    </a:cubicBezTo>
                    <a:cubicBezTo>
                      <a:pt x="4821" y="11637"/>
                      <a:pt x="12742" y="-4068"/>
                      <a:pt x="2672" y="10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 name="Freeform: Shape 53">
                <a:extLst>
                  <a:ext uri="{FF2B5EF4-FFF2-40B4-BE49-F238E27FC236}">
                    <a16:creationId xmlns:a16="http://schemas.microsoft.com/office/drawing/2014/main" id="{51221B27-88AC-686F-54C6-945415346021}"/>
                  </a:ext>
                </a:extLst>
              </p:cNvPr>
              <p:cNvSpPr/>
              <p:nvPr/>
            </p:nvSpPr>
            <p:spPr>
              <a:xfrm>
                <a:off x="8861188" y="4443909"/>
                <a:ext cx="7718" cy="8510"/>
              </a:xfrm>
              <a:custGeom>
                <a:avLst/>
                <a:gdLst>
                  <a:gd name="connsiteX0" fmla="*/ 2707 w 7718"/>
                  <a:gd name="connsiteY0" fmla="*/ 611 h 8510"/>
                  <a:gd name="connsiteX1" fmla="*/ 193 w 7718"/>
                  <a:gd name="connsiteY1" fmla="*/ 6429 h 8510"/>
                  <a:gd name="connsiteX2" fmla="*/ 2707 w 7718"/>
                  <a:gd name="connsiteY2" fmla="*/ 611 h 8510"/>
                </a:gdLst>
                <a:ahLst/>
                <a:cxnLst>
                  <a:cxn ang="0">
                    <a:pos x="connsiteX0" y="connsiteY0"/>
                  </a:cxn>
                  <a:cxn ang="0">
                    <a:pos x="connsiteX1" y="connsiteY1"/>
                  </a:cxn>
                  <a:cxn ang="0">
                    <a:pos x="connsiteX2" y="connsiteY2"/>
                  </a:cxn>
                </a:cxnLst>
                <a:rect l="l" t="t" r="r" b="b"/>
                <a:pathLst>
                  <a:path w="7718" h="8510">
                    <a:moveTo>
                      <a:pt x="2707" y="611"/>
                    </a:moveTo>
                    <a:cubicBezTo>
                      <a:pt x="650" y="1874"/>
                      <a:pt x="-476" y="4480"/>
                      <a:pt x="193" y="6429"/>
                    </a:cubicBezTo>
                    <a:cubicBezTo>
                      <a:pt x="5131" y="14419"/>
                      <a:pt x="12937" y="-3458"/>
                      <a:pt x="2707" y="6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 name="Freeform: Shape 54">
                <a:extLst>
                  <a:ext uri="{FF2B5EF4-FFF2-40B4-BE49-F238E27FC236}">
                    <a16:creationId xmlns:a16="http://schemas.microsoft.com/office/drawing/2014/main" id="{6F9F410A-F049-8086-5346-E409B948C436}"/>
                  </a:ext>
                </a:extLst>
              </p:cNvPr>
              <p:cNvSpPr/>
              <p:nvPr/>
            </p:nvSpPr>
            <p:spPr>
              <a:xfrm>
                <a:off x="9014283" y="4891197"/>
                <a:ext cx="8061" cy="7695"/>
              </a:xfrm>
              <a:custGeom>
                <a:avLst/>
                <a:gdLst>
                  <a:gd name="connsiteX0" fmla="*/ 2712 w 8061"/>
                  <a:gd name="connsiteY0" fmla="*/ 454 h 7695"/>
                  <a:gd name="connsiteX1" fmla="*/ 5352 w 8061"/>
                  <a:gd name="connsiteY1" fmla="*/ 7238 h 7695"/>
                  <a:gd name="connsiteX2" fmla="*/ 2712 w 8061"/>
                  <a:gd name="connsiteY2" fmla="*/ 454 h 7695"/>
                </a:gdLst>
                <a:ahLst/>
                <a:cxnLst>
                  <a:cxn ang="0">
                    <a:pos x="connsiteX0" y="connsiteY0"/>
                  </a:cxn>
                  <a:cxn ang="0">
                    <a:pos x="connsiteX1" y="connsiteY1"/>
                  </a:cxn>
                  <a:cxn ang="0">
                    <a:pos x="connsiteX2" y="connsiteY2"/>
                  </a:cxn>
                </a:cxnLst>
                <a:rect l="l" t="t" r="r" b="b"/>
                <a:pathLst>
                  <a:path w="8061" h="7695">
                    <a:moveTo>
                      <a:pt x="2712" y="454"/>
                    </a:moveTo>
                    <a:cubicBezTo>
                      <a:pt x="-2249" y="2529"/>
                      <a:pt x="169" y="9535"/>
                      <a:pt x="5352" y="7238"/>
                    </a:cubicBezTo>
                    <a:cubicBezTo>
                      <a:pt x="10324" y="5181"/>
                      <a:pt x="7867" y="-1837"/>
                      <a:pt x="2712" y="45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 name="Freeform: Shape 55">
                <a:extLst>
                  <a:ext uri="{FF2B5EF4-FFF2-40B4-BE49-F238E27FC236}">
                    <a16:creationId xmlns:a16="http://schemas.microsoft.com/office/drawing/2014/main" id="{69E86528-C930-72A9-B5A8-ED35698A3B3E}"/>
                  </a:ext>
                </a:extLst>
              </p:cNvPr>
              <p:cNvSpPr/>
              <p:nvPr/>
            </p:nvSpPr>
            <p:spPr>
              <a:xfrm>
                <a:off x="9671128" y="6192632"/>
                <a:ext cx="9829" cy="8558"/>
              </a:xfrm>
              <a:custGeom>
                <a:avLst/>
                <a:gdLst>
                  <a:gd name="connsiteX0" fmla="*/ 3069 w 9829"/>
                  <a:gd name="connsiteY0" fmla="*/ 50 h 8558"/>
                  <a:gd name="connsiteX1" fmla="*/ 6761 w 9829"/>
                  <a:gd name="connsiteY1" fmla="*/ 8508 h 8558"/>
                  <a:gd name="connsiteX2" fmla="*/ 3069 w 9829"/>
                  <a:gd name="connsiteY2" fmla="*/ 50 h 8558"/>
                </a:gdLst>
                <a:ahLst/>
                <a:cxnLst>
                  <a:cxn ang="0">
                    <a:pos x="connsiteX0" y="connsiteY0"/>
                  </a:cxn>
                  <a:cxn ang="0">
                    <a:pos x="connsiteX1" y="connsiteY1"/>
                  </a:cxn>
                  <a:cxn ang="0">
                    <a:pos x="connsiteX2" y="connsiteY2"/>
                  </a:cxn>
                </a:cxnLst>
                <a:rect l="l" t="t" r="r" b="b"/>
                <a:pathLst>
                  <a:path w="9829" h="8558">
                    <a:moveTo>
                      <a:pt x="3069" y="50"/>
                    </a:moveTo>
                    <a:cubicBezTo>
                      <a:pt x="-3720" y="988"/>
                      <a:pt x="2229" y="9280"/>
                      <a:pt x="6761" y="8508"/>
                    </a:cubicBezTo>
                    <a:cubicBezTo>
                      <a:pt x="13579" y="7640"/>
                      <a:pt x="7538" y="-721"/>
                      <a:pt x="3069" y="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 name="Freeform: Shape 56">
                <a:extLst>
                  <a:ext uri="{FF2B5EF4-FFF2-40B4-BE49-F238E27FC236}">
                    <a16:creationId xmlns:a16="http://schemas.microsoft.com/office/drawing/2014/main" id="{4457016A-7A0D-0393-69F5-E588DB4F1899}"/>
                  </a:ext>
                </a:extLst>
              </p:cNvPr>
              <p:cNvSpPr/>
              <p:nvPr/>
            </p:nvSpPr>
            <p:spPr>
              <a:xfrm>
                <a:off x="9561987" y="5893170"/>
                <a:ext cx="9651" cy="9167"/>
              </a:xfrm>
              <a:custGeom>
                <a:avLst/>
                <a:gdLst>
                  <a:gd name="connsiteX0" fmla="*/ 3237 w 9651"/>
                  <a:gd name="connsiteY0" fmla="*/ 92 h 9167"/>
                  <a:gd name="connsiteX1" fmla="*/ 9449 w 9651"/>
                  <a:gd name="connsiteY1" fmla="*/ 3698 h 9167"/>
                  <a:gd name="connsiteX2" fmla="*/ 3237 w 9651"/>
                  <a:gd name="connsiteY2" fmla="*/ 92 h 9167"/>
                </a:gdLst>
                <a:ahLst/>
                <a:cxnLst>
                  <a:cxn ang="0">
                    <a:pos x="connsiteX0" y="connsiteY0"/>
                  </a:cxn>
                  <a:cxn ang="0">
                    <a:pos x="connsiteX1" y="connsiteY1"/>
                  </a:cxn>
                  <a:cxn ang="0">
                    <a:pos x="connsiteX2" y="connsiteY2"/>
                  </a:cxn>
                </a:cxnLst>
                <a:rect l="l" t="t" r="r" b="b"/>
                <a:pathLst>
                  <a:path w="9651" h="9167">
                    <a:moveTo>
                      <a:pt x="3237" y="92"/>
                    </a:moveTo>
                    <a:cubicBezTo>
                      <a:pt x="-7405" y="4607"/>
                      <a:pt x="11804" y="15848"/>
                      <a:pt x="9449" y="3698"/>
                    </a:cubicBezTo>
                    <a:cubicBezTo>
                      <a:pt x="8477" y="1190"/>
                      <a:pt x="5694" y="-411"/>
                      <a:pt x="3237" y="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 name="Freeform: Shape 57">
                <a:extLst>
                  <a:ext uri="{FF2B5EF4-FFF2-40B4-BE49-F238E27FC236}">
                    <a16:creationId xmlns:a16="http://schemas.microsoft.com/office/drawing/2014/main" id="{1319DBEB-B034-425D-5FAD-8215954D10A7}"/>
                  </a:ext>
                </a:extLst>
              </p:cNvPr>
              <p:cNvSpPr/>
              <p:nvPr/>
            </p:nvSpPr>
            <p:spPr>
              <a:xfrm>
                <a:off x="9361772" y="5553008"/>
                <a:ext cx="9123" cy="7493"/>
              </a:xfrm>
              <a:custGeom>
                <a:avLst/>
                <a:gdLst>
                  <a:gd name="connsiteX0" fmla="*/ 3140 w 9123"/>
                  <a:gd name="connsiteY0" fmla="*/ 211 h 7493"/>
                  <a:gd name="connsiteX1" fmla="*/ 8959 w 9123"/>
                  <a:gd name="connsiteY1" fmla="*/ 2577 h 7493"/>
                  <a:gd name="connsiteX2" fmla="*/ 3140 w 9123"/>
                  <a:gd name="connsiteY2" fmla="*/ 211 h 7493"/>
                </a:gdLst>
                <a:ahLst/>
                <a:cxnLst>
                  <a:cxn ang="0">
                    <a:pos x="connsiteX0" y="connsiteY0"/>
                  </a:cxn>
                  <a:cxn ang="0">
                    <a:pos x="connsiteX1" y="connsiteY1"/>
                  </a:cxn>
                  <a:cxn ang="0">
                    <a:pos x="connsiteX2" y="connsiteY2"/>
                  </a:cxn>
                </a:cxnLst>
                <a:rect l="l" t="t" r="r" b="b"/>
                <a:pathLst>
                  <a:path w="9123" h="7493">
                    <a:moveTo>
                      <a:pt x="3140" y="211"/>
                    </a:moveTo>
                    <a:cubicBezTo>
                      <a:pt x="-7055" y="5229"/>
                      <a:pt x="11016" y="12447"/>
                      <a:pt x="8959" y="2577"/>
                    </a:cubicBezTo>
                    <a:cubicBezTo>
                      <a:pt x="8096" y="583"/>
                      <a:pt x="5489" y="-480"/>
                      <a:pt x="3140" y="2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 name="Freeform: Shape 58">
                <a:extLst>
                  <a:ext uri="{FF2B5EF4-FFF2-40B4-BE49-F238E27FC236}">
                    <a16:creationId xmlns:a16="http://schemas.microsoft.com/office/drawing/2014/main" id="{F324666D-8473-3D8B-681D-011468F5AFAD}"/>
                  </a:ext>
                </a:extLst>
              </p:cNvPr>
              <p:cNvSpPr/>
              <p:nvPr/>
            </p:nvSpPr>
            <p:spPr>
              <a:xfrm>
                <a:off x="9269359" y="5330862"/>
                <a:ext cx="8710" cy="7570"/>
              </a:xfrm>
              <a:custGeom>
                <a:avLst/>
                <a:gdLst>
                  <a:gd name="connsiteX0" fmla="*/ 2857 w 8710"/>
                  <a:gd name="connsiteY0" fmla="*/ 324 h 7570"/>
                  <a:gd name="connsiteX1" fmla="*/ 5851 w 8710"/>
                  <a:gd name="connsiteY1" fmla="*/ 7250 h 7570"/>
                  <a:gd name="connsiteX2" fmla="*/ 2857 w 8710"/>
                  <a:gd name="connsiteY2" fmla="*/ 324 h 7570"/>
                </a:gdLst>
                <a:ahLst/>
                <a:cxnLst>
                  <a:cxn ang="0">
                    <a:pos x="connsiteX0" y="connsiteY0"/>
                  </a:cxn>
                  <a:cxn ang="0">
                    <a:pos x="connsiteX1" y="connsiteY1"/>
                  </a:cxn>
                  <a:cxn ang="0">
                    <a:pos x="connsiteX2" y="connsiteY2"/>
                  </a:cxn>
                </a:cxnLst>
                <a:rect l="l" t="t" r="r" b="b"/>
                <a:pathLst>
                  <a:path w="8710" h="7570">
                    <a:moveTo>
                      <a:pt x="2857" y="324"/>
                    </a:moveTo>
                    <a:cubicBezTo>
                      <a:pt x="-2750" y="2249"/>
                      <a:pt x="782" y="9125"/>
                      <a:pt x="5851" y="7250"/>
                    </a:cubicBezTo>
                    <a:cubicBezTo>
                      <a:pt x="11463" y="5330"/>
                      <a:pt x="7926" y="-1562"/>
                      <a:pt x="2857" y="3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 name="Freeform: Shape 59">
                <a:extLst>
                  <a:ext uri="{FF2B5EF4-FFF2-40B4-BE49-F238E27FC236}">
                    <a16:creationId xmlns:a16="http://schemas.microsoft.com/office/drawing/2014/main" id="{D52EFE10-5E35-DF89-8E4A-1932F88FE2AE}"/>
                  </a:ext>
                </a:extLst>
              </p:cNvPr>
              <p:cNvSpPr/>
              <p:nvPr/>
            </p:nvSpPr>
            <p:spPr>
              <a:xfrm>
                <a:off x="11576188" y="7526146"/>
                <a:ext cx="14521" cy="5161"/>
              </a:xfrm>
              <a:custGeom>
                <a:avLst/>
                <a:gdLst>
                  <a:gd name="connsiteX0" fmla="*/ 3441 w 14521"/>
                  <a:gd name="connsiteY0" fmla="*/ 0 h 5161"/>
                  <a:gd name="connsiteX1" fmla="*/ 14511 w 14521"/>
                  <a:gd name="connsiteY1" fmla="*/ 4303 h 5161"/>
                  <a:gd name="connsiteX2" fmla="*/ 3441 w 14521"/>
                  <a:gd name="connsiteY2" fmla="*/ 0 h 5161"/>
                </a:gdLst>
                <a:ahLst/>
                <a:cxnLst>
                  <a:cxn ang="0">
                    <a:pos x="connsiteX0" y="connsiteY0"/>
                  </a:cxn>
                  <a:cxn ang="0">
                    <a:pos x="connsiteX1" y="connsiteY1"/>
                  </a:cxn>
                  <a:cxn ang="0">
                    <a:pos x="connsiteX2" y="connsiteY2"/>
                  </a:cxn>
                </a:cxnLst>
                <a:rect l="l" t="t" r="r" b="b"/>
                <a:pathLst>
                  <a:path w="14521" h="5161">
                    <a:moveTo>
                      <a:pt x="3441" y="0"/>
                    </a:moveTo>
                    <a:cubicBezTo>
                      <a:pt x="-7737" y="1326"/>
                      <a:pt x="11648" y="7373"/>
                      <a:pt x="14511" y="4303"/>
                    </a:cubicBezTo>
                    <a:cubicBezTo>
                      <a:pt x="14860" y="772"/>
                      <a:pt x="6350" y="229"/>
                      <a:pt x="344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 name="Freeform: Shape 60">
                <a:extLst>
                  <a:ext uri="{FF2B5EF4-FFF2-40B4-BE49-F238E27FC236}">
                    <a16:creationId xmlns:a16="http://schemas.microsoft.com/office/drawing/2014/main" id="{12A0D58E-429C-F8EF-3CB5-6D66FE10B049}"/>
                  </a:ext>
                </a:extLst>
              </p:cNvPr>
              <p:cNvSpPr/>
              <p:nvPr/>
            </p:nvSpPr>
            <p:spPr>
              <a:xfrm>
                <a:off x="8524834" y="4308482"/>
                <a:ext cx="7189" cy="6397"/>
              </a:xfrm>
              <a:custGeom>
                <a:avLst/>
                <a:gdLst>
                  <a:gd name="connsiteX0" fmla="*/ 2523 w 7189"/>
                  <a:gd name="connsiteY0" fmla="*/ 2451 h 6397"/>
                  <a:gd name="connsiteX1" fmla="*/ 7158 w 7189"/>
                  <a:gd name="connsiteY1" fmla="*/ 79 h 6397"/>
                  <a:gd name="connsiteX2" fmla="*/ 2523 w 7189"/>
                  <a:gd name="connsiteY2" fmla="*/ 2451 h 6397"/>
                </a:gdLst>
                <a:ahLst/>
                <a:cxnLst>
                  <a:cxn ang="0">
                    <a:pos x="connsiteX0" y="connsiteY0"/>
                  </a:cxn>
                  <a:cxn ang="0">
                    <a:pos x="connsiteX1" y="connsiteY1"/>
                  </a:cxn>
                  <a:cxn ang="0">
                    <a:pos x="connsiteX2" y="connsiteY2"/>
                  </a:cxn>
                </a:cxnLst>
                <a:rect l="l" t="t" r="r" b="b"/>
                <a:pathLst>
                  <a:path w="7189" h="6397">
                    <a:moveTo>
                      <a:pt x="2523" y="2451"/>
                    </a:moveTo>
                    <a:cubicBezTo>
                      <a:pt x="-5392" y="10418"/>
                      <a:pt x="7912" y="4594"/>
                      <a:pt x="7158" y="79"/>
                    </a:cubicBezTo>
                    <a:cubicBezTo>
                      <a:pt x="5804" y="-395"/>
                      <a:pt x="3815" y="1376"/>
                      <a:pt x="2523" y="24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 name="Freeform: Shape 61">
                <a:extLst>
                  <a:ext uri="{FF2B5EF4-FFF2-40B4-BE49-F238E27FC236}">
                    <a16:creationId xmlns:a16="http://schemas.microsoft.com/office/drawing/2014/main" id="{AEB99472-5863-7DBF-5480-2E067F6D0FD6}"/>
                  </a:ext>
                </a:extLst>
              </p:cNvPr>
              <p:cNvSpPr/>
              <p:nvPr/>
            </p:nvSpPr>
            <p:spPr>
              <a:xfrm>
                <a:off x="9885121" y="6579690"/>
                <a:ext cx="10835" cy="3097"/>
              </a:xfrm>
              <a:custGeom>
                <a:avLst/>
                <a:gdLst>
                  <a:gd name="connsiteX0" fmla="*/ 3463 w 10835"/>
                  <a:gd name="connsiteY0" fmla="*/ 0 h 3097"/>
                  <a:gd name="connsiteX1" fmla="*/ 10687 w 10835"/>
                  <a:gd name="connsiteY1" fmla="*/ 1515 h 3097"/>
                  <a:gd name="connsiteX2" fmla="*/ 3463 w 10835"/>
                  <a:gd name="connsiteY2" fmla="*/ 0 h 3097"/>
                </a:gdLst>
                <a:ahLst/>
                <a:cxnLst>
                  <a:cxn ang="0">
                    <a:pos x="connsiteX0" y="connsiteY0"/>
                  </a:cxn>
                  <a:cxn ang="0">
                    <a:pos x="connsiteX1" y="connsiteY1"/>
                  </a:cxn>
                  <a:cxn ang="0">
                    <a:pos x="connsiteX2" y="connsiteY2"/>
                  </a:cxn>
                </a:cxnLst>
                <a:rect l="l" t="t" r="r" b="b"/>
                <a:pathLst>
                  <a:path w="10835" h="3097">
                    <a:moveTo>
                      <a:pt x="3463" y="0"/>
                    </a:moveTo>
                    <a:cubicBezTo>
                      <a:pt x="-7978" y="766"/>
                      <a:pt x="12773" y="5515"/>
                      <a:pt x="10687" y="1515"/>
                    </a:cubicBezTo>
                    <a:cubicBezTo>
                      <a:pt x="9504" y="675"/>
                      <a:pt x="6275" y="0"/>
                      <a:pt x="346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 name="Freeform: Shape 62">
                <a:extLst>
                  <a:ext uri="{FF2B5EF4-FFF2-40B4-BE49-F238E27FC236}">
                    <a16:creationId xmlns:a16="http://schemas.microsoft.com/office/drawing/2014/main" id="{B0F42B0C-5957-E264-35B0-9FCEF2E7D7A4}"/>
                  </a:ext>
                </a:extLst>
              </p:cNvPr>
              <p:cNvSpPr/>
              <p:nvPr/>
            </p:nvSpPr>
            <p:spPr>
              <a:xfrm>
                <a:off x="10018059" y="6674046"/>
                <a:ext cx="11282" cy="3278"/>
              </a:xfrm>
              <a:custGeom>
                <a:avLst/>
                <a:gdLst>
                  <a:gd name="connsiteX0" fmla="*/ 3382 w 11282"/>
                  <a:gd name="connsiteY0" fmla="*/ 34 h 3278"/>
                  <a:gd name="connsiteX1" fmla="*/ 7902 w 11282"/>
                  <a:gd name="connsiteY1" fmla="*/ 3246 h 3278"/>
                  <a:gd name="connsiteX2" fmla="*/ 3382 w 11282"/>
                  <a:gd name="connsiteY2" fmla="*/ 34 h 3278"/>
                </a:gdLst>
                <a:ahLst/>
                <a:cxnLst>
                  <a:cxn ang="0">
                    <a:pos x="connsiteX0" y="connsiteY0"/>
                  </a:cxn>
                  <a:cxn ang="0">
                    <a:pos x="connsiteX1" y="connsiteY1"/>
                  </a:cxn>
                  <a:cxn ang="0">
                    <a:pos x="connsiteX2" y="connsiteY2"/>
                  </a:cxn>
                </a:cxnLst>
                <a:rect l="l" t="t" r="r" b="b"/>
                <a:pathLst>
                  <a:path w="11282" h="3278">
                    <a:moveTo>
                      <a:pt x="3382" y="34"/>
                    </a:moveTo>
                    <a:cubicBezTo>
                      <a:pt x="-4888" y="554"/>
                      <a:pt x="4141" y="3629"/>
                      <a:pt x="7902" y="3246"/>
                    </a:cubicBezTo>
                    <a:cubicBezTo>
                      <a:pt x="16171" y="2725"/>
                      <a:pt x="7136" y="-355"/>
                      <a:pt x="3382" y="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3" name="Freeform: Shape 1982">
                <a:extLst>
                  <a:ext uri="{FF2B5EF4-FFF2-40B4-BE49-F238E27FC236}">
                    <a16:creationId xmlns:a16="http://schemas.microsoft.com/office/drawing/2014/main" id="{C21F0CA6-9E57-C712-B8DF-D11E15FA2DBD}"/>
                  </a:ext>
                </a:extLst>
              </p:cNvPr>
              <p:cNvSpPr/>
              <p:nvPr/>
            </p:nvSpPr>
            <p:spPr>
              <a:xfrm>
                <a:off x="9759659" y="6490514"/>
                <a:ext cx="10500" cy="2930"/>
              </a:xfrm>
              <a:custGeom>
                <a:avLst/>
                <a:gdLst>
                  <a:gd name="connsiteX0" fmla="*/ 3406 w 10500"/>
                  <a:gd name="connsiteY0" fmla="*/ 0 h 2930"/>
                  <a:gd name="connsiteX1" fmla="*/ 10373 w 10500"/>
                  <a:gd name="connsiteY1" fmla="*/ 1434 h 2930"/>
                  <a:gd name="connsiteX2" fmla="*/ 3406 w 10500"/>
                  <a:gd name="connsiteY2" fmla="*/ 0 h 2930"/>
                </a:gdLst>
                <a:ahLst/>
                <a:cxnLst>
                  <a:cxn ang="0">
                    <a:pos x="connsiteX0" y="connsiteY0"/>
                  </a:cxn>
                  <a:cxn ang="0">
                    <a:pos x="connsiteX1" y="connsiteY1"/>
                  </a:cxn>
                  <a:cxn ang="0">
                    <a:pos x="connsiteX2" y="connsiteY2"/>
                  </a:cxn>
                </a:cxnLst>
                <a:rect l="l" t="t" r="r" b="b"/>
                <a:pathLst>
                  <a:path w="10500" h="2930">
                    <a:moveTo>
                      <a:pt x="3406" y="0"/>
                    </a:moveTo>
                    <a:cubicBezTo>
                      <a:pt x="-7761" y="720"/>
                      <a:pt x="12270" y="5218"/>
                      <a:pt x="10373" y="1434"/>
                    </a:cubicBezTo>
                    <a:cubicBezTo>
                      <a:pt x="9258" y="640"/>
                      <a:pt x="6138" y="0"/>
                      <a:pt x="340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4" name="Freeform: Shape 1983">
                <a:extLst>
                  <a:ext uri="{FF2B5EF4-FFF2-40B4-BE49-F238E27FC236}">
                    <a16:creationId xmlns:a16="http://schemas.microsoft.com/office/drawing/2014/main" id="{C027EC16-B8CB-D152-8122-DA217DF8A7E1}"/>
                  </a:ext>
                </a:extLst>
              </p:cNvPr>
              <p:cNvSpPr/>
              <p:nvPr/>
            </p:nvSpPr>
            <p:spPr>
              <a:xfrm>
                <a:off x="9528428" y="6326161"/>
                <a:ext cx="9897" cy="2635"/>
              </a:xfrm>
              <a:custGeom>
                <a:avLst/>
                <a:gdLst>
                  <a:gd name="connsiteX0" fmla="*/ 3294 w 9897"/>
                  <a:gd name="connsiteY0" fmla="*/ 0 h 2635"/>
                  <a:gd name="connsiteX1" fmla="*/ 9804 w 9897"/>
                  <a:gd name="connsiteY1" fmla="*/ 1286 h 2635"/>
                  <a:gd name="connsiteX2" fmla="*/ 3294 w 9897"/>
                  <a:gd name="connsiteY2" fmla="*/ 0 h 2635"/>
                </a:gdLst>
                <a:ahLst/>
                <a:cxnLst>
                  <a:cxn ang="0">
                    <a:pos x="connsiteX0" y="connsiteY0"/>
                  </a:cxn>
                  <a:cxn ang="0">
                    <a:pos x="connsiteX1" y="connsiteY1"/>
                  </a:cxn>
                  <a:cxn ang="0">
                    <a:pos x="connsiteX2" y="connsiteY2"/>
                  </a:cxn>
                </a:cxnLst>
                <a:rect l="l" t="t" r="r" b="b"/>
                <a:pathLst>
                  <a:path w="9897" h="2635">
                    <a:moveTo>
                      <a:pt x="3294" y="0"/>
                    </a:moveTo>
                    <a:cubicBezTo>
                      <a:pt x="-7359" y="640"/>
                      <a:pt x="11370" y="4698"/>
                      <a:pt x="9804" y="1286"/>
                    </a:cubicBezTo>
                    <a:cubicBezTo>
                      <a:pt x="8804" y="578"/>
                      <a:pt x="5889" y="0"/>
                      <a:pt x="329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5" name="Freeform: Shape 1984">
                <a:extLst>
                  <a:ext uri="{FF2B5EF4-FFF2-40B4-BE49-F238E27FC236}">
                    <a16:creationId xmlns:a16="http://schemas.microsoft.com/office/drawing/2014/main" id="{193B3D0A-B0A8-4EE1-45B9-56E576F7B7EB}"/>
                  </a:ext>
                </a:extLst>
              </p:cNvPr>
              <p:cNvSpPr/>
              <p:nvPr/>
            </p:nvSpPr>
            <p:spPr>
              <a:xfrm>
                <a:off x="9640958" y="6406143"/>
                <a:ext cx="10186" cy="2774"/>
              </a:xfrm>
              <a:custGeom>
                <a:avLst/>
                <a:gdLst>
                  <a:gd name="connsiteX0" fmla="*/ 3350 w 10186"/>
                  <a:gd name="connsiteY0" fmla="*/ 0 h 2774"/>
                  <a:gd name="connsiteX1" fmla="*/ 10077 w 10186"/>
                  <a:gd name="connsiteY1" fmla="*/ 1354 h 2774"/>
                  <a:gd name="connsiteX2" fmla="*/ 3350 w 10186"/>
                  <a:gd name="connsiteY2" fmla="*/ 0 h 2774"/>
                </a:gdLst>
                <a:ahLst/>
                <a:cxnLst>
                  <a:cxn ang="0">
                    <a:pos x="connsiteX0" y="connsiteY0"/>
                  </a:cxn>
                  <a:cxn ang="0">
                    <a:pos x="connsiteX1" y="connsiteY1"/>
                  </a:cxn>
                  <a:cxn ang="0">
                    <a:pos x="connsiteX2" y="connsiteY2"/>
                  </a:cxn>
                </a:cxnLst>
                <a:rect l="l" t="t" r="r" b="b"/>
                <a:pathLst>
                  <a:path w="10186" h="2774">
                    <a:moveTo>
                      <a:pt x="3350" y="0"/>
                    </a:moveTo>
                    <a:cubicBezTo>
                      <a:pt x="-7555" y="679"/>
                      <a:pt x="11803" y="4943"/>
                      <a:pt x="10077" y="1354"/>
                    </a:cubicBezTo>
                    <a:cubicBezTo>
                      <a:pt x="9019" y="606"/>
                      <a:pt x="6007" y="0"/>
                      <a:pt x="335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6" name="Freeform: Shape 1985">
                <a:extLst>
                  <a:ext uri="{FF2B5EF4-FFF2-40B4-BE49-F238E27FC236}">
                    <a16:creationId xmlns:a16="http://schemas.microsoft.com/office/drawing/2014/main" id="{0737FA86-0F16-9409-19D3-9A194E44273F}"/>
                  </a:ext>
                </a:extLst>
              </p:cNvPr>
              <p:cNvSpPr/>
              <p:nvPr/>
            </p:nvSpPr>
            <p:spPr>
              <a:xfrm>
                <a:off x="10158635" y="6774092"/>
                <a:ext cx="11574" cy="3474"/>
              </a:xfrm>
              <a:custGeom>
                <a:avLst/>
                <a:gdLst>
                  <a:gd name="connsiteX0" fmla="*/ 3583 w 11574"/>
                  <a:gd name="connsiteY0" fmla="*/ 0 h 3474"/>
                  <a:gd name="connsiteX1" fmla="*/ 11373 w 11574"/>
                  <a:gd name="connsiteY1" fmla="*/ 1703 h 3474"/>
                  <a:gd name="connsiteX2" fmla="*/ 3583 w 11574"/>
                  <a:gd name="connsiteY2" fmla="*/ 0 h 3474"/>
                </a:gdLst>
                <a:ahLst/>
                <a:cxnLst>
                  <a:cxn ang="0">
                    <a:pos x="connsiteX0" y="connsiteY0"/>
                  </a:cxn>
                  <a:cxn ang="0">
                    <a:pos x="connsiteX1" y="connsiteY1"/>
                  </a:cxn>
                  <a:cxn ang="0">
                    <a:pos x="connsiteX2" y="connsiteY2"/>
                  </a:cxn>
                </a:cxnLst>
                <a:rect l="l" t="t" r="r" b="b"/>
                <a:pathLst>
                  <a:path w="11574" h="3474">
                    <a:moveTo>
                      <a:pt x="3583" y="0"/>
                    </a:moveTo>
                    <a:cubicBezTo>
                      <a:pt x="-8452" y="869"/>
                      <a:pt x="13899" y="6178"/>
                      <a:pt x="11373" y="1703"/>
                    </a:cubicBezTo>
                    <a:cubicBezTo>
                      <a:pt x="10047" y="760"/>
                      <a:pt x="6567" y="0"/>
                      <a:pt x="358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7" name="Freeform: Shape 1986">
                <a:extLst>
                  <a:ext uri="{FF2B5EF4-FFF2-40B4-BE49-F238E27FC236}">
                    <a16:creationId xmlns:a16="http://schemas.microsoft.com/office/drawing/2014/main" id="{033C93AB-EB20-C391-4849-135F4924B560}"/>
                  </a:ext>
                </a:extLst>
              </p:cNvPr>
              <p:cNvSpPr/>
              <p:nvPr/>
            </p:nvSpPr>
            <p:spPr>
              <a:xfrm>
                <a:off x="10816106" y="7241218"/>
                <a:ext cx="13561" cy="4484"/>
              </a:xfrm>
              <a:custGeom>
                <a:avLst/>
                <a:gdLst>
                  <a:gd name="connsiteX0" fmla="*/ 3691 w 13561"/>
                  <a:gd name="connsiteY0" fmla="*/ 47 h 4484"/>
                  <a:gd name="connsiteX1" fmla="*/ 9869 w 13561"/>
                  <a:gd name="connsiteY1" fmla="*/ 4436 h 4484"/>
                  <a:gd name="connsiteX2" fmla="*/ 3691 w 13561"/>
                  <a:gd name="connsiteY2" fmla="*/ 47 h 4484"/>
                </a:gdLst>
                <a:ahLst/>
                <a:cxnLst>
                  <a:cxn ang="0">
                    <a:pos x="connsiteX0" y="connsiteY0"/>
                  </a:cxn>
                  <a:cxn ang="0">
                    <a:pos x="connsiteX1" y="connsiteY1"/>
                  </a:cxn>
                  <a:cxn ang="0">
                    <a:pos x="connsiteX2" y="connsiteY2"/>
                  </a:cxn>
                </a:cxnLst>
                <a:rect l="l" t="t" r="r" b="b"/>
                <a:pathLst>
                  <a:path w="13561" h="4484">
                    <a:moveTo>
                      <a:pt x="3691" y="47"/>
                    </a:moveTo>
                    <a:cubicBezTo>
                      <a:pt x="-5916" y="824"/>
                      <a:pt x="5800" y="4974"/>
                      <a:pt x="9869" y="4436"/>
                    </a:cubicBezTo>
                    <a:cubicBezTo>
                      <a:pt x="19482" y="3665"/>
                      <a:pt x="7755" y="-485"/>
                      <a:pt x="3691" y="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9" name="Freeform: Shape 1988">
                <a:extLst>
                  <a:ext uri="{FF2B5EF4-FFF2-40B4-BE49-F238E27FC236}">
                    <a16:creationId xmlns:a16="http://schemas.microsoft.com/office/drawing/2014/main" id="{B181F730-20B2-1210-9911-B5A5E5896510}"/>
                  </a:ext>
                </a:extLst>
              </p:cNvPr>
              <p:cNvSpPr/>
              <p:nvPr/>
            </p:nvSpPr>
            <p:spPr>
              <a:xfrm>
                <a:off x="11009546" y="7378687"/>
                <a:ext cx="14131" cy="4805"/>
              </a:xfrm>
              <a:custGeom>
                <a:avLst/>
                <a:gdLst>
                  <a:gd name="connsiteX0" fmla="*/ 3756 w 14131"/>
                  <a:gd name="connsiteY0" fmla="*/ 52 h 4805"/>
                  <a:gd name="connsiteX1" fmla="*/ 10373 w 14131"/>
                  <a:gd name="connsiteY1" fmla="*/ 4755 h 4805"/>
                  <a:gd name="connsiteX2" fmla="*/ 3756 w 14131"/>
                  <a:gd name="connsiteY2" fmla="*/ 52 h 4805"/>
                </a:gdLst>
                <a:ahLst/>
                <a:cxnLst>
                  <a:cxn ang="0">
                    <a:pos x="connsiteX0" y="connsiteY0"/>
                  </a:cxn>
                  <a:cxn ang="0">
                    <a:pos x="connsiteX1" y="connsiteY1"/>
                  </a:cxn>
                  <a:cxn ang="0">
                    <a:pos x="connsiteX2" y="connsiteY2"/>
                  </a:cxn>
                </a:cxnLst>
                <a:rect l="l" t="t" r="r" b="b"/>
                <a:pathLst>
                  <a:path w="14131" h="4805">
                    <a:moveTo>
                      <a:pt x="3756" y="52"/>
                    </a:moveTo>
                    <a:cubicBezTo>
                      <a:pt x="-6165" y="897"/>
                      <a:pt x="6242" y="5327"/>
                      <a:pt x="10373" y="4755"/>
                    </a:cubicBezTo>
                    <a:cubicBezTo>
                      <a:pt x="20301" y="3909"/>
                      <a:pt x="7888" y="-526"/>
                      <a:pt x="3756" y="5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0" name="Freeform: Shape 1989">
                <a:extLst>
                  <a:ext uri="{FF2B5EF4-FFF2-40B4-BE49-F238E27FC236}">
                    <a16:creationId xmlns:a16="http://schemas.microsoft.com/office/drawing/2014/main" id="{D881928A-10D9-BF12-277E-25524B6D163D}"/>
                  </a:ext>
                </a:extLst>
              </p:cNvPr>
              <p:cNvSpPr/>
              <p:nvPr/>
            </p:nvSpPr>
            <p:spPr>
              <a:xfrm>
                <a:off x="10466344" y="6992794"/>
                <a:ext cx="12424" cy="3917"/>
              </a:xfrm>
              <a:custGeom>
                <a:avLst/>
                <a:gdLst>
                  <a:gd name="connsiteX0" fmla="*/ 3712 w 12424"/>
                  <a:gd name="connsiteY0" fmla="*/ 0 h 3917"/>
                  <a:gd name="connsiteX1" fmla="*/ 12154 w 12424"/>
                  <a:gd name="connsiteY1" fmla="*/ 1920 h 3917"/>
                  <a:gd name="connsiteX2" fmla="*/ 3712 w 12424"/>
                  <a:gd name="connsiteY2" fmla="*/ 0 h 3917"/>
                </a:gdLst>
                <a:ahLst/>
                <a:cxnLst>
                  <a:cxn ang="0">
                    <a:pos x="connsiteX0" y="connsiteY0"/>
                  </a:cxn>
                  <a:cxn ang="0">
                    <a:pos x="connsiteX1" y="connsiteY1"/>
                  </a:cxn>
                  <a:cxn ang="0">
                    <a:pos x="connsiteX2" y="connsiteY2"/>
                  </a:cxn>
                </a:cxnLst>
                <a:rect l="l" t="t" r="r" b="b"/>
                <a:pathLst>
                  <a:path w="12424" h="3917">
                    <a:moveTo>
                      <a:pt x="3712" y="0"/>
                    </a:moveTo>
                    <a:cubicBezTo>
                      <a:pt x="-8986" y="994"/>
                      <a:pt x="15217" y="6960"/>
                      <a:pt x="12154" y="1920"/>
                    </a:cubicBezTo>
                    <a:cubicBezTo>
                      <a:pt x="10662" y="863"/>
                      <a:pt x="6884" y="0"/>
                      <a:pt x="371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1" name="Freeform: Shape 1990">
                <a:extLst>
                  <a:ext uri="{FF2B5EF4-FFF2-40B4-BE49-F238E27FC236}">
                    <a16:creationId xmlns:a16="http://schemas.microsoft.com/office/drawing/2014/main" id="{F7452856-40C9-610D-24FB-97F10DFEC4BA}"/>
                  </a:ext>
                </a:extLst>
              </p:cNvPr>
              <p:cNvSpPr/>
              <p:nvPr/>
            </p:nvSpPr>
            <p:spPr>
              <a:xfrm>
                <a:off x="10307832" y="6880134"/>
                <a:ext cx="11982" cy="3684"/>
              </a:xfrm>
              <a:custGeom>
                <a:avLst/>
                <a:gdLst>
                  <a:gd name="connsiteX0" fmla="*/ 3651 w 11982"/>
                  <a:gd name="connsiteY0" fmla="*/ 0 h 3684"/>
                  <a:gd name="connsiteX1" fmla="*/ 11749 w 11982"/>
                  <a:gd name="connsiteY1" fmla="*/ 1805 h 3684"/>
                  <a:gd name="connsiteX2" fmla="*/ 3651 w 11982"/>
                  <a:gd name="connsiteY2" fmla="*/ 0 h 3684"/>
                </a:gdLst>
                <a:ahLst/>
                <a:cxnLst>
                  <a:cxn ang="0">
                    <a:pos x="connsiteX0" y="connsiteY0"/>
                  </a:cxn>
                  <a:cxn ang="0">
                    <a:pos x="connsiteX1" y="connsiteY1"/>
                  </a:cxn>
                  <a:cxn ang="0">
                    <a:pos x="connsiteX2" y="connsiteY2"/>
                  </a:cxn>
                </a:cxnLst>
                <a:rect l="l" t="t" r="r" b="b"/>
                <a:pathLst>
                  <a:path w="11982" h="3684">
                    <a:moveTo>
                      <a:pt x="3651" y="0"/>
                    </a:moveTo>
                    <a:cubicBezTo>
                      <a:pt x="-8717" y="926"/>
                      <a:pt x="14533" y="6549"/>
                      <a:pt x="11749" y="1805"/>
                    </a:cubicBezTo>
                    <a:cubicBezTo>
                      <a:pt x="10349" y="811"/>
                      <a:pt x="6720" y="0"/>
                      <a:pt x="365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2" name="Freeform: Shape 1991">
                <a:extLst>
                  <a:ext uri="{FF2B5EF4-FFF2-40B4-BE49-F238E27FC236}">
                    <a16:creationId xmlns:a16="http://schemas.microsoft.com/office/drawing/2014/main" id="{B93381DC-F16F-0A11-AD17-81A079024E25}"/>
                  </a:ext>
                </a:extLst>
              </p:cNvPr>
              <p:cNvSpPr/>
              <p:nvPr/>
            </p:nvSpPr>
            <p:spPr>
              <a:xfrm>
                <a:off x="10635479" y="7112850"/>
                <a:ext cx="13029" cy="4190"/>
              </a:xfrm>
              <a:custGeom>
                <a:avLst/>
                <a:gdLst>
                  <a:gd name="connsiteX0" fmla="*/ 3628 w 13029"/>
                  <a:gd name="connsiteY0" fmla="*/ 44 h 4190"/>
                  <a:gd name="connsiteX1" fmla="*/ 9400 w 13029"/>
                  <a:gd name="connsiteY1" fmla="*/ 4147 h 4190"/>
                  <a:gd name="connsiteX2" fmla="*/ 3628 w 13029"/>
                  <a:gd name="connsiteY2" fmla="*/ 44 h 4190"/>
                </a:gdLst>
                <a:ahLst/>
                <a:cxnLst>
                  <a:cxn ang="0">
                    <a:pos x="connsiteX0" y="connsiteY0"/>
                  </a:cxn>
                  <a:cxn ang="0">
                    <a:pos x="connsiteX1" y="connsiteY1"/>
                  </a:cxn>
                  <a:cxn ang="0">
                    <a:pos x="connsiteX2" y="connsiteY2"/>
                  </a:cxn>
                </a:cxnLst>
                <a:rect l="l" t="t" r="r" b="b"/>
                <a:pathLst>
                  <a:path w="13029" h="4190">
                    <a:moveTo>
                      <a:pt x="3628" y="44"/>
                    </a:moveTo>
                    <a:cubicBezTo>
                      <a:pt x="-5682" y="752"/>
                      <a:pt x="5399" y="4645"/>
                      <a:pt x="9400" y="4147"/>
                    </a:cubicBezTo>
                    <a:cubicBezTo>
                      <a:pt x="18715" y="3438"/>
                      <a:pt x="7628" y="-453"/>
                      <a:pt x="3628" y="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3" name="Freeform: Shape 1992">
                <a:extLst>
                  <a:ext uri="{FF2B5EF4-FFF2-40B4-BE49-F238E27FC236}">
                    <a16:creationId xmlns:a16="http://schemas.microsoft.com/office/drawing/2014/main" id="{1FFAF1F9-3C41-04BC-D721-3F360633B22B}"/>
                  </a:ext>
                </a:extLst>
              </p:cNvPr>
              <p:cNvSpPr/>
              <p:nvPr/>
            </p:nvSpPr>
            <p:spPr>
              <a:xfrm>
                <a:off x="8728093" y="4793628"/>
                <a:ext cx="7863" cy="8708"/>
              </a:xfrm>
              <a:custGeom>
                <a:avLst/>
                <a:gdLst>
                  <a:gd name="connsiteX0" fmla="*/ 2798 w 7863"/>
                  <a:gd name="connsiteY0" fmla="*/ 736 h 8708"/>
                  <a:gd name="connsiteX1" fmla="*/ 180 w 7863"/>
                  <a:gd name="connsiteY1" fmla="*/ 6743 h 8708"/>
                  <a:gd name="connsiteX2" fmla="*/ 2798 w 7863"/>
                  <a:gd name="connsiteY2" fmla="*/ 736 h 8708"/>
                </a:gdLst>
                <a:ahLst/>
                <a:cxnLst>
                  <a:cxn ang="0">
                    <a:pos x="connsiteX0" y="connsiteY0"/>
                  </a:cxn>
                  <a:cxn ang="0">
                    <a:pos x="connsiteX1" y="connsiteY1"/>
                  </a:cxn>
                  <a:cxn ang="0">
                    <a:pos x="connsiteX2" y="connsiteY2"/>
                  </a:cxn>
                </a:cxnLst>
                <a:rect l="l" t="t" r="r" b="b"/>
                <a:pathLst>
                  <a:path w="7863" h="8708">
                    <a:moveTo>
                      <a:pt x="2798" y="736"/>
                    </a:moveTo>
                    <a:cubicBezTo>
                      <a:pt x="700" y="2108"/>
                      <a:pt x="-471" y="4805"/>
                      <a:pt x="180" y="6743"/>
                    </a:cubicBezTo>
                    <a:cubicBezTo>
                      <a:pt x="5124" y="14572"/>
                      <a:pt x="13216" y="-3819"/>
                      <a:pt x="2798" y="7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4" name="Freeform: Shape 1993">
                <a:extLst>
                  <a:ext uri="{FF2B5EF4-FFF2-40B4-BE49-F238E27FC236}">
                    <a16:creationId xmlns:a16="http://schemas.microsoft.com/office/drawing/2014/main" id="{032E00DE-317F-52C0-9A85-C332C0229946}"/>
                  </a:ext>
                </a:extLst>
              </p:cNvPr>
              <p:cNvSpPr/>
              <p:nvPr/>
            </p:nvSpPr>
            <p:spPr>
              <a:xfrm>
                <a:off x="8801834" y="4998991"/>
                <a:ext cx="8001" cy="7693"/>
              </a:xfrm>
              <a:custGeom>
                <a:avLst/>
                <a:gdLst>
                  <a:gd name="connsiteX0" fmla="*/ 2758 w 8001"/>
                  <a:gd name="connsiteY0" fmla="*/ 702 h 7693"/>
                  <a:gd name="connsiteX1" fmla="*/ 5243 w 8001"/>
                  <a:gd name="connsiteY1" fmla="*/ 6988 h 7693"/>
                  <a:gd name="connsiteX2" fmla="*/ 2758 w 8001"/>
                  <a:gd name="connsiteY2" fmla="*/ 702 h 7693"/>
                </a:gdLst>
                <a:ahLst/>
                <a:cxnLst>
                  <a:cxn ang="0">
                    <a:pos x="connsiteX0" y="connsiteY0"/>
                  </a:cxn>
                  <a:cxn ang="0">
                    <a:pos x="connsiteX1" y="connsiteY1"/>
                  </a:cxn>
                  <a:cxn ang="0">
                    <a:pos x="connsiteX2" y="connsiteY2"/>
                  </a:cxn>
                </a:cxnLst>
                <a:rect l="l" t="t" r="r" b="b"/>
                <a:pathLst>
                  <a:path w="8001" h="7693">
                    <a:moveTo>
                      <a:pt x="2758" y="702"/>
                    </a:moveTo>
                    <a:cubicBezTo>
                      <a:pt x="-2032" y="3125"/>
                      <a:pt x="-186" y="9875"/>
                      <a:pt x="5243" y="6988"/>
                    </a:cubicBezTo>
                    <a:cubicBezTo>
                      <a:pt x="10044" y="4582"/>
                      <a:pt x="8170" y="-2178"/>
                      <a:pt x="2758" y="7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5" name="Freeform: Shape 1994">
                <a:extLst>
                  <a:ext uri="{FF2B5EF4-FFF2-40B4-BE49-F238E27FC236}">
                    <a16:creationId xmlns:a16="http://schemas.microsoft.com/office/drawing/2014/main" id="{6C0D8A66-B261-F827-7C02-0BA54F508CE8}"/>
                  </a:ext>
                </a:extLst>
              </p:cNvPr>
              <p:cNvSpPr/>
              <p:nvPr/>
            </p:nvSpPr>
            <p:spPr>
              <a:xfrm>
                <a:off x="9421115" y="6204926"/>
                <a:ext cx="9773" cy="7340"/>
              </a:xfrm>
              <a:custGeom>
                <a:avLst/>
                <a:gdLst>
                  <a:gd name="connsiteX0" fmla="*/ 3320 w 9773"/>
                  <a:gd name="connsiteY0" fmla="*/ 9 h 7340"/>
                  <a:gd name="connsiteX1" fmla="*/ 9623 w 9773"/>
                  <a:gd name="connsiteY1" fmla="*/ 3427 h 7340"/>
                  <a:gd name="connsiteX2" fmla="*/ 3320 w 9773"/>
                  <a:gd name="connsiteY2" fmla="*/ 9 h 7340"/>
                </a:gdLst>
                <a:ahLst/>
                <a:cxnLst>
                  <a:cxn ang="0">
                    <a:pos x="connsiteX0" y="connsiteY0"/>
                  </a:cxn>
                  <a:cxn ang="0">
                    <a:pos x="connsiteX1" y="connsiteY1"/>
                  </a:cxn>
                  <a:cxn ang="0">
                    <a:pos x="connsiteX2" y="connsiteY2"/>
                  </a:cxn>
                </a:cxnLst>
                <a:rect l="l" t="t" r="r" b="b"/>
                <a:pathLst>
                  <a:path w="9773" h="7340">
                    <a:moveTo>
                      <a:pt x="3320" y="9"/>
                    </a:moveTo>
                    <a:cubicBezTo>
                      <a:pt x="-7459" y="2632"/>
                      <a:pt x="11635" y="12850"/>
                      <a:pt x="9623" y="3427"/>
                    </a:cubicBezTo>
                    <a:cubicBezTo>
                      <a:pt x="8669" y="1415"/>
                      <a:pt x="5846" y="-134"/>
                      <a:pt x="3320"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6" name="Freeform: Shape 1995">
                <a:extLst>
                  <a:ext uri="{FF2B5EF4-FFF2-40B4-BE49-F238E27FC236}">
                    <a16:creationId xmlns:a16="http://schemas.microsoft.com/office/drawing/2014/main" id="{12C065A9-E374-C53C-D7B1-F1AC4B467F8D}"/>
                  </a:ext>
                </a:extLst>
              </p:cNvPr>
              <p:cNvSpPr/>
              <p:nvPr/>
            </p:nvSpPr>
            <p:spPr>
              <a:xfrm>
                <a:off x="8657575" y="4584819"/>
                <a:ext cx="7620" cy="8645"/>
              </a:xfrm>
              <a:custGeom>
                <a:avLst/>
                <a:gdLst>
                  <a:gd name="connsiteX0" fmla="*/ 2666 w 7620"/>
                  <a:gd name="connsiteY0" fmla="*/ 1056 h 8645"/>
                  <a:gd name="connsiteX1" fmla="*/ 4952 w 7620"/>
                  <a:gd name="connsiteY1" fmla="*/ 7595 h 8645"/>
                  <a:gd name="connsiteX2" fmla="*/ 2666 w 7620"/>
                  <a:gd name="connsiteY2" fmla="*/ 1056 h 8645"/>
                </a:gdLst>
                <a:ahLst/>
                <a:cxnLst>
                  <a:cxn ang="0">
                    <a:pos x="connsiteX0" y="connsiteY0"/>
                  </a:cxn>
                  <a:cxn ang="0">
                    <a:pos x="connsiteX1" y="connsiteY1"/>
                  </a:cxn>
                  <a:cxn ang="0">
                    <a:pos x="connsiteX2" y="connsiteY2"/>
                  </a:cxn>
                </a:cxnLst>
                <a:rect l="l" t="t" r="r" b="b"/>
                <a:pathLst>
                  <a:path w="7620" h="8645">
                    <a:moveTo>
                      <a:pt x="2666" y="1056"/>
                    </a:moveTo>
                    <a:cubicBezTo>
                      <a:pt x="-1557" y="3760"/>
                      <a:pt x="-740" y="11424"/>
                      <a:pt x="4952" y="7595"/>
                    </a:cubicBezTo>
                    <a:cubicBezTo>
                      <a:pt x="9181" y="4903"/>
                      <a:pt x="8358" y="-2790"/>
                      <a:pt x="2666" y="105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7" name="Freeform: Shape 1996">
                <a:extLst>
                  <a:ext uri="{FF2B5EF4-FFF2-40B4-BE49-F238E27FC236}">
                    <a16:creationId xmlns:a16="http://schemas.microsoft.com/office/drawing/2014/main" id="{FC1E52C2-15A0-CACC-4A5C-93FC8BA2B762}"/>
                  </a:ext>
                </a:extLst>
              </p:cNvPr>
              <p:cNvSpPr/>
              <p:nvPr/>
            </p:nvSpPr>
            <p:spPr>
              <a:xfrm>
                <a:off x="8589829" y="4410577"/>
                <a:ext cx="7459" cy="7830"/>
              </a:xfrm>
              <a:custGeom>
                <a:avLst/>
                <a:gdLst>
                  <a:gd name="connsiteX0" fmla="*/ 2633 w 7459"/>
                  <a:gd name="connsiteY0" fmla="*/ 1528 h 7830"/>
                  <a:gd name="connsiteX1" fmla="*/ 4827 w 7459"/>
                  <a:gd name="connsiteY1" fmla="*/ 6312 h 7830"/>
                  <a:gd name="connsiteX2" fmla="*/ 2633 w 7459"/>
                  <a:gd name="connsiteY2" fmla="*/ 1528 h 7830"/>
                </a:gdLst>
                <a:ahLst/>
                <a:cxnLst>
                  <a:cxn ang="0">
                    <a:pos x="connsiteX0" y="connsiteY0"/>
                  </a:cxn>
                  <a:cxn ang="0">
                    <a:pos x="connsiteX1" y="connsiteY1"/>
                  </a:cxn>
                  <a:cxn ang="0">
                    <a:pos x="connsiteX2" y="connsiteY2"/>
                  </a:cxn>
                </a:cxnLst>
                <a:rect l="l" t="t" r="r" b="b"/>
                <a:pathLst>
                  <a:path w="7459" h="7830">
                    <a:moveTo>
                      <a:pt x="2633" y="1528"/>
                    </a:moveTo>
                    <a:cubicBezTo>
                      <a:pt x="-1648" y="4803"/>
                      <a:pt x="-562" y="10592"/>
                      <a:pt x="4827" y="6312"/>
                    </a:cubicBezTo>
                    <a:cubicBezTo>
                      <a:pt x="9108" y="3042"/>
                      <a:pt x="8022" y="-2775"/>
                      <a:pt x="2633" y="15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8" name="Freeform: Shape 1997">
                <a:extLst>
                  <a:ext uri="{FF2B5EF4-FFF2-40B4-BE49-F238E27FC236}">
                    <a16:creationId xmlns:a16="http://schemas.microsoft.com/office/drawing/2014/main" id="{178F9AFB-E788-C365-B22F-6253AA4388AD}"/>
                  </a:ext>
                </a:extLst>
              </p:cNvPr>
              <p:cNvSpPr/>
              <p:nvPr/>
            </p:nvSpPr>
            <p:spPr>
              <a:xfrm>
                <a:off x="8878723" y="5163221"/>
                <a:ext cx="8231" cy="5820"/>
              </a:xfrm>
              <a:custGeom>
                <a:avLst/>
                <a:gdLst>
                  <a:gd name="connsiteX0" fmla="*/ 2815 w 8231"/>
                  <a:gd name="connsiteY0" fmla="*/ 761 h 5820"/>
                  <a:gd name="connsiteX1" fmla="*/ 5415 w 8231"/>
                  <a:gd name="connsiteY1" fmla="*/ 5047 h 5820"/>
                  <a:gd name="connsiteX2" fmla="*/ 2815 w 8231"/>
                  <a:gd name="connsiteY2" fmla="*/ 761 h 5820"/>
                </a:gdLst>
                <a:ahLst/>
                <a:cxnLst>
                  <a:cxn ang="0">
                    <a:pos x="connsiteX0" y="connsiteY0"/>
                  </a:cxn>
                  <a:cxn ang="0">
                    <a:pos x="connsiteX1" y="connsiteY1"/>
                  </a:cxn>
                  <a:cxn ang="0">
                    <a:pos x="connsiteX2" y="connsiteY2"/>
                  </a:cxn>
                </a:cxnLst>
                <a:rect l="l" t="t" r="r" b="b"/>
                <a:pathLst>
                  <a:path w="8231" h="5820">
                    <a:moveTo>
                      <a:pt x="2815" y="761"/>
                    </a:moveTo>
                    <a:cubicBezTo>
                      <a:pt x="-2534" y="3401"/>
                      <a:pt x="535" y="7550"/>
                      <a:pt x="5415" y="5047"/>
                    </a:cubicBezTo>
                    <a:cubicBezTo>
                      <a:pt x="10781" y="2436"/>
                      <a:pt x="7673" y="-1719"/>
                      <a:pt x="2815" y="7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9" name="Freeform: Shape 1998">
                <a:extLst>
                  <a:ext uri="{FF2B5EF4-FFF2-40B4-BE49-F238E27FC236}">
                    <a16:creationId xmlns:a16="http://schemas.microsoft.com/office/drawing/2014/main" id="{62B8EAB2-7CB1-B1C0-161D-EBF6FFE97153}"/>
                  </a:ext>
                </a:extLst>
              </p:cNvPr>
              <p:cNvSpPr/>
              <p:nvPr/>
            </p:nvSpPr>
            <p:spPr>
              <a:xfrm>
                <a:off x="8958795" y="5256853"/>
                <a:ext cx="8569" cy="4778"/>
              </a:xfrm>
              <a:custGeom>
                <a:avLst/>
                <a:gdLst>
                  <a:gd name="connsiteX0" fmla="*/ 3039 w 8569"/>
                  <a:gd name="connsiteY0" fmla="*/ 792 h 4778"/>
                  <a:gd name="connsiteX1" fmla="*/ 8451 w 8569"/>
                  <a:gd name="connsiteY1" fmla="*/ 661 h 4778"/>
                  <a:gd name="connsiteX2" fmla="*/ 3039 w 8569"/>
                  <a:gd name="connsiteY2" fmla="*/ 792 h 4778"/>
                </a:gdLst>
                <a:ahLst/>
                <a:cxnLst>
                  <a:cxn ang="0">
                    <a:pos x="connsiteX0" y="connsiteY0"/>
                  </a:cxn>
                  <a:cxn ang="0">
                    <a:pos x="connsiteX1" y="connsiteY1"/>
                  </a:cxn>
                  <a:cxn ang="0">
                    <a:pos x="connsiteX2" y="connsiteY2"/>
                  </a:cxn>
                </a:cxnLst>
                <a:rect l="l" t="t" r="r" b="b"/>
                <a:pathLst>
                  <a:path w="8569" h="4778">
                    <a:moveTo>
                      <a:pt x="3039" y="792"/>
                    </a:moveTo>
                    <a:cubicBezTo>
                      <a:pt x="-6666" y="6415"/>
                      <a:pt x="10126" y="5833"/>
                      <a:pt x="8451" y="661"/>
                    </a:cubicBezTo>
                    <a:cubicBezTo>
                      <a:pt x="7702" y="-271"/>
                      <a:pt x="5279" y="-208"/>
                      <a:pt x="3039" y="7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0" name="Freeform: Shape 1999">
                <a:extLst>
                  <a:ext uri="{FF2B5EF4-FFF2-40B4-BE49-F238E27FC236}">
                    <a16:creationId xmlns:a16="http://schemas.microsoft.com/office/drawing/2014/main" id="{AD6BB82F-9FB1-330D-04D2-CFCAEE4AC5B8}"/>
                  </a:ext>
                </a:extLst>
              </p:cNvPr>
              <p:cNvSpPr/>
              <p:nvPr/>
            </p:nvSpPr>
            <p:spPr>
              <a:xfrm>
                <a:off x="9130184" y="5630659"/>
                <a:ext cx="8844" cy="7754"/>
              </a:xfrm>
              <a:custGeom>
                <a:avLst/>
                <a:gdLst>
                  <a:gd name="connsiteX0" fmla="*/ 2940 w 8844"/>
                  <a:gd name="connsiteY0" fmla="*/ 387 h 7754"/>
                  <a:gd name="connsiteX1" fmla="*/ 5906 w 8844"/>
                  <a:gd name="connsiteY1" fmla="*/ 7365 h 7754"/>
                  <a:gd name="connsiteX2" fmla="*/ 2940 w 8844"/>
                  <a:gd name="connsiteY2" fmla="*/ 387 h 7754"/>
                </a:gdLst>
                <a:ahLst/>
                <a:cxnLst>
                  <a:cxn ang="0">
                    <a:pos x="connsiteX0" y="connsiteY0"/>
                  </a:cxn>
                  <a:cxn ang="0">
                    <a:pos x="connsiteX1" y="connsiteY1"/>
                  </a:cxn>
                  <a:cxn ang="0">
                    <a:pos x="connsiteX2" y="connsiteY2"/>
                  </a:cxn>
                </a:cxnLst>
                <a:rect l="l" t="t" r="r" b="b"/>
                <a:pathLst>
                  <a:path w="8844" h="7754">
                    <a:moveTo>
                      <a:pt x="2940" y="387"/>
                    </a:moveTo>
                    <a:cubicBezTo>
                      <a:pt x="-2695" y="2473"/>
                      <a:pt x="591" y="9468"/>
                      <a:pt x="5906" y="7365"/>
                    </a:cubicBezTo>
                    <a:cubicBezTo>
                      <a:pt x="11547" y="5302"/>
                      <a:pt x="8238" y="-1710"/>
                      <a:pt x="2940" y="3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1" name="Freeform: Shape 2000">
                <a:extLst>
                  <a:ext uri="{FF2B5EF4-FFF2-40B4-BE49-F238E27FC236}">
                    <a16:creationId xmlns:a16="http://schemas.microsoft.com/office/drawing/2014/main" id="{0506BA07-4928-BE97-0884-40E9AE46805C}"/>
                  </a:ext>
                </a:extLst>
              </p:cNvPr>
              <p:cNvSpPr/>
              <p:nvPr/>
            </p:nvSpPr>
            <p:spPr>
              <a:xfrm>
                <a:off x="9318790" y="5949058"/>
                <a:ext cx="9544" cy="7944"/>
              </a:xfrm>
              <a:custGeom>
                <a:avLst/>
                <a:gdLst>
                  <a:gd name="connsiteX0" fmla="*/ 3278 w 9544"/>
                  <a:gd name="connsiteY0" fmla="*/ 160 h 7944"/>
                  <a:gd name="connsiteX1" fmla="*/ 9370 w 9544"/>
                  <a:gd name="connsiteY1" fmla="*/ 2914 h 7944"/>
                  <a:gd name="connsiteX2" fmla="*/ 3278 w 9544"/>
                  <a:gd name="connsiteY2" fmla="*/ 160 h 7944"/>
                </a:gdLst>
                <a:ahLst/>
                <a:cxnLst>
                  <a:cxn ang="0">
                    <a:pos x="connsiteX0" y="connsiteY0"/>
                  </a:cxn>
                  <a:cxn ang="0">
                    <a:pos x="connsiteX1" y="connsiteY1"/>
                  </a:cxn>
                  <a:cxn ang="0">
                    <a:pos x="connsiteX2" y="connsiteY2"/>
                  </a:cxn>
                </a:cxnLst>
                <a:rect l="l" t="t" r="r" b="b"/>
                <a:pathLst>
                  <a:path w="9544" h="7944">
                    <a:moveTo>
                      <a:pt x="3278" y="160"/>
                    </a:moveTo>
                    <a:cubicBezTo>
                      <a:pt x="-7375" y="4914"/>
                      <a:pt x="11536" y="13441"/>
                      <a:pt x="9370" y="2914"/>
                    </a:cubicBezTo>
                    <a:cubicBezTo>
                      <a:pt x="8461" y="766"/>
                      <a:pt x="5735" y="-457"/>
                      <a:pt x="3278" y="1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2" name="Freeform: Shape 2001">
                <a:extLst>
                  <a:ext uri="{FF2B5EF4-FFF2-40B4-BE49-F238E27FC236}">
                    <a16:creationId xmlns:a16="http://schemas.microsoft.com/office/drawing/2014/main" id="{33BA6D8B-7092-B3BA-9610-E130488DE8A3}"/>
                  </a:ext>
                </a:extLst>
              </p:cNvPr>
              <p:cNvSpPr/>
              <p:nvPr/>
            </p:nvSpPr>
            <p:spPr>
              <a:xfrm>
                <a:off x="9042611" y="5415903"/>
                <a:ext cx="8620" cy="7612"/>
              </a:xfrm>
              <a:custGeom>
                <a:avLst/>
                <a:gdLst>
                  <a:gd name="connsiteX0" fmla="*/ 2896 w 8620"/>
                  <a:gd name="connsiteY0" fmla="*/ 459 h 7612"/>
                  <a:gd name="connsiteX1" fmla="*/ 5725 w 8620"/>
                  <a:gd name="connsiteY1" fmla="*/ 7157 h 7612"/>
                  <a:gd name="connsiteX2" fmla="*/ 2896 w 8620"/>
                  <a:gd name="connsiteY2" fmla="*/ 459 h 7612"/>
                </a:gdLst>
                <a:ahLst/>
                <a:cxnLst>
                  <a:cxn ang="0">
                    <a:pos x="connsiteX0" y="connsiteY0"/>
                  </a:cxn>
                  <a:cxn ang="0">
                    <a:pos x="connsiteX1" y="connsiteY1"/>
                  </a:cxn>
                  <a:cxn ang="0">
                    <a:pos x="connsiteX2" y="connsiteY2"/>
                  </a:cxn>
                </a:cxnLst>
                <a:rect l="l" t="t" r="r" b="b"/>
                <a:pathLst>
                  <a:path w="8620" h="7612">
                    <a:moveTo>
                      <a:pt x="2896" y="459"/>
                    </a:moveTo>
                    <a:cubicBezTo>
                      <a:pt x="-2539" y="2631"/>
                      <a:pt x="404" y="9420"/>
                      <a:pt x="5725" y="7157"/>
                    </a:cubicBezTo>
                    <a:cubicBezTo>
                      <a:pt x="11154" y="4991"/>
                      <a:pt x="8222" y="-1816"/>
                      <a:pt x="2896" y="45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3" name="Freeform: Shape 2002">
                <a:extLst>
                  <a:ext uri="{FF2B5EF4-FFF2-40B4-BE49-F238E27FC236}">
                    <a16:creationId xmlns:a16="http://schemas.microsoft.com/office/drawing/2014/main" id="{87042C84-FAC6-76AD-38FD-405CFFE05610}"/>
                  </a:ext>
                </a:extLst>
              </p:cNvPr>
              <p:cNvSpPr/>
              <p:nvPr/>
            </p:nvSpPr>
            <p:spPr>
              <a:xfrm>
                <a:off x="9222008" y="5809347"/>
                <a:ext cx="9112" cy="5227"/>
              </a:xfrm>
              <a:custGeom>
                <a:avLst/>
                <a:gdLst>
                  <a:gd name="connsiteX0" fmla="*/ 3002 w 9112"/>
                  <a:gd name="connsiteY0" fmla="*/ 492 h 5227"/>
                  <a:gd name="connsiteX1" fmla="*/ 6111 w 9112"/>
                  <a:gd name="connsiteY1" fmla="*/ 4722 h 5227"/>
                  <a:gd name="connsiteX2" fmla="*/ 3002 w 9112"/>
                  <a:gd name="connsiteY2" fmla="*/ 492 h 5227"/>
                </a:gdLst>
                <a:ahLst/>
                <a:cxnLst>
                  <a:cxn ang="0">
                    <a:pos x="connsiteX0" y="connsiteY0"/>
                  </a:cxn>
                  <a:cxn ang="0">
                    <a:pos x="connsiteX1" y="connsiteY1"/>
                  </a:cxn>
                  <a:cxn ang="0">
                    <a:pos x="connsiteX2" y="connsiteY2"/>
                  </a:cxn>
                </a:cxnLst>
                <a:rect l="l" t="t" r="r" b="b"/>
                <a:pathLst>
                  <a:path w="9112" h="5227">
                    <a:moveTo>
                      <a:pt x="3002" y="492"/>
                    </a:moveTo>
                    <a:cubicBezTo>
                      <a:pt x="-3227" y="2853"/>
                      <a:pt x="1448" y="6590"/>
                      <a:pt x="6111" y="4722"/>
                    </a:cubicBezTo>
                    <a:cubicBezTo>
                      <a:pt x="12357" y="2395"/>
                      <a:pt x="7631" y="-1348"/>
                      <a:pt x="3002" y="4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4" name="Freeform: Shape 2003">
                <a:extLst>
                  <a:ext uri="{FF2B5EF4-FFF2-40B4-BE49-F238E27FC236}">
                    <a16:creationId xmlns:a16="http://schemas.microsoft.com/office/drawing/2014/main" id="{861E810D-DF65-0B0D-ECCA-1FC8C9948157}"/>
                  </a:ext>
                </a:extLst>
              </p:cNvPr>
              <p:cNvSpPr/>
              <p:nvPr/>
            </p:nvSpPr>
            <p:spPr>
              <a:xfrm>
                <a:off x="11217224" y="7526146"/>
                <a:ext cx="14305" cy="5166"/>
              </a:xfrm>
              <a:custGeom>
                <a:avLst/>
                <a:gdLst>
                  <a:gd name="connsiteX0" fmla="*/ 3561 w 14305"/>
                  <a:gd name="connsiteY0" fmla="*/ 0 h 5166"/>
                  <a:gd name="connsiteX1" fmla="*/ 14271 w 14305"/>
                  <a:gd name="connsiteY1" fmla="*/ 4303 h 5166"/>
                  <a:gd name="connsiteX2" fmla="*/ 3561 w 14305"/>
                  <a:gd name="connsiteY2" fmla="*/ 0 h 5166"/>
                </a:gdLst>
                <a:ahLst/>
                <a:cxnLst>
                  <a:cxn ang="0">
                    <a:pos x="connsiteX0" y="connsiteY0"/>
                  </a:cxn>
                  <a:cxn ang="0">
                    <a:pos x="connsiteX1" y="connsiteY1"/>
                  </a:cxn>
                  <a:cxn ang="0">
                    <a:pos x="connsiteX2" y="connsiteY2"/>
                  </a:cxn>
                </a:cxnLst>
                <a:rect l="l" t="t" r="r" b="b"/>
                <a:pathLst>
                  <a:path w="14305" h="5166">
                    <a:moveTo>
                      <a:pt x="3561" y="0"/>
                    </a:moveTo>
                    <a:cubicBezTo>
                      <a:pt x="-7761" y="1314"/>
                      <a:pt x="11270" y="7389"/>
                      <a:pt x="14271" y="4303"/>
                    </a:cubicBezTo>
                    <a:cubicBezTo>
                      <a:pt x="14916" y="777"/>
                      <a:pt x="6378" y="211"/>
                      <a:pt x="356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5" name="Freeform: Shape 2004">
                <a:extLst>
                  <a:ext uri="{FF2B5EF4-FFF2-40B4-BE49-F238E27FC236}">
                    <a16:creationId xmlns:a16="http://schemas.microsoft.com/office/drawing/2014/main" id="{C1B13BD2-2099-DFC5-F466-D15D21F33109}"/>
                  </a:ext>
                </a:extLst>
              </p:cNvPr>
              <p:cNvSpPr/>
              <p:nvPr/>
            </p:nvSpPr>
            <p:spPr>
              <a:xfrm>
                <a:off x="8329204" y="4493155"/>
                <a:ext cx="7136" cy="6678"/>
              </a:xfrm>
              <a:custGeom>
                <a:avLst/>
                <a:gdLst>
                  <a:gd name="connsiteX0" fmla="*/ 2545 w 7136"/>
                  <a:gd name="connsiteY0" fmla="*/ 2681 h 6678"/>
                  <a:gd name="connsiteX1" fmla="*/ 7117 w 7136"/>
                  <a:gd name="connsiteY1" fmla="*/ 46 h 6678"/>
                  <a:gd name="connsiteX2" fmla="*/ 2545 w 7136"/>
                  <a:gd name="connsiteY2" fmla="*/ 2681 h 6678"/>
                </a:gdLst>
                <a:ahLst/>
                <a:cxnLst>
                  <a:cxn ang="0">
                    <a:pos x="connsiteX0" y="connsiteY0"/>
                  </a:cxn>
                  <a:cxn ang="0">
                    <a:pos x="connsiteX1" y="connsiteY1"/>
                  </a:cxn>
                  <a:cxn ang="0">
                    <a:pos x="connsiteX2" y="connsiteY2"/>
                  </a:cxn>
                </a:cxnLst>
                <a:rect l="l" t="t" r="r" b="b"/>
                <a:pathLst>
                  <a:path w="7136" h="6678">
                    <a:moveTo>
                      <a:pt x="2545" y="2681"/>
                    </a:moveTo>
                    <a:cubicBezTo>
                      <a:pt x="-5353" y="10996"/>
                      <a:pt x="7706" y="4447"/>
                      <a:pt x="7117" y="46"/>
                    </a:cubicBezTo>
                    <a:cubicBezTo>
                      <a:pt x="5757" y="-319"/>
                      <a:pt x="3831" y="1561"/>
                      <a:pt x="2545" y="26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6" name="Freeform: Shape 2005">
                <a:extLst>
                  <a:ext uri="{FF2B5EF4-FFF2-40B4-BE49-F238E27FC236}">
                    <a16:creationId xmlns:a16="http://schemas.microsoft.com/office/drawing/2014/main" id="{72C2B134-1140-B0A7-2B15-BA536A85F5EE}"/>
                  </a:ext>
                </a:extLst>
              </p:cNvPr>
              <p:cNvSpPr/>
              <p:nvPr/>
            </p:nvSpPr>
            <p:spPr>
              <a:xfrm>
                <a:off x="10004158" y="6880098"/>
                <a:ext cx="11968" cy="3678"/>
              </a:xfrm>
              <a:custGeom>
                <a:avLst/>
                <a:gdLst>
                  <a:gd name="connsiteX0" fmla="*/ 3596 w 11968"/>
                  <a:gd name="connsiteY0" fmla="*/ 36 h 3678"/>
                  <a:gd name="connsiteX1" fmla="*/ 8367 w 11968"/>
                  <a:gd name="connsiteY1" fmla="*/ 3642 h 3678"/>
                  <a:gd name="connsiteX2" fmla="*/ 3596 w 11968"/>
                  <a:gd name="connsiteY2" fmla="*/ 36 h 3678"/>
                </a:gdLst>
                <a:ahLst/>
                <a:cxnLst>
                  <a:cxn ang="0">
                    <a:pos x="connsiteX0" y="connsiteY0"/>
                  </a:cxn>
                  <a:cxn ang="0">
                    <a:pos x="connsiteX1" y="connsiteY1"/>
                  </a:cxn>
                  <a:cxn ang="0">
                    <a:pos x="connsiteX2" y="connsiteY2"/>
                  </a:cxn>
                </a:cxnLst>
                <a:rect l="l" t="t" r="r" b="b"/>
                <a:pathLst>
                  <a:path w="11968" h="3678">
                    <a:moveTo>
                      <a:pt x="3596" y="36"/>
                    </a:moveTo>
                    <a:cubicBezTo>
                      <a:pt x="-5165" y="613"/>
                      <a:pt x="4333" y="4070"/>
                      <a:pt x="8367" y="3642"/>
                    </a:cubicBezTo>
                    <a:cubicBezTo>
                      <a:pt x="17140" y="3071"/>
                      <a:pt x="7630" y="-388"/>
                      <a:pt x="3596" y="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7" name="Freeform: Shape 2006">
                <a:extLst>
                  <a:ext uri="{FF2B5EF4-FFF2-40B4-BE49-F238E27FC236}">
                    <a16:creationId xmlns:a16="http://schemas.microsoft.com/office/drawing/2014/main" id="{9754E97C-8052-68E6-489A-89AFD9A349C2}"/>
                  </a:ext>
                </a:extLst>
              </p:cNvPr>
              <p:cNvSpPr/>
              <p:nvPr/>
            </p:nvSpPr>
            <p:spPr>
              <a:xfrm>
                <a:off x="9731825" y="6674047"/>
                <a:ext cx="11178" cy="3274"/>
              </a:xfrm>
              <a:custGeom>
                <a:avLst/>
                <a:gdLst>
                  <a:gd name="connsiteX0" fmla="*/ 3465 w 11178"/>
                  <a:gd name="connsiteY0" fmla="*/ 32 h 3274"/>
                  <a:gd name="connsiteX1" fmla="*/ 7712 w 11178"/>
                  <a:gd name="connsiteY1" fmla="*/ 3244 h 3274"/>
                  <a:gd name="connsiteX2" fmla="*/ 3465 w 11178"/>
                  <a:gd name="connsiteY2" fmla="*/ 32 h 3274"/>
                </a:gdLst>
                <a:ahLst/>
                <a:cxnLst>
                  <a:cxn ang="0">
                    <a:pos x="connsiteX0" y="connsiteY0"/>
                  </a:cxn>
                  <a:cxn ang="0">
                    <a:pos x="connsiteX1" y="connsiteY1"/>
                  </a:cxn>
                  <a:cxn ang="0">
                    <a:pos x="connsiteX2" y="connsiteY2"/>
                  </a:cxn>
                </a:cxnLst>
                <a:rect l="l" t="t" r="r" b="b"/>
                <a:pathLst>
                  <a:path w="11178" h="3274">
                    <a:moveTo>
                      <a:pt x="3465" y="32"/>
                    </a:moveTo>
                    <a:cubicBezTo>
                      <a:pt x="-4798" y="529"/>
                      <a:pt x="3808" y="3615"/>
                      <a:pt x="7712" y="3244"/>
                    </a:cubicBezTo>
                    <a:cubicBezTo>
                      <a:pt x="15981" y="2741"/>
                      <a:pt x="7363" y="-346"/>
                      <a:pt x="3465" y="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8" name="Freeform: Shape 2007">
                <a:extLst>
                  <a:ext uri="{FF2B5EF4-FFF2-40B4-BE49-F238E27FC236}">
                    <a16:creationId xmlns:a16="http://schemas.microsoft.com/office/drawing/2014/main" id="{B05FC671-09A2-F326-5B72-92B8663D2A78}"/>
                  </a:ext>
                </a:extLst>
              </p:cNvPr>
              <p:cNvSpPr/>
              <p:nvPr/>
            </p:nvSpPr>
            <p:spPr>
              <a:xfrm>
                <a:off x="9864007" y="6774058"/>
                <a:ext cx="11559" cy="3467"/>
              </a:xfrm>
              <a:custGeom>
                <a:avLst/>
                <a:gdLst>
                  <a:gd name="connsiteX0" fmla="*/ 3528 w 11559"/>
                  <a:gd name="connsiteY0" fmla="*/ 34 h 3467"/>
                  <a:gd name="connsiteX1" fmla="*/ 8026 w 11559"/>
                  <a:gd name="connsiteY1" fmla="*/ 3434 h 3467"/>
                  <a:gd name="connsiteX2" fmla="*/ 3528 w 11559"/>
                  <a:gd name="connsiteY2" fmla="*/ 34 h 3467"/>
                </a:gdLst>
                <a:ahLst/>
                <a:cxnLst>
                  <a:cxn ang="0">
                    <a:pos x="connsiteX0" y="connsiteY0"/>
                  </a:cxn>
                  <a:cxn ang="0">
                    <a:pos x="connsiteX1" y="connsiteY1"/>
                  </a:cxn>
                  <a:cxn ang="0">
                    <a:pos x="connsiteX2" y="connsiteY2"/>
                  </a:cxn>
                </a:cxnLst>
                <a:rect l="l" t="t" r="r" b="b"/>
                <a:pathLst>
                  <a:path w="11559" h="3467">
                    <a:moveTo>
                      <a:pt x="3528" y="34"/>
                    </a:moveTo>
                    <a:cubicBezTo>
                      <a:pt x="-4975" y="571"/>
                      <a:pt x="4060" y="3834"/>
                      <a:pt x="8026" y="3434"/>
                    </a:cubicBezTo>
                    <a:cubicBezTo>
                      <a:pt x="16541" y="2902"/>
                      <a:pt x="7494" y="-366"/>
                      <a:pt x="3528" y="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9" name="Freeform: Shape 2008">
                <a:extLst>
                  <a:ext uri="{FF2B5EF4-FFF2-40B4-BE49-F238E27FC236}">
                    <a16:creationId xmlns:a16="http://schemas.microsoft.com/office/drawing/2014/main" id="{4476ADCF-806D-16A1-07DD-58EFC09BAD7B}"/>
                  </a:ext>
                </a:extLst>
              </p:cNvPr>
              <p:cNvSpPr/>
              <p:nvPr/>
            </p:nvSpPr>
            <p:spPr>
              <a:xfrm>
                <a:off x="9607077" y="6579661"/>
                <a:ext cx="10817" cy="3088"/>
              </a:xfrm>
              <a:custGeom>
                <a:avLst/>
                <a:gdLst>
                  <a:gd name="connsiteX0" fmla="*/ 3403 w 10817"/>
                  <a:gd name="connsiteY0" fmla="*/ 30 h 3088"/>
                  <a:gd name="connsiteX1" fmla="*/ 7410 w 10817"/>
                  <a:gd name="connsiteY1" fmla="*/ 3059 h 3088"/>
                  <a:gd name="connsiteX2" fmla="*/ 3403 w 10817"/>
                  <a:gd name="connsiteY2" fmla="*/ 30 h 3088"/>
                </a:gdLst>
                <a:ahLst/>
                <a:cxnLst>
                  <a:cxn ang="0">
                    <a:pos x="connsiteX0" y="connsiteY0"/>
                  </a:cxn>
                  <a:cxn ang="0">
                    <a:pos x="connsiteX1" y="connsiteY1"/>
                  </a:cxn>
                  <a:cxn ang="0">
                    <a:pos x="connsiteX2" y="connsiteY2"/>
                  </a:cxn>
                </a:cxnLst>
                <a:rect l="l" t="t" r="r" b="b"/>
                <a:pathLst>
                  <a:path w="10817" h="3088">
                    <a:moveTo>
                      <a:pt x="3403" y="30"/>
                    </a:moveTo>
                    <a:cubicBezTo>
                      <a:pt x="-4627" y="493"/>
                      <a:pt x="3569" y="3413"/>
                      <a:pt x="7410" y="3059"/>
                    </a:cubicBezTo>
                    <a:cubicBezTo>
                      <a:pt x="15451" y="2596"/>
                      <a:pt x="7244" y="-325"/>
                      <a:pt x="3403"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0" name="Freeform: Shape 2009">
                <a:extLst>
                  <a:ext uri="{FF2B5EF4-FFF2-40B4-BE49-F238E27FC236}">
                    <a16:creationId xmlns:a16="http://schemas.microsoft.com/office/drawing/2014/main" id="{7CD16E12-FB88-55ED-3433-2A1E94FE517A}"/>
                  </a:ext>
                </a:extLst>
              </p:cNvPr>
              <p:cNvSpPr/>
              <p:nvPr/>
            </p:nvSpPr>
            <p:spPr>
              <a:xfrm>
                <a:off x="9489091" y="6490514"/>
                <a:ext cx="10427" cy="2929"/>
              </a:xfrm>
              <a:custGeom>
                <a:avLst/>
                <a:gdLst>
                  <a:gd name="connsiteX0" fmla="*/ 3483 w 10427"/>
                  <a:gd name="connsiteY0" fmla="*/ 0 h 2929"/>
                  <a:gd name="connsiteX1" fmla="*/ 10330 w 10427"/>
                  <a:gd name="connsiteY1" fmla="*/ 1434 h 2929"/>
                  <a:gd name="connsiteX2" fmla="*/ 3483 w 10427"/>
                  <a:gd name="connsiteY2" fmla="*/ 0 h 2929"/>
                </a:gdLst>
                <a:ahLst/>
                <a:cxnLst>
                  <a:cxn ang="0">
                    <a:pos x="connsiteX0" y="connsiteY0"/>
                  </a:cxn>
                  <a:cxn ang="0">
                    <a:pos x="connsiteX1" y="connsiteY1"/>
                  </a:cxn>
                  <a:cxn ang="0">
                    <a:pos x="connsiteX2" y="connsiteY2"/>
                  </a:cxn>
                </a:cxnLst>
                <a:rect l="l" t="t" r="r" b="b"/>
                <a:pathLst>
                  <a:path w="10427" h="2929">
                    <a:moveTo>
                      <a:pt x="3483" y="0"/>
                    </a:moveTo>
                    <a:cubicBezTo>
                      <a:pt x="-7764" y="726"/>
                      <a:pt x="11970" y="5212"/>
                      <a:pt x="10330" y="1434"/>
                    </a:cubicBezTo>
                    <a:cubicBezTo>
                      <a:pt x="9278" y="640"/>
                      <a:pt x="6215" y="0"/>
                      <a:pt x="348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1" name="Freeform: Shape 2010">
                <a:extLst>
                  <a:ext uri="{FF2B5EF4-FFF2-40B4-BE49-F238E27FC236}">
                    <a16:creationId xmlns:a16="http://schemas.microsoft.com/office/drawing/2014/main" id="{D0230890-83B1-F053-6FBC-2AB4CE23C0EF}"/>
                  </a:ext>
                </a:extLst>
              </p:cNvPr>
              <p:cNvSpPr/>
              <p:nvPr/>
            </p:nvSpPr>
            <p:spPr>
              <a:xfrm>
                <a:off x="10663165" y="7378690"/>
                <a:ext cx="13965" cy="4802"/>
              </a:xfrm>
              <a:custGeom>
                <a:avLst/>
                <a:gdLst>
                  <a:gd name="connsiteX0" fmla="*/ 3870 w 13965"/>
                  <a:gd name="connsiteY0" fmla="*/ 49 h 4802"/>
                  <a:gd name="connsiteX1" fmla="*/ 10088 w 13965"/>
                  <a:gd name="connsiteY1" fmla="*/ 4753 h 4802"/>
                  <a:gd name="connsiteX2" fmla="*/ 3870 w 13965"/>
                  <a:gd name="connsiteY2" fmla="*/ 49 h 4802"/>
                </a:gdLst>
                <a:ahLst/>
                <a:cxnLst>
                  <a:cxn ang="0">
                    <a:pos x="connsiteX0" y="connsiteY0"/>
                  </a:cxn>
                  <a:cxn ang="0">
                    <a:pos x="connsiteX1" y="connsiteY1"/>
                  </a:cxn>
                  <a:cxn ang="0">
                    <a:pos x="connsiteX2" y="connsiteY2"/>
                  </a:cxn>
                </a:cxnLst>
                <a:rect l="l" t="t" r="r" b="b"/>
                <a:pathLst>
                  <a:path w="13965" h="4802">
                    <a:moveTo>
                      <a:pt x="3870" y="49"/>
                    </a:moveTo>
                    <a:cubicBezTo>
                      <a:pt x="-6068" y="855"/>
                      <a:pt x="5768" y="5319"/>
                      <a:pt x="10088" y="4753"/>
                    </a:cubicBezTo>
                    <a:cubicBezTo>
                      <a:pt x="20043" y="3947"/>
                      <a:pt x="8190" y="-516"/>
                      <a:pt x="3870" y="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2" name="Freeform: Shape 2011">
                <a:extLst>
                  <a:ext uri="{FF2B5EF4-FFF2-40B4-BE49-F238E27FC236}">
                    <a16:creationId xmlns:a16="http://schemas.microsoft.com/office/drawing/2014/main" id="{54749DE2-8741-30F8-103D-B4F0D76095B6}"/>
                  </a:ext>
                </a:extLst>
              </p:cNvPr>
              <p:cNvSpPr/>
              <p:nvPr/>
            </p:nvSpPr>
            <p:spPr>
              <a:xfrm>
                <a:off x="10153059" y="6992755"/>
                <a:ext cx="12408" cy="3918"/>
              </a:xfrm>
              <a:custGeom>
                <a:avLst/>
                <a:gdLst>
                  <a:gd name="connsiteX0" fmla="*/ 3662 w 12408"/>
                  <a:gd name="connsiteY0" fmla="*/ 38 h 3918"/>
                  <a:gd name="connsiteX1" fmla="*/ 8742 w 12408"/>
                  <a:gd name="connsiteY1" fmla="*/ 3879 h 3918"/>
                  <a:gd name="connsiteX2" fmla="*/ 3662 w 12408"/>
                  <a:gd name="connsiteY2" fmla="*/ 38 h 3918"/>
                </a:gdLst>
                <a:ahLst/>
                <a:cxnLst>
                  <a:cxn ang="0">
                    <a:pos x="connsiteX0" y="connsiteY0"/>
                  </a:cxn>
                  <a:cxn ang="0">
                    <a:pos x="connsiteX1" y="connsiteY1"/>
                  </a:cxn>
                  <a:cxn ang="0">
                    <a:pos x="connsiteX2" y="connsiteY2"/>
                  </a:cxn>
                </a:cxnLst>
                <a:rect l="l" t="t" r="r" b="b"/>
                <a:pathLst>
                  <a:path w="12408" h="3918">
                    <a:moveTo>
                      <a:pt x="3662" y="38"/>
                    </a:moveTo>
                    <a:cubicBezTo>
                      <a:pt x="-5368" y="661"/>
                      <a:pt x="4639" y="4336"/>
                      <a:pt x="8742" y="3879"/>
                    </a:cubicBezTo>
                    <a:cubicBezTo>
                      <a:pt x="17783" y="3261"/>
                      <a:pt x="7765" y="-414"/>
                      <a:pt x="3662"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3" name="Freeform: Shape 2012">
                <a:extLst>
                  <a:ext uri="{FF2B5EF4-FFF2-40B4-BE49-F238E27FC236}">
                    <a16:creationId xmlns:a16="http://schemas.microsoft.com/office/drawing/2014/main" id="{D6EF210E-EFA7-517C-D320-163CCD5C2679}"/>
                  </a:ext>
                </a:extLst>
              </p:cNvPr>
              <p:cNvSpPr/>
              <p:nvPr/>
            </p:nvSpPr>
            <p:spPr>
              <a:xfrm>
                <a:off x="9377589" y="6406143"/>
                <a:ext cx="10117" cy="2773"/>
              </a:xfrm>
              <a:custGeom>
                <a:avLst/>
                <a:gdLst>
                  <a:gd name="connsiteX0" fmla="*/ 3422 w 10117"/>
                  <a:gd name="connsiteY0" fmla="*/ 0 h 2773"/>
                  <a:gd name="connsiteX1" fmla="*/ 10035 w 10117"/>
                  <a:gd name="connsiteY1" fmla="*/ 1354 h 2773"/>
                  <a:gd name="connsiteX2" fmla="*/ 3422 w 10117"/>
                  <a:gd name="connsiteY2" fmla="*/ 0 h 2773"/>
                </a:gdLst>
                <a:ahLst/>
                <a:cxnLst>
                  <a:cxn ang="0">
                    <a:pos x="connsiteX0" y="connsiteY0"/>
                  </a:cxn>
                  <a:cxn ang="0">
                    <a:pos x="connsiteX1" y="connsiteY1"/>
                  </a:cxn>
                  <a:cxn ang="0">
                    <a:pos x="connsiteX2" y="connsiteY2"/>
                  </a:cxn>
                </a:cxnLst>
                <a:rect l="l" t="t" r="r" b="b"/>
                <a:pathLst>
                  <a:path w="10117" h="2773">
                    <a:moveTo>
                      <a:pt x="3422" y="0"/>
                    </a:moveTo>
                    <a:cubicBezTo>
                      <a:pt x="-7556" y="691"/>
                      <a:pt x="11521" y="4937"/>
                      <a:pt x="10035" y="1354"/>
                    </a:cubicBezTo>
                    <a:cubicBezTo>
                      <a:pt x="9041" y="606"/>
                      <a:pt x="6080" y="0"/>
                      <a:pt x="342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4" name="Freeform: Shape 2013">
                <a:extLst>
                  <a:ext uri="{FF2B5EF4-FFF2-40B4-BE49-F238E27FC236}">
                    <a16:creationId xmlns:a16="http://schemas.microsoft.com/office/drawing/2014/main" id="{59DFC465-A47C-1E43-1B71-9207460161C6}"/>
                  </a:ext>
                </a:extLst>
              </p:cNvPr>
              <p:cNvSpPr/>
              <p:nvPr/>
            </p:nvSpPr>
            <p:spPr>
              <a:xfrm>
                <a:off x="10481466" y="7241220"/>
                <a:ext cx="13402" cy="4478"/>
              </a:xfrm>
              <a:custGeom>
                <a:avLst/>
                <a:gdLst>
                  <a:gd name="connsiteX0" fmla="*/ 3798 w 13402"/>
                  <a:gd name="connsiteY0" fmla="*/ 45 h 4478"/>
                  <a:gd name="connsiteX1" fmla="*/ 9599 w 13402"/>
                  <a:gd name="connsiteY1" fmla="*/ 4434 h 4478"/>
                  <a:gd name="connsiteX2" fmla="*/ 3798 w 13402"/>
                  <a:gd name="connsiteY2" fmla="*/ 45 h 4478"/>
                </a:gdLst>
                <a:ahLst/>
                <a:cxnLst>
                  <a:cxn ang="0">
                    <a:pos x="connsiteX0" y="connsiteY0"/>
                  </a:cxn>
                  <a:cxn ang="0">
                    <a:pos x="connsiteX1" y="connsiteY1"/>
                  </a:cxn>
                  <a:cxn ang="0">
                    <a:pos x="connsiteX2" y="connsiteY2"/>
                  </a:cxn>
                </a:cxnLst>
                <a:rect l="l" t="t" r="r" b="b"/>
                <a:pathLst>
                  <a:path w="13402" h="4478">
                    <a:moveTo>
                      <a:pt x="3798" y="45"/>
                    </a:moveTo>
                    <a:cubicBezTo>
                      <a:pt x="-5820" y="788"/>
                      <a:pt x="5359" y="4954"/>
                      <a:pt x="9599" y="4434"/>
                    </a:cubicBezTo>
                    <a:cubicBezTo>
                      <a:pt x="19229" y="3697"/>
                      <a:pt x="8039" y="-475"/>
                      <a:pt x="3798" y="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5" name="Freeform: Shape 2014">
                <a:extLst>
                  <a:ext uri="{FF2B5EF4-FFF2-40B4-BE49-F238E27FC236}">
                    <a16:creationId xmlns:a16="http://schemas.microsoft.com/office/drawing/2014/main" id="{A2738D0C-03C3-4FEA-23BA-5A9A1B0D838D}"/>
                  </a:ext>
                </a:extLst>
              </p:cNvPr>
              <p:cNvSpPr/>
              <p:nvPr/>
            </p:nvSpPr>
            <p:spPr>
              <a:xfrm>
                <a:off x="10311794" y="7112852"/>
                <a:ext cx="12886" cy="4186"/>
              </a:xfrm>
              <a:custGeom>
                <a:avLst/>
                <a:gdLst>
                  <a:gd name="connsiteX0" fmla="*/ 3729 w 12886"/>
                  <a:gd name="connsiteY0" fmla="*/ 42 h 4186"/>
                  <a:gd name="connsiteX1" fmla="*/ 9152 w 12886"/>
                  <a:gd name="connsiteY1" fmla="*/ 4145 h 4186"/>
                  <a:gd name="connsiteX2" fmla="*/ 3729 w 12886"/>
                  <a:gd name="connsiteY2" fmla="*/ 42 h 4186"/>
                </a:gdLst>
                <a:ahLst/>
                <a:cxnLst>
                  <a:cxn ang="0">
                    <a:pos x="connsiteX0" y="connsiteY0"/>
                  </a:cxn>
                  <a:cxn ang="0">
                    <a:pos x="connsiteX1" y="connsiteY1"/>
                  </a:cxn>
                  <a:cxn ang="0">
                    <a:pos x="connsiteX2" y="connsiteY2"/>
                  </a:cxn>
                </a:cxnLst>
                <a:rect l="l" t="t" r="r" b="b"/>
                <a:pathLst>
                  <a:path w="12886" h="4186">
                    <a:moveTo>
                      <a:pt x="3729" y="42"/>
                    </a:moveTo>
                    <a:cubicBezTo>
                      <a:pt x="-5586" y="722"/>
                      <a:pt x="4981" y="4631"/>
                      <a:pt x="9152" y="4145"/>
                    </a:cubicBezTo>
                    <a:cubicBezTo>
                      <a:pt x="18479" y="3465"/>
                      <a:pt x="7901" y="-444"/>
                      <a:pt x="3729" y="4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6" name="Freeform: Shape 2015">
                <a:extLst>
                  <a:ext uri="{FF2B5EF4-FFF2-40B4-BE49-F238E27FC236}">
                    <a16:creationId xmlns:a16="http://schemas.microsoft.com/office/drawing/2014/main" id="{7A46EC8B-A791-36F3-5A22-E54E39A6DA4F}"/>
                  </a:ext>
                </a:extLst>
              </p:cNvPr>
              <p:cNvSpPr/>
              <p:nvPr/>
            </p:nvSpPr>
            <p:spPr>
              <a:xfrm>
                <a:off x="8390235" y="4586070"/>
                <a:ext cx="7418" cy="7824"/>
              </a:xfrm>
              <a:custGeom>
                <a:avLst/>
                <a:gdLst>
                  <a:gd name="connsiteX0" fmla="*/ 2677 w 7418"/>
                  <a:gd name="connsiteY0" fmla="*/ 1744 h 7824"/>
                  <a:gd name="connsiteX1" fmla="*/ 4740 w 7418"/>
                  <a:gd name="connsiteY1" fmla="*/ 6098 h 7824"/>
                  <a:gd name="connsiteX2" fmla="*/ 2677 w 7418"/>
                  <a:gd name="connsiteY2" fmla="*/ 1744 h 7824"/>
                </a:gdLst>
                <a:ahLst/>
                <a:cxnLst>
                  <a:cxn ang="0">
                    <a:pos x="connsiteX0" y="connsiteY0"/>
                  </a:cxn>
                  <a:cxn ang="0">
                    <a:pos x="connsiteX1" y="connsiteY1"/>
                  </a:cxn>
                  <a:cxn ang="0">
                    <a:pos x="connsiteX2" y="connsiteY2"/>
                  </a:cxn>
                </a:cxnLst>
                <a:rect l="l" t="t" r="r" b="b"/>
                <a:pathLst>
                  <a:path w="7418" h="7824">
                    <a:moveTo>
                      <a:pt x="2677" y="1744"/>
                    </a:moveTo>
                    <a:cubicBezTo>
                      <a:pt x="-1598" y="5224"/>
                      <a:pt x="-638" y="10619"/>
                      <a:pt x="4740" y="6098"/>
                    </a:cubicBezTo>
                    <a:cubicBezTo>
                      <a:pt x="9015" y="2618"/>
                      <a:pt x="8060" y="-2817"/>
                      <a:pt x="2677" y="17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7" name="Freeform: Shape 2016">
                <a:extLst>
                  <a:ext uri="{FF2B5EF4-FFF2-40B4-BE49-F238E27FC236}">
                    <a16:creationId xmlns:a16="http://schemas.microsoft.com/office/drawing/2014/main" id="{EFB1D888-D3EB-DB67-BF47-6F7A7B73C872}"/>
                  </a:ext>
                </a:extLst>
              </p:cNvPr>
              <p:cNvSpPr/>
              <p:nvPr/>
            </p:nvSpPr>
            <p:spPr>
              <a:xfrm>
                <a:off x="8589385" y="5122246"/>
                <a:ext cx="7946" cy="7394"/>
              </a:xfrm>
              <a:custGeom>
                <a:avLst/>
                <a:gdLst>
                  <a:gd name="connsiteX0" fmla="*/ 2803 w 7946"/>
                  <a:gd name="connsiteY0" fmla="*/ 829 h 7394"/>
                  <a:gd name="connsiteX1" fmla="*/ 5140 w 7946"/>
                  <a:gd name="connsiteY1" fmla="*/ 6566 h 7394"/>
                  <a:gd name="connsiteX2" fmla="*/ 2803 w 7946"/>
                  <a:gd name="connsiteY2" fmla="*/ 829 h 7394"/>
                </a:gdLst>
                <a:ahLst/>
                <a:cxnLst>
                  <a:cxn ang="0">
                    <a:pos x="connsiteX0" y="connsiteY0"/>
                  </a:cxn>
                  <a:cxn ang="0">
                    <a:pos x="connsiteX1" y="connsiteY1"/>
                  </a:cxn>
                  <a:cxn ang="0">
                    <a:pos x="connsiteX2" y="connsiteY2"/>
                  </a:cxn>
                </a:cxnLst>
                <a:rect l="l" t="t" r="r" b="b"/>
                <a:pathLst>
                  <a:path w="7946" h="7394">
                    <a:moveTo>
                      <a:pt x="2803" y="829"/>
                    </a:moveTo>
                    <a:cubicBezTo>
                      <a:pt x="-1958" y="3395"/>
                      <a:pt x="-306" y="9630"/>
                      <a:pt x="5140" y="6566"/>
                    </a:cubicBezTo>
                    <a:cubicBezTo>
                      <a:pt x="9912" y="4018"/>
                      <a:pt x="8244" y="-2240"/>
                      <a:pt x="2803" y="8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8" name="Freeform: Shape 2017">
                <a:extLst>
                  <a:ext uri="{FF2B5EF4-FFF2-40B4-BE49-F238E27FC236}">
                    <a16:creationId xmlns:a16="http://schemas.microsoft.com/office/drawing/2014/main" id="{BB89B512-3501-72C1-8B63-C40984BF692F}"/>
                  </a:ext>
                </a:extLst>
              </p:cNvPr>
              <p:cNvSpPr/>
              <p:nvPr/>
            </p:nvSpPr>
            <p:spPr>
              <a:xfrm>
                <a:off x="8661609" y="5272316"/>
                <a:ext cx="8169" cy="5693"/>
              </a:xfrm>
              <a:custGeom>
                <a:avLst/>
                <a:gdLst>
                  <a:gd name="connsiteX0" fmla="*/ 2862 w 8169"/>
                  <a:gd name="connsiteY0" fmla="*/ 880 h 5693"/>
                  <a:gd name="connsiteX1" fmla="*/ 5302 w 8169"/>
                  <a:gd name="connsiteY1" fmla="*/ 4806 h 5693"/>
                  <a:gd name="connsiteX2" fmla="*/ 2862 w 8169"/>
                  <a:gd name="connsiteY2" fmla="*/ 880 h 5693"/>
                </a:gdLst>
                <a:ahLst/>
                <a:cxnLst>
                  <a:cxn ang="0">
                    <a:pos x="connsiteX0" y="connsiteY0"/>
                  </a:cxn>
                  <a:cxn ang="0">
                    <a:pos x="connsiteX1" y="connsiteY1"/>
                  </a:cxn>
                  <a:cxn ang="0">
                    <a:pos x="connsiteX2" y="connsiteY2"/>
                  </a:cxn>
                </a:cxnLst>
                <a:rect l="l" t="t" r="r" b="b"/>
                <a:pathLst>
                  <a:path w="8169" h="5693">
                    <a:moveTo>
                      <a:pt x="2862" y="880"/>
                    </a:moveTo>
                    <a:cubicBezTo>
                      <a:pt x="-2458" y="3635"/>
                      <a:pt x="388" y="7441"/>
                      <a:pt x="5302" y="4806"/>
                    </a:cubicBezTo>
                    <a:cubicBezTo>
                      <a:pt x="10641" y="2075"/>
                      <a:pt x="7766" y="-1743"/>
                      <a:pt x="2862" y="88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9" name="Freeform: Shape 2018">
                <a:extLst>
                  <a:ext uri="{FF2B5EF4-FFF2-40B4-BE49-F238E27FC236}">
                    <a16:creationId xmlns:a16="http://schemas.microsoft.com/office/drawing/2014/main" id="{0F4FCFE3-8E4D-470D-1EDB-2BE9968BB2CF}"/>
                  </a:ext>
                </a:extLst>
              </p:cNvPr>
              <p:cNvSpPr/>
              <p:nvPr/>
            </p:nvSpPr>
            <p:spPr>
              <a:xfrm>
                <a:off x="8737083" y="5359298"/>
                <a:ext cx="8383" cy="5045"/>
              </a:xfrm>
              <a:custGeom>
                <a:avLst/>
                <a:gdLst>
                  <a:gd name="connsiteX0" fmla="*/ 2912 w 8383"/>
                  <a:gd name="connsiteY0" fmla="*/ 903 h 5045"/>
                  <a:gd name="connsiteX1" fmla="*/ 5466 w 8383"/>
                  <a:gd name="connsiteY1" fmla="*/ 4166 h 5045"/>
                  <a:gd name="connsiteX2" fmla="*/ 2912 w 8383"/>
                  <a:gd name="connsiteY2" fmla="*/ 903 h 5045"/>
                </a:gdLst>
                <a:ahLst/>
                <a:cxnLst>
                  <a:cxn ang="0">
                    <a:pos x="connsiteX0" y="connsiteY0"/>
                  </a:cxn>
                  <a:cxn ang="0">
                    <a:pos x="connsiteX1" y="connsiteY1"/>
                  </a:cxn>
                  <a:cxn ang="0">
                    <a:pos x="connsiteX2" y="connsiteY2"/>
                  </a:cxn>
                </a:cxnLst>
                <a:rect l="l" t="t" r="r" b="b"/>
                <a:pathLst>
                  <a:path w="8383" h="5045">
                    <a:moveTo>
                      <a:pt x="2912" y="903"/>
                    </a:moveTo>
                    <a:cubicBezTo>
                      <a:pt x="-2758" y="3674"/>
                      <a:pt x="814" y="6532"/>
                      <a:pt x="5466" y="4166"/>
                    </a:cubicBezTo>
                    <a:cubicBezTo>
                      <a:pt x="11130" y="1371"/>
                      <a:pt x="7598" y="-1509"/>
                      <a:pt x="2912" y="90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0" name="Freeform: Shape 2019">
                <a:extLst>
                  <a:ext uri="{FF2B5EF4-FFF2-40B4-BE49-F238E27FC236}">
                    <a16:creationId xmlns:a16="http://schemas.microsoft.com/office/drawing/2014/main" id="{0BFBB160-0021-18DB-A88D-7BC9CA903DCD}"/>
                  </a:ext>
                </a:extLst>
              </p:cNvPr>
              <p:cNvSpPr/>
              <p:nvPr/>
            </p:nvSpPr>
            <p:spPr>
              <a:xfrm>
                <a:off x="8453873" y="4744726"/>
                <a:ext cx="7578" cy="8419"/>
              </a:xfrm>
              <a:custGeom>
                <a:avLst/>
                <a:gdLst>
                  <a:gd name="connsiteX0" fmla="*/ 2715 w 7578"/>
                  <a:gd name="connsiteY0" fmla="*/ 1238 h 8419"/>
                  <a:gd name="connsiteX1" fmla="*/ 4863 w 7578"/>
                  <a:gd name="connsiteY1" fmla="*/ 7193 h 8419"/>
                  <a:gd name="connsiteX2" fmla="*/ 2715 w 7578"/>
                  <a:gd name="connsiteY2" fmla="*/ 1238 h 8419"/>
                </a:gdLst>
                <a:ahLst/>
                <a:cxnLst>
                  <a:cxn ang="0">
                    <a:pos x="connsiteX0" y="connsiteY0"/>
                  </a:cxn>
                  <a:cxn ang="0">
                    <a:pos x="connsiteX1" y="connsiteY1"/>
                  </a:cxn>
                  <a:cxn ang="0">
                    <a:pos x="connsiteX2" y="connsiteY2"/>
                  </a:cxn>
                </a:cxnLst>
                <a:rect l="l" t="t" r="r" b="b"/>
                <a:pathLst>
                  <a:path w="7578" h="8419">
                    <a:moveTo>
                      <a:pt x="2715" y="1238"/>
                    </a:moveTo>
                    <a:cubicBezTo>
                      <a:pt x="-1497" y="4124"/>
                      <a:pt x="-829" y="11268"/>
                      <a:pt x="4863" y="7193"/>
                    </a:cubicBezTo>
                    <a:cubicBezTo>
                      <a:pt x="9076" y="4307"/>
                      <a:pt x="8407" y="-2866"/>
                      <a:pt x="2715" y="12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1" name="Freeform: Shape 2020">
                <a:extLst>
                  <a:ext uri="{FF2B5EF4-FFF2-40B4-BE49-F238E27FC236}">
                    <a16:creationId xmlns:a16="http://schemas.microsoft.com/office/drawing/2014/main" id="{20EC59CE-6C71-CAAD-41F0-4D7031DF87C2}"/>
                  </a:ext>
                </a:extLst>
              </p:cNvPr>
              <p:cNvSpPr/>
              <p:nvPr/>
            </p:nvSpPr>
            <p:spPr>
              <a:xfrm>
                <a:off x="8520103" y="4934945"/>
                <a:ext cx="7833" cy="8379"/>
              </a:xfrm>
              <a:custGeom>
                <a:avLst/>
                <a:gdLst>
                  <a:gd name="connsiteX0" fmla="*/ 2848 w 7833"/>
                  <a:gd name="connsiteY0" fmla="*/ 911 h 8379"/>
                  <a:gd name="connsiteX1" fmla="*/ 162 w 7833"/>
                  <a:gd name="connsiteY1" fmla="*/ 6740 h 8379"/>
                  <a:gd name="connsiteX2" fmla="*/ 2848 w 7833"/>
                  <a:gd name="connsiteY2" fmla="*/ 911 h 8379"/>
                </a:gdLst>
                <a:ahLst/>
                <a:cxnLst>
                  <a:cxn ang="0">
                    <a:pos x="connsiteX0" y="connsiteY0"/>
                  </a:cxn>
                  <a:cxn ang="0">
                    <a:pos x="connsiteX1" y="connsiteY1"/>
                  </a:cxn>
                  <a:cxn ang="0">
                    <a:pos x="connsiteX2" y="connsiteY2"/>
                  </a:cxn>
                </a:cxnLst>
                <a:rect l="l" t="t" r="r" b="b"/>
                <a:pathLst>
                  <a:path w="7833" h="8379">
                    <a:moveTo>
                      <a:pt x="2848" y="911"/>
                    </a:moveTo>
                    <a:cubicBezTo>
                      <a:pt x="750" y="2363"/>
                      <a:pt x="-456" y="4969"/>
                      <a:pt x="162" y="6740"/>
                    </a:cubicBezTo>
                    <a:cubicBezTo>
                      <a:pt x="4905" y="13713"/>
                      <a:pt x="13237" y="-4130"/>
                      <a:pt x="2848" y="9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2" name="Freeform: Shape 2021">
                <a:extLst>
                  <a:ext uri="{FF2B5EF4-FFF2-40B4-BE49-F238E27FC236}">
                    <a16:creationId xmlns:a16="http://schemas.microsoft.com/office/drawing/2014/main" id="{DA090E9D-0685-D16B-F0B0-E9D91071ED4B}"/>
                  </a:ext>
                </a:extLst>
              </p:cNvPr>
              <p:cNvSpPr/>
              <p:nvPr/>
            </p:nvSpPr>
            <p:spPr>
              <a:xfrm>
                <a:off x="8898686" y="5719150"/>
                <a:ext cx="8769" cy="7585"/>
              </a:xfrm>
              <a:custGeom>
                <a:avLst/>
                <a:gdLst>
                  <a:gd name="connsiteX0" fmla="*/ 2985 w 8769"/>
                  <a:gd name="connsiteY0" fmla="*/ 433 h 7585"/>
                  <a:gd name="connsiteX1" fmla="*/ 5780 w 8769"/>
                  <a:gd name="connsiteY1" fmla="*/ 7154 h 7585"/>
                  <a:gd name="connsiteX2" fmla="*/ 2985 w 8769"/>
                  <a:gd name="connsiteY2" fmla="*/ 433 h 7585"/>
                </a:gdLst>
                <a:ahLst/>
                <a:cxnLst>
                  <a:cxn ang="0">
                    <a:pos x="connsiteX0" y="connsiteY0"/>
                  </a:cxn>
                  <a:cxn ang="0">
                    <a:pos x="connsiteX1" y="connsiteY1"/>
                  </a:cxn>
                  <a:cxn ang="0">
                    <a:pos x="connsiteX2" y="connsiteY2"/>
                  </a:cxn>
                </a:cxnLst>
                <a:rect l="l" t="t" r="r" b="b"/>
                <a:pathLst>
                  <a:path w="8769" h="7585">
                    <a:moveTo>
                      <a:pt x="2985" y="433"/>
                    </a:moveTo>
                    <a:cubicBezTo>
                      <a:pt x="-2587" y="2564"/>
                      <a:pt x="391" y="9348"/>
                      <a:pt x="5780" y="7154"/>
                    </a:cubicBezTo>
                    <a:cubicBezTo>
                      <a:pt x="11364" y="5033"/>
                      <a:pt x="8369" y="-1768"/>
                      <a:pt x="2985" y="4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3" name="Freeform: Shape 2022">
                <a:extLst>
                  <a:ext uri="{FF2B5EF4-FFF2-40B4-BE49-F238E27FC236}">
                    <a16:creationId xmlns:a16="http://schemas.microsoft.com/office/drawing/2014/main" id="{C12AF44B-217B-C070-3CC5-278B4E315F85}"/>
                  </a:ext>
                </a:extLst>
              </p:cNvPr>
              <p:cNvSpPr/>
              <p:nvPr/>
            </p:nvSpPr>
            <p:spPr>
              <a:xfrm>
                <a:off x="9075985" y="6011910"/>
                <a:ext cx="9442" cy="6577"/>
              </a:xfrm>
              <a:custGeom>
                <a:avLst/>
                <a:gdLst>
                  <a:gd name="connsiteX0" fmla="*/ 3320 w 9442"/>
                  <a:gd name="connsiteY0" fmla="*/ 212 h 6577"/>
                  <a:gd name="connsiteX1" fmla="*/ 9304 w 9442"/>
                  <a:gd name="connsiteY1" fmla="*/ 2183 h 6577"/>
                  <a:gd name="connsiteX2" fmla="*/ 3320 w 9442"/>
                  <a:gd name="connsiteY2" fmla="*/ 212 h 6577"/>
                </a:gdLst>
                <a:ahLst/>
                <a:cxnLst>
                  <a:cxn ang="0">
                    <a:pos x="connsiteX0" y="connsiteY0"/>
                  </a:cxn>
                  <a:cxn ang="0">
                    <a:pos x="connsiteX1" y="connsiteY1"/>
                  </a:cxn>
                  <a:cxn ang="0">
                    <a:pos x="connsiteX2" y="connsiteY2"/>
                  </a:cxn>
                </a:cxnLst>
                <a:rect l="l" t="t" r="r" b="b"/>
                <a:pathLst>
                  <a:path w="9442" h="6577">
                    <a:moveTo>
                      <a:pt x="3320" y="212"/>
                    </a:moveTo>
                    <a:cubicBezTo>
                      <a:pt x="-7327" y="4830"/>
                      <a:pt x="11207" y="10831"/>
                      <a:pt x="9304" y="2183"/>
                    </a:cubicBezTo>
                    <a:cubicBezTo>
                      <a:pt x="8452" y="446"/>
                      <a:pt x="5778" y="-434"/>
                      <a:pt x="3320" y="2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4" name="Freeform: Shape 2023">
                <a:extLst>
                  <a:ext uri="{FF2B5EF4-FFF2-40B4-BE49-F238E27FC236}">
                    <a16:creationId xmlns:a16="http://schemas.microsoft.com/office/drawing/2014/main" id="{7BC71275-9AD7-D14A-A0CB-254ED53EAC1B}"/>
                  </a:ext>
                </a:extLst>
              </p:cNvPr>
              <p:cNvSpPr/>
              <p:nvPr/>
            </p:nvSpPr>
            <p:spPr>
              <a:xfrm>
                <a:off x="8816037" y="5512474"/>
                <a:ext cx="8552" cy="7470"/>
              </a:xfrm>
              <a:custGeom>
                <a:avLst/>
                <a:gdLst>
                  <a:gd name="connsiteX0" fmla="*/ 2939 w 8552"/>
                  <a:gd name="connsiteY0" fmla="*/ 517 h 7470"/>
                  <a:gd name="connsiteX1" fmla="*/ 5608 w 8552"/>
                  <a:gd name="connsiteY1" fmla="*/ 6964 h 7470"/>
                  <a:gd name="connsiteX2" fmla="*/ 2939 w 8552"/>
                  <a:gd name="connsiteY2" fmla="*/ 517 h 7470"/>
                </a:gdLst>
                <a:ahLst/>
                <a:cxnLst>
                  <a:cxn ang="0">
                    <a:pos x="connsiteX0" y="connsiteY0"/>
                  </a:cxn>
                  <a:cxn ang="0">
                    <a:pos x="connsiteX1" y="connsiteY1"/>
                  </a:cxn>
                  <a:cxn ang="0">
                    <a:pos x="connsiteX2" y="connsiteY2"/>
                  </a:cxn>
                </a:cxnLst>
                <a:rect l="l" t="t" r="r" b="b"/>
                <a:pathLst>
                  <a:path w="8552" h="7470">
                    <a:moveTo>
                      <a:pt x="2939" y="517"/>
                    </a:moveTo>
                    <a:cubicBezTo>
                      <a:pt x="-2427" y="2746"/>
                      <a:pt x="207" y="9335"/>
                      <a:pt x="5608" y="6964"/>
                    </a:cubicBezTo>
                    <a:cubicBezTo>
                      <a:pt x="10980" y="4729"/>
                      <a:pt x="8351" y="-1883"/>
                      <a:pt x="2939" y="5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5" name="Freeform: Shape 2024">
                <a:extLst>
                  <a:ext uri="{FF2B5EF4-FFF2-40B4-BE49-F238E27FC236}">
                    <a16:creationId xmlns:a16="http://schemas.microsoft.com/office/drawing/2014/main" id="{2439E642-2056-299C-BF2A-4F66E43C0BBB}"/>
                  </a:ext>
                </a:extLst>
              </p:cNvPr>
              <p:cNvSpPr/>
              <p:nvPr/>
            </p:nvSpPr>
            <p:spPr>
              <a:xfrm>
                <a:off x="8985136" y="5891368"/>
                <a:ext cx="9152" cy="4937"/>
              </a:xfrm>
              <a:custGeom>
                <a:avLst/>
                <a:gdLst>
                  <a:gd name="connsiteX0" fmla="*/ 3233 w 9152"/>
                  <a:gd name="connsiteY0" fmla="*/ 500 h 4937"/>
                  <a:gd name="connsiteX1" fmla="*/ 9034 w 9152"/>
                  <a:gd name="connsiteY1" fmla="*/ 1037 h 4937"/>
                  <a:gd name="connsiteX2" fmla="*/ 3233 w 9152"/>
                  <a:gd name="connsiteY2" fmla="*/ 500 h 4937"/>
                </a:gdLst>
                <a:ahLst/>
                <a:cxnLst>
                  <a:cxn ang="0">
                    <a:pos x="connsiteX0" y="connsiteY0"/>
                  </a:cxn>
                  <a:cxn ang="0">
                    <a:pos x="connsiteX1" y="connsiteY1"/>
                  </a:cxn>
                  <a:cxn ang="0">
                    <a:pos x="connsiteX2" y="connsiteY2"/>
                  </a:cxn>
                </a:cxnLst>
                <a:rect l="l" t="t" r="r" b="b"/>
                <a:pathLst>
                  <a:path w="9152" h="4937">
                    <a:moveTo>
                      <a:pt x="3233" y="500"/>
                    </a:moveTo>
                    <a:cubicBezTo>
                      <a:pt x="-7089" y="5597"/>
                      <a:pt x="10759" y="6975"/>
                      <a:pt x="9034" y="1037"/>
                    </a:cubicBezTo>
                    <a:cubicBezTo>
                      <a:pt x="8222" y="-95"/>
                      <a:pt x="5627" y="-340"/>
                      <a:pt x="3233" y="5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6" name="Freeform: Shape 2025">
                <a:extLst>
                  <a:ext uri="{FF2B5EF4-FFF2-40B4-BE49-F238E27FC236}">
                    <a16:creationId xmlns:a16="http://schemas.microsoft.com/office/drawing/2014/main" id="{4005A2AF-2AF7-B79C-99EC-11180A253697}"/>
                  </a:ext>
                </a:extLst>
              </p:cNvPr>
              <p:cNvSpPr/>
              <p:nvPr/>
            </p:nvSpPr>
            <p:spPr>
              <a:xfrm>
                <a:off x="9171614" y="6219491"/>
                <a:ext cx="9627" cy="6057"/>
              </a:xfrm>
              <a:custGeom>
                <a:avLst/>
                <a:gdLst>
                  <a:gd name="connsiteX0" fmla="*/ 3195 w 9627"/>
                  <a:gd name="connsiteY0" fmla="*/ 63 h 6057"/>
                  <a:gd name="connsiteX1" fmla="*/ 6429 w 9627"/>
                  <a:gd name="connsiteY1" fmla="*/ 5995 h 6057"/>
                  <a:gd name="connsiteX2" fmla="*/ 3195 w 9627"/>
                  <a:gd name="connsiteY2" fmla="*/ 63 h 6057"/>
                </a:gdLst>
                <a:ahLst/>
                <a:cxnLst>
                  <a:cxn ang="0">
                    <a:pos x="connsiteX0" y="connsiteY0"/>
                  </a:cxn>
                  <a:cxn ang="0">
                    <a:pos x="connsiteX1" y="connsiteY1"/>
                  </a:cxn>
                  <a:cxn ang="0">
                    <a:pos x="connsiteX2" y="connsiteY2"/>
                  </a:cxn>
                </a:cxnLst>
                <a:rect l="l" t="t" r="r" b="b"/>
                <a:pathLst>
                  <a:path w="9627" h="6057">
                    <a:moveTo>
                      <a:pt x="3195" y="63"/>
                    </a:moveTo>
                    <a:cubicBezTo>
                      <a:pt x="-3674" y="1017"/>
                      <a:pt x="2018" y="6715"/>
                      <a:pt x="6429" y="5995"/>
                    </a:cubicBezTo>
                    <a:cubicBezTo>
                      <a:pt x="13322" y="5115"/>
                      <a:pt x="7573" y="-663"/>
                      <a:pt x="3195" y="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7" name="Freeform: Shape 2026">
                <a:extLst>
                  <a:ext uri="{FF2B5EF4-FFF2-40B4-BE49-F238E27FC236}">
                    <a16:creationId xmlns:a16="http://schemas.microsoft.com/office/drawing/2014/main" id="{857FFB14-56A8-CEC5-140A-F04D75538BF1}"/>
                  </a:ext>
                </a:extLst>
              </p:cNvPr>
              <p:cNvSpPr/>
              <p:nvPr/>
            </p:nvSpPr>
            <p:spPr>
              <a:xfrm>
                <a:off x="9271885" y="6326161"/>
                <a:ext cx="9830" cy="2635"/>
              </a:xfrm>
              <a:custGeom>
                <a:avLst/>
                <a:gdLst>
                  <a:gd name="connsiteX0" fmla="*/ 3365 w 9830"/>
                  <a:gd name="connsiteY0" fmla="*/ 0 h 2635"/>
                  <a:gd name="connsiteX1" fmla="*/ 9760 w 9830"/>
                  <a:gd name="connsiteY1" fmla="*/ 1286 h 2635"/>
                  <a:gd name="connsiteX2" fmla="*/ 3365 w 9830"/>
                  <a:gd name="connsiteY2" fmla="*/ 0 h 2635"/>
                </a:gdLst>
                <a:ahLst/>
                <a:cxnLst>
                  <a:cxn ang="0">
                    <a:pos x="connsiteX0" y="connsiteY0"/>
                  </a:cxn>
                  <a:cxn ang="0">
                    <a:pos x="connsiteX1" y="connsiteY1"/>
                  </a:cxn>
                  <a:cxn ang="0">
                    <a:pos x="connsiteX2" y="connsiteY2"/>
                  </a:cxn>
                </a:cxnLst>
                <a:rect l="l" t="t" r="r" b="b"/>
                <a:pathLst>
                  <a:path w="9830" h="2635">
                    <a:moveTo>
                      <a:pt x="3365" y="0"/>
                    </a:moveTo>
                    <a:cubicBezTo>
                      <a:pt x="-7362" y="652"/>
                      <a:pt x="11108" y="4692"/>
                      <a:pt x="9760" y="1286"/>
                    </a:cubicBezTo>
                    <a:cubicBezTo>
                      <a:pt x="8822" y="578"/>
                      <a:pt x="5959" y="0"/>
                      <a:pt x="336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8" name="Freeform: Shape 2027">
                <a:extLst>
                  <a:ext uri="{FF2B5EF4-FFF2-40B4-BE49-F238E27FC236}">
                    <a16:creationId xmlns:a16="http://schemas.microsoft.com/office/drawing/2014/main" id="{4D13B56A-3B78-BAD3-9028-94B11363CE70}"/>
                  </a:ext>
                </a:extLst>
              </p:cNvPr>
              <p:cNvSpPr/>
              <p:nvPr/>
            </p:nvSpPr>
            <p:spPr>
              <a:xfrm>
                <a:off x="10858262" y="7526146"/>
                <a:ext cx="14103" cy="5174"/>
              </a:xfrm>
              <a:custGeom>
                <a:avLst/>
                <a:gdLst>
                  <a:gd name="connsiteX0" fmla="*/ 3684 w 14103"/>
                  <a:gd name="connsiteY0" fmla="*/ 0 h 5174"/>
                  <a:gd name="connsiteX1" fmla="*/ 14028 w 14103"/>
                  <a:gd name="connsiteY1" fmla="*/ 4303 h 5174"/>
                  <a:gd name="connsiteX2" fmla="*/ 3684 w 14103"/>
                  <a:gd name="connsiteY2" fmla="*/ 0 h 5174"/>
                </a:gdLst>
                <a:ahLst/>
                <a:cxnLst>
                  <a:cxn ang="0">
                    <a:pos x="connsiteX0" y="connsiteY0"/>
                  </a:cxn>
                  <a:cxn ang="0">
                    <a:pos x="connsiteX1" y="connsiteY1"/>
                  </a:cxn>
                  <a:cxn ang="0">
                    <a:pos x="connsiteX2" y="connsiteY2"/>
                  </a:cxn>
                </a:cxnLst>
                <a:rect l="l" t="t" r="r" b="b"/>
                <a:pathLst>
                  <a:path w="14103" h="5174">
                    <a:moveTo>
                      <a:pt x="3684" y="0"/>
                    </a:moveTo>
                    <a:cubicBezTo>
                      <a:pt x="-7781" y="1297"/>
                      <a:pt x="10890" y="7412"/>
                      <a:pt x="14028" y="4303"/>
                    </a:cubicBezTo>
                    <a:cubicBezTo>
                      <a:pt x="14994" y="800"/>
                      <a:pt x="6410" y="183"/>
                      <a:pt x="368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9" name="Freeform: Shape 2028">
                <a:extLst>
                  <a:ext uri="{FF2B5EF4-FFF2-40B4-BE49-F238E27FC236}">
                    <a16:creationId xmlns:a16="http://schemas.microsoft.com/office/drawing/2014/main" id="{71ADBEDA-E98C-9FEF-587C-32488A23CE1C}"/>
                  </a:ext>
                </a:extLst>
              </p:cNvPr>
              <p:cNvSpPr/>
              <p:nvPr/>
            </p:nvSpPr>
            <p:spPr>
              <a:xfrm>
                <a:off x="8133627" y="4675698"/>
                <a:ext cx="7070" cy="6107"/>
              </a:xfrm>
              <a:custGeom>
                <a:avLst/>
                <a:gdLst>
                  <a:gd name="connsiteX0" fmla="*/ 2526 w 7070"/>
                  <a:gd name="connsiteY0" fmla="*/ 2504 h 6107"/>
                  <a:gd name="connsiteX1" fmla="*/ 6635 w 7070"/>
                  <a:gd name="connsiteY1" fmla="*/ 1509 h 6107"/>
                  <a:gd name="connsiteX2" fmla="*/ 2526 w 7070"/>
                  <a:gd name="connsiteY2" fmla="*/ 2504 h 6107"/>
                </a:gdLst>
                <a:ahLst/>
                <a:cxnLst>
                  <a:cxn ang="0">
                    <a:pos x="connsiteX0" y="connsiteY0"/>
                  </a:cxn>
                  <a:cxn ang="0">
                    <a:pos x="connsiteX1" y="connsiteY1"/>
                  </a:cxn>
                  <a:cxn ang="0">
                    <a:pos x="connsiteX2" y="connsiteY2"/>
                  </a:cxn>
                </a:cxnLst>
                <a:rect l="l" t="t" r="r" b="b"/>
                <a:pathLst>
                  <a:path w="7070" h="6107">
                    <a:moveTo>
                      <a:pt x="2526" y="2504"/>
                    </a:moveTo>
                    <a:cubicBezTo>
                      <a:pt x="-4343" y="9145"/>
                      <a:pt x="4772" y="5276"/>
                      <a:pt x="6635" y="1509"/>
                    </a:cubicBezTo>
                    <a:cubicBezTo>
                      <a:pt x="8549" y="-1885"/>
                      <a:pt x="3600" y="1344"/>
                      <a:pt x="2526" y="25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0" name="Freeform: Shape 2029">
                <a:extLst>
                  <a:ext uri="{FF2B5EF4-FFF2-40B4-BE49-F238E27FC236}">
                    <a16:creationId xmlns:a16="http://schemas.microsoft.com/office/drawing/2014/main" id="{584CBA08-3FBD-F50F-ECD3-17D5E12D3BB3}"/>
                  </a:ext>
                </a:extLst>
              </p:cNvPr>
              <p:cNvSpPr/>
              <p:nvPr/>
            </p:nvSpPr>
            <p:spPr>
              <a:xfrm>
                <a:off x="9569073" y="6774092"/>
                <a:ext cx="11393" cy="3477"/>
              </a:xfrm>
              <a:custGeom>
                <a:avLst/>
                <a:gdLst>
                  <a:gd name="connsiteX0" fmla="*/ 3775 w 11393"/>
                  <a:gd name="connsiteY0" fmla="*/ 0 h 3477"/>
                  <a:gd name="connsiteX1" fmla="*/ 11273 w 11393"/>
                  <a:gd name="connsiteY1" fmla="*/ 1703 h 3477"/>
                  <a:gd name="connsiteX2" fmla="*/ 3775 w 11393"/>
                  <a:gd name="connsiteY2" fmla="*/ 0 h 3477"/>
                </a:gdLst>
                <a:ahLst/>
                <a:cxnLst>
                  <a:cxn ang="0">
                    <a:pos x="connsiteX0" y="connsiteY0"/>
                  </a:cxn>
                  <a:cxn ang="0">
                    <a:pos x="connsiteX1" y="connsiteY1"/>
                  </a:cxn>
                  <a:cxn ang="0">
                    <a:pos x="connsiteX2" y="connsiteY2"/>
                  </a:cxn>
                </a:cxnLst>
                <a:rect l="l" t="t" r="r" b="b"/>
                <a:pathLst>
                  <a:path w="11393" h="3477">
                    <a:moveTo>
                      <a:pt x="3775" y="0"/>
                    </a:moveTo>
                    <a:cubicBezTo>
                      <a:pt x="-8478" y="886"/>
                      <a:pt x="13187" y="6178"/>
                      <a:pt x="11273" y="1703"/>
                    </a:cubicBezTo>
                    <a:cubicBezTo>
                      <a:pt x="10113" y="760"/>
                      <a:pt x="6758" y="0"/>
                      <a:pt x="377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1" name="Freeform: Shape 2030">
                <a:extLst>
                  <a:ext uri="{FF2B5EF4-FFF2-40B4-BE49-F238E27FC236}">
                    <a16:creationId xmlns:a16="http://schemas.microsoft.com/office/drawing/2014/main" id="{192B5037-9462-ABB3-3EFA-3FFE663B69C2}"/>
                  </a:ext>
                </a:extLst>
              </p:cNvPr>
              <p:cNvSpPr/>
              <p:nvPr/>
            </p:nvSpPr>
            <p:spPr>
              <a:xfrm>
                <a:off x="9445433" y="6674079"/>
                <a:ext cx="11027" cy="3279"/>
              </a:xfrm>
              <a:custGeom>
                <a:avLst/>
                <a:gdLst>
                  <a:gd name="connsiteX0" fmla="*/ 3702 w 11027"/>
                  <a:gd name="connsiteY0" fmla="*/ 0 h 3279"/>
                  <a:gd name="connsiteX1" fmla="*/ 10925 w 11027"/>
                  <a:gd name="connsiteY1" fmla="*/ 1606 h 3279"/>
                  <a:gd name="connsiteX2" fmla="*/ 3702 w 11027"/>
                  <a:gd name="connsiteY2" fmla="*/ 0 h 3279"/>
                </a:gdLst>
                <a:ahLst/>
                <a:cxnLst>
                  <a:cxn ang="0">
                    <a:pos x="connsiteX0" y="connsiteY0"/>
                  </a:cxn>
                  <a:cxn ang="0">
                    <a:pos x="connsiteX1" y="connsiteY1"/>
                  </a:cxn>
                  <a:cxn ang="0">
                    <a:pos x="connsiteX2" y="connsiteY2"/>
                  </a:cxn>
                </a:cxnLst>
                <a:rect l="l" t="t" r="r" b="b"/>
                <a:pathLst>
                  <a:path w="11027" h="3279">
                    <a:moveTo>
                      <a:pt x="3702" y="0"/>
                    </a:moveTo>
                    <a:cubicBezTo>
                      <a:pt x="-8231" y="829"/>
                      <a:pt x="12657" y="5829"/>
                      <a:pt x="10925" y="1606"/>
                    </a:cubicBezTo>
                    <a:cubicBezTo>
                      <a:pt x="9828" y="714"/>
                      <a:pt x="6599" y="0"/>
                      <a:pt x="370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2" name="Freeform: Shape 2031">
                <a:extLst>
                  <a:ext uri="{FF2B5EF4-FFF2-40B4-BE49-F238E27FC236}">
                    <a16:creationId xmlns:a16="http://schemas.microsoft.com/office/drawing/2014/main" id="{C5869B3E-20F5-48D7-D334-2D5220E91C4A}"/>
                  </a:ext>
                </a:extLst>
              </p:cNvPr>
              <p:cNvSpPr/>
              <p:nvPr/>
            </p:nvSpPr>
            <p:spPr>
              <a:xfrm>
                <a:off x="9700174" y="6880134"/>
                <a:ext cx="11782" cy="3686"/>
              </a:xfrm>
              <a:custGeom>
                <a:avLst/>
                <a:gdLst>
                  <a:gd name="connsiteX0" fmla="*/ 3850 w 11782"/>
                  <a:gd name="connsiteY0" fmla="*/ 0 h 3686"/>
                  <a:gd name="connsiteX1" fmla="*/ 11639 w 11782"/>
                  <a:gd name="connsiteY1" fmla="*/ 1805 h 3686"/>
                  <a:gd name="connsiteX2" fmla="*/ 3850 w 11782"/>
                  <a:gd name="connsiteY2" fmla="*/ 0 h 3686"/>
                </a:gdLst>
                <a:ahLst/>
                <a:cxnLst>
                  <a:cxn ang="0">
                    <a:pos x="connsiteX0" y="connsiteY0"/>
                  </a:cxn>
                  <a:cxn ang="0">
                    <a:pos x="connsiteX1" y="connsiteY1"/>
                  </a:cxn>
                  <a:cxn ang="0">
                    <a:pos x="connsiteX2" y="connsiteY2"/>
                  </a:cxn>
                </a:cxnLst>
                <a:rect l="l" t="t" r="r" b="b"/>
                <a:pathLst>
                  <a:path w="11782" h="3686">
                    <a:moveTo>
                      <a:pt x="3850" y="0"/>
                    </a:moveTo>
                    <a:cubicBezTo>
                      <a:pt x="-8741" y="937"/>
                      <a:pt x="13765" y="6549"/>
                      <a:pt x="11639" y="1805"/>
                    </a:cubicBezTo>
                    <a:cubicBezTo>
                      <a:pt x="10405" y="811"/>
                      <a:pt x="6919" y="0"/>
                      <a:pt x="385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3" name="Freeform: Shape 2032">
                <a:extLst>
                  <a:ext uri="{FF2B5EF4-FFF2-40B4-BE49-F238E27FC236}">
                    <a16:creationId xmlns:a16="http://schemas.microsoft.com/office/drawing/2014/main" id="{6AB57CFC-F229-B2A9-302C-074DDC3DF3F4}"/>
                  </a:ext>
                </a:extLst>
              </p:cNvPr>
              <p:cNvSpPr/>
              <p:nvPr/>
            </p:nvSpPr>
            <p:spPr>
              <a:xfrm>
                <a:off x="9328749" y="6579690"/>
                <a:ext cx="10685" cy="3098"/>
              </a:xfrm>
              <a:custGeom>
                <a:avLst/>
                <a:gdLst>
                  <a:gd name="connsiteX0" fmla="*/ 3633 w 10685"/>
                  <a:gd name="connsiteY0" fmla="*/ 0 h 3098"/>
                  <a:gd name="connsiteX1" fmla="*/ 10600 w 10685"/>
                  <a:gd name="connsiteY1" fmla="*/ 1515 h 3098"/>
                  <a:gd name="connsiteX2" fmla="*/ 3633 w 10685"/>
                  <a:gd name="connsiteY2" fmla="*/ 0 h 3098"/>
                </a:gdLst>
                <a:ahLst/>
                <a:cxnLst>
                  <a:cxn ang="0">
                    <a:pos x="connsiteX0" y="connsiteY0"/>
                  </a:cxn>
                  <a:cxn ang="0">
                    <a:pos x="connsiteX1" y="connsiteY1"/>
                  </a:cxn>
                  <a:cxn ang="0">
                    <a:pos x="connsiteX2" y="connsiteY2"/>
                  </a:cxn>
                </a:cxnLst>
                <a:rect l="l" t="t" r="r" b="b"/>
                <a:pathLst>
                  <a:path w="10685" h="3098">
                    <a:moveTo>
                      <a:pt x="3633" y="0"/>
                    </a:moveTo>
                    <a:cubicBezTo>
                      <a:pt x="-7996" y="783"/>
                      <a:pt x="12149" y="5509"/>
                      <a:pt x="10600" y="1515"/>
                    </a:cubicBezTo>
                    <a:cubicBezTo>
                      <a:pt x="9560" y="675"/>
                      <a:pt x="6445" y="0"/>
                      <a:pt x="363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4" name="Freeform: Shape 2033">
                <a:extLst>
                  <a:ext uri="{FF2B5EF4-FFF2-40B4-BE49-F238E27FC236}">
                    <a16:creationId xmlns:a16="http://schemas.microsoft.com/office/drawing/2014/main" id="{320388C5-7802-8CCC-2460-6FCF7FE4DC91}"/>
                  </a:ext>
                </a:extLst>
              </p:cNvPr>
              <p:cNvSpPr/>
              <p:nvPr/>
            </p:nvSpPr>
            <p:spPr>
              <a:xfrm>
                <a:off x="9218510" y="6490514"/>
                <a:ext cx="10366" cy="2931"/>
              </a:xfrm>
              <a:custGeom>
                <a:avLst/>
                <a:gdLst>
                  <a:gd name="connsiteX0" fmla="*/ 3568 w 10366"/>
                  <a:gd name="connsiteY0" fmla="*/ 0 h 2931"/>
                  <a:gd name="connsiteX1" fmla="*/ 10295 w 10366"/>
                  <a:gd name="connsiteY1" fmla="*/ 1434 h 2931"/>
                  <a:gd name="connsiteX2" fmla="*/ 3568 w 10366"/>
                  <a:gd name="connsiteY2" fmla="*/ 0 h 2931"/>
                </a:gdLst>
                <a:ahLst/>
                <a:cxnLst>
                  <a:cxn ang="0">
                    <a:pos x="connsiteX0" y="connsiteY0"/>
                  </a:cxn>
                  <a:cxn ang="0">
                    <a:pos x="connsiteX1" y="connsiteY1"/>
                  </a:cxn>
                  <a:cxn ang="0">
                    <a:pos x="connsiteX2" y="connsiteY2"/>
                  </a:cxn>
                </a:cxnLst>
                <a:rect l="l" t="t" r="r" b="b"/>
                <a:pathLst>
                  <a:path w="10366" h="2931">
                    <a:moveTo>
                      <a:pt x="3568" y="0"/>
                    </a:moveTo>
                    <a:cubicBezTo>
                      <a:pt x="-7777" y="737"/>
                      <a:pt x="11683" y="5212"/>
                      <a:pt x="10295" y="1434"/>
                    </a:cubicBezTo>
                    <a:cubicBezTo>
                      <a:pt x="9312" y="640"/>
                      <a:pt x="6306" y="0"/>
                      <a:pt x="356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5" name="Freeform: Shape 2034">
                <a:extLst>
                  <a:ext uri="{FF2B5EF4-FFF2-40B4-BE49-F238E27FC236}">
                    <a16:creationId xmlns:a16="http://schemas.microsoft.com/office/drawing/2014/main" id="{3E83753C-9A30-78E0-7178-0B47D7D9E5C5}"/>
                  </a:ext>
                </a:extLst>
              </p:cNvPr>
              <p:cNvSpPr/>
              <p:nvPr/>
            </p:nvSpPr>
            <p:spPr>
              <a:xfrm>
                <a:off x="10316772" y="7378693"/>
                <a:ext cx="13814" cy="4796"/>
              </a:xfrm>
              <a:custGeom>
                <a:avLst/>
                <a:gdLst>
                  <a:gd name="connsiteX0" fmla="*/ 3998 w 13814"/>
                  <a:gd name="connsiteY0" fmla="*/ 46 h 4796"/>
                  <a:gd name="connsiteX1" fmla="*/ 9815 w 13814"/>
                  <a:gd name="connsiteY1" fmla="*/ 4750 h 4796"/>
                  <a:gd name="connsiteX2" fmla="*/ 3998 w 13814"/>
                  <a:gd name="connsiteY2" fmla="*/ 46 h 4796"/>
                </a:gdLst>
                <a:ahLst/>
                <a:cxnLst>
                  <a:cxn ang="0">
                    <a:pos x="connsiteX0" y="connsiteY0"/>
                  </a:cxn>
                  <a:cxn ang="0">
                    <a:pos x="connsiteX1" y="connsiteY1"/>
                  </a:cxn>
                  <a:cxn ang="0">
                    <a:pos x="connsiteX2" y="connsiteY2"/>
                  </a:cxn>
                </a:cxnLst>
                <a:rect l="l" t="t" r="r" b="b"/>
                <a:pathLst>
                  <a:path w="13814" h="4796">
                    <a:moveTo>
                      <a:pt x="3998" y="46"/>
                    </a:moveTo>
                    <a:cubicBezTo>
                      <a:pt x="-5964" y="812"/>
                      <a:pt x="5278" y="5298"/>
                      <a:pt x="9815" y="4750"/>
                    </a:cubicBezTo>
                    <a:cubicBezTo>
                      <a:pt x="19782" y="3984"/>
                      <a:pt x="8529" y="-503"/>
                      <a:pt x="3998"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6" name="Freeform: Shape 2035">
                <a:extLst>
                  <a:ext uri="{FF2B5EF4-FFF2-40B4-BE49-F238E27FC236}">
                    <a16:creationId xmlns:a16="http://schemas.microsoft.com/office/drawing/2014/main" id="{D08BD95C-620D-AB20-B88B-44F2A70F32BA}"/>
                  </a:ext>
                </a:extLst>
              </p:cNvPr>
              <p:cNvSpPr/>
              <p:nvPr/>
            </p:nvSpPr>
            <p:spPr>
              <a:xfrm>
                <a:off x="9114211" y="6406143"/>
                <a:ext cx="10063" cy="2775"/>
              </a:xfrm>
              <a:custGeom>
                <a:avLst/>
                <a:gdLst>
                  <a:gd name="connsiteX0" fmla="*/ 3505 w 10063"/>
                  <a:gd name="connsiteY0" fmla="*/ 0 h 2775"/>
                  <a:gd name="connsiteX1" fmla="*/ 10003 w 10063"/>
                  <a:gd name="connsiteY1" fmla="*/ 1354 h 2775"/>
                  <a:gd name="connsiteX2" fmla="*/ 3505 w 10063"/>
                  <a:gd name="connsiteY2" fmla="*/ 0 h 2775"/>
                </a:gdLst>
                <a:ahLst/>
                <a:cxnLst>
                  <a:cxn ang="0">
                    <a:pos x="connsiteX0" y="connsiteY0"/>
                  </a:cxn>
                  <a:cxn ang="0">
                    <a:pos x="connsiteX1" y="connsiteY1"/>
                  </a:cxn>
                  <a:cxn ang="0">
                    <a:pos x="connsiteX2" y="connsiteY2"/>
                  </a:cxn>
                </a:cxnLst>
                <a:rect l="l" t="t" r="r" b="b"/>
                <a:pathLst>
                  <a:path w="10063" h="2775">
                    <a:moveTo>
                      <a:pt x="3505" y="0"/>
                    </a:moveTo>
                    <a:cubicBezTo>
                      <a:pt x="-7571" y="703"/>
                      <a:pt x="11255" y="4937"/>
                      <a:pt x="10003" y="1354"/>
                    </a:cubicBezTo>
                    <a:cubicBezTo>
                      <a:pt x="9071" y="606"/>
                      <a:pt x="6163" y="0"/>
                      <a:pt x="350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7" name="Freeform: Shape 2036">
                <a:extLst>
                  <a:ext uri="{FF2B5EF4-FFF2-40B4-BE49-F238E27FC236}">
                    <a16:creationId xmlns:a16="http://schemas.microsoft.com/office/drawing/2014/main" id="{9244F23E-5FCF-9728-E0A7-916DB68AC625}"/>
                  </a:ext>
                </a:extLst>
              </p:cNvPr>
              <p:cNvSpPr/>
              <p:nvPr/>
            </p:nvSpPr>
            <p:spPr>
              <a:xfrm>
                <a:off x="10146806" y="7241222"/>
                <a:ext cx="13263" cy="4474"/>
              </a:xfrm>
              <a:custGeom>
                <a:avLst/>
                <a:gdLst>
                  <a:gd name="connsiteX0" fmla="*/ 3920 w 13263"/>
                  <a:gd name="connsiteY0" fmla="*/ 43 h 4474"/>
                  <a:gd name="connsiteX1" fmla="*/ 9349 w 13263"/>
                  <a:gd name="connsiteY1" fmla="*/ 4432 h 4474"/>
                  <a:gd name="connsiteX2" fmla="*/ 3920 w 13263"/>
                  <a:gd name="connsiteY2" fmla="*/ 43 h 4474"/>
                </a:gdLst>
                <a:ahLst/>
                <a:cxnLst>
                  <a:cxn ang="0">
                    <a:pos x="connsiteX0" y="connsiteY0"/>
                  </a:cxn>
                  <a:cxn ang="0">
                    <a:pos x="connsiteX1" y="connsiteY1"/>
                  </a:cxn>
                  <a:cxn ang="0">
                    <a:pos x="connsiteX2" y="connsiteY2"/>
                  </a:cxn>
                </a:cxnLst>
                <a:rect l="l" t="t" r="r" b="b"/>
                <a:pathLst>
                  <a:path w="13263" h="4474">
                    <a:moveTo>
                      <a:pt x="3920" y="43"/>
                    </a:moveTo>
                    <a:cubicBezTo>
                      <a:pt x="-5722" y="746"/>
                      <a:pt x="4908" y="4941"/>
                      <a:pt x="9349" y="4432"/>
                    </a:cubicBezTo>
                    <a:cubicBezTo>
                      <a:pt x="18984" y="3729"/>
                      <a:pt x="8349" y="-466"/>
                      <a:pt x="3920" y="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8" name="Freeform: Shape 2037">
                <a:extLst>
                  <a:ext uri="{FF2B5EF4-FFF2-40B4-BE49-F238E27FC236}">
                    <a16:creationId xmlns:a16="http://schemas.microsoft.com/office/drawing/2014/main" id="{281F981C-C4DA-FCAA-3709-B885A33384AF}"/>
                  </a:ext>
                </a:extLst>
              </p:cNvPr>
              <p:cNvSpPr/>
              <p:nvPr/>
            </p:nvSpPr>
            <p:spPr>
              <a:xfrm>
                <a:off x="9988093" y="7112854"/>
                <a:ext cx="12759" cy="4182"/>
              </a:xfrm>
              <a:custGeom>
                <a:avLst/>
                <a:gdLst>
                  <a:gd name="connsiteX0" fmla="*/ 3841 w 12759"/>
                  <a:gd name="connsiteY0" fmla="*/ 40 h 4182"/>
                  <a:gd name="connsiteX1" fmla="*/ 8916 w 12759"/>
                  <a:gd name="connsiteY1" fmla="*/ 4143 h 4182"/>
                  <a:gd name="connsiteX2" fmla="*/ 3841 w 12759"/>
                  <a:gd name="connsiteY2" fmla="*/ 40 h 4182"/>
                </a:gdLst>
                <a:ahLst/>
                <a:cxnLst>
                  <a:cxn ang="0">
                    <a:pos x="connsiteX0" y="connsiteY0"/>
                  </a:cxn>
                  <a:cxn ang="0">
                    <a:pos x="connsiteX1" y="connsiteY1"/>
                  </a:cxn>
                  <a:cxn ang="0">
                    <a:pos x="connsiteX2" y="connsiteY2"/>
                  </a:cxn>
                </a:cxnLst>
                <a:rect l="l" t="t" r="r" b="b"/>
                <a:pathLst>
                  <a:path w="12759" h="4182">
                    <a:moveTo>
                      <a:pt x="3841" y="40"/>
                    </a:moveTo>
                    <a:cubicBezTo>
                      <a:pt x="-5486" y="686"/>
                      <a:pt x="4555" y="4617"/>
                      <a:pt x="8916" y="4143"/>
                    </a:cubicBezTo>
                    <a:cubicBezTo>
                      <a:pt x="18249" y="3498"/>
                      <a:pt x="8196" y="-435"/>
                      <a:pt x="3841" y="4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9" name="Freeform: Shape 2038">
                <a:extLst>
                  <a:ext uri="{FF2B5EF4-FFF2-40B4-BE49-F238E27FC236}">
                    <a16:creationId xmlns:a16="http://schemas.microsoft.com/office/drawing/2014/main" id="{4C4B8920-0311-E545-70DD-BA25A07745E9}"/>
                  </a:ext>
                </a:extLst>
              </p:cNvPr>
              <p:cNvSpPr/>
              <p:nvPr/>
            </p:nvSpPr>
            <p:spPr>
              <a:xfrm>
                <a:off x="9839456" y="6992794"/>
                <a:ext cx="12206" cy="3922"/>
              </a:xfrm>
              <a:custGeom>
                <a:avLst/>
                <a:gdLst>
                  <a:gd name="connsiteX0" fmla="*/ 3923 w 12206"/>
                  <a:gd name="connsiteY0" fmla="*/ 0 h 3922"/>
                  <a:gd name="connsiteX1" fmla="*/ 12038 w 12206"/>
                  <a:gd name="connsiteY1" fmla="*/ 1920 h 3922"/>
                  <a:gd name="connsiteX2" fmla="*/ 3923 w 12206"/>
                  <a:gd name="connsiteY2" fmla="*/ 0 h 3922"/>
                </a:gdLst>
                <a:ahLst/>
                <a:cxnLst>
                  <a:cxn ang="0">
                    <a:pos x="connsiteX0" y="connsiteY0"/>
                  </a:cxn>
                  <a:cxn ang="0">
                    <a:pos x="connsiteX1" y="connsiteY1"/>
                  </a:cxn>
                  <a:cxn ang="0">
                    <a:pos x="connsiteX2" y="connsiteY2"/>
                  </a:cxn>
                </a:cxnLst>
                <a:rect l="l" t="t" r="r" b="b"/>
                <a:pathLst>
                  <a:path w="12206" h="3922">
                    <a:moveTo>
                      <a:pt x="3923" y="0"/>
                    </a:moveTo>
                    <a:cubicBezTo>
                      <a:pt x="-9016" y="1005"/>
                      <a:pt x="14398" y="6967"/>
                      <a:pt x="12038" y="1920"/>
                    </a:cubicBezTo>
                    <a:cubicBezTo>
                      <a:pt x="10718" y="863"/>
                      <a:pt x="7089" y="0"/>
                      <a:pt x="392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0" name="Freeform: Shape 2039">
                <a:extLst>
                  <a:ext uri="{FF2B5EF4-FFF2-40B4-BE49-F238E27FC236}">
                    <a16:creationId xmlns:a16="http://schemas.microsoft.com/office/drawing/2014/main" id="{173F386B-A514-9959-DA3F-2A6E81C2DE3A}"/>
                  </a:ext>
                </a:extLst>
              </p:cNvPr>
              <p:cNvSpPr/>
              <p:nvPr/>
            </p:nvSpPr>
            <p:spPr>
              <a:xfrm>
                <a:off x="8515018" y="5460564"/>
                <a:ext cx="8473" cy="4551"/>
              </a:xfrm>
              <a:custGeom>
                <a:avLst/>
                <a:gdLst>
                  <a:gd name="connsiteX0" fmla="*/ 3138 w 8473"/>
                  <a:gd name="connsiteY0" fmla="*/ 798 h 4551"/>
                  <a:gd name="connsiteX1" fmla="*/ 8395 w 8473"/>
                  <a:gd name="connsiteY1" fmla="*/ 592 h 4551"/>
                  <a:gd name="connsiteX2" fmla="*/ 3138 w 8473"/>
                  <a:gd name="connsiteY2" fmla="*/ 798 h 4551"/>
                </a:gdLst>
                <a:ahLst/>
                <a:cxnLst>
                  <a:cxn ang="0">
                    <a:pos x="connsiteX0" y="connsiteY0"/>
                  </a:cxn>
                  <a:cxn ang="0">
                    <a:pos x="connsiteX1" y="connsiteY1"/>
                  </a:cxn>
                  <a:cxn ang="0">
                    <a:pos x="connsiteX2" y="connsiteY2"/>
                  </a:cxn>
                </a:cxnLst>
                <a:rect l="l" t="t" r="r" b="b"/>
                <a:pathLst>
                  <a:path w="8473" h="4551">
                    <a:moveTo>
                      <a:pt x="3138" y="798"/>
                    </a:moveTo>
                    <a:cubicBezTo>
                      <a:pt x="-6658" y="6238"/>
                      <a:pt x="9732" y="5410"/>
                      <a:pt x="8395" y="592"/>
                    </a:cubicBezTo>
                    <a:cubicBezTo>
                      <a:pt x="7732" y="-276"/>
                      <a:pt x="5378" y="-174"/>
                      <a:pt x="3138" y="79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1" name="Freeform: Shape 2040">
                <a:extLst>
                  <a:ext uri="{FF2B5EF4-FFF2-40B4-BE49-F238E27FC236}">
                    <a16:creationId xmlns:a16="http://schemas.microsoft.com/office/drawing/2014/main" id="{610169D1-DB8F-BD6C-72A4-49E4A43EE3F1}"/>
                  </a:ext>
                </a:extLst>
              </p:cNvPr>
              <p:cNvSpPr/>
              <p:nvPr/>
            </p:nvSpPr>
            <p:spPr>
              <a:xfrm>
                <a:off x="8376923" y="5243925"/>
                <a:ext cx="7907" cy="6743"/>
              </a:xfrm>
              <a:custGeom>
                <a:avLst/>
                <a:gdLst>
                  <a:gd name="connsiteX0" fmla="*/ 2861 w 7907"/>
                  <a:gd name="connsiteY0" fmla="*/ 776 h 6743"/>
                  <a:gd name="connsiteX1" fmla="*/ 5050 w 7907"/>
                  <a:gd name="connsiteY1" fmla="*/ 5971 h 6743"/>
                  <a:gd name="connsiteX2" fmla="*/ 2861 w 7907"/>
                  <a:gd name="connsiteY2" fmla="*/ 776 h 6743"/>
                </a:gdLst>
                <a:ahLst/>
                <a:cxnLst>
                  <a:cxn ang="0">
                    <a:pos x="connsiteX0" y="connsiteY0"/>
                  </a:cxn>
                  <a:cxn ang="0">
                    <a:pos x="connsiteX1" y="connsiteY1"/>
                  </a:cxn>
                  <a:cxn ang="0">
                    <a:pos x="connsiteX2" y="connsiteY2"/>
                  </a:cxn>
                </a:cxnLst>
                <a:rect l="l" t="t" r="r" b="b"/>
                <a:pathLst>
                  <a:path w="7907" h="6743">
                    <a:moveTo>
                      <a:pt x="2861" y="776"/>
                    </a:moveTo>
                    <a:cubicBezTo>
                      <a:pt x="-2008" y="3245"/>
                      <a:pt x="-254" y="8771"/>
                      <a:pt x="5050" y="5971"/>
                    </a:cubicBezTo>
                    <a:cubicBezTo>
                      <a:pt x="9919" y="3514"/>
                      <a:pt x="8153" y="-2036"/>
                      <a:pt x="2861" y="77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2" name="Freeform: Shape 2041">
                <a:extLst>
                  <a:ext uri="{FF2B5EF4-FFF2-40B4-BE49-F238E27FC236}">
                    <a16:creationId xmlns:a16="http://schemas.microsoft.com/office/drawing/2014/main" id="{AC8420AA-BBBC-27C6-F1C0-088B42252FB4}"/>
                  </a:ext>
                </a:extLst>
              </p:cNvPr>
              <p:cNvSpPr/>
              <p:nvPr/>
            </p:nvSpPr>
            <p:spPr>
              <a:xfrm>
                <a:off x="8312113" y="5074539"/>
                <a:ext cx="7798" cy="7644"/>
              </a:xfrm>
              <a:custGeom>
                <a:avLst/>
                <a:gdLst>
                  <a:gd name="connsiteX0" fmla="*/ 2902 w 7798"/>
                  <a:gd name="connsiteY0" fmla="*/ 855 h 7644"/>
                  <a:gd name="connsiteX1" fmla="*/ 142 w 7798"/>
                  <a:gd name="connsiteY1" fmla="*/ 6164 h 7644"/>
                  <a:gd name="connsiteX2" fmla="*/ 2902 w 7798"/>
                  <a:gd name="connsiteY2" fmla="*/ 855 h 7644"/>
                </a:gdLst>
                <a:ahLst/>
                <a:cxnLst>
                  <a:cxn ang="0">
                    <a:pos x="connsiteX0" y="connsiteY0"/>
                  </a:cxn>
                  <a:cxn ang="0">
                    <a:pos x="connsiteX1" y="connsiteY1"/>
                  </a:cxn>
                  <a:cxn ang="0">
                    <a:pos x="connsiteX2" y="connsiteY2"/>
                  </a:cxn>
                </a:cxnLst>
                <a:rect l="l" t="t" r="r" b="b"/>
                <a:pathLst>
                  <a:path w="7798" h="7644">
                    <a:moveTo>
                      <a:pt x="2902" y="855"/>
                    </a:moveTo>
                    <a:cubicBezTo>
                      <a:pt x="799" y="2192"/>
                      <a:pt x="-435" y="4569"/>
                      <a:pt x="142" y="6164"/>
                    </a:cubicBezTo>
                    <a:cubicBezTo>
                      <a:pt x="4617" y="12496"/>
                      <a:pt x="13281" y="-3820"/>
                      <a:pt x="2902" y="8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3" name="Freeform: Shape 2042">
                <a:extLst>
                  <a:ext uri="{FF2B5EF4-FFF2-40B4-BE49-F238E27FC236}">
                    <a16:creationId xmlns:a16="http://schemas.microsoft.com/office/drawing/2014/main" id="{06E6434E-9C65-091C-CBE1-D254844528F6}"/>
                  </a:ext>
                </a:extLst>
              </p:cNvPr>
              <p:cNvSpPr/>
              <p:nvPr/>
            </p:nvSpPr>
            <p:spPr>
              <a:xfrm>
                <a:off x="8250160" y="4902735"/>
                <a:ext cx="7547" cy="7696"/>
              </a:xfrm>
              <a:custGeom>
                <a:avLst/>
                <a:gdLst>
                  <a:gd name="connsiteX0" fmla="*/ 2768 w 7547"/>
                  <a:gd name="connsiteY0" fmla="*/ 1168 h 7696"/>
                  <a:gd name="connsiteX1" fmla="*/ 4780 w 7547"/>
                  <a:gd name="connsiteY1" fmla="*/ 6541 h 7696"/>
                  <a:gd name="connsiteX2" fmla="*/ 2768 w 7547"/>
                  <a:gd name="connsiteY2" fmla="*/ 1168 h 7696"/>
                </a:gdLst>
                <a:ahLst/>
                <a:cxnLst>
                  <a:cxn ang="0">
                    <a:pos x="connsiteX0" y="connsiteY0"/>
                  </a:cxn>
                  <a:cxn ang="0">
                    <a:pos x="connsiteX1" y="connsiteY1"/>
                  </a:cxn>
                  <a:cxn ang="0">
                    <a:pos x="connsiteX2" y="connsiteY2"/>
                  </a:cxn>
                </a:cxnLst>
                <a:rect l="l" t="t" r="r" b="b"/>
                <a:pathLst>
                  <a:path w="7547" h="7696">
                    <a:moveTo>
                      <a:pt x="2768" y="1168"/>
                    </a:moveTo>
                    <a:cubicBezTo>
                      <a:pt x="-1558" y="3980"/>
                      <a:pt x="-758" y="10284"/>
                      <a:pt x="4780" y="6541"/>
                    </a:cubicBezTo>
                    <a:cubicBezTo>
                      <a:pt x="9100" y="3740"/>
                      <a:pt x="8311" y="-2609"/>
                      <a:pt x="2768" y="116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4" name="Freeform: Shape 2043">
                <a:extLst>
                  <a:ext uri="{FF2B5EF4-FFF2-40B4-BE49-F238E27FC236}">
                    <a16:creationId xmlns:a16="http://schemas.microsoft.com/office/drawing/2014/main" id="{B7752123-2F80-0BBF-A12B-D23E3DD8F2FD}"/>
                  </a:ext>
                </a:extLst>
              </p:cNvPr>
              <p:cNvSpPr/>
              <p:nvPr/>
            </p:nvSpPr>
            <p:spPr>
              <a:xfrm>
                <a:off x="8190554" y="4759488"/>
                <a:ext cx="7471" cy="7251"/>
              </a:xfrm>
              <a:custGeom>
                <a:avLst/>
                <a:gdLst>
                  <a:gd name="connsiteX0" fmla="*/ 2812 w 7471"/>
                  <a:gd name="connsiteY0" fmla="*/ 1696 h 7251"/>
                  <a:gd name="connsiteX1" fmla="*/ 126 w 7471"/>
                  <a:gd name="connsiteY1" fmla="*/ 6656 h 7251"/>
                  <a:gd name="connsiteX2" fmla="*/ 2812 w 7471"/>
                  <a:gd name="connsiteY2" fmla="*/ 1696 h 7251"/>
                </a:gdLst>
                <a:ahLst/>
                <a:cxnLst>
                  <a:cxn ang="0">
                    <a:pos x="connsiteX0" y="connsiteY0"/>
                  </a:cxn>
                  <a:cxn ang="0">
                    <a:pos x="connsiteX1" y="connsiteY1"/>
                  </a:cxn>
                  <a:cxn ang="0">
                    <a:pos x="connsiteX2" y="connsiteY2"/>
                  </a:cxn>
                </a:cxnLst>
                <a:rect l="l" t="t" r="r" b="b"/>
                <a:pathLst>
                  <a:path w="7471" h="7251">
                    <a:moveTo>
                      <a:pt x="2812" y="1696"/>
                    </a:moveTo>
                    <a:cubicBezTo>
                      <a:pt x="794" y="3358"/>
                      <a:pt x="-406" y="5570"/>
                      <a:pt x="126" y="6656"/>
                    </a:cubicBezTo>
                    <a:cubicBezTo>
                      <a:pt x="4206" y="10394"/>
                      <a:pt x="12819" y="-4963"/>
                      <a:pt x="2812" y="16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5" name="Freeform: Shape 2044">
                <a:extLst>
                  <a:ext uri="{FF2B5EF4-FFF2-40B4-BE49-F238E27FC236}">
                    <a16:creationId xmlns:a16="http://schemas.microsoft.com/office/drawing/2014/main" id="{D93E1A58-2CCE-D4F2-5521-C96BECD8ACD1}"/>
                  </a:ext>
                </a:extLst>
              </p:cNvPr>
              <p:cNvSpPr/>
              <p:nvPr/>
            </p:nvSpPr>
            <p:spPr>
              <a:xfrm>
                <a:off x="8444300" y="5380056"/>
                <a:ext cx="8293" cy="4959"/>
              </a:xfrm>
              <a:custGeom>
                <a:avLst/>
                <a:gdLst>
                  <a:gd name="connsiteX0" fmla="*/ 3104 w 8293"/>
                  <a:gd name="connsiteY0" fmla="*/ 793 h 4959"/>
                  <a:gd name="connsiteX1" fmla="*/ 8219 w 8293"/>
                  <a:gd name="connsiteY1" fmla="*/ 725 h 4959"/>
                  <a:gd name="connsiteX2" fmla="*/ 3104 w 8293"/>
                  <a:gd name="connsiteY2" fmla="*/ 793 h 4959"/>
                </a:gdLst>
                <a:ahLst/>
                <a:cxnLst>
                  <a:cxn ang="0">
                    <a:pos x="connsiteX0" y="connsiteY0"/>
                  </a:cxn>
                  <a:cxn ang="0">
                    <a:pos x="connsiteX1" y="connsiteY1"/>
                  </a:cxn>
                  <a:cxn ang="0">
                    <a:pos x="connsiteX2" y="connsiteY2"/>
                  </a:cxn>
                </a:cxnLst>
                <a:rect l="l" t="t" r="r" b="b"/>
                <a:pathLst>
                  <a:path w="8293" h="4959">
                    <a:moveTo>
                      <a:pt x="3104" y="793"/>
                    </a:moveTo>
                    <a:cubicBezTo>
                      <a:pt x="-6549" y="6663"/>
                      <a:pt x="9516" y="6046"/>
                      <a:pt x="8219" y="725"/>
                    </a:cubicBezTo>
                    <a:cubicBezTo>
                      <a:pt x="7590" y="-264"/>
                      <a:pt x="5298" y="-241"/>
                      <a:pt x="3104" y="79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6" name="Freeform: Shape 2045">
                <a:extLst>
                  <a:ext uri="{FF2B5EF4-FFF2-40B4-BE49-F238E27FC236}">
                    <a16:creationId xmlns:a16="http://schemas.microsoft.com/office/drawing/2014/main" id="{5AE1089D-BE30-A8BA-B6C8-81EF1733B793}"/>
                  </a:ext>
                </a:extLst>
              </p:cNvPr>
              <p:cNvSpPr/>
              <p:nvPr/>
            </p:nvSpPr>
            <p:spPr>
              <a:xfrm>
                <a:off x="9015337" y="6326161"/>
                <a:ext cx="9778" cy="2634"/>
              </a:xfrm>
              <a:custGeom>
                <a:avLst/>
                <a:gdLst>
                  <a:gd name="connsiteX0" fmla="*/ 3441 w 9778"/>
                  <a:gd name="connsiteY0" fmla="*/ 0 h 2634"/>
                  <a:gd name="connsiteX1" fmla="*/ 9728 w 9778"/>
                  <a:gd name="connsiteY1" fmla="*/ 1286 h 2634"/>
                  <a:gd name="connsiteX2" fmla="*/ 3441 w 9778"/>
                  <a:gd name="connsiteY2" fmla="*/ 0 h 2634"/>
                </a:gdLst>
                <a:ahLst/>
                <a:cxnLst>
                  <a:cxn ang="0">
                    <a:pos x="connsiteX0" y="connsiteY0"/>
                  </a:cxn>
                  <a:cxn ang="0">
                    <a:pos x="connsiteX1" y="connsiteY1"/>
                  </a:cxn>
                  <a:cxn ang="0">
                    <a:pos x="connsiteX2" y="connsiteY2"/>
                  </a:cxn>
                </a:cxnLst>
                <a:rect l="l" t="t" r="r" b="b"/>
                <a:pathLst>
                  <a:path w="9778" h="2634">
                    <a:moveTo>
                      <a:pt x="3441" y="0"/>
                    </a:moveTo>
                    <a:cubicBezTo>
                      <a:pt x="-7372" y="663"/>
                      <a:pt x="10854" y="4687"/>
                      <a:pt x="9728" y="1286"/>
                    </a:cubicBezTo>
                    <a:cubicBezTo>
                      <a:pt x="8847" y="578"/>
                      <a:pt x="6036" y="0"/>
                      <a:pt x="344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7" name="Freeform: Shape 2046">
                <a:extLst>
                  <a:ext uri="{FF2B5EF4-FFF2-40B4-BE49-F238E27FC236}">
                    <a16:creationId xmlns:a16="http://schemas.microsoft.com/office/drawing/2014/main" id="{A7330FB4-8989-8626-4089-3399F81D1A13}"/>
                  </a:ext>
                </a:extLst>
              </p:cNvPr>
              <p:cNvSpPr/>
              <p:nvPr/>
            </p:nvSpPr>
            <p:spPr>
              <a:xfrm>
                <a:off x="8833318" y="6073938"/>
                <a:ext cx="9231" cy="5428"/>
              </a:xfrm>
              <a:custGeom>
                <a:avLst/>
                <a:gdLst>
                  <a:gd name="connsiteX0" fmla="*/ 3186 w 9231"/>
                  <a:gd name="connsiteY0" fmla="*/ 300 h 5428"/>
                  <a:gd name="connsiteX1" fmla="*/ 6043 w 9231"/>
                  <a:gd name="connsiteY1" fmla="*/ 5147 h 5428"/>
                  <a:gd name="connsiteX2" fmla="*/ 3186 w 9231"/>
                  <a:gd name="connsiteY2" fmla="*/ 300 h 5428"/>
                </a:gdLst>
                <a:ahLst/>
                <a:cxnLst>
                  <a:cxn ang="0">
                    <a:pos x="connsiteX0" y="connsiteY0"/>
                  </a:cxn>
                  <a:cxn ang="0">
                    <a:pos x="connsiteX1" y="connsiteY1"/>
                  </a:cxn>
                  <a:cxn ang="0">
                    <a:pos x="connsiteX2" y="connsiteY2"/>
                  </a:cxn>
                </a:cxnLst>
                <a:rect l="l" t="t" r="r" b="b"/>
                <a:pathLst>
                  <a:path w="9231" h="5428">
                    <a:moveTo>
                      <a:pt x="3186" y="300"/>
                    </a:moveTo>
                    <a:cubicBezTo>
                      <a:pt x="-3220" y="2123"/>
                      <a:pt x="1237" y="6587"/>
                      <a:pt x="6043" y="5147"/>
                    </a:cubicBezTo>
                    <a:cubicBezTo>
                      <a:pt x="12444" y="3335"/>
                      <a:pt x="8009" y="-1203"/>
                      <a:pt x="3186" y="3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0" name="Freeform: Shape 959">
                <a:extLst>
                  <a:ext uri="{FF2B5EF4-FFF2-40B4-BE49-F238E27FC236}">
                    <a16:creationId xmlns:a16="http://schemas.microsoft.com/office/drawing/2014/main" id="{CEB9A9B3-3C14-D77D-E610-19981D1D3B52}"/>
                  </a:ext>
                </a:extLst>
              </p:cNvPr>
              <p:cNvSpPr/>
              <p:nvPr/>
            </p:nvSpPr>
            <p:spPr>
              <a:xfrm>
                <a:off x="8921737" y="6233892"/>
                <a:ext cx="9575" cy="4684"/>
              </a:xfrm>
              <a:custGeom>
                <a:avLst/>
                <a:gdLst>
                  <a:gd name="connsiteX0" fmla="*/ 3429 w 9575"/>
                  <a:gd name="connsiteY0" fmla="*/ 12 h 4684"/>
                  <a:gd name="connsiteX1" fmla="*/ 9504 w 9575"/>
                  <a:gd name="connsiteY1" fmla="*/ 2098 h 4684"/>
                  <a:gd name="connsiteX2" fmla="*/ 3429 w 9575"/>
                  <a:gd name="connsiteY2" fmla="*/ 12 h 4684"/>
                </a:gdLst>
                <a:ahLst/>
                <a:cxnLst>
                  <a:cxn ang="0">
                    <a:pos x="connsiteX0" y="connsiteY0"/>
                  </a:cxn>
                  <a:cxn ang="0">
                    <a:pos x="connsiteX1" y="connsiteY1"/>
                  </a:cxn>
                  <a:cxn ang="0">
                    <a:pos x="connsiteX2" y="connsiteY2"/>
                  </a:cxn>
                </a:cxnLst>
                <a:rect l="l" t="t" r="r" b="b"/>
                <a:pathLst>
                  <a:path w="9575" h="4684">
                    <a:moveTo>
                      <a:pt x="3429" y="12"/>
                    </a:moveTo>
                    <a:cubicBezTo>
                      <a:pt x="-7350" y="1926"/>
                      <a:pt x="10847" y="8156"/>
                      <a:pt x="9504" y="2098"/>
                    </a:cubicBezTo>
                    <a:cubicBezTo>
                      <a:pt x="8670" y="824"/>
                      <a:pt x="5955" y="-119"/>
                      <a:pt x="3429" y="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1" name="Freeform: Shape 960">
                <a:extLst>
                  <a:ext uri="{FF2B5EF4-FFF2-40B4-BE49-F238E27FC236}">
                    <a16:creationId xmlns:a16="http://schemas.microsoft.com/office/drawing/2014/main" id="{5D853F5B-C6C6-3056-4B2D-6FE8167E9B8D}"/>
                  </a:ext>
                </a:extLst>
              </p:cNvPr>
              <p:cNvSpPr/>
              <p:nvPr/>
            </p:nvSpPr>
            <p:spPr>
              <a:xfrm>
                <a:off x="8748556" y="5972261"/>
                <a:ext cx="8983" cy="4934"/>
              </a:xfrm>
              <a:custGeom>
                <a:avLst/>
                <a:gdLst>
                  <a:gd name="connsiteX0" fmla="*/ 3115 w 8983"/>
                  <a:gd name="connsiteY0" fmla="*/ 490 h 4934"/>
                  <a:gd name="connsiteX1" fmla="*/ 5869 w 8983"/>
                  <a:gd name="connsiteY1" fmla="*/ 4434 h 4934"/>
                  <a:gd name="connsiteX2" fmla="*/ 3115 w 8983"/>
                  <a:gd name="connsiteY2" fmla="*/ 490 h 4934"/>
                </a:gdLst>
                <a:ahLst/>
                <a:cxnLst>
                  <a:cxn ang="0">
                    <a:pos x="connsiteX0" y="connsiteY0"/>
                  </a:cxn>
                  <a:cxn ang="0">
                    <a:pos x="connsiteX1" y="connsiteY1"/>
                  </a:cxn>
                  <a:cxn ang="0">
                    <a:pos x="connsiteX2" y="connsiteY2"/>
                  </a:cxn>
                </a:cxnLst>
                <a:rect l="l" t="t" r="r" b="b"/>
                <a:pathLst>
                  <a:path w="8983" h="4934">
                    <a:moveTo>
                      <a:pt x="3115" y="490"/>
                    </a:moveTo>
                    <a:cubicBezTo>
                      <a:pt x="-3092" y="2731"/>
                      <a:pt x="1115" y="6245"/>
                      <a:pt x="5869" y="4434"/>
                    </a:cubicBezTo>
                    <a:cubicBezTo>
                      <a:pt x="12087" y="2222"/>
                      <a:pt x="7847" y="-1299"/>
                      <a:pt x="3115" y="49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2" name="Freeform: Shape 961">
                <a:extLst>
                  <a:ext uri="{FF2B5EF4-FFF2-40B4-BE49-F238E27FC236}">
                    <a16:creationId xmlns:a16="http://schemas.microsoft.com/office/drawing/2014/main" id="{EABF07CA-A3DD-22BE-7DA3-B7B0C0D5AE54}"/>
                  </a:ext>
                </a:extLst>
              </p:cNvPr>
              <p:cNvSpPr/>
              <p:nvPr/>
            </p:nvSpPr>
            <p:spPr>
              <a:xfrm>
                <a:off x="8667127" y="5806503"/>
                <a:ext cx="8725" cy="7239"/>
              </a:xfrm>
              <a:custGeom>
                <a:avLst/>
                <a:gdLst>
                  <a:gd name="connsiteX0" fmla="*/ 3048 w 8725"/>
                  <a:gd name="connsiteY0" fmla="*/ 388 h 7239"/>
                  <a:gd name="connsiteX1" fmla="*/ 5676 w 8725"/>
                  <a:gd name="connsiteY1" fmla="*/ 6852 h 7239"/>
                  <a:gd name="connsiteX2" fmla="*/ 3048 w 8725"/>
                  <a:gd name="connsiteY2" fmla="*/ 388 h 7239"/>
                </a:gdLst>
                <a:ahLst/>
                <a:cxnLst>
                  <a:cxn ang="0">
                    <a:pos x="connsiteX0" y="connsiteY0"/>
                  </a:cxn>
                  <a:cxn ang="0">
                    <a:pos x="connsiteX1" y="connsiteY1"/>
                  </a:cxn>
                  <a:cxn ang="0">
                    <a:pos x="connsiteX2" y="connsiteY2"/>
                  </a:cxn>
                </a:cxnLst>
                <a:rect l="l" t="t" r="r" b="b"/>
                <a:pathLst>
                  <a:path w="8725" h="7239">
                    <a:moveTo>
                      <a:pt x="3048" y="388"/>
                    </a:moveTo>
                    <a:cubicBezTo>
                      <a:pt x="-2576" y="2394"/>
                      <a:pt x="339" y="8880"/>
                      <a:pt x="5676" y="6852"/>
                    </a:cubicBezTo>
                    <a:cubicBezTo>
                      <a:pt x="11306" y="4857"/>
                      <a:pt x="8380" y="-1641"/>
                      <a:pt x="3048" y="38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3" name="Freeform: Shape 962">
                <a:extLst>
                  <a:ext uri="{FF2B5EF4-FFF2-40B4-BE49-F238E27FC236}">
                    <a16:creationId xmlns:a16="http://schemas.microsoft.com/office/drawing/2014/main" id="{F10DEAFE-FDCD-0541-3147-67730631393D}"/>
                  </a:ext>
                </a:extLst>
              </p:cNvPr>
              <p:cNvSpPr/>
              <p:nvPr/>
            </p:nvSpPr>
            <p:spPr>
              <a:xfrm>
                <a:off x="8589431" y="5607837"/>
                <a:ext cx="8511" cy="7116"/>
              </a:xfrm>
              <a:custGeom>
                <a:avLst/>
                <a:gdLst>
                  <a:gd name="connsiteX0" fmla="*/ 3002 w 8511"/>
                  <a:gd name="connsiteY0" fmla="*/ 464 h 7116"/>
                  <a:gd name="connsiteX1" fmla="*/ 5511 w 8511"/>
                  <a:gd name="connsiteY1" fmla="*/ 6658 h 7116"/>
                  <a:gd name="connsiteX2" fmla="*/ 3002 w 8511"/>
                  <a:gd name="connsiteY2" fmla="*/ 464 h 7116"/>
                </a:gdLst>
                <a:ahLst/>
                <a:cxnLst>
                  <a:cxn ang="0">
                    <a:pos x="connsiteX0" y="connsiteY0"/>
                  </a:cxn>
                  <a:cxn ang="0">
                    <a:pos x="connsiteX1" y="connsiteY1"/>
                  </a:cxn>
                  <a:cxn ang="0">
                    <a:pos x="connsiteX2" y="connsiteY2"/>
                  </a:cxn>
                </a:cxnLst>
                <a:rect l="l" t="t" r="r" b="b"/>
                <a:pathLst>
                  <a:path w="8511" h="7116">
                    <a:moveTo>
                      <a:pt x="3002" y="464"/>
                    </a:moveTo>
                    <a:cubicBezTo>
                      <a:pt x="-2427" y="2561"/>
                      <a:pt x="173" y="8853"/>
                      <a:pt x="5511" y="6658"/>
                    </a:cubicBezTo>
                    <a:cubicBezTo>
                      <a:pt x="10929" y="4561"/>
                      <a:pt x="8352" y="-1748"/>
                      <a:pt x="3002" y="4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4" name="Freeform: Shape 963">
                <a:extLst>
                  <a:ext uri="{FF2B5EF4-FFF2-40B4-BE49-F238E27FC236}">
                    <a16:creationId xmlns:a16="http://schemas.microsoft.com/office/drawing/2014/main" id="{CABD221E-C56C-2C71-28F1-DCA7CBE5D4A1}"/>
                  </a:ext>
                </a:extLst>
              </p:cNvPr>
              <p:cNvSpPr/>
              <p:nvPr/>
            </p:nvSpPr>
            <p:spPr>
              <a:xfrm>
                <a:off x="10499290" y="7526146"/>
                <a:ext cx="13923" cy="5179"/>
              </a:xfrm>
              <a:custGeom>
                <a:avLst/>
                <a:gdLst>
                  <a:gd name="connsiteX0" fmla="*/ 3817 w 13923"/>
                  <a:gd name="connsiteY0" fmla="*/ 0 h 5179"/>
                  <a:gd name="connsiteX1" fmla="*/ 13790 w 13923"/>
                  <a:gd name="connsiteY1" fmla="*/ 4303 h 5179"/>
                  <a:gd name="connsiteX2" fmla="*/ 3817 w 13923"/>
                  <a:gd name="connsiteY2" fmla="*/ 0 h 5179"/>
                </a:gdLst>
                <a:ahLst/>
                <a:cxnLst>
                  <a:cxn ang="0">
                    <a:pos x="connsiteX0" y="connsiteY0"/>
                  </a:cxn>
                  <a:cxn ang="0">
                    <a:pos x="connsiteX1" y="connsiteY1"/>
                  </a:cxn>
                  <a:cxn ang="0">
                    <a:pos x="connsiteX2" y="connsiteY2"/>
                  </a:cxn>
                </a:cxnLst>
                <a:rect l="l" t="t" r="r" b="b"/>
                <a:pathLst>
                  <a:path w="13923" h="5179">
                    <a:moveTo>
                      <a:pt x="3817" y="0"/>
                    </a:moveTo>
                    <a:cubicBezTo>
                      <a:pt x="-7802" y="1280"/>
                      <a:pt x="10503" y="7430"/>
                      <a:pt x="13790" y="4303"/>
                    </a:cubicBezTo>
                    <a:cubicBezTo>
                      <a:pt x="15098" y="840"/>
                      <a:pt x="6451" y="154"/>
                      <a:pt x="381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5" name="Freeform: Shape 964">
                <a:extLst>
                  <a:ext uri="{FF2B5EF4-FFF2-40B4-BE49-F238E27FC236}">
                    <a16:creationId xmlns:a16="http://schemas.microsoft.com/office/drawing/2014/main" id="{505908FF-AAD8-3A51-08D3-36A5DDFD9D99}"/>
                  </a:ext>
                </a:extLst>
              </p:cNvPr>
              <p:cNvSpPr/>
              <p:nvPr/>
            </p:nvSpPr>
            <p:spPr>
              <a:xfrm>
                <a:off x="7937751" y="4831816"/>
                <a:ext cx="7096" cy="4627"/>
              </a:xfrm>
              <a:custGeom>
                <a:avLst/>
                <a:gdLst>
                  <a:gd name="connsiteX0" fmla="*/ 2802 w 7096"/>
                  <a:gd name="connsiteY0" fmla="*/ 1548 h 4627"/>
                  <a:gd name="connsiteX1" fmla="*/ 5584 w 7096"/>
                  <a:gd name="connsiteY1" fmla="*/ 10 h 4627"/>
                  <a:gd name="connsiteX2" fmla="*/ 2802 w 7096"/>
                  <a:gd name="connsiteY2" fmla="*/ 1548 h 4627"/>
                </a:gdLst>
                <a:ahLst/>
                <a:cxnLst>
                  <a:cxn ang="0">
                    <a:pos x="connsiteX0" y="connsiteY0"/>
                  </a:cxn>
                  <a:cxn ang="0">
                    <a:pos x="connsiteX1" y="connsiteY1"/>
                  </a:cxn>
                  <a:cxn ang="0">
                    <a:pos x="connsiteX2" y="connsiteY2"/>
                  </a:cxn>
                </a:cxnLst>
                <a:rect l="l" t="t" r="r" b="b"/>
                <a:pathLst>
                  <a:path w="7096" h="4627">
                    <a:moveTo>
                      <a:pt x="2802" y="1548"/>
                    </a:moveTo>
                    <a:cubicBezTo>
                      <a:pt x="-6960" y="9434"/>
                      <a:pt x="12472" y="-361"/>
                      <a:pt x="5584" y="10"/>
                    </a:cubicBezTo>
                    <a:cubicBezTo>
                      <a:pt x="4756" y="348"/>
                      <a:pt x="3739" y="908"/>
                      <a:pt x="2802" y="15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6" name="Freeform: Shape 965">
                <a:extLst>
                  <a:ext uri="{FF2B5EF4-FFF2-40B4-BE49-F238E27FC236}">
                    <a16:creationId xmlns:a16="http://schemas.microsoft.com/office/drawing/2014/main" id="{5CC3AF17-559F-0FA1-1D80-61EE1F4C9A40}"/>
                  </a:ext>
                </a:extLst>
              </p:cNvPr>
              <p:cNvSpPr/>
              <p:nvPr/>
            </p:nvSpPr>
            <p:spPr>
              <a:xfrm>
                <a:off x="9159340" y="6674051"/>
                <a:ext cx="10986" cy="3267"/>
              </a:xfrm>
              <a:custGeom>
                <a:avLst/>
                <a:gdLst>
                  <a:gd name="connsiteX0" fmla="*/ 3645 w 10986"/>
                  <a:gd name="connsiteY0" fmla="*/ 28 h 3267"/>
                  <a:gd name="connsiteX1" fmla="*/ 7342 w 10986"/>
                  <a:gd name="connsiteY1" fmla="*/ 3240 h 3267"/>
                  <a:gd name="connsiteX2" fmla="*/ 3645 w 10986"/>
                  <a:gd name="connsiteY2" fmla="*/ 28 h 3267"/>
                </a:gdLst>
                <a:ahLst/>
                <a:cxnLst>
                  <a:cxn ang="0">
                    <a:pos x="connsiteX0" y="connsiteY0"/>
                  </a:cxn>
                  <a:cxn ang="0">
                    <a:pos x="connsiteX1" y="connsiteY1"/>
                  </a:cxn>
                  <a:cxn ang="0">
                    <a:pos x="connsiteX2" y="connsiteY2"/>
                  </a:cxn>
                </a:cxnLst>
                <a:rect l="l" t="t" r="r" b="b"/>
                <a:pathLst>
                  <a:path w="10986" h="3267">
                    <a:moveTo>
                      <a:pt x="3645" y="28"/>
                    </a:moveTo>
                    <a:cubicBezTo>
                      <a:pt x="-4597" y="474"/>
                      <a:pt x="3130" y="3589"/>
                      <a:pt x="7342" y="3240"/>
                    </a:cubicBezTo>
                    <a:cubicBezTo>
                      <a:pt x="15583" y="2789"/>
                      <a:pt x="7857" y="-326"/>
                      <a:pt x="3645" y="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7" name="Freeform: Shape 966">
                <a:extLst>
                  <a:ext uri="{FF2B5EF4-FFF2-40B4-BE49-F238E27FC236}">
                    <a16:creationId xmlns:a16="http://schemas.microsoft.com/office/drawing/2014/main" id="{66B09162-8CD0-9E02-01B5-C182B6A1D26E}"/>
                  </a:ext>
                </a:extLst>
              </p:cNvPr>
              <p:cNvSpPr/>
              <p:nvPr/>
            </p:nvSpPr>
            <p:spPr>
              <a:xfrm>
                <a:off x="9050707" y="6579665"/>
                <a:ext cx="10639" cy="3080"/>
              </a:xfrm>
              <a:custGeom>
                <a:avLst/>
                <a:gdLst>
                  <a:gd name="connsiteX0" fmla="*/ 3573 w 10639"/>
                  <a:gd name="connsiteY0" fmla="*/ 26 h 3080"/>
                  <a:gd name="connsiteX1" fmla="*/ 7065 w 10639"/>
                  <a:gd name="connsiteY1" fmla="*/ 3055 h 3080"/>
                  <a:gd name="connsiteX2" fmla="*/ 3573 w 10639"/>
                  <a:gd name="connsiteY2" fmla="*/ 26 h 3080"/>
                </a:gdLst>
                <a:ahLst/>
                <a:cxnLst>
                  <a:cxn ang="0">
                    <a:pos x="connsiteX0" y="connsiteY0"/>
                  </a:cxn>
                  <a:cxn ang="0">
                    <a:pos x="connsiteX1" y="connsiteY1"/>
                  </a:cxn>
                  <a:cxn ang="0">
                    <a:pos x="connsiteX2" y="connsiteY2"/>
                  </a:cxn>
                </a:cxnLst>
                <a:rect l="l" t="t" r="r" b="b"/>
                <a:pathLst>
                  <a:path w="10639" h="3080">
                    <a:moveTo>
                      <a:pt x="3573" y="26"/>
                    </a:moveTo>
                    <a:cubicBezTo>
                      <a:pt x="-4429" y="443"/>
                      <a:pt x="2927" y="3386"/>
                      <a:pt x="7065" y="3055"/>
                    </a:cubicBezTo>
                    <a:cubicBezTo>
                      <a:pt x="15072" y="2643"/>
                      <a:pt x="7710" y="-305"/>
                      <a:pt x="3573" y="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8" name="Freeform: Shape 967">
                <a:extLst>
                  <a:ext uri="{FF2B5EF4-FFF2-40B4-BE49-F238E27FC236}">
                    <a16:creationId xmlns:a16="http://schemas.microsoft.com/office/drawing/2014/main" id="{A0D3623C-BC6A-4E10-CEB0-999B14FEA59A}"/>
                  </a:ext>
                </a:extLst>
              </p:cNvPr>
              <p:cNvSpPr/>
              <p:nvPr/>
            </p:nvSpPr>
            <p:spPr>
              <a:xfrm>
                <a:off x="9274448" y="6774062"/>
                <a:ext cx="11356" cy="3460"/>
              </a:xfrm>
              <a:custGeom>
                <a:avLst/>
                <a:gdLst>
                  <a:gd name="connsiteX0" fmla="*/ 3717 w 11356"/>
                  <a:gd name="connsiteY0" fmla="*/ 30 h 3460"/>
                  <a:gd name="connsiteX1" fmla="*/ 7637 w 11356"/>
                  <a:gd name="connsiteY1" fmla="*/ 3430 h 3460"/>
                  <a:gd name="connsiteX2" fmla="*/ 3717 w 11356"/>
                  <a:gd name="connsiteY2" fmla="*/ 30 h 3460"/>
                </a:gdLst>
                <a:ahLst/>
                <a:cxnLst>
                  <a:cxn ang="0">
                    <a:pos x="connsiteX0" y="connsiteY0"/>
                  </a:cxn>
                  <a:cxn ang="0">
                    <a:pos x="connsiteX1" y="connsiteY1"/>
                  </a:cxn>
                  <a:cxn ang="0">
                    <a:pos x="connsiteX2" y="connsiteY2"/>
                  </a:cxn>
                </a:cxnLst>
                <a:rect l="l" t="t" r="r" b="b"/>
                <a:pathLst>
                  <a:path w="11356" h="3460">
                    <a:moveTo>
                      <a:pt x="3717" y="30"/>
                    </a:moveTo>
                    <a:cubicBezTo>
                      <a:pt x="-4770" y="510"/>
                      <a:pt x="3345" y="3808"/>
                      <a:pt x="7637" y="3430"/>
                    </a:cubicBezTo>
                    <a:cubicBezTo>
                      <a:pt x="16130" y="2950"/>
                      <a:pt x="8008" y="-347"/>
                      <a:pt x="3717"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9" name="Freeform: Shape 968">
                <a:extLst>
                  <a:ext uri="{FF2B5EF4-FFF2-40B4-BE49-F238E27FC236}">
                    <a16:creationId xmlns:a16="http://schemas.microsoft.com/office/drawing/2014/main" id="{5657B279-9552-3893-8299-8A856817CCED}"/>
                  </a:ext>
                </a:extLst>
              </p:cNvPr>
              <p:cNvSpPr/>
              <p:nvPr/>
            </p:nvSpPr>
            <p:spPr>
              <a:xfrm>
                <a:off x="8850837" y="6406143"/>
                <a:ext cx="10008" cy="2772"/>
              </a:xfrm>
              <a:custGeom>
                <a:avLst/>
                <a:gdLst>
                  <a:gd name="connsiteX0" fmla="*/ 3584 w 10008"/>
                  <a:gd name="connsiteY0" fmla="*/ 0 h 2772"/>
                  <a:gd name="connsiteX1" fmla="*/ 9967 w 10008"/>
                  <a:gd name="connsiteY1" fmla="*/ 1354 h 2772"/>
                  <a:gd name="connsiteX2" fmla="*/ 3584 w 10008"/>
                  <a:gd name="connsiteY2" fmla="*/ 0 h 2772"/>
                </a:gdLst>
                <a:ahLst/>
                <a:cxnLst>
                  <a:cxn ang="0">
                    <a:pos x="connsiteX0" y="connsiteY0"/>
                  </a:cxn>
                  <a:cxn ang="0">
                    <a:pos x="connsiteX1" y="connsiteY1"/>
                  </a:cxn>
                  <a:cxn ang="0">
                    <a:pos x="connsiteX2" y="connsiteY2"/>
                  </a:cxn>
                </a:cxnLst>
                <a:rect l="l" t="t" r="r" b="b"/>
                <a:pathLst>
                  <a:path w="10008" h="2772">
                    <a:moveTo>
                      <a:pt x="3584" y="0"/>
                    </a:moveTo>
                    <a:cubicBezTo>
                      <a:pt x="-7578" y="714"/>
                      <a:pt x="10991" y="4926"/>
                      <a:pt x="9967" y="1354"/>
                    </a:cubicBezTo>
                    <a:cubicBezTo>
                      <a:pt x="9099" y="606"/>
                      <a:pt x="6241" y="0"/>
                      <a:pt x="358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0" name="Freeform: Shape 969">
                <a:extLst>
                  <a:ext uri="{FF2B5EF4-FFF2-40B4-BE49-F238E27FC236}">
                    <a16:creationId xmlns:a16="http://schemas.microsoft.com/office/drawing/2014/main" id="{F910DFA0-EE79-F34C-A2F3-F4E351DC65BA}"/>
                  </a:ext>
                </a:extLst>
              </p:cNvPr>
              <p:cNvSpPr/>
              <p:nvPr/>
            </p:nvSpPr>
            <p:spPr>
              <a:xfrm>
                <a:off x="8947933" y="6490514"/>
                <a:ext cx="10304" cy="2929"/>
              </a:xfrm>
              <a:custGeom>
                <a:avLst/>
                <a:gdLst>
                  <a:gd name="connsiteX0" fmla="*/ 3653 w 10304"/>
                  <a:gd name="connsiteY0" fmla="*/ 0 h 2929"/>
                  <a:gd name="connsiteX1" fmla="*/ 10254 w 10304"/>
                  <a:gd name="connsiteY1" fmla="*/ 1434 h 2929"/>
                  <a:gd name="connsiteX2" fmla="*/ 3653 w 10304"/>
                  <a:gd name="connsiteY2" fmla="*/ 0 h 2929"/>
                </a:gdLst>
                <a:ahLst/>
                <a:cxnLst>
                  <a:cxn ang="0">
                    <a:pos x="connsiteX0" y="connsiteY0"/>
                  </a:cxn>
                  <a:cxn ang="0">
                    <a:pos x="connsiteX1" y="connsiteY1"/>
                  </a:cxn>
                  <a:cxn ang="0">
                    <a:pos x="connsiteX2" y="connsiteY2"/>
                  </a:cxn>
                </a:cxnLst>
                <a:rect l="l" t="t" r="r" b="b"/>
                <a:pathLst>
                  <a:path w="10304" h="2929">
                    <a:moveTo>
                      <a:pt x="3653" y="0"/>
                    </a:moveTo>
                    <a:cubicBezTo>
                      <a:pt x="-7788" y="754"/>
                      <a:pt x="11403" y="5201"/>
                      <a:pt x="10254" y="1434"/>
                    </a:cubicBezTo>
                    <a:cubicBezTo>
                      <a:pt x="9340" y="640"/>
                      <a:pt x="6385" y="0"/>
                      <a:pt x="365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1" name="Freeform: Shape 970">
                <a:extLst>
                  <a:ext uri="{FF2B5EF4-FFF2-40B4-BE49-F238E27FC236}">
                    <a16:creationId xmlns:a16="http://schemas.microsoft.com/office/drawing/2014/main" id="{3CB68539-8A70-9B0C-8F18-20AC54BB95E2}"/>
                  </a:ext>
                </a:extLst>
              </p:cNvPr>
              <p:cNvSpPr/>
              <p:nvPr/>
            </p:nvSpPr>
            <p:spPr>
              <a:xfrm>
                <a:off x="8758788" y="6326161"/>
                <a:ext cx="9729" cy="2635"/>
              </a:xfrm>
              <a:custGeom>
                <a:avLst/>
                <a:gdLst>
                  <a:gd name="connsiteX0" fmla="*/ 3518 w 9729"/>
                  <a:gd name="connsiteY0" fmla="*/ 0 h 2635"/>
                  <a:gd name="connsiteX1" fmla="*/ 9696 w 9729"/>
                  <a:gd name="connsiteY1" fmla="*/ 1286 h 2635"/>
                  <a:gd name="connsiteX2" fmla="*/ 3518 w 9729"/>
                  <a:gd name="connsiteY2" fmla="*/ 0 h 2635"/>
                </a:gdLst>
                <a:ahLst/>
                <a:cxnLst>
                  <a:cxn ang="0">
                    <a:pos x="connsiteX0" y="connsiteY0"/>
                  </a:cxn>
                  <a:cxn ang="0">
                    <a:pos x="connsiteX1" y="connsiteY1"/>
                  </a:cxn>
                  <a:cxn ang="0">
                    <a:pos x="connsiteX2" y="connsiteY2"/>
                  </a:cxn>
                </a:cxnLst>
                <a:rect l="l" t="t" r="r" b="b"/>
                <a:pathLst>
                  <a:path w="9729" h="2635">
                    <a:moveTo>
                      <a:pt x="3518" y="0"/>
                    </a:moveTo>
                    <a:cubicBezTo>
                      <a:pt x="-7380" y="680"/>
                      <a:pt x="10605" y="4681"/>
                      <a:pt x="9696" y="1286"/>
                    </a:cubicBezTo>
                    <a:cubicBezTo>
                      <a:pt x="8879" y="578"/>
                      <a:pt x="6113" y="0"/>
                      <a:pt x="351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2" name="Freeform: Shape 971">
                <a:extLst>
                  <a:ext uri="{FF2B5EF4-FFF2-40B4-BE49-F238E27FC236}">
                    <a16:creationId xmlns:a16="http://schemas.microsoft.com/office/drawing/2014/main" id="{02B11215-19B5-4214-074C-B9408984E0CA}"/>
                  </a:ext>
                </a:extLst>
              </p:cNvPr>
              <p:cNvSpPr/>
              <p:nvPr/>
            </p:nvSpPr>
            <p:spPr>
              <a:xfrm>
                <a:off x="9396339" y="6880134"/>
                <a:ext cx="11695" cy="3686"/>
              </a:xfrm>
              <a:custGeom>
                <a:avLst/>
                <a:gdLst>
                  <a:gd name="connsiteX0" fmla="*/ 3950 w 11695"/>
                  <a:gd name="connsiteY0" fmla="*/ 0 h 3686"/>
                  <a:gd name="connsiteX1" fmla="*/ 11590 w 11695"/>
                  <a:gd name="connsiteY1" fmla="*/ 1805 h 3686"/>
                  <a:gd name="connsiteX2" fmla="*/ 3950 w 11695"/>
                  <a:gd name="connsiteY2" fmla="*/ 0 h 3686"/>
                </a:gdLst>
                <a:ahLst/>
                <a:cxnLst>
                  <a:cxn ang="0">
                    <a:pos x="connsiteX0" y="connsiteY0"/>
                  </a:cxn>
                  <a:cxn ang="0">
                    <a:pos x="connsiteX1" y="connsiteY1"/>
                  </a:cxn>
                  <a:cxn ang="0">
                    <a:pos x="connsiteX2" y="connsiteY2"/>
                  </a:cxn>
                </a:cxnLst>
                <a:rect l="l" t="t" r="r" b="b"/>
                <a:pathLst>
                  <a:path w="11695" h="3686">
                    <a:moveTo>
                      <a:pt x="3950" y="0"/>
                    </a:moveTo>
                    <a:cubicBezTo>
                      <a:pt x="-8749" y="954"/>
                      <a:pt x="13396" y="6543"/>
                      <a:pt x="11590" y="1805"/>
                    </a:cubicBezTo>
                    <a:cubicBezTo>
                      <a:pt x="10442" y="811"/>
                      <a:pt x="7024" y="0"/>
                      <a:pt x="395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3" name="Freeform: Shape 972">
                <a:extLst>
                  <a:ext uri="{FF2B5EF4-FFF2-40B4-BE49-F238E27FC236}">
                    <a16:creationId xmlns:a16="http://schemas.microsoft.com/office/drawing/2014/main" id="{A0510119-3E7A-AAFC-3AAF-F6B84B811BC9}"/>
                  </a:ext>
                </a:extLst>
              </p:cNvPr>
              <p:cNvSpPr/>
              <p:nvPr/>
            </p:nvSpPr>
            <p:spPr>
              <a:xfrm>
                <a:off x="9970388" y="7378696"/>
                <a:ext cx="13655" cy="4790"/>
              </a:xfrm>
              <a:custGeom>
                <a:avLst/>
                <a:gdLst>
                  <a:gd name="connsiteX0" fmla="*/ 4121 w 13655"/>
                  <a:gd name="connsiteY0" fmla="*/ 43 h 4790"/>
                  <a:gd name="connsiteX1" fmla="*/ 9538 w 13655"/>
                  <a:gd name="connsiteY1" fmla="*/ 4747 h 4790"/>
                  <a:gd name="connsiteX2" fmla="*/ 4121 w 13655"/>
                  <a:gd name="connsiteY2" fmla="*/ 43 h 4790"/>
                </a:gdLst>
                <a:ahLst/>
                <a:cxnLst>
                  <a:cxn ang="0">
                    <a:pos x="connsiteX0" y="connsiteY0"/>
                  </a:cxn>
                  <a:cxn ang="0">
                    <a:pos x="connsiteX1" y="connsiteY1"/>
                  </a:cxn>
                  <a:cxn ang="0">
                    <a:pos x="connsiteX2" y="connsiteY2"/>
                  </a:cxn>
                </a:cxnLst>
                <a:rect l="l" t="t" r="r" b="b"/>
                <a:pathLst>
                  <a:path w="13655" h="4790">
                    <a:moveTo>
                      <a:pt x="4121" y="43"/>
                    </a:moveTo>
                    <a:cubicBezTo>
                      <a:pt x="-5846" y="769"/>
                      <a:pt x="4801" y="5278"/>
                      <a:pt x="9538" y="4747"/>
                    </a:cubicBezTo>
                    <a:cubicBezTo>
                      <a:pt x="19500" y="4021"/>
                      <a:pt x="8853" y="-488"/>
                      <a:pt x="4121" y="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4" name="Freeform: Shape 973">
                <a:extLst>
                  <a:ext uri="{FF2B5EF4-FFF2-40B4-BE49-F238E27FC236}">
                    <a16:creationId xmlns:a16="http://schemas.microsoft.com/office/drawing/2014/main" id="{791015BB-F455-F027-3808-A68885CF517A}"/>
                  </a:ext>
                </a:extLst>
              </p:cNvPr>
              <p:cNvSpPr/>
              <p:nvPr/>
            </p:nvSpPr>
            <p:spPr>
              <a:xfrm>
                <a:off x="9664233" y="7112894"/>
                <a:ext cx="12551" cy="4184"/>
              </a:xfrm>
              <a:custGeom>
                <a:avLst/>
                <a:gdLst>
                  <a:gd name="connsiteX0" fmla="*/ 4111 w 12551"/>
                  <a:gd name="connsiteY0" fmla="*/ 0 h 4184"/>
                  <a:gd name="connsiteX1" fmla="*/ 12399 w 12551"/>
                  <a:gd name="connsiteY1" fmla="*/ 2052 h 4184"/>
                  <a:gd name="connsiteX2" fmla="*/ 4111 w 12551"/>
                  <a:gd name="connsiteY2" fmla="*/ 0 h 4184"/>
                </a:gdLst>
                <a:ahLst/>
                <a:cxnLst>
                  <a:cxn ang="0">
                    <a:pos x="connsiteX0" y="connsiteY0"/>
                  </a:cxn>
                  <a:cxn ang="0">
                    <a:pos x="connsiteX1" y="connsiteY1"/>
                  </a:cxn>
                  <a:cxn ang="0">
                    <a:pos x="connsiteX2" y="connsiteY2"/>
                  </a:cxn>
                </a:cxnLst>
                <a:rect l="l" t="t" r="r" b="b"/>
                <a:pathLst>
                  <a:path w="12551" h="4184">
                    <a:moveTo>
                      <a:pt x="4111" y="0"/>
                    </a:moveTo>
                    <a:cubicBezTo>
                      <a:pt x="-9324" y="1086"/>
                      <a:pt x="14667" y="7424"/>
                      <a:pt x="12399" y="2052"/>
                    </a:cubicBezTo>
                    <a:cubicBezTo>
                      <a:pt x="11095" y="920"/>
                      <a:pt x="7386" y="0"/>
                      <a:pt x="411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5" name="Freeform: Shape 974">
                <a:extLst>
                  <a:ext uri="{FF2B5EF4-FFF2-40B4-BE49-F238E27FC236}">
                    <a16:creationId xmlns:a16="http://schemas.microsoft.com/office/drawing/2014/main" id="{BC904E75-DF28-0F3C-39A5-FBE55320CB88}"/>
                  </a:ext>
                </a:extLst>
              </p:cNvPr>
              <p:cNvSpPr/>
              <p:nvPr/>
            </p:nvSpPr>
            <p:spPr>
              <a:xfrm>
                <a:off x="9526163" y="6992759"/>
                <a:ext cx="12169" cy="3909"/>
              </a:xfrm>
              <a:custGeom>
                <a:avLst/>
                <a:gdLst>
                  <a:gd name="connsiteX0" fmla="*/ 3873 w 12169"/>
                  <a:gd name="connsiteY0" fmla="*/ 34 h 3909"/>
                  <a:gd name="connsiteX1" fmla="*/ 8296 w 12169"/>
                  <a:gd name="connsiteY1" fmla="*/ 3875 h 3909"/>
                  <a:gd name="connsiteX2" fmla="*/ 3873 w 12169"/>
                  <a:gd name="connsiteY2" fmla="*/ 34 h 3909"/>
                </a:gdLst>
                <a:ahLst/>
                <a:cxnLst>
                  <a:cxn ang="0">
                    <a:pos x="connsiteX0" y="connsiteY0"/>
                  </a:cxn>
                  <a:cxn ang="0">
                    <a:pos x="connsiteX1" y="connsiteY1"/>
                  </a:cxn>
                  <a:cxn ang="0">
                    <a:pos x="connsiteX2" y="connsiteY2"/>
                  </a:cxn>
                </a:cxnLst>
                <a:rect l="l" t="t" r="r" b="b"/>
                <a:pathLst>
                  <a:path w="12169" h="3909">
                    <a:moveTo>
                      <a:pt x="3873" y="34"/>
                    </a:moveTo>
                    <a:cubicBezTo>
                      <a:pt x="-5157" y="600"/>
                      <a:pt x="3839" y="4303"/>
                      <a:pt x="8296" y="3875"/>
                    </a:cubicBezTo>
                    <a:cubicBezTo>
                      <a:pt x="17327" y="3315"/>
                      <a:pt x="8331" y="-395"/>
                      <a:pt x="3873" y="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6" name="Freeform: Shape 975">
                <a:extLst>
                  <a:ext uri="{FF2B5EF4-FFF2-40B4-BE49-F238E27FC236}">
                    <a16:creationId xmlns:a16="http://schemas.microsoft.com/office/drawing/2014/main" id="{D2C15371-1116-CEE4-4FD8-C65C87D6C8AC}"/>
                  </a:ext>
                </a:extLst>
              </p:cNvPr>
              <p:cNvSpPr/>
              <p:nvPr/>
            </p:nvSpPr>
            <p:spPr>
              <a:xfrm>
                <a:off x="9812154" y="7241225"/>
                <a:ext cx="13122" cy="4469"/>
              </a:xfrm>
              <a:custGeom>
                <a:avLst/>
                <a:gdLst>
                  <a:gd name="connsiteX0" fmla="*/ 4033 w 13122"/>
                  <a:gd name="connsiteY0" fmla="*/ 40 h 4469"/>
                  <a:gd name="connsiteX1" fmla="*/ 9090 w 13122"/>
                  <a:gd name="connsiteY1" fmla="*/ 4429 h 4469"/>
                  <a:gd name="connsiteX2" fmla="*/ 4033 w 13122"/>
                  <a:gd name="connsiteY2" fmla="*/ 40 h 4469"/>
                </a:gdLst>
                <a:ahLst/>
                <a:cxnLst>
                  <a:cxn ang="0">
                    <a:pos x="connsiteX0" y="connsiteY0"/>
                  </a:cxn>
                  <a:cxn ang="0">
                    <a:pos x="connsiteX1" y="connsiteY1"/>
                  </a:cxn>
                  <a:cxn ang="0">
                    <a:pos x="connsiteX2" y="connsiteY2"/>
                  </a:cxn>
                </a:cxnLst>
                <a:rect l="l" t="t" r="r" b="b"/>
                <a:pathLst>
                  <a:path w="13122" h="4469">
                    <a:moveTo>
                      <a:pt x="4033" y="40"/>
                    </a:moveTo>
                    <a:cubicBezTo>
                      <a:pt x="-5597" y="702"/>
                      <a:pt x="4444" y="4926"/>
                      <a:pt x="9090" y="4429"/>
                    </a:cubicBezTo>
                    <a:cubicBezTo>
                      <a:pt x="18721" y="3766"/>
                      <a:pt x="8673" y="-451"/>
                      <a:pt x="4033" y="4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7" name="Freeform: Shape 976">
                <a:extLst>
                  <a:ext uri="{FF2B5EF4-FFF2-40B4-BE49-F238E27FC236}">
                    <a16:creationId xmlns:a16="http://schemas.microsoft.com/office/drawing/2014/main" id="{4E2FA4E3-1C9C-66BE-09EE-2EE298049790}"/>
                  </a:ext>
                </a:extLst>
              </p:cNvPr>
              <p:cNvSpPr/>
              <p:nvPr/>
            </p:nvSpPr>
            <p:spPr>
              <a:xfrm>
                <a:off x="8227357" y="5471169"/>
                <a:ext cx="8086" cy="4405"/>
              </a:xfrm>
              <a:custGeom>
                <a:avLst/>
                <a:gdLst>
                  <a:gd name="connsiteX0" fmla="*/ 2980 w 8086"/>
                  <a:gd name="connsiteY0" fmla="*/ 560 h 4405"/>
                  <a:gd name="connsiteX1" fmla="*/ 5106 w 8086"/>
                  <a:gd name="connsiteY1" fmla="*/ 3846 h 4405"/>
                  <a:gd name="connsiteX2" fmla="*/ 2980 w 8086"/>
                  <a:gd name="connsiteY2" fmla="*/ 560 h 4405"/>
                </a:gdLst>
                <a:ahLst/>
                <a:cxnLst>
                  <a:cxn ang="0">
                    <a:pos x="connsiteX0" y="connsiteY0"/>
                  </a:cxn>
                  <a:cxn ang="0">
                    <a:pos x="connsiteX1" y="connsiteY1"/>
                  </a:cxn>
                  <a:cxn ang="0">
                    <a:pos x="connsiteX2" y="connsiteY2"/>
                  </a:cxn>
                </a:cxnLst>
                <a:rect l="l" t="t" r="r" b="b"/>
                <a:pathLst>
                  <a:path w="8086" h="4405">
                    <a:moveTo>
                      <a:pt x="2980" y="560"/>
                    </a:moveTo>
                    <a:cubicBezTo>
                      <a:pt x="-2587" y="2669"/>
                      <a:pt x="534" y="5658"/>
                      <a:pt x="5106" y="3846"/>
                    </a:cubicBezTo>
                    <a:cubicBezTo>
                      <a:pt x="10678" y="1749"/>
                      <a:pt x="7546" y="-1257"/>
                      <a:pt x="2980" y="5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8" name="Freeform: Shape 977">
                <a:extLst>
                  <a:ext uri="{FF2B5EF4-FFF2-40B4-BE49-F238E27FC236}">
                    <a16:creationId xmlns:a16="http://schemas.microsoft.com/office/drawing/2014/main" id="{3410EC1E-C03D-6E67-A558-731DF546A415}"/>
                  </a:ext>
                </a:extLst>
              </p:cNvPr>
              <p:cNvSpPr/>
              <p:nvPr/>
            </p:nvSpPr>
            <p:spPr>
              <a:xfrm>
                <a:off x="8164459" y="5346935"/>
                <a:ext cx="7875" cy="5782"/>
              </a:xfrm>
              <a:custGeom>
                <a:avLst/>
                <a:gdLst>
                  <a:gd name="connsiteX0" fmla="*/ 2921 w 7875"/>
                  <a:gd name="connsiteY0" fmla="*/ 533 h 5782"/>
                  <a:gd name="connsiteX1" fmla="*/ 4956 w 7875"/>
                  <a:gd name="connsiteY1" fmla="*/ 5253 h 5782"/>
                  <a:gd name="connsiteX2" fmla="*/ 2921 w 7875"/>
                  <a:gd name="connsiteY2" fmla="*/ 533 h 5782"/>
                </a:gdLst>
                <a:ahLst/>
                <a:cxnLst>
                  <a:cxn ang="0">
                    <a:pos x="connsiteX0" y="connsiteY0"/>
                  </a:cxn>
                  <a:cxn ang="0">
                    <a:pos x="connsiteX1" y="connsiteY1"/>
                  </a:cxn>
                  <a:cxn ang="0">
                    <a:pos x="connsiteX2" y="connsiteY2"/>
                  </a:cxn>
                </a:cxnLst>
                <a:rect l="l" t="t" r="r" b="b"/>
                <a:pathLst>
                  <a:path w="7875" h="5782">
                    <a:moveTo>
                      <a:pt x="2921" y="533"/>
                    </a:moveTo>
                    <a:cubicBezTo>
                      <a:pt x="-2176" y="2601"/>
                      <a:pt x="-28" y="7368"/>
                      <a:pt x="4956" y="5253"/>
                    </a:cubicBezTo>
                    <a:cubicBezTo>
                      <a:pt x="10054" y="3196"/>
                      <a:pt x="7899" y="-1594"/>
                      <a:pt x="2921" y="5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9" name="Freeform: Shape 978">
                <a:extLst>
                  <a:ext uri="{FF2B5EF4-FFF2-40B4-BE49-F238E27FC236}">
                    <a16:creationId xmlns:a16="http://schemas.microsoft.com/office/drawing/2014/main" id="{99BAB562-64AD-E6C2-73BA-AE2B3229840F}"/>
                  </a:ext>
                </a:extLst>
              </p:cNvPr>
              <p:cNvSpPr/>
              <p:nvPr/>
            </p:nvSpPr>
            <p:spPr>
              <a:xfrm>
                <a:off x="7991037" y="4908259"/>
                <a:ext cx="7357" cy="5903"/>
              </a:xfrm>
              <a:custGeom>
                <a:avLst/>
                <a:gdLst>
                  <a:gd name="connsiteX0" fmla="*/ 2779 w 7357"/>
                  <a:gd name="connsiteY0" fmla="*/ 1177 h 5903"/>
                  <a:gd name="connsiteX1" fmla="*/ 4573 w 7357"/>
                  <a:gd name="connsiteY1" fmla="*/ 4748 h 5903"/>
                  <a:gd name="connsiteX2" fmla="*/ 2779 w 7357"/>
                  <a:gd name="connsiteY2" fmla="*/ 1177 h 5903"/>
                </a:gdLst>
                <a:ahLst/>
                <a:cxnLst>
                  <a:cxn ang="0">
                    <a:pos x="connsiteX0" y="connsiteY0"/>
                  </a:cxn>
                  <a:cxn ang="0">
                    <a:pos x="connsiteX1" y="connsiteY1"/>
                  </a:cxn>
                  <a:cxn ang="0">
                    <a:pos x="connsiteX2" y="connsiteY2"/>
                  </a:cxn>
                </a:cxnLst>
                <a:rect l="l" t="t" r="r" b="b"/>
                <a:pathLst>
                  <a:path w="7357" h="5903">
                    <a:moveTo>
                      <a:pt x="2779" y="1177"/>
                    </a:moveTo>
                    <a:cubicBezTo>
                      <a:pt x="-1810" y="3982"/>
                      <a:pt x="-370" y="7869"/>
                      <a:pt x="4573" y="4748"/>
                    </a:cubicBezTo>
                    <a:cubicBezTo>
                      <a:pt x="9163" y="1931"/>
                      <a:pt x="7740" y="-1990"/>
                      <a:pt x="2779" y="117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0" name="Freeform: Shape 979">
                <a:extLst>
                  <a:ext uri="{FF2B5EF4-FFF2-40B4-BE49-F238E27FC236}">
                    <a16:creationId xmlns:a16="http://schemas.microsoft.com/office/drawing/2014/main" id="{76CD3906-72DD-A7D3-48E2-201A33B98378}"/>
                  </a:ext>
                </a:extLst>
              </p:cNvPr>
              <p:cNvSpPr/>
              <p:nvPr/>
            </p:nvSpPr>
            <p:spPr>
              <a:xfrm>
                <a:off x="8672023" y="6245293"/>
                <a:ext cx="9456" cy="3572"/>
              </a:xfrm>
              <a:custGeom>
                <a:avLst/>
                <a:gdLst>
                  <a:gd name="connsiteX0" fmla="*/ 3335 w 9456"/>
                  <a:gd name="connsiteY0" fmla="*/ 47 h 3572"/>
                  <a:gd name="connsiteX1" fmla="*/ 6119 w 9456"/>
                  <a:gd name="connsiteY1" fmla="*/ 3527 h 3572"/>
                  <a:gd name="connsiteX2" fmla="*/ 3335 w 9456"/>
                  <a:gd name="connsiteY2" fmla="*/ 47 h 3572"/>
                </a:gdLst>
                <a:ahLst/>
                <a:cxnLst>
                  <a:cxn ang="0">
                    <a:pos x="connsiteX0" y="connsiteY0"/>
                  </a:cxn>
                  <a:cxn ang="0">
                    <a:pos x="connsiteX1" y="connsiteY1"/>
                  </a:cxn>
                  <a:cxn ang="0">
                    <a:pos x="connsiteX2" y="connsiteY2"/>
                  </a:cxn>
                </a:cxnLst>
                <a:rect l="l" t="t" r="r" b="b"/>
                <a:pathLst>
                  <a:path w="9456" h="3572">
                    <a:moveTo>
                      <a:pt x="3335" y="47"/>
                    </a:moveTo>
                    <a:cubicBezTo>
                      <a:pt x="-3705" y="698"/>
                      <a:pt x="1953" y="3996"/>
                      <a:pt x="6119" y="3527"/>
                    </a:cubicBezTo>
                    <a:cubicBezTo>
                      <a:pt x="13171" y="2922"/>
                      <a:pt x="7491" y="-433"/>
                      <a:pt x="3335" y="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1" name="Freeform: Shape 980">
                <a:extLst>
                  <a:ext uri="{FF2B5EF4-FFF2-40B4-BE49-F238E27FC236}">
                    <a16:creationId xmlns:a16="http://schemas.microsoft.com/office/drawing/2014/main" id="{080F5873-0D8A-5AB0-2D9B-34F82C6432A7}"/>
                  </a:ext>
                </a:extLst>
              </p:cNvPr>
              <p:cNvSpPr/>
              <p:nvPr/>
            </p:nvSpPr>
            <p:spPr>
              <a:xfrm>
                <a:off x="8104207" y="5193366"/>
                <a:ext cx="7687" cy="6490"/>
              </a:xfrm>
              <a:custGeom>
                <a:avLst/>
                <a:gdLst>
                  <a:gd name="connsiteX0" fmla="*/ 2869 w 7687"/>
                  <a:gd name="connsiteY0" fmla="*/ 626 h 6490"/>
                  <a:gd name="connsiteX1" fmla="*/ 4818 w 7687"/>
                  <a:gd name="connsiteY1" fmla="*/ 5872 h 6490"/>
                  <a:gd name="connsiteX2" fmla="*/ 2869 w 7687"/>
                  <a:gd name="connsiteY2" fmla="*/ 626 h 6490"/>
                </a:gdLst>
                <a:ahLst/>
                <a:cxnLst>
                  <a:cxn ang="0">
                    <a:pos x="connsiteX0" y="connsiteY0"/>
                  </a:cxn>
                  <a:cxn ang="0">
                    <a:pos x="connsiteX1" y="connsiteY1"/>
                  </a:cxn>
                  <a:cxn ang="0">
                    <a:pos x="connsiteX2" y="connsiteY2"/>
                  </a:cxn>
                </a:cxnLst>
                <a:rect l="l" t="t" r="r" b="b"/>
                <a:pathLst>
                  <a:path w="7687" h="6490">
                    <a:moveTo>
                      <a:pt x="2869" y="626"/>
                    </a:moveTo>
                    <a:cubicBezTo>
                      <a:pt x="-1892" y="2786"/>
                      <a:pt x="-372" y="8335"/>
                      <a:pt x="4818" y="5872"/>
                    </a:cubicBezTo>
                    <a:cubicBezTo>
                      <a:pt x="9578" y="3717"/>
                      <a:pt x="8064" y="-1860"/>
                      <a:pt x="2869" y="6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2" name="Freeform: Shape 981">
                <a:extLst>
                  <a:ext uri="{FF2B5EF4-FFF2-40B4-BE49-F238E27FC236}">
                    <a16:creationId xmlns:a16="http://schemas.microsoft.com/office/drawing/2014/main" id="{0C46954C-B2ED-956E-28A0-8630BCA491F4}"/>
                  </a:ext>
                </a:extLst>
              </p:cNvPr>
              <p:cNvSpPr/>
              <p:nvPr/>
            </p:nvSpPr>
            <p:spPr>
              <a:xfrm>
                <a:off x="8511002" y="6041104"/>
                <a:ext cx="9070" cy="4296"/>
              </a:xfrm>
              <a:custGeom>
                <a:avLst/>
                <a:gdLst>
                  <a:gd name="connsiteX0" fmla="*/ 3370 w 9070"/>
                  <a:gd name="connsiteY0" fmla="*/ 279 h 4296"/>
                  <a:gd name="connsiteX1" fmla="*/ 9011 w 9070"/>
                  <a:gd name="connsiteY1" fmla="*/ 1131 h 4296"/>
                  <a:gd name="connsiteX2" fmla="*/ 3370 w 9070"/>
                  <a:gd name="connsiteY2" fmla="*/ 279 h 4296"/>
                </a:gdLst>
                <a:ahLst/>
                <a:cxnLst>
                  <a:cxn ang="0">
                    <a:pos x="connsiteX0" y="connsiteY0"/>
                  </a:cxn>
                  <a:cxn ang="0">
                    <a:pos x="connsiteX1" y="connsiteY1"/>
                  </a:cxn>
                  <a:cxn ang="0">
                    <a:pos x="connsiteX2" y="connsiteY2"/>
                  </a:cxn>
                </a:cxnLst>
                <a:rect l="l" t="t" r="r" b="b"/>
                <a:pathLst>
                  <a:path w="9070" h="4296">
                    <a:moveTo>
                      <a:pt x="3370" y="279"/>
                    </a:moveTo>
                    <a:cubicBezTo>
                      <a:pt x="-7077" y="4154"/>
                      <a:pt x="10210" y="6560"/>
                      <a:pt x="9011" y="1131"/>
                    </a:cubicBezTo>
                    <a:cubicBezTo>
                      <a:pt x="8302" y="73"/>
                      <a:pt x="5776" y="-315"/>
                      <a:pt x="3370" y="27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26" name="Freeform: Shape 1025">
                <a:extLst>
                  <a:ext uri="{FF2B5EF4-FFF2-40B4-BE49-F238E27FC236}">
                    <a16:creationId xmlns:a16="http://schemas.microsoft.com/office/drawing/2014/main" id="{61E949B2-2787-DED1-2A2A-DAB0CF27565E}"/>
                  </a:ext>
                </a:extLst>
              </p:cNvPr>
              <p:cNvSpPr/>
              <p:nvPr/>
            </p:nvSpPr>
            <p:spPr>
              <a:xfrm>
                <a:off x="8293074" y="5547013"/>
                <a:ext cx="8424" cy="3954"/>
              </a:xfrm>
              <a:custGeom>
                <a:avLst/>
                <a:gdLst>
                  <a:gd name="connsiteX0" fmla="*/ 3191 w 8424"/>
                  <a:gd name="connsiteY0" fmla="*/ 526 h 3954"/>
                  <a:gd name="connsiteX1" fmla="*/ 8375 w 8424"/>
                  <a:gd name="connsiteY1" fmla="*/ 675 h 3954"/>
                  <a:gd name="connsiteX2" fmla="*/ 3191 w 8424"/>
                  <a:gd name="connsiteY2" fmla="*/ 526 h 3954"/>
                </a:gdLst>
                <a:ahLst/>
                <a:cxnLst>
                  <a:cxn ang="0">
                    <a:pos x="connsiteX0" y="connsiteY0"/>
                  </a:cxn>
                  <a:cxn ang="0">
                    <a:pos x="connsiteX1" y="connsiteY1"/>
                  </a:cxn>
                  <a:cxn ang="0">
                    <a:pos x="connsiteX2" y="connsiteY2"/>
                  </a:cxn>
                </a:cxnLst>
                <a:rect l="l" t="t" r="r" b="b"/>
                <a:pathLst>
                  <a:path w="8424" h="3954">
                    <a:moveTo>
                      <a:pt x="3191" y="526"/>
                    </a:moveTo>
                    <a:cubicBezTo>
                      <a:pt x="-6622" y="4898"/>
                      <a:pt x="9427" y="5241"/>
                      <a:pt x="8375" y="675"/>
                    </a:cubicBezTo>
                    <a:cubicBezTo>
                      <a:pt x="7758" y="-171"/>
                      <a:pt x="5438" y="-223"/>
                      <a:pt x="3191" y="5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8" name="Freeform: Shape 2047">
                <a:extLst>
                  <a:ext uri="{FF2B5EF4-FFF2-40B4-BE49-F238E27FC236}">
                    <a16:creationId xmlns:a16="http://schemas.microsoft.com/office/drawing/2014/main" id="{1FBCCBFB-6277-C35D-CA05-E43F24ED8FE1}"/>
                  </a:ext>
                </a:extLst>
              </p:cNvPr>
              <p:cNvSpPr/>
              <p:nvPr/>
            </p:nvSpPr>
            <p:spPr>
              <a:xfrm>
                <a:off x="8589772" y="6127601"/>
                <a:ext cx="9277" cy="3908"/>
              </a:xfrm>
              <a:custGeom>
                <a:avLst/>
                <a:gdLst>
                  <a:gd name="connsiteX0" fmla="*/ 3438 w 9277"/>
                  <a:gd name="connsiteY0" fmla="*/ 193 h 3908"/>
                  <a:gd name="connsiteX1" fmla="*/ 9222 w 9277"/>
                  <a:gd name="connsiteY1" fmla="*/ 1131 h 3908"/>
                  <a:gd name="connsiteX2" fmla="*/ 3438 w 9277"/>
                  <a:gd name="connsiteY2" fmla="*/ 193 h 3908"/>
                </a:gdLst>
                <a:ahLst/>
                <a:cxnLst>
                  <a:cxn ang="0">
                    <a:pos x="connsiteX0" y="connsiteY0"/>
                  </a:cxn>
                  <a:cxn ang="0">
                    <a:pos x="connsiteX1" y="connsiteY1"/>
                  </a:cxn>
                  <a:cxn ang="0">
                    <a:pos x="connsiteX2" y="connsiteY2"/>
                  </a:cxn>
                </a:cxnLst>
                <a:rect l="l" t="t" r="r" b="b"/>
                <a:pathLst>
                  <a:path w="9277" h="3908">
                    <a:moveTo>
                      <a:pt x="3438" y="193"/>
                    </a:moveTo>
                    <a:cubicBezTo>
                      <a:pt x="-7208" y="3371"/>
                      <a:pt x="10376" y="6205"/>
                      <a:pt x="9222" y="1131"/>
                    </a:cubicBezTo>
                    <a:cubicBezTo>
                      <a:pt x="8490" y="136"/>
                      <a:pt x="5902" y="-276"/>
                      <a:pt x="3438" y="19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9" name="Freeform: Shape 2048">
                <a:extLst>
                  <a:ext uri="{FF2B5EF4-FFF2-40B4-BE49-F238E27FC236}">
                    <a16:creationId xmlns:a16="http://schemas.microsoft.com/office/drawing/2014/main" id="{3D162895-395E-46E7-9B65-CDFCB613305A}"/>
                  </a:ext>
                </a:extLst>
              </p:cNvPr>
              <p:cNvSpPr/>
              <p:nvPr/>
            </p:nvSpPr>
            <p:spPr>
              <a:xfrm>
                <a:off x="8046364" y="5038020"/>
                <a:ext cx="7597" cy="6567"/>
              </a:xfrm>
              <a:custGeom>
                <a:avLst/>
                <a:gdLst>
                  <a:gd name="connsiteX0" fmla="*/ 2910 w 7597"/>
                  <a:gd name="connsiteY0" fmla="*/ 793 h 6567"/>
                  <a:gd name="connsiteX1" fmla="*/ 115 w 7597"/>
                  <a:gd name="connsiteY1" fmla="*/ 5342 h 6567"/>
                  <a:gd name="connsiteX2" fmla="*/ 2910 w 7597"/>
                  <a:gd name="connsiteY2" fmla="*/ 793 h 6567"/>
                </a:gdLst>
                <a:ahLst/>
                <a:cxnLst>
                  <a:cxn ang="0">
                    <a:pos x="connsiteX0" y="connsiteY0"/>
                  </a:cxn>
                  <a:cxn ang="0">
                    <a:pos x="connsiteX1" y="connsiteY1"/>
                  </a:cxn>
                  <a:cxn ang="0">
                    <a:pos x="connsiteX2" y="connsiteY2"/>
                  </a:cxn>
                </a:cxnLst>
                <a:rect l="l" t="t" r="r" b="b"/>
                <a:pathLst>
                  <a:path w="7597" h="6567">
                    <a:moveTo>
                      <a:pt x="2910" y="793"/>
                    </a:moveTo>
                    <a:cubicBezTo>
                      <a:pt x="853" y="1970"/>
                      <a:pt x="-399" y="3999"/>
                      <a:pt x="115" y="5342"/>
                    </a:cubicBezTo>
                    <a:cubicBezTo>
                      <a:pt x="4156" y="10679"/>
                      <a:pt x="13066" y="-3402"/>
                      <a:pt x="2910" y="79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0" name="Freeform: Shape 2049">
                <a:extLst>
                  <a:ext uri="{FF2B5EF4-FFF2-40B4-BE49-F238E27FC236}">
                    <a16:creationId xmlns:a16="http://schemas.microsoft.com/office/drawing/2014/main" id="{E0486228-060F-8F6C-0100-BD6EFBCE5604}"/>
                  </a:ext>
                </a:extLst>
              </p:cNvPr>
              <p:cNvSpPr/>
              <p:nvPr/>
            </p:nvSpPr>
            <p:spPr>
              <a:xfrm>
                <a:off x="8362584" y="5689223"/>
                <a:ext cx="8478" cy="6599"/>
              </a:xfrm>
              <a:custGeom>
                <a:avLst/>
                <a:gdLst>
                  <a:gd name="connsiteX0" fmla="*/ 3066 w 8478"/>
                  <a:gd name="connsiteY0" fmla="*/ 316 h 6599"/>
                  <a:gd name="connsiteX1" fmla="*/ 5410 w 8478"/>
                  <a:gd name="connsiteY1" fmla="*/ 6288 h 6599"/>
                  <a:gd name="connsiteX2" fmla="*/ 3066 w 8478"/>
                  <a:gd name="connsiteY2" fmla="*/ 316 h 6599"/>
                </a:gdLst>
                <a:ahLst/>
                <a:cxnLst>
                  <a:cxn ang="0">
                    <a:pos x="connsiteX0" y="connsiteY0"/>
                  </a:cxn>
                  <a:cxn ang="0">
                    <a:pos x="connsiteX1" y="connsiteY1"/>
                  </a:cxn>
                  <a:cxn ang="0">
                    <a:pos x="connsiteX2" y="connsiteY2"/>
                  </a:cxn>
                </a:cxnLst>
                <a:rect l="l" t="t" r="r" b="b"/>
                <a:pathLst>
                  <a:path w="8478" h="6599">
                    <a:moveTo>
                      <a:pt x="3066" y="316"/>
                    </a:moveTo>
                    <a:cubicBezTo>
                      <a:pt x="-2517" y="2070"/>
                      <a:pt x="284" y="8014"/>
                      <a:pt x="5410" y="6288"/>
                    </a:cubicBezTo>
                    <a:cubicBezTo>
                      <a:pt x="10987" y="4534"/>
                      <a:pt x="8210" y="-1427"/>
                      <a:pt x="3066" y="3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1" name="Freeform: Shape 2050">
                <a:extLst>
                  <a:ext uri="{FF2B5EF4-FFF2-40B4-BE49-F238E27FC236}">
                    <a16:creationId xmlns:a16="http://schemas.microsoft.com/office/drawing/2014/main" id="{90188C1C-30D9-362F-546A-E3433144D9F8}"/>
                  </a:ext>
                </a:extLst>
              </p:cNvPr>
              <p:cNvSpPr/>
              <p:nvPr/>
            </p:nvSpPr>
            <p:spPr>
              <a:xfrm>
                <a:off x="8435143" y="5880772"/>
                <a:ext cx="8705" cy="6763"/>
              </a:xfrm>
              <a:custGeom>
                <a:avLst/>
                <a:gdLst>
                  <a:gd name="connsiteX0" fmla="*/ 3123 w 8705"/>
                  <a:gd name="connsiteY0" fmla="*/ 265 h 6763"/>
                  <a:gd name="connsiteX1" fmla="*/ 5580 w 8705"/>
                  <a:gd name="connsiteY1" fmla="*/ 6501 h 6763"/>
                  <a:gd name="connsiteX2" fmla="*/ 3123 w 8705"/>
                  <a:gd name="connsiteY2" fmla="*/ 265 h 6763"/>
                </a:gdLst>
                <a:ahLst/>
                <a:cxnLst>
                  <a:cxn ang="0">
                    <a:pos x="connsiteX0" y="connsiteY0"/>
                  </a:cxn>
                  <a:cxn ang="0">
                    <a:pos x="connsiteX1" y="connsiteY1"/>
                  </a:cxn>
                  <a:cxn ang="0">
                    <a:pos x="connsiteX2" y="connsiteY2"/>
                  </a:cxn>
                </a:cxnLst>
                <a:rect l="l" t="t" r="r" b="b"/>
                <a:pathLst>
                  <a:path w="8705" h="6763">
                    <a:moveTo>
                      <a:pt x="3123" y="265"/>
                    </a:moveTo>
                    <a:cubicBezTo>
                      <a:pt x="-2661" y="1934"/>
                      <a:pt x="431" y="8101"/>
                      <a:pt x="5580" y="6501"/>
                    </a:cubicBezTo>
                    <a:cubicBezTo>
                      <a:pt x="11370" y="4838"/>
                      <a:pt x="8272" y="-1346"/>
                      <a:pt x="3123" y="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2" name="Freeform: Shape 2051">
                <a:extLst>
                  <a:ext uri="{FF2B5EF4-FFF2-40B4-BE49-F238E27FC236}">
                    <a16:creationId xmlns:a16="http://schemas.microsoft.com/office/drawing/2014/main" id="{BAB0B1F6-F11C-4D03-9D5C-230FC8E314EB}"/>
                  </a:ext>
                </a:extLst>
              </p:cNvPr>
              <p:cNvSpPr/>
              <p:nvPr/>
            </p:nvSpPr>
            <p:spPr>
              <a:xfrm>
                <a:off x="10140316" y="7526146"/>
                <a:ext cx="13757" cy="5183"/>
              </a:xfrm>
              <a:custGeom>
                <a:avLst/>
                <a:gdLst>
                  <a:gd name="connsiteX0" fmla="*/ 3951 w 13757"/>
                  <a:gd name="connsiteY0" fmla="*/ 0 h 5183"/>
                  <a:gd name="connsiteX1" fmla="*/ 13553 w 13757"/>
                  <a:gd name="connsiteY1" fmla="*/ 4303 h 5183"/>
                  <a:gd name="connsiteX2" fmla="*/ 3951 w 13757"/>
                  <a:gd name="connsiteY2" fmla="*/ 0 h 5183"/>
                </a:gdLst>
                <a:ahLst/>
                <a:cxnLst>
                  <a:cxn ang="0">
                    <a:pos x="connsiteX0" y="connsiteY0"/>
                  </a:cxn>
                  <a:cxn ang="0">
                    <a:pos x="connsiteX1" y="connsiteY1"/>
                  </a:cxn>
                  <a:cxn ang="0">
                    <a:pos x="connsiteX2" y="connsiteY2"/>
                  </a:cxn>
                </a:cxnLst>
                <a:rect l="l" t="t" r="r" b="b"/>
                <a:pathLst>
                  <a:path w="13757" h="5183">
                    <a:moveTo>
                      <a:pt x="3951" y="0"/>
                    </a:moveTo>
                    <a:cubicBezTo>
                      <a:pt x="-7816" y="1257"/>
                      <a:pt x="10117" y="7447"/>
                      <a:pt x="13553" y="4303"/>
                    </a:cubicBezTo>
                    <a:cubicBezTo>
                      <a:pt x="15193" y="880"/>
                      <a:pt x="6506" y="120"/>
                      <a:pt x="395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3" name="Freeform: Shape 2052">
                <a:extLst>
                  <a:ext uri="{FF2B5EF4-FFF2-40B4-BE49-F238E27FC236}">
                    <a16:creationId xmlns:a16="http://schemas.microsoft.com/office/drawing/2014/main" id="{E1B70814-2B21-F332-BECF-0A1862FA547B}"/>
                  </a:ext>
                </a:extLst>
              </p:cNvPr>
              <p:cNvSpPr/>
              <p:nvPr/>
            </p:nvSpPr>
            <p:spPr>
              <a:xfrm>
                <a:off x="7742338" y="4935899"/>
                <a:ext cx="6974" cy="2772"/>
              </a:xfrm>
              <a:custGeom>
                <a:avLst/>
                <a:gdLst>
                  <a:gd name="connsiteX0" fmla="*/ 2607 w 6974"/>
                  <a:gd name="connsiteY0" fmla="*/ 769 h 2772"/>
                  <a:gd name="connsiteX1" fmla="*/ 6505 w 6974"/>
                  <a:gd name="connsiteY1" fmla="*/ 1067 h 2772"/>
                  <a:gd name="connsiteX2" fmla="*/ 2607 w 6974"/>
                  <a:gd name="connsiteY2" fmla="*/ 769 h 2772"/>
                </a:gdLst>
                <a:ahLst/>
                <a:cxnLst>
                  <a:cxn ang="0">
                    <a:pos x="connsiteX0" y="connsiteY0"/>
                  </a:cxn>
                  <a:cxn ang="0">
                    <a:pos x="connsiteX1" y="connsiteY1"/>
                  </a:cxn>
                  <a:cxn ang="0">
                    <a:pos x="connsiteX2" y="connsiteY2"/>
                  </a:cxn>
                </a:cxnLst>
                <a:rect l="l" t="t" r="r" b="b"/>
                <a:pathLst>
                  <a:path w="6974" h="2772">
                    <a:moveTo>
                      <a:pt x="2607" y="769"/>
                    </a:moveTo>
                    <a:cubicBezTo>
                      <a:pt x="-4268" y="3621"/>
                      <a:pt x="4390" y="3158"/>
                      <a:pt x="6505" y="1067"/>
                    </a:cubicBezTo>
                    <a:cubicBezTo>
                      <a:pt x="8482" y="-860"/>
                      <a:pt x="3647" y="324"/>
                      <a:pt x="2607" y="76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4" name="Freeform: Shape 2053">
                <a:extLst>
                  <a:ext uri="{FF2B5EF4-FFF2-40B4-BE49-F238E27FC236}">
                    <a16:creationId xmlns:a16="http://schemas.microsoft.com/office/drawing/2014/main" id="{7EC603B6-A78C-33E6-1E63-8EB9FE9FDF88}"/>
                  </a:ext>
                </a:extLst>
              </p:cNvPr>
              <p:cNvSpPr/>
              <p:nvPr/>
            </p:nvSpPr>
            <p:spPr>
              <a:xfrm>
                <a:off x="8873100" y="6674053"/>
                <a:ext cx="10890" cy="3263"/>
              </a:xfrm>
              <a:custGeom>
                <a:avLst/>
                <a:gdLst>
                  <a:gd name="connsiteX0" fmla="*/ 3729 w 10890"/>
                  <a:gd name="connsiteY0" fmla="*/ 26 h 3263"/>
                  <a:gd name="connsiteX1" fmla="*/ 7153 w 10890"/>
                  <a:gd name="connsiteY1" fmla="*/ 3238 h 3263"/>
                  <a:gd name="connsiteX2" fmla="*/ 3729 w 10890"/>
                  <a:gd name="connsiteY2" fmla="*/ 26 h 3263"/>
                </a:gdLst>
                <a:ahLst/>
                <a:cxnLst>
                  <a:cxn ang="0">
                    <a:pos x="connsiteX0" y="connsiteY0"/>
                  </a:cxn>
                  <a:cxn ang="0">
                    <a:pos x="connsiteX1" y="connsiteY1"/>
                  </a:cxn>
                  <a:cxn ang="0">
                    <a:pos x="connsiteX2" y="connsiteY2"/>
                  </a:cxn>
                </a:cxnLst>
                <a:rect l="l" t="t" r="r" b="b"/>
                <a:pathLst>
                  <a:path w="10890" h="3263">
                    <a:moveTo>
                      <a:pt x="3729" y="26"/>
                    </a:moveTo>
                    <a:cubicBezTo>
                      <a:pt x="-4472" y="443"/>
                      <a:pt x="2781" y="3575"/>
                      <a:pt x="7153" y="3238"/>
                    </a:cubicBezTo>
                    <a:cubicBezTo>
                      <a:pt x="15371" y="2815"/>
                      <a:pt x="8107" y="-316"/>
                      <a:pt x="3729" y="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5" name="Freeform: Shape 2054">
                <a:extLst>
                  <a:ext uri="{FF2B5EF4-FFF2-40B4-BE49-F238E27FC236}">
                    <a16:creationId xmlns:a16="http://schemas.microsoft.com/office/drawing/2014/main" id="{99C4EB56-C7AE-74E3-E9C4-33B6876E8223}"/>
                  </a:ext>
                </a:extLst>
              </p:cNvPr>
              <p:cNvSpPr/>
              <p:nvPr/>
            </p:nvSpPr>
            <p:spPr>
              <a:xfrm>
                <a:off x="8587459" y="6406143"/>
                <a:ext cx="9955" cy="2773"/>
              </a:xfrm>
              <a:custGeom>
                <a:avLst/>
                <a:gdLst>
                  <a:gd name="connsiteX0" fmla="*/ 3665 w 9955"/>
                  <a:gd name="connsiteY0" fmla="*/ 0 h 2773"/>
                  <a:gd name="connsiteX1" fmla="*/ 9930 w 9955"/>
                  <a:gd name="connsiteY1" fmla="*/ 1354 h 2773"/>
                  <a:gd name="connsiteX2" fmla="*/ 3665 w 9955"/>
                  <a:gd name="connsiteY2" fmla="*/ 0 h 2773"/>
                </a:gdLst>
                <a:ahLst/>
                <a:cxnLst>
                  <a:cxn ang="0">
                    <a:pos x="connsiteX0" y="connsiteY0"/>
                  </a:cxn>
                  <a:cxn ang="0">
                    <a:pos x="connsiteX1" y="connsiteY1"/>
                  </a:cxn>
                  <a:cxn ang="0">
                    <a:pos x="connsiteX2" y="connsiteY2"/>
                  </a:cxn>
                </a:cxnLst>
                <a:rect l="l" t="t" r="r" b="b"/>
                <a:pathLst>
                  <a:path w="9955" h="2773">
                    <a:moveTo>
                      <a:pt x="3665" y="0"/>
                    </a:moveTo>
                    <a:cubicBezTo>
                      <a:pt x="-7587" y="731"/>
                      <a:pt x="10735" y="4920"/>
                      <a:pt x="9930" y="1354"/>
                    </a:cubicBezTo>
                    <a:cubicBezTo>
                      <a:pt x="9129" y="606"/>
                      <a:pt x="6323" y="0"/>
                      <a:pt x="366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6" name="Freeform: Shape 2055">
                <a:extLst>
                  <a:ext uri="{FF2B5EF4-FFF2-40B4-BE49-F238E27FC236}">
                    <a16:creationId xmlns:a16="http://schemas.microsoft.com/office/drawing/2014/main" id="{0BDAE513-5256-68B0-8ADD-2F3BBA05CEB4}"/>
                  </a:ext>
                </a:extLst>
              </p:cNvPr>
              <p:cNvSpPr/>
              <p:nvPr/>
            </p:nvSpPr>
            <p:spPr>
              <a:xfrm>
                <a:off x="8979674" y="6774064"/>
                <a:ext cx="11251" cy="3456"/>
              </a:xfrm>
              <a:custGeom>
                <a:avLst/>
                <a:gdLst>
                  <a:gd name="connsiteX0" fmla="*/ 3809 w 11251"/>
                  <a:gd name="connsiteY0" fmla="*/ 28 h 3456"/>
                  <a:gd name="connsiteX1" fmla="*/ 7438 w 11251"/>
                  <a:gd name="connsiteY1" fmla="*/ 3428 h 3456"/>
                  <a:gd name="connsiteX2" fmla="*/ 3809 w 11251"/>
                  <a:gd name="connsiteY2" fmla="*/ 28 h 3456"/>
                </a:gdLst>
                <a:ahLst/>
                <a:cxnLst>
                  <a:cxn ang="0">
                    <a:pos x="connsiteX0" y="connsiteY0"/>
                  </a:cxn>
                  <a:cxn ang="0">
                    <a:pos x="connsiteX1" y="connsiteY1"/>
                  </a:cxn>
                  <a:cxn ang="0">
                    <a:pos x="connsiteX2" y="connsiteY2"/>
                  </a:cxn>
                </a:cxnLst>
                <a:rect l="l" t="t" r="r" b="b"/>
                <a:pathLst>
                  <a:path w="11251" h="3456">
                    <a:moveTo>
                      <a:pt x="3809" y="28"/>
                    </a:moveTo>
                    <a:cubicBezTo>
                      <a:pt x="-4644" y="479"/>
                      <a:pt x="2975" y="3795"/>
                      <a:pt x="7438" y="3428"/>
                    </a:cubicBezTo>
                    <a:cubicBezTo>
                      <a:pt x="15902" y="2977"/>
                      <a:pt x="8272" y="-337"/>
                      <a:pt x="3809" y="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7" name="Freeform: Shape 2056">
                <a:extLst>
                  <a:ext uri="{FF2B5EF4-FFF2-40B4-BE49-F238E27FC236}">
                    <a16:creationId xmlns:a16="http://schemas.microsoft.com/office/drawing/2014/main" id="{7FB4956B-C959-D886-1A75-52BC78DB6403}"/>
                  </a:ext>
                </a:extLst>
              </p:cNvPr>
              <p:cNvSpPr/>
              <p:nvPr/>
            </p:nvSpPr>
            <p:spPr>
              <a:xfrm>
                <a:off x="8677356" y="6490514"/>
                <a:ext cx="10247" cy="2930"/>
              </a:xfrm>
              <a:custGeom>
                <a:avLst/>
                <a:gdLst>
                  <a:gd name="connsiteX0" fmla="*/ 3735 w 10247"/>
                  <a:gd name="connsiteY0" fmla="*/ 0 h 2930"/>
                  <a:gd name="connsiteX1" fmla="*/ 10215 w 10247"/>
                  <a:gd name="connsiteY1" fmla="*/ 1434 h 2930"/>
                  <a:gd name="connsiteX2" fmla="*/ 3735 w 10247"/>
                  <a:gd name="connsiteY2" fmla="*/ 0 h 2930"/>
                </a:gdLst>
                <a:ahLst/>
                <a:cxnLst>
                  <a:cxn ang="0">
                    <a:pos x="connsiteX0" y="connsiteY0"/>
                  </a:cxn>
                  <a:cxn ang="0">
                    <a:pos x="connsiteX1" y="connsiteY1"/>
                  </a:cxn>
                  <a:cxn ang="0">
                    <a:pos x="connsiteX2" y="connsiteY2"/>
                  </a:cxn>
                </a:cxnLst>
                <a:rect l="l" t="t" r="r" b="b"/>
                <a:pathLst>
                  <a:path w="10247" h="2930">
                    <a:moveTo>
                      <a:pt x="3735" y="0"/>
                    </a:moveTo>
                    <a:cubicBezTo>
                      <a:pt x="-7793" y="772"/>
                      <a:pt x="11130" y="5195"/>
                      <a:pt x="10215" y="1434"/>
                    </a:cubicBezTo>
                    <a:cubicBezTo>
                      <a:pt x="9370" y="640"/>
                      <a:pt x="6472" y="0"/>
                      <a:pt x="373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8" name="Freeform: Shape 2057">
                <a:extLst>
                  <a:ext uri="{FF2B5EF4-FFF2-40B4-BE49-F238E27FC236}">
                    <a16:creationId xmlns:a16="http://schemas.microsoft.com/office/drawing/2014/main" id="{AE1ECF85-E4C6-3707-11BF-A9E8C855BDC8}"/>
                  </a:ext>
                </a:extLst>
              </p:cNvPr>
              <p:cNvSpPr/>
              <p:nvPr/>
            </p:nvSpPr>
            <p:spPr>
              <a:xfrm>
                <a:off x="9092506" y="6880134"/>
                <a:ext cx="11613" cy="3686"/>
              </a:xfrm>
              <a:custGeom>
                <a:avLst/>
                <a:gdLst>
                  <a:gd name="connsiteX0" fmla="*/ 4053 w 11613"/>
                  <a:gd name="connsiteY0" fmla="*/ 0 h 3686"/>
                  <a:gd name="connsiteX1" fmla="*/ 11539 w 11613"/>
                  <a:gd name="connsiteY1" fmla="*/ 1805 h 3686"/>
                  <a:gd name="connsiteX2" fmla="*/ 4053 w 11613"/>
                  <a:gd name="connsiteY2" fmla="*/ 0 h 3686"/>
                </a:gdLst>
                <a:ahLst/>
                <a:cxnLst>
                  <a:cxn ang="0">
                    <a:pos x="connsiteX0" y="connsiteY0"/>
                  </a:cxn>
                  <a:cxn ang="0">
                    <a:pos x="connsiteX1" y="connsiteY1"/>
                  </a:cxn>
                  <a:cxn ang="0">
                    <a:pos x="connsiteX2" y="connsiteY2"/>
                  </a:cxn>
                </a:cxnLst>
                <a:rect l="l" t="t" r="r" b="b"/>
                <a:pathLst>
                  <a:path w="11613" h="3686">
                    <a:moveTo>
                      <a:pt x="4053" y="0"/>
                    </a:moveTo>
                    <a:cubicBezTo>
                      <a:pt x="-8760" y="966"/>
                      <a:pt x="13037" y="6538"/>
                      <a:pt x="11539" y="1805"/>
                    </a:cubicBezTo>
                    <a:cubicBezTo>
                      <a:pt x="10471" y="811"/>
                      <a:pt x="7128" y="0"/>
                      <a:pt x="405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9" name="Freeform: Shape 2058">
                <a:extLst>
                  <a:ext uri="{FF2B5EF4-FFF2-40B4-BE49-F238E27FC236}">
                    <a16:creationId xmlns:a16="http://schemas.microsoft.com/office/drawing/2014/main" id="{C712C31D-B96D-870B-B1B6-F6C8EA637F51}"/>
                  </a:ext>
                </a:extLst>
              </p:cNvPr>
              <p:cNvSpPr/>
              <p:nvPr/>
            </p:nvSpPr>
            <p:spPr>
              <a:xfrm>
                <a:off x="8772526" y="6579666"/>
                <a:ext cx="10549" cy="3077"/>
              </a:xfrm>
              <a:custGeom>
                <a:avLst/>
                <a:gdLst>
                  <a:gd name="connsiteX0" fmla="*/ 3656 w 10549"/>
                  <a:gd name="connsiteY0" fmla="*/ 24 h 3077"/>
                  <a:gd name="connsiteX1" fmla="*/ 6891 w 10549"/>
                  <a:gd name="connsiteY1" fmla="*/ 3053 h 3077"/>
                  <a:gd name="connsiteX2" fmla="*/ 3656 w 10549"/>
                  <a:gd name="connsiteY2" fmla="*/ 24 h 3077"/>
                </a:gdLst>
                <a:ahLst/>
                <a:cxnLst>
                  <a:cxn ang="0">
                    <a:pos x="connsiteX0" y="connsiteY0"/>
                  </a:cxn>
                  <a:cxn ang="0">
                    <a:pos x="connsiteX1" y="connsiteY1"/>
                  </a:cxn>
                  <a:cxn ang="0">
                    <a:pos x="connsiteX2" y="connsiteY2"/>
                  </a:cxn>
                </a:cxnLst>
                <a:rect l="l" t="t" r="r" b="b"/>
                <a:pathLst>
                  <a:path w="10549" h="3077">
                    <a:moveTo>
                      <a:pt x="3656" y="24"/>
                    </a:moveTo>
                    <a:cubicBezTo>
                      <a:pt x="-4311" y="413"/>
                      <a:pt x="2599" y="3373"/>
                      <a:pt x="6891" y="3053"/>
                    </a:cubicBezTo>
                    <a:cubicBezTo>
                      <a:pt x="14863" y="2665"/>
                      <a:pt x="7948" y="-296"/>
                      <a:pt x="3656" y="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0" name="Freeform: Shape 2059">
                <a:extLst>
                  <a:ext uri="{FF2B5EF4-FFF2-40B4-BE49-F238E27FC236}">
                    <a16:creationId xmlns:a16="http://schemas.microsoft.com/office/drawing/2014/main" id="{9435F403-CA76-5E1F-3298-F50D12161BD0}"/>
                  </a:ext>
                </a:extLst>
              </p:cNvPr>
              <p:cNvSpPr/>
              <p:nvPr/>
            </p:nvSpPr>
            <p:spPr>
              <a:xfrm>
                <a:off x="9212720" y="6992762"/>
                <a:ext cx="12050" cy="3904"/>
              </a:xfrm>
              <a:custGeom>
                <a:avLst/>
                <a:gdLst>
                  <a:gd name="connsiteX0" fmla="*/ 3975 w 12050"/>
                  <a:gd name="connsiteY0" fmla="*/ 32 h 3904"/>
                  <a:gd name="connsiteX1" fmla="*/ 8072 w 12050"/>
                  <a:gd name="connsiteY1" fmla="*/ 3872 h 3904"/>
                  <a:gd name="connsiteX2" fmla="*/ 3975 w 12050"/>
                  <a:gd name="connsiteY2" fmla="*/ 32 h 3904"/>
                </a:gdLst>
                <a:ahLst/>
                <a:cxnLst>
                  <a:cxn ang="0">
                    <a:pos x="connsiteX0" y="connsiteY0"/>
                  </a:cxn>
                  <a:cxn ang="0">
                    <a:pos x="connsiteX1" y="connsiteY1"/>
                  </a:cxn>
                  <a:cxn ang="0">
                    <a:pos x="connsiteX2" y="connsiteY2"/>
                  </a:cxn>
                </a:cxnLst>
                <a:rect l="l" t="t" r="r" b="b"/>
                <a:pathLst>
                  <a:path w="12050" h="3904">
                    <a:moveTo>
                      <a:pt x="3975" y="32"/>
                    </a:moveTo>
                    <a:cubicBezTo>
                      <a:pt x="-5021" y="557"/>
                      <a:pt x="3420" y="4289"/>
                      <a:pt x="8072" y="3872"/>
                    </a:cubicBezTo>
                    <a:cubicBezTo>
                      <a:pt x="17074" y="3352"/>
                      <a:pt x="8632" y="-380"/>
                      <a:pt x="3975" y="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1" name="Freeform: Shape 2060">
                <a:extLst>
                  <a:ext uri="{FF2B5EF4-FFF2-40B4-BE49-F238E27FC236}">
                    <a16:creationId xmlns:a16="http://schemas.microsoft.com/office/drawing/2014/main" id="{39EA3E7D-1A20-620A-BA99-46C557E2880A}"/>
                  </a:ext>
                </a:extLst>
              </p:cNvPr>
              <p:cNvSpPr/>
              <p:nvPr/>
            </p:nvSpPr>
            <p:spPr>
              <a:xfrm>
                <a:off x="9477500" y="7241227"/>
                <a:ext cx="12980" cy="4464"/>
              </a:xfrm>
              <a:custGeom>
                <a:avLst/>
                <a:gdLst>
                  <a:gd name="connsiteX0" fmla="*/ 4148 w 12980"/>
                  <a:gd name="connsiteY0" fmla="*/ 38 h 4464"/>
                  <a:gd name="connsiteX1" fmla="*/ 8828 w 12980"/>
                  <a:gd name="connsiteY1" fmla="*/ 4427 h 4464"/>
                  <a:gd name="connsiteX2" fmla="*/ 4148 w 12980"/>
                  <a:gd name="connsiteY2" fmla="*/ 38 h 4464"/>
                </a:gdLst>
                <a:ahLst/>
                <a:cxnLst>
                  <a:cxn ang="0">
                    <a:pos x="connsiteX0" y="connsiteY0"/>
                  </a:cxn>
                  <a:cxn ang="0">
                    <a:pos x="connsiteX1" y="connsiteY1"/>
                  </a:cxn>
                  <a:cxn ang="0">
                    <a:pos x="connsiteX2" y="connsiteY2"/>
                  </a:cxn>
                </a:cxnLst>
                <a:rect l="l" t="t" r="r" b="b"/>
                <a:pathLst>
                  <a:path w="12980" h="4464">
                    <a:moveTo>
                      <a:pt x="4148" y="38"/>
                    </a:moveTo>
                    <a:cubicBezTo>
                      <a:pt x="-5459" y="661"/>
                      <a:pt x="3982" y="4907"/>
                      <a:pt x="8828" y="4427"/>
                    </a:cubicBezTo>
                    <a:cubicBezTo>
                      <a:pt x="18446" y="3804"/>
                      <a:pt x="8994" y="-442"/>
                      <a:pt x="4148"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2" name="Freeform: Shape 2061">
                <a:extLst>
                  <a:ext uri="{FF2B5EF4-FFF2-40B4-BE49-F238E27FC236}">
                    <a16:creationId xmlns:a16="http://schemas.microsoft.com/office/drawing/2014/main" id="{43A0DFAE-B504-A34D-DC8D-488467CD5EA1}"/>
                  </a:ext>
                </a:extLst>
              </p:cNvPr>
              <p:cNvSpPr/>
              <p:nvPr/>
            </p:nvSpPr>
            <p:spPr>
              <a:xfrm>
                <a:off x="9624002" y="7378698"/>
                <a:ext cx="13499" cy="4785"/>
              </a:xfrm>
              <a:custGeom>
                <a:avLst/>
                <a:gdLst>
                  <a:gd name="connsiteX0" fmla="*/ 4241 w 13499"/>
                  <a:gd name="connsiteY0" fmla="*/ 41 h 4785"/>
                  <a:gd name="connsiteX1" fmla="*/ 9253 w 13499"/>
                  <a:gd name="connsiteY1" fmla="*/ 4745 h 4785"/>
                  <a:gd name="connsiteX2" fmla="*/ 4241 w 13499"/>
                  <a:gd name="connsiteY2" fmla="*/ 41 h 4785"/>
                </a:gdLst>
                <a:ahLst/>
                <a:cxnLst>
                  <a:cxn ang="0">
                    <a:pos x="connsiteX0" y="connsiteY0"/>
                  </a:cxn>
                  <a:cxn ang="0">
                    <a:pos x="connsiteX1" y="connsiteY1"/>
                  </a:cxn>
                  <a:cxn ang="0">
                    <a:pos x="connsiteX2" y="connsiteY2"/>
                  </a:cxn>
                </a:cxnLst>
                <a:rect l="l" t="t" r="r" b="b"/>
                <a:pathLst>
                  <a:path w="13499" h="4785">
                    <a:moveTo>
                      <a:pt x="4241" y="41"/>
                    </a:moveTo>
                    <a:cubicBezTo>
                      <a:pt x="-5703" y="722"/>
                      <a:pt x="4304" y="5259"/>
                      <a:pt x="9253" y="4745"/>
                    </a:cubicBezTo>
                    <a:cubicBezTo>
                      <a:pt x="19209" y="4065"/>
                      <a:pt x="9190" y="-479"/>
                      <a:pt x="4241" y="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3" name="Freeform: Shape 2062">
                <a:extLst>
                  <a:ext uri="{FF2B5EF4-FFF2-40B4-BE49-F238E27FC236}">
                    <a16:creationId xmlns:a16="http://schemas.microsoft.com/office/drawing/2014/main" id="{F3D2A783-D5A3-4F5F-63A1-BFD28B02FA4E}"/>
                  </a:ext>
                </a:extLst>
              </p:cNvPr>
              <p:cNvSpPr/>
              <p:nvPr/>
            </p:nvSpPr>
            <p:spPr>
              <a:xfrm>
                <a:off x="9340702" y="7112859"/>
                <a:ext cx="12499" cy="4173"/>
              </a:xfrm>
              <a:custGeom>
                <a:avLst/>
                <a:gdLst>
                  <a:gd name="connsiteX0" fmla="*/ 4059 w 12499"/>
                  <a:gd name="connsiteY0" fmla="*/ 35 h 4173"/>
                  <a:gd name="connsiteX1" fmla="*/ 8437 w 12499"/>
                  <a:gd name="connsiteY1" fmla="*/ 4138 h 4173"/>
                  <a:gd name="connsiteX2" fmla="*/ 4059 w 12499"/>
                  <a:gd name="connsiteY2" fmla="*/ 35 h 4173"/>
                </a:gdLst>
                <a:ahLst/>
                <a:cxnLst>
                  <a:cxn ang="0">
                    <a:pos x="connsiteX0" y="connsiteY0"/>
                  </a:cxn>
                  <a:cxn ang="0">
                    <a:pos x="connsiteX1" y="connsiteY1"/>
                  </a:cxn>
                  <a:cxn ang="0">
                    <a:pos x="connsiteX2" y="connsiteY2"/>
                  </a:cxn>
                </a:cxnLst>
                <a:rect l="l" t="t" r="r" b="b"/>
                <a:pathLst>
                  <a:path w="12499" h="4173">
                    <a:moveTo>
                      <a:pt x="4059" y="35"/>
                    </a:moveTo>
                    <a:cubicBezTo>
                      <a:pt x="-5233" y="607"/>
                      <a:pt x="3688" y="4584"/>
                      <a:pt x="8437" y="4138"/>
                    </a:cubicBezTo>
                    <a:cubicBezTo>
                      <a:pt x="17736" y="3567"/>
                      <a:pt x="8809" y="-411"/>
                      <a:pt x="4059"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4" name="Freeform: Shape 2063">
                <a:extLst>
                  <a:ext uri="{FF2B5EF4-FFF2-40B4-BE49-F238E27FC236}">
                    <a16:creationId xmlns:a16="http://schemas.microsoft.com/office/drawing/2014/main" id="{B95BC811-2D1E-2EC5-E5EC-42245DD182B6}"/>
                  </a:ext>
                </a:extLst>
              </p:cNvPr>
              <p:cNvSpPr/>
              <p:nvPr/>
            </p:nvSpPr>
            <p:spPr>
              <a:xfrm>
                <a:off x="8135079" y="5743868"/>
                <a:ext cx="8634" cy="5919"/>
              </a:xfrm>
              <a:custGeom>
                <a:avLst/>
                <a:gdLst>
                  <a:gd name="connsiteX0" fmla="*/ 3355 w 8634"/>
                  <a:gd name="connsiteY0" fmla="*/ 78 h 5919"/>
                  <a:gd name="connsiteX1" fmla="*/ 8601 w 8634"/>
                  <a:gd name="connsiteY1" fmla="*/ 2301 h 5919"/>
                  <a:gd name="connsiteX2" fmla="*/ 3355 w 8634"/>
                  <a:gd name="connsiteY2" fmla="*/ 78 h 5919"/>
                </a:gdLst>
                <a:ahLst/>
                <a:cxnLst>
                  <a:cxn ang="0">
                    <a:pos x="connsiteX0" y="connsiteY0"/>
                  </a:cxn>
                  <a:cxn ang="0">
                    <a:pos x="connsiteX1" y="connsiteY1"/>
                  </a:cxn>
                  <a:cxn ang="0">
                    <a:pos x="connsiteX2" y="connsiteY2"/>
                  </a:cxn>
                </a:cxnLst>
                <a:rect l="l" t="t" r="r" b="b"/>
                <a:pathLst>
                  <a:path w="8634" h="5919">
                    <a:moveTo>
                      <a:pt x="3355" y="78"/>
                    </a:moveTo>
                    <a:cubicBezTo>
                      <a:pt x="-6818" y="3336"/>
                      <a:pt x="9470" y="10108"/>
                      <a:pt x="8601" y="2301"/>
                    </a:cubicBezTo>
                    <a:cubicBezTo>
                      <a:pt x="8001" y="695"/>
                      <a:pt x="5652" y="-293"/>
                      <a:pt x="3355" y="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5" name="Freeform: Shape 2064">
                <a:extLst>
                  <a:ext uri="{FF2B5EF4-FFF2-40B4-BE49-F238E27FC236}">
                    <a16:creationId xmlns:a16="http://schemas.microsoft.com/office/drawing/2014/main" id="{73DAB45E-6DB6-D459-2F99-24FCF9900370}"/>
                  </a:ext>
                </a:extLst>
              </p:cNvPr>
              <p:cNvSpPr/>
              <p:nvPr/>
            </p:nvSpPr>
            <p:spPr>
              <a:xfrm>
                <a:off x="8502239" y="6326161"/>
                <a:ext cx="9684" cy="2632"/>
              </a:xfrm>
              <a:custGeom>
                <a:avLst/>
                <a:gdLst>
                  <a:gd name="connsiteX0" fmla="*/ 3595 w 9684"/>
                  <a:gd name="connsiteY0" fmla="*/ 0 h 2632"/>
                  <a:gd name="connsiteX1" fmla="*/ 9665 w 9684"/>
                  <a:gd name="connsiteY1" fmla="*/ 1286 h 2632"/>
                  <a:gd name="connsiteX2" fmla="*/ 3595 w 9684"/>
                  <a:gd name="connsiteY2" fmla="*/ 0 h 2632"/>
                </a:gdLst>
                <a:ahLst/>
                <a:cxnLst>
                  <a:cxn ang="0">
                    <a:pos x="connsiteX0" y="connsiteY0"/>
                  </a:cxn>
                  <a:cxn ang="0">
                    <a:pos x="connsiteX1" y="connsiteY1"/>
                  </a:cxn>
                  <a:cxn ang="0">
                    <a:pos x="connsiteX2" y="connsiteY2"/>
                  </a:cxn>
                </a:cxnLst>
                <a:rect l="l" t="t" r="r" b="b"/>
                <a:pathLst>
                  <a:path w="9684" h="2632">
                    <a:moveTo>
                      <a:pt x="3595" y="0"/>
                    </a:moveTo>
                    <a:cubicBezTo>
                      <a:pt x="-7389" y="692"/>
                      <a:pt x="10367" y="4669"/>
                      <a:pt x="9665" y="1286"/>
                    </a:cubicBezTo>
                    <a:cubicBezTo>
                      <a:pt x="8904" y="578"/>
                      <a:pt x="6190" y="0"/>
                      <a:pt x="359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6" name="Freeform: Shape 2065">
                <a:extLst>
                  <a:ext uri="{FF2B5EF4-FFF2-40B4-BE49-F238E27FC236}">
                    <a16:creationId xmlns:a16="http://schemas.microsoft.com/office/drawing/2014/main" id="{6974BCB7-B296-EB23-8F39-F8B09693702E}"/>
                  </a:ext>
                </a:extLst>
              </p:cNvPr>
              <p:cNvSpPr/>
              <p:nvPr/>
            </p:nvSpPr>
            <p:spPr>
              <a:xfrm>
                <a:off x="7951810" y="5414147"/>
                <a:ext cx="8018" cy="4578"/>
              </a:xfrm>
              <a:custGeom>
                <a:avLst/>
                <a:gdLst>
                  <a:gd name="connsiteX0" fmla="*/ 3166 w 8018"/>
                  <a:gd name="connsiteY0" fmla="*/ 141 h 4578"/>
                  <a:gd name="connsiteX1" fmla="*/ 7996 w 8018"/>
                  <a:gd name="connsiteY1" fmla="*/ 1535 h 4578"/>
                  <a:gd name="connsiteX2" fmla="*/ 3166 w 8018"/>
                  <a:gd name="connsiteY2" fmla="*/ 141 h 4578"/>
                </a:gdLst>
                <a:ahLst/>
                <a:cxnLst>
                  <a:cxn ang="0">
                    <a:pos x="connsiteX0" y="connsiteY0"/>
                  </a:cxn>
                  <a:cxn ang="0">
                    <a:pos x="connsiteX1" y="connsiteY1"/>
                  </a:cxn>
                  <a:cxn ang="0">
                    <a:pos x="connsiteX2" y="connsiteY2"/>
                  </a:cxn>
                </a:cxnLst>
                <a:rect l="l" t="t" r="r" b="b"/>
                <a:pathLst>
                  <a:path w="8018" h="4578">
                    <a:moveTo>
                      <a:pt x="3166" y="141"/>
                    </a:moveTo>
                    <a:cubicBezTo>
                      <a:pt x="-6349" y="3381"/>
                      <a:pt x="8682" y="7519"/>
                      <a:pt x="7996" y="1535"/>
                    </a:cubicBezTo>
                    <a:cubicBezTo>
                      <a:pt x="7475" y="324"/>
                      <a:pt x="5309" y="-299"/>
                      <a:pt x="3166" y="1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7" name="Freeform: Shape 2066">
                <a:extLst>
                  <a:ext uri="{FF2B5EF4-FFF2-40B4-BE49-F238E27FC236}">
                    <a16:creationId xmlns:a16="http://schemas.microsoft.com/office/drawing/2014/main" id="{FAA9D1EB-BCC4-D159-B327-5642D0BE4D25}"/>
                  </a:ext>
                </a:extLst>
              </p:cNvPr>
              <p:cNvSpPr/>
              <p:nvPr/>
            </p:nvSpPr>
            <p:spPr>
              <a:xfrm>
                <a:off x="8071040" y="5604990"/>
                <a:ext cx="8368" cy="3283"/>
              </a:xfrm>
              <a:custGeom>
                <a:avLst/>
                <a:gdLst>
                  <a:gd name="connsiteX0" fmla="*/ 3249 w 8368"/>
                  <a:gd name="connsiteY0" fmla="*/ 162 h 3283"/>
                  <a:gd name="connsiteX1" fmla="*/ 8346 w 8368"/>
                  <a:gd name="connsiteY1" fmla="*/ 939 h 3283"/>
                  <a:gd name="connsiteX2" fmla="*/ 3249 w 8368"/>
                  <a:gd name="connsiteY2" fmla="*/ 162 h 3283"/>
                </a:gdLst>
                <a:ahLst/>
                <a:cxnLst>
                  <a:cxn ang="0">
                    <a:pos x="connsiteX0" y="connsiteY0"/>
                  </a:cxn>
                  <a:cxn ang="0">
                    <a:pos x="connsiteX1" y="connsiteY1"/>
                  </a:cxn>
                  <a:cxn ang="0">
                    <a:pos x="connsiteX2" y="connsiteY2"/>
                  </a:cxn>
                </a:cxnLst>
                <a:rect l="l" t="t" r="r" b="b"/>
                <a:pathLst>
                  <a:path w="8368" h="3283">
                    <a:moveTo>
                      <a:pt x="3249" y="162"/>
                    </a:moveTo>
                    <a:cubicBezTo>
                      <a:pt x="-6559" y="2831"/>
                      <a:pt x="9032" y="5220"/>
                      <a:pt x="8346" y="939"/>
                    </a:cubicBezTo>
                    <a:cubicBezTo>
                      <a:pt x="7775" y="105"/>
                      <a:pt x="5494" y="-227"/>
                      <a:pt x="3249" y="16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8" name="Freeform: Shape 2067">
                <a:extLst>
                  <a:ext uri="{FF2B5EF4-FFF2-40B4-BE49-F238E27FC236}">
                    <a16:creationId xmlns:a16="http://schemas.microsoft.com/office/drawing/2014/main" id="{15C666A9-3278-7F98-0055-FDBEE96235E9}"/>
                  </a:ext>
                </a:extLst>
              </p:cNvPr>
              <p:cNvSpPr/>
              <p:nvPr/>
            </p:nvSpPr>
            <p:spPr>
              <a:xfrm>
                <a:off x="8010067" y="5530492"/>
                <a:ext cx="8175" cy="3376"/>
              </a:xfrm>
              <a:custGeom>
                <a:avLst/>
                <a:gdLst>
                  <a:gd name="connsiteX0" fmla="*/ 3203 w 8175"/>
                  <a:gd name="connsiteY0" fmla="*/ 147 h 3376"/>
                  <a:gd name="connsiteX1" fmla="*/ 8158 w 8175"/>
                  <a:gd name="connsiteY1" fmla="*/ 1022 h 3376"/>
                  <a:gd name="connsiteX2" fmla="*/ 3203 w 8175"/>
                  <a:gd name="connsiteY2" fmla="*/ 147 h 3376"/>
                </a:gdLst>
                <a:ahLst/>
                <a:cxnLst>
                  <a:cxn ang="0">
                    <a:pos x="connsiteX0" y="connsiteY0"/>
                  </a:cxn>
                  <a:cxn ang="0">
                    <a:pos x="connsiteX1" y="connsiteY1"/>
                  </a:cxn>
                  <a:cxn ang="0">
                    <a:pos x="connsiteX2" y="connsiteY2"/>
                  </a:cxn>
                </a:cxnLst>
                <a:rect l="l" t="t" r="r" b="b"/>
                <a:pathLst>
                  <a:path w="8175" h="3376">
                    <a:moveTo>
                      <a:pt x="3203" y="147"/>
                    </a:moveTo>
                    <a:cubicBezTo>
                      <a:pt x="-6421" y="2839"/>
                      <a:pt x="8770" y="5388"/>
                      <a:pt x="8158" y="1022"/>
                    </a:cubicBezTo>
                    <a:cubicBezTo>
                      <a:pt x="7615" y="153"/>
                      <a:pt x="5397" y="-236"/>
                      <a:pt x="3203" y="1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9" name="Freeform: Shape 2068">
                <a:extLst>
                  <a:ext uri="{FF2B5EF4-FFF2-40B4-BE49-F238E27FC236}">
                    <a16:creationId xmlns:a16="http://schemas.microsoft.com/office/drawing/2014/main" id="{F8DBFD8A-79C3-9581-0685-FA15926DEBBC}"/>
                  </a:ext>
                </a:extLst>
              </p:cNvPr>
              <p:cNvSpPr/>
              <p:nvPr/>
            </p:nvSpPr>
            <p:spPr>
              <a:xfrm>
                <a:off x="7842739" y="5129501"/>
                <a:ext cx="7496" cy="5108"/>
              </a:xfrm>
              <a:custGeom>
                <a:avLst/>
                <a:gdLst>
                  <a:gd name="connsiteX0" fmla="*/ 2881 w 7496"/>
                  <a:gd name="connsiteY0" fmla="*/ 317 h 5108"/>
                  <a:gd name="connsiteX1" fmla="*/ 4612 w 7496"/>
                  <a:gd name="connsiteY1" fmla="*/ 4803 h 5108"/>
                  <a:gd name="connsiteX2" fmla="*/ 2881 w 7496"/>
                  <a:gd name="connsiteY2" fmla="*/ 317 h 5108"/>
                </a:gdLst>
                <a:ahLst/>
                <a:cxnLst>
                  <a:cxn ang="0">
                    <a:pos x="connsiteX0" y="connsiteY0"/>
                  </a:cxn>
                  <a:cxn ang="0">
                    <a:pos x="connsiteX1" y="connsiteY1"/>
                  </a:cxn>
                  <a:cxn ang="0">
                    <a:pos x="connsiteX2" y="connsiteY2"/>
                  </a:cxn>
                </a:cxnLst>
                <a:rect l="l" t="t" r="r" b="b"/>
                <a:pathLst>
                  <a:path w="7496" h="5108">
                    <a:moveTo>
                      <a:pt x="2881" y="317"/>
                    </a:moveTo>
                    <a:cubicBezTo>
                      <a:pt x="-2120" y="1854"/>
                      <a:pt x="-5" y="6306"/>
                      <a:pt x="4612" y="4803"/>
                    </a:cubicBezTo>
                    <a:cubicBezTo>
                      <a:pt x="9602" y="3254"/>
                      <a:pt x="7527" y="-1221"/>
                      <a:pt x="2881" y="3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0" name="Freeform: Shape 2069">
                <a:extLst>
                  <a:ext uri="{FF2B5EF4-FFF2-40B4-BE49-F238E27FC236}">
                    <a16:creationId xmlns:a16="http://schemas.microsoft.com/office/drawing/2014/main" id="{1B70A5C7-8B02-1E6F-2508-E8516D13A853}"/>
                  </a:ext>
                </a:extLst>
              </p:cNvPr>
              <p:cNvSpPr/>
              <p:nvPr/>
            </p:nvSpPr>
            <p:spPr>
              <a:xfrm>
                <a:off x="7791268" y="5009375"/>
                <a:ext cx="7512" cy="4033"/>
              </a:xfrm>
              <a:custGeom>
                <a:avLst/>
                <a:gdLst>
                  <a:gd name="connsiteX0" fmla="*/ 3003 w 7512"/>
                  <a:gd name="connsiteY0" fmla="*/ 428 h 4033"/>
                  <a:gd name="connsiteX1" fmla="*/ 7489 w 7512"/>
                  <a:gd name="connsiteY1" fmla="*/ 822 h 4033"/>
                  <a:gd name="connsiteX2" fmla="*/ 3003 w 7512"/>
                  <a:gd name="connsiteY2" fmla="*/ 428 h 4033"/>
                </a:gdLst>
                <a:ahLst/>
                <a:cxnLst>
                  <a:cxn ang="0">
                    <a:pos x="connsiteX0" y="connsiteY0"/>
                  </a:cxn>
                  <a:cxn ang="0">
                    <a:pos x="connsiteX1" y="connsiteY1"/>
                  </a:cxn>
                  <a:cxn ang="0">
                    <a:pos x="connsiteX2" y="connsiteY2"/>
                  </a:cxn>
                </a:cxnLst>
                <a:rect l="l" t="t" r="r" b="b"/>
                <a:pathLst>
                  <a:path w="7512" h="4033">
                    <a:moveTo>
                      <a:pt x="3003" y="428"/>
                    </a:moveTo>
                    <a:cubicBezTo>
                      <a:pt x="-5992" y="4645"/>
                      <a:pt x="8152" y="5640"/>
                      <a:pt x="7489" y="822"/>
                    </a:cubicBezTo>
                    <a:cubicBezTo>
                      <a:pt x="7027" y="-98"/>
                      <a:pt x="5020" y="-269"/>
                      <a:pt x="3003" y="4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1" name="Freeform: Shape 2070">
                <a:extLst>
                  <a:ext uri="{FF2B5EF4-FFF2-40B4-BE49-F238E27FC236}">
                    <a16:creationId xmlns:a16="http://schemas.microsoft.com/office/drawing/2014/main" id="{723B48A0-9E6C-18E9-C134-81EB7FD4076F}"/>
                  </a:ext>
                </a:extLst>
              </p:cNvPr>
              <p:cNvSpPr/>
              <p:nvPr/>
            </p:nvSpPr>
            <p:spPr>
              <a:xfrm>
                <a:off x="7896209" y="5272434"/>
                <a:ext cx="7672" cy="5280"/>
              </a:xfrm>
              <a:custGeom>
                <a:avLst/>
                <a:gdLst>
                  <a:gd name="connsiteX0" fmla="*/ 2932 w 7672"/>
                  <a:gd name="connsiteY0" fmla="*/ 230 h 5280"/>
                  <a:gd name="connsiteX1" fmla="*/ 4738 w 7672"/>
                  <a:gd name="connsiteY1" fmla="*/ 5059 h 5280"/>
                  <a:gd name="connsiteX2" fmla="*/ 2932 w 7672"/>
                  <a:gd name="connsiteY2" fmla="*/ 230 h 5280"/>
                </a:gdLst>
                <a:ahLst/>
                <a:cxnLst>
                  <a:cxn ang="0">
                    <a:pos x="connsiteX0" y="connsiteY0"/>
                  </a:cxn>
                  <a:cxn ang="0">
                    <a:pos x="connsiteX1" y="connsiteY1"/>
                  </a:cxn>
                  <a:cxn ang="0">
                    <a:pos x="connsiteX2" y="connsiteY2"/>
                  </a:cxn>
                </a:cxnLst>
                <a:rect l="l" t="t" r="r" b="b"/>
                <a:pathLst>
                  <a:path w="7672" h="5280">
                    <a:moveTo>
                      <a:pt x="2932" y="230"/>
                    </a:moveTo>
                    <a:cubicBezTo>
                      <a:pt x="-2252" y="1590"/>
                      <a:pt x="126" y="6356"/>
                      <a:pt x="4738" y="5059"/>
                    </a:cubicBezTo>
                    <a:cubicBezTo>
                      <a:pt x="9916" y="3687"/>
                      <a:pt x="7561" y="-1096"/>
                      <a:pt x="2932" y="2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2" name="Freeform: Shape 2071">
                <a:extLst>
                  <a:ext uri="{FF2B5EF4-FFF2-40B4-BE49-F238E27FC236}">
                    <a16:creationId xmlns:a16="http://schemas.microsoft.com/office/drawing/2014/main" id="{BFE9DB39-B6B8-541B-98DD-F43FBFCE8924}"/>
                  </a:ext>
                </a:extLst>
              </p:cNvPr>
              <p:cNvSpPr/>
              <p:nvPr/>
            </p:nvSpPr>
            <p:spPr>
              <a:xfrm>
                <a:off x="8345495" y="6164964"/>
                <a:ext cx="9234" cy="2842"/>
              </a:xfrm>
              <a:custGeom>
                <a:avLst/>
                <a:gdLst>
                  <a:gd name="connsiteX0" fmla="*/ 3502 w 9234"/>
                  <a:gd name="connsiteY0" fmla="*/ 87 h 2842"/>
                  <a:gd name="connsiteX1" fmla="*/ 9212 w 9234"/>
                  <a:gd name="connsiteY1" fmla="*/ 938 h 2842"/>
                  <a:gd name="connsiteX2" fmla="*/ 3502 w 9234"/>
                  <a:gd name="connsiteY2" fmla="*/ 87 h 2842"/>
                </a:gdLst>
                <a:ahLst/>
                <a:cxnLst>
                  <a:cxn ang="0">
                    <a:pos x="connsiteX0" y="connsiteY0"/>
                  </a:cxn>
                  <a:cxn ang="0">
                    <a:pos x="connsiteX1" y="connsiteY1"/>
                  </a:cxn>
                  <a:cxn ang="0">
                    <a:pos x="connsiteX2" y="connsiteY2"/>
                  </a:cxn>
                </a:cxnLst>
                <a:rect l="l" t="t" r="r" b="b"/>
                <a:pathLst>
                  <a:path w="9234" h="2842">
                    <a:moveTo>
                      <a:pt x="3502" y="87"/>
                    </a:moveTo>
                    <a:cubicBezTo>
                      <a:pt x="-7139" y="2052"/>
                      <a:pt x="9932" y="4704"/>
                      <a:pt x="9212" y="938"/>
                    </a:cubicBezTo>
                    <a:cubicBezTo>
                      <a:pt x="8532" y="195"/>
                      <a:pt x="5977" y="-182"/>
                      <a:pt x="3502" y="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3" name="Freeform: Shape 2072">
                <a:extLst>
                  <a:ext uri="{FF2B5EF4-FFF2-40B4-BE49-F238E27FC236}">
                    <a16:creationId xmlns:a16="http://schemas.microsoft.com/office/drawing/2014/main" id="{0FA4B8D9-869A-4F11-5CCC-47CFF0B9C5E6}"/>
                  </a:ext>
                </a:extLst>
              </p:cNvPr>
              <p:cNvSpPr/>
              <p:nvPr/>
            </p:nvSpPr>
            <p:spPr>
              <a:xfrm>
                <a:off x="8421689" y="6251226"/>
                <a:ext cx="9438" cy="2759"/>
              </a:xfrm>
              <a:custGeom>
                <a:avLst/>
                <a:gdLst>
                  <a:gd name="connsiteX0" fmla="*/ 3546 w 9438"/>
                  <a:gd name="connsiteY0" fmla="*/ 1 h 2759"/>
                  <a:gd name="connsiteX1" fmla="*/ 9421 w 9438"/>
                  <a:gd name="connsiteY1" fmla="*/ 1321 h 2759"/>
                  <a:gd name="connsiteX2" fmla="*/ 3546 w 9438"/>
                  <a:gd name="connsiteY2" fmla="*/ 1 h 2759"/>
                </a:gdLst>
                <a:ahLst/>
                <a:cxnLst>
                  <a:cxn ang="0">
                    <a:pos x="connsiteX0" y="connsiteY0"/>
                  </a:cxn>
                  <a:cxn ang="0">
                    <a:pos x="connsiteX1" y="connsiteY1"/>
                  </a:cxn>
                  <a:cxn ang="0">
                    <a:pos x="connsiteX2" y="connsiteY2"/>
                  </a:cxn>
                </a:cxnLst>
                <a:rect l="l" t="t" r="r" b="b"/>
                <a:pathLst>
                  <a:path w="9438" h="2759">
                    <a:moveTo>
                      <a:pt x="3546" y="1"/>
                    </a:moveTo>
                    <a:cubicBezTo>
                      <a:pt x="-7232" y="841"/>
                      <a:pt x="10056" y="4870"/>
                      <a:pt x="9421" y="1321"/>
                    </a:cubicBezTo>
                    <a:cubicBezTo>
                      <a:pt x="8701" y="566"/>
                      <a:pt x="6078" y="-22"/>
                      <a:pt x="3546"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4" name="Freeform: Shape 2073">
                <a:extLst>
                  <a:ext uri="{FF2B5EF4-FFF2-40B4-BE49-F238E27FC236}">
                    <a16:creationId xmlns:a16="http://schemas.microsoft.com/office/drawing/2014/main" id="{534DFBED-E2F9-88FA-4637-A0D3B3B7DAD7}"/>
                  </a:ext>
                </a:extLst>
              </p:cNvPr>
              <p:cNvSpPr/>
              <p:nvPr/>
            </p:nvSpPr>
            <p:spPr>
              <a:xfrm>
                <a:off x="8272654" y="6086511"/>
                <a:ext cx="8949" cy="4039"/>
              </a:xfrm>
              <a:custGeom>
                <a:avLst/>
                <a:gdLst>
                  <a:gd name="connsiteX0" fmla="*/ 3283 w 8949"/>
                  <a:gd name="connsiteY0" fmla="*/ 130 h 4039"/>
                  <a:gd name="connsiteX1" fmla="*/ 5666 w 8949"/>
                  <a:gd name="connsiteY1" fmla="*/ 3907 h 4039"/>
                  <a:gd name="connsiteX2" fmla="*/ 3283 w 8949"/>
                  <a:gd name="connsiteY2" fmla="*/ 130 h 4039"/>
                </a:gdLst>
                <a:ahLst/>
                <a:cxnLst>
                  <a:cxn ang="0">
                    <a:pos x="connsiteX0" y="connsiteY0"/>
                  </a:cxn>
                  <a:cxn ang="0">
                    <a:pos x="connsiteX1" y="connsiteY1"/>
                  </a:cxn>
                  <a:cxn ang="0">
                    <a:pos x="connsiteX2" y="connsiteY2"/>
                  </a:cxn>
                </a:cxnLst>
                <a:rect l="l" t="t" r="r" b="b"/>
                <a:pathLst>
                  <a:path w="8949" h="4039">
                    <a:moveTo>
                      <a:pt x="3283" y="130"/>
                    </a:moveTo>
                    <a:cubicBezTo>
                      <a:pt x="-3215" y="1244"/>
                      <a:pt x="1197" y="4764"/>
                      <a:pt x="5666" y="3907"/>
                    </a:cubicBezTo>
                    <a:cubicBezTo>
                      <a:pt x="12175" y="2810"/>
                      <a:pt x="7735" y="-716"/>
                      <a:pt x="3283" y="1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5" name="Freeform: Shape 2074">
                <a:extLst>
                  <a:ext uri="{FF2B5EF4-FFF2-40B4-BE49-F238E27FC236}">
                    <a16:creationId xmlns:a16="http://schemas.microsoft.com/office/drawing/2014/main" id="{EFF8CA8C-2D15-0EA8-405D-0E01F4B0A903}"/>
                  </a:ext>
                </a:extLst>
              </p:cNvPr>
              <p:cNvSpPr/>
              <p:nvPr/>
            </p:nvSpPr>
            <p:spPr>
              <a:xfrm>
                <a:off x="8202146" y="5930024"/>
                <a:ext cx="8864" cy="6152"/>
              </a:xfrm>
              <a:custGeom>
                <a:avLst/>
                <a:gdLst>
                  <a:gd name="connsiteX0" fmla="*/ 3422 w 8864"/>
                  <a:gd name="connsiteY0" fmla="*/ 59 h 6152"/>
                  <a:gd name="connsiteX1" fmla="*/ 8829 w 8864"/>
                  <a:gd name="connsiteY1" fmla="*/ 2494 h 6152"/>
                  <a:gd name="connsiteX2" fmla="*/ 3422 w 8864"/>
                  <a:gd name="connsiteY2" fmla="*/ 59 h 6152"/>
                </a:gdLst>
                <a:ahLst/>
                <a:cxnLst>
                  <a:cxn ang="0">
                    <a:pos x="connsiteX0" y="connsiteY0"/>
                  </a:cxn>
                  <a:cxn ang="0">
                    <a:pos x="connsiteX1" y="connsiteY1"/>
                  </a:cxn>
                  <a:cxn ang="0">
                    <a:pos x="connsiteX2" y="connsiteY2"/>
                  </a:cxn>
                </a:cxnLst>
                <a:rect l="l" t="t" r="r" b="b"/>
                <a:pathLst>
                  <a:path w="8864" h="6152">
                    <a:moveTo>
                      <a:pt x="3422" y="59"/>
                    </a:moveTo>
                    <a:cubicBezTo>
                      <a:pt x="-6979" y="3191"/>
                      <a:pt x="9732" y="10580"/>
                      <a:pt x="8829" y="2494"/>
                    </a:cubicBezTo>
                    <a:cubicBezTo>
                      <a:pt x="8200" y="819"/>
                      <a:pt x="5777" y="-272"/>
                      <a:pt x="3422" y="5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6" name="Freeform: Shape 2075">
                <a:extLst>
                  <a:ext uri="{FF2B5EF4-FFF2-40B4-BE49-F238E27FC236}">
                    <a16:creationId xmlns:a16="http://schemas.microsoft.com/office/drawing/2014/main" id="{8FB8F8F8-D707-097D-7387-C1CCBF0FACDD}"/>
                  </a:ext>
                </a:extLst>
              </p:cNvPr>
              <p:cNvSpPr/>
              <p:nvPr/>
            </p:nvSpPr>
            <p:spPr>
              <a:xfrm>
                <a:off x="9781341" y="7526146"/>
                <a:ext cx="13607" cy="5189"/>
              </a:xfrm>
              <a:custGeom>
                <a:avLst/>
                <a:gdLst>
                  <a:gd name="connsiteX0" fmla="*/ 4087 w 13607"/>
                  <a:gd name="connsiteY0" fmla="*/ 0 h 5189"/>
                  <a:gd name="connsiteX1" fmla="*/ 13328 w 13607"/>
                  <a:gd name="connsiteY1" fmla="*/ 4303 h 5189"/>
                  <a:gd name="connsiteX2" fmla="*/ 4087 w 13607"/>
                  <a:gd name="connsiteY2" fmla="*/ 0 h 5189"/>
                </a:gdLst>
                <a:ahLst/>
                <a:cxnLst>
                  <a:cxn ang="0">
                    <a:pos x="connsiteX0" y="connsiteY0"/>
                  </a:cxn>
                  <a:cxn ang="0">
                    <a:pos x="connsiteX1" y="connsiteY1"/>
                  </a:cxn>
                  <a:cxn ang="0">
                    <a:pos x="connsiteX2" y="connsiteY2"/>
                  </a:cxn>
                </a:cxnLst>
                <a:rect l="l" t="t" r="r" b="b"/>
                <a:pathLst>
                  <a:path w="13607" h="5189">
                    <a:moveTo>
                      <a:pt x="4087" y="0"/>
                    </a:moveTo>
                    <a:cubicBezTo>
                      <a:pt x="-7823" y="1234"/>
                      <a:pt x="9728" y="7470"/>
                      <a:pt x="13328" y="4303"/>
                    </a:cubicBezTo>
                    <a:cubicBezTo>
                      <a:pt x="15266" y="920"/>
                      <a:pt x="6591" y="91"/>
                      <a:pt x="408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7" name="Freeform: Shape 2076">
                <a:extLst>
                  <a:ext uri="{FF2B5EF4-FFF2-40B4-BE49-F238E27FC236}">
                    <a16:creationId xmlns:a16="http://schemas.microsoft.com/office/drawing/2014/main" id="{B38F1649-7C27-2CF2-73C0-8503DD69EB50}"/>
                  </a:ext>
                </a:extLst>
              </p:cNvPr>
              <p:cNvSpPr/>
              <p:nvPr/>
            </p:nvSpPr>
            <p:spPr>
              <a:xfrm>
                <a:off x="7546629" y="4965580"/>
                <a:ext cx="7011" cy="1918"/>
              </a:xfrm>
              <a:custGeom>
                <a:avLst/>
                <a:gdLst>
                  <a:gd name="connsiteX0" fmla="*/ 2703 w 7011"/>
                  <a:gd name="connsiteY0" fmla="*/ 0 h 1918"/>
                  <a:gd name="connsiteX1" fmla="*/ 7012 w 7011"/>
                  <a:gd name="connsiteY1" fmla="*/ 874 h 1918"/>
                  <a:gd name="connsiteX2" fmla="*/ 2703 w 7011"/>
                  <a:gd name="connsiteY2" fmla="*/ 0 h 1918"/>
                </a:gdLst>
                <a:ahLst/>
                <a:cxnLst>
                  <a:cxn ang="0">
                    <a:pos x="connsiteX0" y="connsiteY0"/>
                  </a:cxn>
                  <a:cxn ang="0">
                    <a:pos x="connsiteX1" y="connsiteY1"/>
                  </a:cxn>
                  <a:cxn ang="0">
                    <a:pos x="connsiteX2" y="connsiteY2"/>
                  </a:cxn>
                </a:cxnLst>
                <a:rect l="l" t="t" r="r" b="b"/>
                <a:pathLst>
                  <a:path w="7011" h="1918">
                    <a:moveTo>
                      <a:pt x="2703" y="0"/>
                    </a:moveTo>
                    <a:cubicBezTo>
                      <a:pt x="-5007" y="383"/>
                      <a:pt x="6137" y="3504"/>
                      <a:pt x="7012" y="874"/>
                    </a:cubicBezTo>
                    <a:cubicBezTo>
                      <a:pt x="6155" y="132"/>
                      <a:pt x="4051" y="23"/>
                      <a:pt x="270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8" name="Freeform: Shape 2077">
                <a:extLst>
                  <a:ext uri="{FF2B5EF4-FFF2-40B4-BE49-F238E27FC236}">
                    <a16:creationId xmlns:a16="http://schemas.microsoft.com/office/drawing/2014/main" id="{20E687A3-DDFE-3AF8-A93E-02584E588FFF}"/>
                  </a:ext>
                </a:extLst>
              </p:cNvPr>
              <p:cNvSpPr/>
              <p:nvPr/>
            </p:nvSpPr>
            <p:spPr>
              <a:xfrm>
                <a:off x="8685196" y="6770800"/>
                <a:ext cx="11035" cy="3640"/>
              </a:xfrm>
              <a:custGeom>
                <a:avLst/>
                <a:gdLst>
                  <a:gd name="connsiteX0" fmla="*/ 4004 w 11035"/>
                  <a:gd name="connsiteY0" fmla="*/ 17 h 3640"/>
                  <a:gd name="connsiteX1" fmla="*/ 11005 w 11035"/>
                  <a:gd name="connsiteY1" fmla="*/ 2240 h 3640"/>
                  <a:gd name="connsiteX2" fmla="*/ 4004 w 11035"/>
                  <a:gd name="connsiteY2" fmla="*/ 17 h 3640"/>
                </a:gdLst>
                <a:ahLst/>
                <a:cxnLst>
                  <a:cxn ang="0">
                    <a:pos x="connsiteX0" y="connsiteY0"/>
                  </a:cxn>
                  <a:cxn ang="0">
                    <a:pos x="connsiteX1" y="connsiteY1"/>
                  </a:cxn>
                  <a:cxn ang="0">
                    <a:pos x="connsiteX2" y="connsiteY2"/>
                  </a:cxn>
                </a:cxnLst>
                <a:rect l="l" t="t" r="r" b="b"/>
                <a:pathLst>
                  <a:path w="11035" h="3640">
                    <a:moveTo>
                      <a:pt x="4004" y="17"/>
                    </a:moveTo>
                    <a:cubicBezTo>
                      <a:pt x="-8358" y="-383"/>
                      <a:pt x="11937" y="6509"/>
                      <a:pt x="11005" y="2240"/>
                    </a:cubicBezTo>
                    <a:cubicBezTo>
                      <a:pt x="10079" y="1286"/>
                      <a:pt x="6942" y="303"/>
                      <a:pt x="4004"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9" name="Freeform: Shape 2078">
                <a:extLst>
                  <a:ext uri="{FF2B5EF4-FFF2-40B4-BE49-F238E27FC236}">
                    <a16:creationId xmlns:a16="http://schemas.microsoft.com/office/drawing/2014/main" id="{22180B65-E039-02E3-FECC-C24A98A60E41}"/>
                  </a:ext>
                </a:extLst>
              </p:cNvPr>
              <p:cNvSpPr/>
              <p:nvPr/>
            </p:nvSpPr>
            <p:spPr>
              <a:xfrm>
                <a:off x="8789187" y="6876336"/>
                <a:ext cx="11397" cy="3780"/>
              </a:xfrm>
              <a:custGeom>
                <a:avLst/>
                <a:gdLst>
                  <a:gd name="connsiteX0" fmla="*/ 4088 w 11397"/>
                  <a:gd name="connsiteY0" fmla="*/ 20 h 3780"/>
                  <a:gd name="connsiteX1" fmla="*/ 11358 w 11397"/>
                  <a:gd name="connsiteY1" fmla="*/ 2340 h 3780"/>
                  <a:gd name="connsiteX2" fmla="*/ 4088 w 11397"/>
                  <a:gd name="connsiteY2" fmla="*/ 20 h 3780"/>
                </a:gdLst>
                <a:ahLst/>
                <a:cxnLst>
                  <a:cxn ang="0">
                    <a:pos x="connsiteX0" y="connsiteY0"/>
                  </a:cxn>
                  <a:cxn ang="0">
                    <a:pos x="connsiteX1" y="connsiteY1"/>
                  </a:cxn>
                  <a:cxn ang="0">
                    <a:pos x="connsiteX2" y="connsiteY2"/>
                  </a:cxn>
                </a:cxnLst>
                <a:rect l="l" t="t" r="r" b="b"/>
                <a:pathLst>
                  <a:path w="11397" h="3780">
                    <a:moveTo>
                      <a:pt x="4088" y="20"/>
                    </a:moveTo>
                    <a:cubicBezTo>
                      <a:pt x="-8611" y="-426"/>
                      <a:pt x="12427" y="6752"/>
                      <a:pt x="11358" y="2340"/>
                    </a:cubicBezTo>
                    <a:cubicBezTo>
                      <a:pt x="10375" y="1346"/>
                      <a:pt x="7117" y="317"/>
                      <a:pt x="4088"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0" name="Freeform: Shape 2079">
                <a:extLst>
                  <a:ext uri="{FF2B5EF4-FFF2-40B4-BE49-F238E27FC236}">
                    <a16:creationId xmlns:a16="http://schemas.microsoft.com/office/drawing/2014/main" id="{79B1B75A-8E03-0B45-26CE-0141B35FE907}"/>
                  </a:ext>
                </a:extLst>
              </p:cNvPr>
              <p:cNvSpPr/>
              <p:nvPr/>
            </p:nvSpPr>
            <p:spPr>
              <a:xfrm>
                <a:off x="8587234" y="6670269"/>
                <a:ext cx="10692" cy="3384"/>
              </a:xfrm>
              <a:custGeom>
                <a:avLst/>
                <a:gdLst>
                  <a:gd name="connsiteX0" fmla="*/ 3914 w 10692"/>
                  <a:gd name="connsiteY0" fmla="*/ 27 h 3384"/>
                  <a:gd name="connsiteX1" fmla="*/ 10669 w 10692"/>
                  <a:gd name="connsiteY1" fmla="*/ 2131 h 3384"/>
                  <a:gd name="connsiteX2" fmla="*/ 3914 w 10692"/>
                  <a:gd name="connsiteY2" fmla="*/ 27 h 3384"/>
                </a:gdLst>
                <a:ahLst/>
                <a:cxnLst>
                  <a:cxn ang="0">
                    <a:pos x="connsiteX0" y="connsiteY0"/>
                  </a:cxn>
                  <a:cxn ang="0">
                    <a:pos x="connsiteX1" y="connsiteY1"/>
                  </a:cxn>
                  <a:cxn ang="0">
                    <a:pos x="connsiteX2" y="connsiteY2"/>
                  </a:cxn>
                </a:cxnLst>
                <a:rect l="l" t="t" r="r" b="b"/>
                <a:pathLst>
                  <a:path w="10692" h="3384">
                    <a:moveTo>
                      <a:pt x="3914" y="27"/>
                    </a:moveTo>
                    <a:cubicBezTo>
                      <a:pt x="-8105" y="-470"/>
                      <a:pt x="11469" y="6034"/>
                      <a:pt x="10669" y="2131"/>
                    </a:cubicBezTo>
                    <a:cubicBezTo>
                      <a:pt x="9795" y="1250"/>
                      <a:pt x="6771" y="319"/>
                      <a:pt x="3914"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1" name="Freeform: Shape 2080">
                <a:extLst>
                  <a:ext uri="{FF2B5EF4-FFF2-40B4-BE49-F238E27FC236}">
                    <a16:creationId xmlns:a16="http://schemas.microsoft.com/office/drawing/2014/main" id="{B2A1D5FF-AE11-5534-DB70-53E456D423CF}"/>
                  </a:ext>
                </a:extLst>
              </p:cNvPr>
              <p:cNvSpPr/>
              <p:nvPr/>
            </p:nvSpPr>
            <p:spPr>
              <a:xfrm>
                <a:off x="8406860" y="6489999"/>
                <a:ext cx="10162" cy="2881"/>
              </a:xfrm>
              <a:custGeom>
                <a:avLst/>
                <a:gdLst>
                  <a:gd name="connsiteX0" fmla="*/ 3802 w 10162"/>
                  <a:gd name="connsiteY0" fmla="*/ 0 h 2881"/>
                  <a:gd name="connsiteX1" fmla="*/ 10146 w 10162"/>
                  <a:gd name="connsiteY1" fmla="*/ 1543 h 2881"/>
                  <a:gd name="connsiteX2" fmla="*/ 3802 w 10162"/>
                  <a:gd name="connsiteY2" fmla="*/ 0 h 2881"/>
                </a:gdLst>
                <a:ahLst/>
                <a:cxnLst>
                  <a:cxn ang="0">
                    <a:pos x="connsiteX0" y="connsiteY0"/>
                  </a:cxn>
                  <a:cxn ang="0">
                    <a:pos x="connsiteX1" y="connsiteY1"/>
                  </a:cxn>
                  <a:cxn ang="0">
                    <a:pos x="connsiteX2" y="connsiteY2"/>
                  </a:cxn>
                </a:cxnLst>
                <a:rect l="l" t="t" r="r" b="b"/>
                <a:pathLst>
                  <a:path w="10162" h="2881">
                    <a:moveTo>
                      <a:pt x="3802" y="0"/>
                    </a:moveTo>
                    <a:cubicBezTo>
                      <a:pt x="-7759" y="366"/>
                      <a:pt x="10797" y="5149"/>
                      <a:pt x="10146" y="1543"/>
                    </a:cubicBezTo>
                    <a:cubicBezTo>
                      <a:pt x="9363" y="765"/>
                      <a:pt x="6522" y="80"/>
                      <a:pt x="380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2" name="Freeform: Shape 2081">
                <a:extLst>
                  <a:ext uri="{FF2B5EF4-FFF2-40B4-BE49-F238E27FC236}">
                    <a16:creationId xmlns:a16="http://schemas.microsoft.com/office/drawing/2014/main" id="{78B08927-0740-C553-268E-22ED2998C7B2}"/>
                  </a:ext>
                </a:extLst>
              </p:cNvPr>
              <p:cNvSpPr/>
              <p:nvPr/>
            </p:nvSpPr>
            <p:spPr>
              <a:xfrm>
                <a:off x="8494544" y="6577201"/>
                <a:ext cx="10406" cy="3096"/>
              </a:xfrm>
              <a:custGeom>
                <a:avLst/>
                <a:gdLst>
                  <a:gd name="connsiteX0" fmla="*/ 3849 w 10406"/>
                  <a:gd name="connsiteY0" fmla="*/ 3 h 3096"/>
                  <a:gd name="connsiteX1" fmla="*/ 10386 w 10406"/>
                  <a:gd name="connsiteY1" fmla="*/ 1843 h 3096"/>
                  <a:gd name="connsiteX2" fmla="*/ 3849 w 10406"/>
                  <a:gd name="connsiteY2" fmla="*/ 3 h 3096"/>
                </a:gdLst>
                <a:ahLst/>
                <a:cxnLst>
                  <a:cxn ang="0">
                    <a:pos x="connsiteX0" y="connsiteY0"/>
                  </a:cxn>
                  <a:cxn ang="0">
                    <a:pos x="connsiteX1" y="connsiteY1"/>
                  </a:cxn>
                  <a:cxn ang="0">
                    <a:pos x="connsiteX2" y="connsiteY2"/>
                  </a:cxn>
                </a:cxnLst>
                <a:rect l="l" t="t" r="r" b="b"/>
                <a:pathLst>
                  <a:path w="10406" h="3096">
                    <a:moveTo>
                      <a:pt x="3849" y="3"/>
                    </a:moveTo>
                    <a:cubicBezTo>
                      <a:pt x="-7912" y="-151"/>
                      <a:pt x="11101" y="5547"/>
                      <a:pt x="10386" y="1843"/>
                    </a:cubicBezTo>
                    <a:cubicBezTo>
                      <a:pt x="9558" y="1021"/>
                      <a:pt x="6632" y="203"/>
                      <a:pt x="3849"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3" name="Freeform: Shape 2082">
                <a:extLst>
                  <a:ext uri="{FF2B5EF4-FFF2-40B4-BE49-F238E27FC236}">
                    <a16:creationId xmlns:a16="http://schemas.microsoft.com/office/drawing/2014/main" id="{7EF1B326-0246-4DB0-51D6-1868DB54CC02}"/>
                  </a:ext>
                </a:extLst>
              </p:cNvPr>
              <p:cNvSpPr/>
              <p:nvPr/>
            </p:nvSpPr>
            <p:spPr>
              <a:xfrm>
                <a:off x="8323944" y="6407143"/>
                <a:ext cx="9928" cy="2740"/>
              </a:xfrm>
              <a:custGeom>
                <a:avLst/>
                <a:gdLst>
                  <a:gd name="connsiteX0" fmla="*/ 3753 w 9928"/>
                  <a:gd name="connsiteY0" fmla="*/ 0 h 2740"/>
                  <a:gd name="connsiteX1" fmla="*/ 9914 w 9928"/>
                  <a:gd name="connsiteY1" fmla="*/ 1309 h 2740"/>
                  <a:gd name="connsiteX2" fmla="*/ 3753 w 9928"/>
                  <a:gd name="connsiteY2" fmla="*/ 0 h 2740"/>
                </a:gdLst>
                <a:ahLst/>
                <a:cxnLst>
                  <a:cxn ang="0">
                    <a:pos x="connsiteX0" y="connsiteY0"/>
                  </a:cxn>
                  <a:cxn ang="0">
                    <a:pos x="connsiteX1" y="connsiteY1"/>
                  </a:cxn>
                  <a:cxn ang="0">
                    <a:pos x="connsiteX2" y="connsiteY2"/>
                  </a:cxn>
                </a:cxnLst>
                <a:rect l="l" t="t" r="r" b="b"/>
                <a:pathLst>
                  <a:path w="9928" h="2740">
                    <a:moveTo>
                      <a:pt x="3753" y="0"/>
                    </a:moveTo>
                    <a:cubicBezTo>
                      <a:pt x="-7608" y="801"/>
                      <a:pt x="10503" y="4852"/>
                      <a:pt x="9914" y="1309"/>
                    </a:cubicBezTo>
                    <a:cubicBezTo>
                      <a:pt x="9171" y="561"/>
                      <a:pt x="6417" y="-16"/>
                      <a:pt x="375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4" name="Freeform: Shape 2083">
                <a:extLst>
                  <a:ext uri="{FF2B5EF4-FFF2-40B4-BE49-F238E27FC236}">
                    <a16:creationId xmlns:a16="http://schemas.microsoft.com/office/drawing/2014/main" id="{AC78B79B-5C45-46B4-90C4-ACAFB03D3D6D}"/>
                  </a:ext>
                </a:extLst>
              </p:cNvPr>
              <p:cNvSpPr/>
              <p:nvPr/>
            </p:nvSpPr>
            <p:spPr>
              <a:xfrm>
                <a:off x="8899721" y="6989399"/>
                <a:ext cx="11828" cy="3900"/>
              </a:xfrm>
              <a:custGeom>
                <a:avLst/>
                <a:gdLst>
                  <a:gd name="connsiteX0" fmla="*/ 4031 w 11828"/>
                  <a:gd name="connsiteY0" fmla="*/ 11 h 3900"/>
                  <a:gd name="connsiteX1" fmla="*/ 7792 w 11828"/>
                  <a:gd name="connsiteY1" fmla="*/ 3892 h 3900"/>
                  <a:gd name="connsiteX2" fmla="*/ 4031 w 11828"/>
                  <a:gd name="connsiteY2" fmla="*/ 11 h 3900"/>
                </a:gdLst>
                <a:ahLst/>
                <a:cxnLst>
                  <a:cxn ang="0">
                    <a:pos x="connsiteX0" y="connsiteY0"/>
                  </a:cxn>
                  <a:cxn ang="0">
                    <a:pos x="connsiteX1" y="connsiteY1"/>
                  </a:cxn>
                  <a:cxn ang="0">
                    <a:pos x="connsiteX2" y="connsiteY2"/>
                  </a:cxn>
                </a:cxnLst>
                <a:rect l="l" t="t" r="r" b="b"/>
                <a:pathLst>
                  <a:path w="11828" h="3900">
                    <a:moveTo>
                      <a:pt x="4031" y="11"/>
                    </a:moveTo>
                    <a:cubicBezTo>
                      <a:pt x="-4941" y="-246"/>
                      <a:pt x="3215" y="3909"/>
                      <a:pt x="7792" y="3892"/>
                    </a:cubicBezTo>
                    <a:cubicBezTo>
                      <a:pt x="16770" y="4109"/>
                      <a:pt x="8621" y="-12"/>
                      <a:pt x="4031" y="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5" name="Freeform: Shape 2084">
                <a:extLst>
                  <a:ext uri="{FF2B5EF4-FFF2-40B4-BE49-F238E27FC236}">
                    <a16:creationId xmlns:a16="http://schemas.microsoft.com/office/drawing/2014/main" id="{A264B680-258B-867E-D502-AAA23ADC172C}"/>
                  </a:ext>
                </a:extLst>
              </p:cNvPr>
              <p:cNvSpPr/>
              <p:nvPr/>
            </p:nvSpPr>
            <p:spPr>
              <a:xfrm>
                <a:off x="9142836" y="7241488"/>
                <a:ext cx="12831" cy="4496"/>
              </a:xfrm>
              <a:custGeom>
                <a:avLst/>
                <a:gdLst>
                  <a:gd name="connsiteX0" fmla="*/ 4267 w 12831"/>
                  <a:gd name="connsiteY0" fmla="*/ 28 h 4496"/>
                  <a:gd name="connsiteX1" fmla="*/ 8564 w 12831"/>
                  <a:gd name="connsiteY1" fmla="*/ 4469 h 4496"/>
                  <a:gd name="connsiteX2" fmla="*/ 4267 w 12831"/>
                  <a:gd name="connsiteY2" fmla="*/ 28 h 4496"/>
                </a:gdLst>
                <a:ahLst/>
                <a:cxnLst>
                  <a:cxn ang="0">
                    <a:pos x="connsiteX0" y="connsiteY0"/>
                  </a:cxn>
                  <a:cxn ang="0">
                    <a:pos x="connsiteX1" y="connsiteY1"/>
                  </a:cxn>
                  <a:cxn ang="0">
                    <a:pos x="connsiteX2" y="connsiteY2"/>
                  </a:cxn>
                </a:cxnLst>
                <a:rect l="l" t="t" r="r" b="b"/>
                <a:pathLst>
                  <a:path w="12831" h="4496">
                    <a:moveTo>
                      <a:pt x="4267" y="28"/>
                    </a:moveTo>
                    <a:cubicBezTo>
                      <a:pt x="-5312" y="514"/>
                      <a:pt x="3524" y="4886"/>
                      <a:pt x="8564" y="4469"/>
                    </a:cubicBezTo>
                    <a:cubicBezTo>
                      <a:pt x="18148" y="3954"/>
                      <a:pt x="9301" y="-389"/>
                      <a:pt x="4267" y="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6" name="Freeform: Shape 2085">
                <a:extLst>
                  <a:ext uri="{FF2B5EF4-FFF2-40B4-BE49-F238E27FC236}">
                    <a16:creationId xmlns:a16="http://schemas.microsoft.com/office/drawing/2014/main" id="{4A03B65D-F964-4FEF-DDBF-7EE5F89522CC}"/>
                  </a:ext>
                </a:extLst>
              </p:cNvPr>
              <p:cNvSpPr/>
              <p:nvPr/>
            </p:nvSpPr>
            <p:spPr>
              <a:xfrm>
                <a:off x="9277470" y="7379921"/>
                <a:ext cx="13374" cy="4798"/>
              </a:xfrm>
              <a:custGeom>
                <a:avLst/>
                <a:gdLst>
                  <a:gd name="connsiteX0" fmla="*/ 4381 w 13374"/>
                  <a:gd name="connsiteY0" fmla="*/ 47 h 4798"/>
                  <a:gd name="connsiteX1" fmla="*/ 8993 w 13374"/>
                  <a:gd name="connsiteY1" fmla="*/ 4751 h 4798"/>
                  <a:gd name="connsiteX2" fmla="*/ 4381 w 13374"/>
                  <a:gd name="connsiteY2" fmla="*/ 47 h 4798"/>
                </a:gdLst>
                <a:ahLst/>
                <a:cxnLst>
                  <a:cxn ang="0">
                    <a:pos x="connsiteX0" y="connsiteY0"/>
                  </a:cxn>
                  <a:cxn ang="0">
                    <a:pos x="connsiteX1" y="connsiteY1"/>
                  </a:cxn>
                  <a:cxn ang="0">
                    <a:pos x="connsiteX2" y="connsiteY2"/>
                  </a:cxn>
                </a:cxnLst>
                <a:rect l="l" t="t" r="r" b="b"/>
                <a:pathLst>
                  <a:path w="13374" h="4798">
                    <a:moveTo>
                      <a:pt x="4381" y="47"/>
                    </a:moveTo>
                    <a:cubicBezTo>
                      <a:pt x="-5541" y="784"/>
                      <a:pt x="3769" y="5311"/>
                      <a:pt x="8993" y="4751"/>
                    </a:cubicBezTo>
                    <a:cubicBezTo>
                      <a:pt x="18920" y="4008"/>
                      <a:pt x="9599" y="-508"/>
                      <a:pt x="4381" y="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7" name="Freeform: Shape 2086">
                <a:extLst>
                  <a:ext uri="{FF2B5EF4-FFF2-40B4-BE49-F238E27FC236}">
                    <a16:creationId xmlns:a16="http://schemas.microsoft.com/office/drawing/2014/main" id="{C37E486C-FD39-5A8C-8C27-632BA5404E08}"/>
                  </a:ext>
                </a:extLst>
              </p:cNvPr>
              <p:cNvSpPr/>
              <p:nvPr/>
            </p:nvSpPr>
            <p:spPr>
              <a:xfrm>
                <a:off x="9017231" y="7111224"/>
                <a:ext cx="12314" cy="4180"/>
              </a:xfrm>
              <a:custGeom>
                <a:avLst/>
                <a:gdLst>
                  <a:gd name="connsiteX0" fmla="*/ 4147 w 12314"/>
                  <a:gd name="connsiteY0" fmla="*/ 8 h 4180"/>
                  <a:gd name="connsiteX1" fmla="*/ 8165 w 12314"/>
                  <a:gd name="connsiteY1" fmla="*/ 4173 h 4180"/>
                  <a:gd name="connsiteX2" fmla="*/ 4147 w 12314"/>
                  <a:gd name="connsiteY2" fmla="*/ 8 h 4180"/>
                </a:gdLst>
                <a:ahLst/>
                <a:cxnLst>
                  <a:cxn ang="0">
                    <a:pos x="connsiteX0" y="connsiteY0"/>
                  </a:cxn>
                  <a:cxn ang="0">
                    <a:pos x="connsiteX1" y="connsiteY1"/>
                  </a:cxn>
                  <a:cxn ang="0">
                    <a:pos x="connsiteX2" y="connsiteY2"/>
                  </a:cxn>
                </a:cxnLst>
                <a:rect l="l" t="t" r="r" b="b"/>
                <a:pathLst>
                  <a:path w="12314" h="4180">
                    <a:moveTo>
                      <a:pt x="4147" y="8"/>
                    </a:moveTo>
                    <a:cubicBezTo>
                      <a:pt x="-5116" y="110"/>
                      <a:pt x="3353" y="4385"/>
                      <a:pt x="8165" y="4173"/>
                    </a:cubicBezTo>
                    <a:cubicBezTo>
                      <a:pt x="17434" y="4037"/>
                      <a:pt x="8960" y="-204"/>
                      <a:pt x="4147"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8" name="Freeform: Shape 2087">
                <a:extLst>
                  <a:ext uri="{FF2B5EF4-FFF2-40B4-BE49-F238E27FC236}">
                    <a16:creationId xmlns:a16="http://schemas.microsoft.com/office/drawing/2014/main" id="{F8B8D764-E8B5-7209-D323-67E8EC989930}"/>
                  </a:ext>
                </a:extLst>
              </p:cNvPr>
              <p:cNvSpPr/>
              <p:nvPr/>
            </p:nvSpPr>
            <p:spPr>
              <a:xfrm>
                <a:off x="7591373" y="5043613"/>
                <a:ext cx="7503" cy="3335"/>
              </a:xfrm>
              <a:custGeom>
                <a:avLst/>
                <a:gdLst>
                  <a:gd name="connsiteX0" fmla="*/ 3067 w 7503"/>
                  <a:gd name="connsiteY0" fmla="*/ 11 h 3335"/>
                  <a:gd name="connsiteX1" fmla="*/ 7502 w 7503"/>
                  <a:gd name="connsiteY1" fmla="*/ 1457 h 3335"/>
                  <a:gd name="connsiteX2" fmla="*/ 3067 w 7503"/>
                  <a:gd name="connsiteY2" fmla="*/ 11 h 3335"/>
                </a:gdLst>
                <a:ahLst/>
                <a:cxnLst>
                  <a:cxn ang="0">
                    <a:pos x="connsiteX0" y="connsiteY0"/>
                  </a:cxn>
                  <a:cxn ang="0">
                    <a:pos x="connsiteX1" y="connsiteY1"/>
                  </a:cxn>
                  <a:cxn ang="0">
                    <a:pos x="connsiteX2" y="connsiteY2"/>
                  </a:cxn>
                </a:cxnLst>
                <a:rect l="l" t="t" r="r" b="b"/>
                <a:pathLst>
                  <a:path w="7503" h="3335">
                    <a:moveTo>
                      <a:pt x="3067" y="11"/>
                    </a:moveTo>
                    <a:cubicBezTo>
                      <a:pt x="-5906" y="1423"/>
                      <a:pt x="7684" y="5812"/>
                      <a:pt x="7502" y="1457"/>
                    </a:cubicBezTo>
                    <a:cubicBezTo>
                      <a:pt x="7078" y="543"/>
                      <a:pt x="5090" y="-92"/>
                      <a:pt x="3067" y="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9" name="Freeform: Shape 2088">
                <a:extLst>
                  <a:ext uri="{FF2B5EF4-FFF2-40B4-BE49-F238E27FC236}">
                    <a16:creationId xmlns:a16="http://schemas.microsoft.com/office/drawing/2014/main" id="{8349D07D-9E31-0B7B-0E0F-FE79FFFFA657}"/>
                  </a:ext>
                </a:extLst>
              </p:cNvPr>
              <p:cNvSpPr/>
              <p:nvPr/>
            </p:nvSpPr>
            <p:spPr>
              <a:xfrm>
                <a:off x="7740366" y="5421082"/>
                <a:ext cx="7675" cy="4712"/>
              </a:xfrm>
              <a:custGeom>
                <a:avLst/>
                <a:gdLst>
                  <a:gd name="connsiteX0" fmla="*/ 2962 w 7675"/>
                  <a:gd name="connsiteY0" fmla="*/ 304 h 4712"/>
                  <a:gd name="connsiteX1" fmla="*/ 4705 w 7675"/>
                  <a:gd name="connsiteY1" fmla="*/ 4430 h 4712"/>
                  <a:gd name="connsiteX2" fmla="*/ 2962 w 7675"/>
                  <a:gd name="connsiteY2" fmla="*/ 304 h 4712"/>
                </a:gdLst>
                <a:ahLst/>
                <a:cxnLst>
                  <a:cxn ang="0">
                    <a:pos x="connsiteX0" y="connsiteY0"/>
                  </a:cxn>
                  <a:cxn ang="0">
                    <a:pos x="connsiteX1" y="connsiteY1"/>
                  </a:cxn>
                  <a:cxn ang="0">
                    <a:pos x="connsiteX2" y="connsiteY2"/>
                  </a:cxn>
                </a:cxnLst>
                <a:rect l="l" t="t" r="r" b="b"/>
                <a:pathLst>
                  <a:path w="7675" h="4712">
                    <a:moveTo>
                      <a:pt x="2962" y="304"/>
                    </a:moveTo>
                    <a:cubicBezTo>
                      <a:pt x="-3090" y="-1263"/>
                      <a:pt x="1493" y="3704"/>
                      <a:pt x="4705" y="4430"/>
                    </a:cubicBezTo>
                    <a:cubicBezTo>
                      <a:pt x="10751" y="5933"/>
                      <a:pt x="6219" y="995"/>
                      <a:pt x="2962" y="3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0" name="Freeform: Shape 2089">
                <a:extLst>
                  <a:ext uri="{FF2B5EF4-FFF2-40B4-BE49-F238E27FC236}">
                    <a16:creationId xmlns:a16="http://schemas.microsoft.com/office/drawing/2014/main" id="{60701413-0C22-AFC4-FF0D-7607E69B9D6B}"/>
                  </a:ext>
                </a:extLst>
              </p:cNvPr>
              <p:cNvSpPr/>
              <p:nvPr/>
            </p:nvSpPr>
            <p:spPr>
              <a:xfrm>
                <a:off x="7638800" y="5157781"/>
                <a:ext cx="7614" cy="4245"/>
              </a:xfrm>
              <a:custGeom>
                <a:avLst/>
                <a:gdLst>
                  <a:gd name="connsiteX0" fmla="*/ 3092 w 7614"/>
                  <a:gd name="connsiteY0" fmla="*/ 0 h 4245"/>
                  <a:gd name="connsiteX1" fmla="*/ 7613 w 7614"/>
                  <a:gd name="connsiteY1" fmla="*/ 2217 h 4245"/>
                  <a:gd name="connsiteX2" fmla="*/ 3092 w 7614"/>
                  <a:gd name="connsiteY2" fmla="*/ 0 h 4245"/>
                </a:gdLst>
                <a:ahLst/>
                <a:cxnLst>
                  <a:cxn ang="0">
                    <a:pos x="connsiteX0" y="connsiteY0"/>
                  </a:cxn>
                  <a:cxn ang="0">
                    <a:pos x="connsiteX1" y="connsiteY1"/>
                  </a:cxn>
                  <a:cxn ang="0">
                    <a:pos x="connsiteX2" y="connsiteY2"/>
                  </a:cxn>
                </a:cxnLst>
                <a:rect l="l" t="t" r="r" b="b"/>
                <a:pathLst>
                  <a:path w="7614" h="4245">
                    <a:moveTo>
                      <a:pt x="3092" y="0"/>
                    </a:moveTo>
                    <a:cubicBezTo>
                      <a:pt x="-5972" y="754"/>
                      <a:pt x="7795" y="7555"/>
                      <a:pt x="7613" y="2217"/>
                    </a:cubicBezTo>
                    <a:cubicBezTo>
                      <a:pt x="7172" y="1063"/>
                      <a:pt x="5144" y="80"/>
                      <a:pt x="309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1" name="Freeform: Shape 2090">
                <a:extLst>
                  <a:ext uri="{FF2B5EF4-FFF2-40B4-BE49-F238E27FC236}">
                    <a16:creationId xmlns:a16="http://schemas.microsoft.com/office/drawing/2014/main" id="{73B11914-00E6-26A2-240D-2A982CAABFF5}"/>
                  </a:ext>
                </a:extLst>
              </p:cNvPr>
              <p:cNvSpPr/>
              <p:nvPr/>
            </p:nvSpPr>
            <p:spPr>
              <a:xfrm>
                <a:off x="8245552" y="6327092"/>
                <a:ext cx="9662" cy="2668"/>
              </a:xfrm>
              <a:custGeom>
                <a:avLst/>
                <a:gdLst>
                  <a:gd name="connsiteX0" fmla="*/ 3690 w 9662"/>
                  <a:gd name="connsiteY0" fmla="*/ 2 h 2668"/>
                  <a:gd name="connsiteX1" fmla="*/ 9651 w 9662"/>
                  <a:gd name="connsiteY1" fmla="*/ 1241 h 2668"/>
                  <a:gd name="connsiteX2" fmla="*/ 3690 w 9662"/>
                  <a:gd name="connsiteY2" fmla="*/ 2 h 2668"/>
                </a:gdLst>
                <a:ahLst/>
                <a:cxnLst>
                  <a:cxn ang="0">
                    <a:pos x="connsiteX0" y="connsiteY0"/>
                  </a:cxn>
                  <a:cxn ang="0">
                    <a:pos x="connsiteX1" y="connsiteY1"/>
                  </a:cxn>
                  <a:cxn ang="0">
                    <a:pos x="connsiteX2" y="connsiteY2"/>
                  </a:cxn>
                </a:cxnLst>
                <a:rect l="l" t="t" r="r" b="b"/>
                <a:pathLst>
                  <a:path w="9662" h="2668">
                    <a:moveTo>
                      <a:pt x="3690" y="2"/>
                    </a:moveTo>
                    <a:cubicBezTo>
                      <a:pt x="-7426" y="887"/>
                      <a:pt x="10165" y="4705"/>
                      <a:pt x="9651" y="1241"/>
                    </a:cubicBezTo>
                    <a:cubicBezTo>
                      <a:pt x="8959" y="521"/>
                      <a:pt x="6285" y="-33"/>
                      <a:pt x="3690"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2" name="Freeform: Shape 2091">
                <a:extLst>
                  <a:ext uri="{FF2B5EF4-FFF2-40B4-BE49-F238E27FC236}">
                    <a16:creationId xmlns:a16="http://schemas.microsoft.com/office/drawing/2014/main" id="{8E2568C8-24C4-D1D7-841C-63A04E08A24E}"/>
                  </a:ext>
                </a:extLst>
              </p:cNvPr>
              <p:cNvSpPr/>
              <p:nvPr/>
            </p:nvSpPr>
            <p:spPr>
              <a:xfrm>
                <a:off x="7688612" y="5289714"/>
                <a:ext cx="7587" cy="4589"/>
              </a:xfrm>
              <a:custGeom>
                <a:avLst/>
                <a:gdLst>
                  <a:gd name="connsiteX0" fmla="*/ 2954 w 7587"/>
                  <a:gd name="connsiteY0" fmla="*/ 72 h 4589"/>
                  <a:gd name="connsiteX1" fmla="*/ 4629 w 7587"/>
                  <a:gd name="connsiteY1" fmla="*/ 4524 h 4589"/>
                  <a:gd name="connsiteX2" fmla="*/ 2954 w 7587"/>
                  <a:gd name="connsiteY2" fmla="*/ 72 h 4589"/>
                </a:gdLst>
                <a:ahLst/>
                <a:cxnLst>
                  <a:cxn ang="0">
                    <a:pos x="connsiteX0" y="connsiteY0"/>
                  </a:cxn>
                  <a:cxn ang="0">
                    <a:pos x="connsiteX1" y="connsiteY1"/>
                  </a:cxn>
                  <a:cxn ang="0">
                    <a:pos x="connsiteX2" y="connsiteY2"/>
                  </a:cxn>
                </a:cxnLst>
                <a:rect l="l" t="t" r="r" b="b"/>
                <a:pathLst>
                  <a:path w="7587" h="4589">
                    <a:moveTo>
                      <a:pt x="2954" y="72"/>
                    </a:moveTo>
                    <a:cubicBezTo>
                      <a:pt x="-2886" y="-642"/>
                      <a:pt x="1154" y="4187"/>
                      <a:pt x="4629" y="4524"/>
                    </a:cubicBezTo>
                    <a:cubicBezTo>
                      <a:pt x="10452" y="5204"/>
                      <a:pt x="6475" y="364"/>
                      <a:pt x="2954" y="7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3" name="Freeform: Shape 2092">
                <a:extLst>
                  <a:ext uri="{FF2B5EF4-FFF2-40B4-BE49-F238E27FC236}">
                    <a16:creationId xmlns:a16="http://schemas.microsoft.com/office/drawing/2014/main" id="{84CE663D-4E86-4A40-26A8-29B0CF15ACE5}"/>
                  </a:ext>
                </a:extLst>
              </p:cNvPr>
              <p:cNvSpPr/>
              <p:nvPr/>
            </p:nvSpPr>
            <p:spPr>
              <a:xfrm>
                <a:off x="7849840" y="5613971"/>
                <a:ext cx="8015" cy="3884"/>
              </a:xfrm>
              <a:custGeom>
                <a:avLst/>
                <a:gdLst>
                  <a:gd name="connsiteX0" fmla="*/ 3055 w 8015"/>
                  <a:gd name="connsiteY0" fmla="*/ 450 h 3884"/>
                  <a:gd name="connsiteX1" fmla="*/ 4952 w 8015"/>
                  <a:gd name="connsiteY1" fmla="*/ 3502 h 3884"/>
                  <a:gd name="connsiteX2" fmla="*/ 3055 w 8015"/>
                  <a:gd name="connsiteY2" fmla="*/ 450 h 3884"/>
                </a:gdLst>
                <a:ahLst/>
                <a:cxnLst>
                  <a:cxn ang="0">
                    <a:pos x="connsiteX0" y="connsiteY0"/>
                  </a:cxn>
                  <a:cxn ang="0">
                    <a:pos x="connsiteX1" y="connsiteY1"/>
                  </a:cxn>
                  <a:cxn ang="0">
                    <a:pos x="connsiteX2" y="connsiteY2"/>
                  </a:cxn>
                </a:cxnLst>
                <a:rect l="l" t="t" r="r" b="b"/>
                <a:pathLst>
                  <a:path w="8015" h="3884">
                    <a:moveTo>
                      <a:pt x="3055" y="450"/>
                    </a:moveTo>
                    <a:cubicBezTo>
                      <a:pt x="-3260" y="-1327"/>
                      <a:pt x="1654" y="2679"/>
                      <a:pt x="4952" y="3502"/>
                    </a:cubicBezTo>
                    <a:cubicBezTo>
                      <a:pt x="11250" y="5102"/>
                      <a:pt x="6421" y="1221"/>
                      <a:pt x="3055" y="4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4" name="Freeform: Shape 2093">
                <a:extLst>
                  <a:ext uri="{FF2B5EF4-FFF2-40B4-BE49-F238E27FC236}">
                    <a16:creationId xmlns:a16="http://schemas.microsoft.com/office/drawing/2014/main" id="{658469E9-1A89-2382-76D8-7ACB0B211949}"/>
                  </a:ext>
                </a:extLst>
              </p:cNvPr>
              <p:cNvSpPr/>
              <p:nvPr/>
            </p:nvSpPr>
            <p:spPr>
              <a:xfrm>
                <a:off x="7794066" y="5533769"/>
                <a:ext cx="7800" cy="4256"/>
              </a:xfrm>
              <a:custGeom>
                <a:avLst/>
                <a:gdLst>
                  <a:gd name="connsiteX0" fmla="*/ 2994 w 7800"/>
                  <a:gd name="connsiteY0" fmla="*/ 550 h 4256"/>
                  <a:gd name="connsiteX1" fmla="*/ 4800 w 7800"/>
                  <a:gd name="connsiteY1" fmla="*/ 3751 h 4256"/>
                  <a:gd name="connsiteX2" fmla="*/ 2994 w 7800"/>
                  <a:gd name="connsiteY2" fmla="*/ 550 h 4256"/>
                </a:gdLst>
                <a:ahLst/>
                <a:cxnLst>
                  <a:cxn ang="0">
                    <a:pos x="connsiteX0" y="connsiteY0"/>
                  </a:cxn>
                  <a:cxn ang="0">
                    <a:pos x="connsiteX1" y="connsiteY1"/>
                  </a:cxn>
                  <a:cxn ang="0">
                    <a:pos x="connsiteX2" y="connsiteY2"/>
                  </a:cxn>
                </a:cxnLst>
                <a:rect l="l" t="t" r="r" b="b"/>
                <a:pathLst>
                  <a:path w="7800" h="4256">
                    <a:moveTo>
                      <a:pt x="2994" y="550"/>
                    </a:moveTo>
                    <a:cubicBezTo>
                      <a:pt x="-3184" y="-1507"/>
                      <a:pt x="1611" y="2796"/>
                      <a:pt x="4800" y="3751"/>
                    </a:cubicBezTo>
                    <a:cubicBezTo>
                      <a:pt x="10972" y="5694"/>
                      <a:pt x="6223" y="1476"/>
                      <a:pt x="2994" y="5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5" name="Freeform: Shape 2094">
                <a:extLst>
                  <a:ext uri="{FF2B5EF4-FFF2-40B4-BE49-F238E27FC236}">
                    <a16:creationId xmlns:a16="http://schemas.microsoft.com/office/drawing/2014/main" id="{02B70B22-65A7-8F4F-5C2A-16C3DB90282A}"/>
                  </a:ext>
                </a:extLst>
              </p:cNvPr>
              <p:cNvSpPr/>
              <p:nvPr/>
            </p:nvSpPr>
            <p:spPr>
              <a:xfrm>
                <a:off x="7908077" y="5752273"/>
                <a:ext cx="8308" cy="6113"/>
              </a:xfrm>
              <a:custGeom>
                <a:avLst/>
                <a:gdLst>
                  <a:gd name="connsiteX0" fmla="*/ 3169 w 8308"/>
                  <a:gd name="connsiteY0" fmla="*/ 200 h 6113"/>
                  <a:gd name="connsiteX1" fmla="*/ 5129 w 8308"/>
                  <a:gd name="connsiteY1" fmla="*/ 5944 h 6113"/>
                  <a:gd name="connsiteX2" fmla="*/ 3169 w 8308"/>
                  <a:gd name="connsiteY2" fmla="*/ 200 h 6113"/>
                </a:gdLst>
                <a:ahLst/>
                <a:cxnLst>
                  <a:cxn ang="0">
                    <a:pos x="connsiteX0" y="connsiteY0"/>
                  </a:cxn>
                  <a:cxn ang="0">
                    <a:pos x="connsiteX1" y="connsiteY1"/>
                  </a:cxn>
                  <a:cxn ang="0">
                    <a:pos x="connsiteX2" y="connsiteY2"/>
                  </a:cxn>
                </a:cxnLst>
                <a:rect l="l" t="t" r="r" b="b"/>
                <a:pathLst>
                  <a:path w="8308" h="6113">
                    <a:moveTo>
                      <a:pt x="3169" y="200"/>
                    </a:moveTo>
                    <a:cubicBezTo>
                      <a:pt x="-3341" y="-1217"/>
                      <a:pt x="1643" y="5332"/>
                      <a:pt x="5129" y="5944"/>
                    </a:cubicBezTo>
                    <a:cubicBezTo>
                      <a:pt x="11615" y="7230"/>
                      <a:pt x="6740" y="783"/>
                      <a:pt x="3169" y="2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6" name="Freeform: Shape 2095">
                <a:extLst>
                  <a:ext uri="{FF2B5EF4-FFF2-40B4-BE49-F238E27FC236}">
                    <a16:creationId xmlns:a16="http://schemas.microsoft.com/office/drawing/2014/main" id="{9CEC0AFD-8A7D-FB0A-7F9D-E8BAC2904896}"/>
                  </a:ext>
                </a:extLst>
              </p:cNvPr>
              <p:cNvSpPr/>
              <p:nvPr/>
            </p:nvSpPr>
            <p:spPr>
              <a:xfrm>
                <a:off x="8100279" y="6168118"/>
                <a:ext cx="9116" cy="3630"/>
              </a:xfrm>
              <a:custGeom>
                <a:avLst/>
                <a:gdLst>
                  <a:gd name="connsiteX0" fmla="*/ 3516 w 9116"/>
                  <a:gd name="connsiteY0" fmla="*/ 521 h 3630"/>
                  <a:gd name="connsiteX1" fmla="*/ 9116 w 9116"/>
                  <a:gd name="connsiteY1" fmla="*/ 3042 h 3630"/>
                  <a:gd name="connsiteX2" fmla="*/ 3516 w 9116"/>
                  <a:gd name="connsiteY2" fmla="*/ 521 h 3630"/>
                </a:gdLst>
                <a:ahLst/>
                <a:cxnLst>
                  <a:cxn ang="0">
                    <a:pos x="connsiteX0" y="connsiteY0"/>
                  </a:cxn>
                  <a:cxn ang="0">
                    <a:pos x="connsiteX1" y="connsiteY1"/>
                  </a:cxn>
                  <a:cxn ang="0">
                    <a:pos x="connsiteX2" y="connsiteY2"/>
                  </a:cxn>
                </a:cxnLst>
                <a:rect l="l" t="t" r="r" b="b"/>
                <a:pathLst>
                  <a:path w="9116" h="3630">
                    <a:moveTo>
                      <a:pt x="3516" y="521"/>
                    </a:moveTo>
                    <a:cubicBezTo>
                      <a:pt x="-6908" y="-2033"/>
                      <a:pt x="9174" y="5774"/>
                      <a:pt x="9116" y="3042"/>
                    </a:cubicBezTo>
                    <a:cubicBezTo>
                      <a:pt x="8477" y="2333"/>
                      <a:pt x="5967" y="1224"/>
                      <a:pt x="3516" y="5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7" name="Freeform: Shape 2096">
                <a:extLst>
                  <a:ext uri="{FF2B5EF4-FFF2-40B4-BE49-F238E27FC236}">
                    <a16:creationId xmlns:a16="http://schemas.microsoft.com/office/drawing/2014/main" id="{7792BFFD-3BA8-FFD1-F69D-10D9E7EE26A0}"/>
                  </a:ext>
                </a:extLst>
              </p:cNvPr>
              <p:cNvSpPr/>
              <p:nvPr/>
            </p:nvSpPr>
            <p:spPr>
              <a:xfrm>
                <a:off x="8170976" y="6252959"/>
                <a:ext cx="9426" cy="2671"/>
              </a:xfrm>
              <a:custGeom>
                <a:avLst/>
                <a:gdLst>
                  <a:gd name="connsiteX0" fmla="*/ 3623 w 9426"/>
                  <a:gd name="connsiteY0" fmla="*/ 4 h 2671"/>
                  <a:gd name="connsiteX1" fmla="*/ 9417 w 9426"/>
                  <a:gd name="connsiteY1" fmla="*/ 1187 h 2671"/>
                  <a:gd name="connsiteX2" fmla="*/ 3623 w 9426"/>
                  <a:gd name="connsiteY2" fmla="*/ 4 h 2671"/>
                </a:gdLst>
                <a:ahLst/>
                <a:cxnLst>
                  <a:cxn ang="0">
                    <a:pos x="connsiteX0" y="connsiteY0"/>
                  </a:cxn>
                  <a:cxn ang="0">
                    <a:pos x="connsiteX1" y="connsiteY1"/>
                  </a:cxn>
                  <a:cxn ang="0">
                    <a:pos x="connsiteX2" y="connsiteY2"/>
                  </a:cxn>
                </a:cxnLst>
                <a:rect l="l" t="t" r="r" b="b"/>
                <a:pathLst>
                  <a:path w="9426" h="2671">
                    <a:moveTo>
                      <a:pt x="3623" y="4"/>
                    </a:moveTo>
                    <a:cubicBezTo>
                      <a:pt x="-7259" y="1016"/>
                      <a:pt x="9886" y="4697"/>
                      <a:pt x="9417" y="1187"/>
                    </a:cubicBezTo>
                    <a:cubicBezTo>
                      <a:pt x="8749" y="473"/>
                      <a:pt x="6155" y="-53"/>
                      <a:pt x="3623"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8" name="Freeform: Shape 2097">
                <a:extLst>
                  <a:ext uri="{FF2B5EF4-FFF2-40B4-BE49-F238E27FC236}">
                    <a16:creationId xmlns:a16="http://schemas.microsoft.com/office/drawing/2014/main" id="{99386DEB-72FD-CD3B-19CF-1057194F8FFF}"/>
                  </a:ext>
                </a:extLst>
              </p:cNvPr>
              <p:cNvSpPr/>
              <p:nvPr/>
            </p:nvSpPr>
            <p:spPr>
              <a:xfrm>
                <a:off x="8032498" y="6091324"/>
                <a:ext cx="8935" cy="4523"/>
              </a:xfrm>
              <a:custGeom>
                <a:avLst/>
                <a:gdLst>
                  <a:gd name="connsiteX0" fmla="*/ 3477 w 8935"/>
                  <a:gd name="connsiteY0" fmla="*/ 317 h 4523"/>
                  <a:gd name="connsiteX1" fmla="*/ 8935 w 8935"/>
                  <a:gd name="connsiteY1" fmla="*/ 3408 h 4523"/>
                  <a:gd name="connsiteX2" fmla="*/ 3477 w 8935"/>
                  <a:gd name="connsiteY2" fmla="*/ 317 h 4523"/>
                </a:gdLst>
                <a:ahLst/>
                <a:cxnLst>
                  <a:cxn ang="0">
                    <a:pos x="connsiteX0" y="connsiteY0"/>
                  </a:cxn>
                  <a:cxn ang="0">
                    <a:pos x="connsiteX1" y="connsiteY1"/>
                  </a:cxn>
                  <a:cxn ang="0">
                    <a:pos x="connsiteX2" y="connsiteY2"/>
                  </a:cxn>
                </a:cxnLst>
                <a:rect l="l" t="t" r="r" b="b"/>
                <a:pathLst>
                  <a:path w="8935" h="4523">
                    <a:moveTo>
                      <a:pt x="3477" y="317"/>
                    </a:moveTo>
                    <a:cubicBezTo>
                      <a:pt x="-6816" y="-1815"/>
                      <a:pt x="9032" y="7672"/>
                      <a:pt x="8935" y="3408"/>
                    </a:cubicBezTo>
                    <a:cubicBezTo>
                      <a:pt x="8335" y="2362"/>
                      <a:pt x="5889" y="996"/>
                      <a:pt x="3477" y="3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9" name="Freeform: Shape 2098">
                <a:extLst>
                  <a:ext uri="{FF2B5EF4-FFF2-40B4-BE49-F238E27FC236}">
                    <a16:creationId xmlns:a16="http://schemas.microsoft.com/office/drawing/2014/main" id="{074F3AD1-6CA8-986A-264F-72762085AE62}"/>
                  </a:ext>
                </a:extLst>
              </p:cNvPr>
              <p:cNvSpPr/>
              <p:nvPr/>
            </p:nvSpPr>
            <p:spPr>
              <a:xfrm>
                <a:off x="7968568" y="5936130"/>
                <a:ext cx="8687" cy="6470"/>
              </a:xfrm>
              <a:custGeom>
                <a:avLst/>
                <a:gdLst>
                  <a:gd name="connsiteX0" fmla="*/ 3423 w 8687"/>
                  <a:gd name="connsiteY0" fmla="*/ 126 h 6470"/>
                  <a:gd name="connsiteX1" fmla="*/ 8686 w 8687"/>
                  <a:gd name="connsiteY1" fmla="*/ 4315 h 6470"/>
                  <a:gd name="connsiteX2" fmla="*/ 3423 w 8687"/>
                  <a:gd name="connsiteY2" fmla="*/ 126 h 6470"/>
                </a:gdLst>
                <a:ahLst/>
                <a:cxnLst>
                  <a:cxn ang="0">
                    <a:pos x="connsiteX0" y="connsiteY0"/>
                  </a:cxn>
                  <a:cxn ang="0">
                    <a:pos x="connsiteX1" y="connsiteY1"/>
                  </a:cxn>
                  <a:cxn ang="0">
                    <a:pos x="connsiteX2" y="connsiteY2"/>
                  </a:cxn>
                </a:cxnLst>
                <a:rect l="l" t="t" r="r" b="b"/>
                <a:pathLst>
                  <a:path w="8687" h="6470">
                    <a:moveTo>
                      <a:pt x="3423" y="126"/>
                    </a:moveTo>
                    <a:cubicBezTo>
                      <a:pt x="-6699" y="-1389"/>
                      <a:pt x="8869" y="11402"/>
                      <a:pt x="8686" y="4315"/>
                    </a:cubicBezTo>
                    <a:cubicBezTo>
                      <a:pt x="8114" y="2664"/>
                      <a:pt x="5754" y="812"/>
                      <a:pt x="3423" y="1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0" name="Freeform: Shape 2099">
                <a:extLst>
                  <a:ext uri="{FF2B5EF4-FFF2-40B4-BE49-F238E27FC236}">
                    <a16:creationId xmlns:a16="http://schemas.microsoft.com/office/drawing/2014/main" id="{B58E445B-FDB5-268D-F712-BE8F77E5D44A}"/>
                  </a:ext>
                </a:extLst>
              </p:cNvPr>
              <p:cNvSpPr/>
              <p:nvPr/>
            </p:nvSpPr>
            <p:spPr>
              <a:xfrm>
                <a:off x="9422348" y="7526300"/>
                <a:ext cx="13472" cy="5108"/>
              </a:xfrm>
              <a:custGeom>
                <a:avLst/>
                <a:gdLst>
                  <a:gd name="connsiteX0" fmla="*/ 4224 w 13472"/>
                  <a:gd name="connsiteY0" fmla="*/ 0 h 5108"/>
                  <a:gd name="connsiteX1" fmla="*/ 13099 w 13472"/>
                  <a:gd name="connsiteY1" fmla="*/ 4229 h 5108"/>
                  <a:gd name="connsiteX2" fmla="*/ 4224 w 13472"/>
                  <a:gd name="connsiteY2" fmla="*/ 0 h 5108"/>
                </a:gdLst>
                <a:ahLst/>
                <a:cxnLst>
                  <a:cxn ang="0">
                    <a:pos x="connsiteX0" y="connsiteY0"/>
                  </a:cxn>
                  <a:cxn ang="0">
                    <a:pos x="connsiteX1" y="connsiteY1"/>
                  </a:cxn>
                  <a:cxn ang="0">
                    <a:pos x="connsiteX2" y="connsiteY2"/>
                  </a:cxn>
                </a:cxnLst>
                <a:rect l="l" t="t" r="r" b="b"/>
                <a:pathLst>
                  <a:path w="13472" h="5108">
                    <a:moveTo>
                      <a:pt x="4224" y="0"/>
                    </a:moveTo>
                    <a:cubicBezTo>
                      <a:pt x="-7829" y="1217"/>
                      <a:pt x="9362" y="7361"/>
                      <a:pt x="13099" y="4229"/>
                    </a:cubicBezTo>
                    <a:cubicBezTo>
                      <a:pt x="15368" y="931"/>
                      <a:pt x="6641" y="46"/>
                      <a:pt x="422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1" name="Freeform: Shape 2100">
                <a:extLst>
                  <a:ext uri="{FF2B5EF4-FFF2-40B4-BE49-F238E27FC236}">
                    <a16:creationId xmlns:a16="http://schemas.microsoft.com/office/drawing/2014/main" id="{3965FCDD-DD08-D492-17D0-CDFF7982EB64}"/>
                  </a:ext>
                </a:extLst>
              </p:cNvPr>
              <p:cNvSpPr/>
              <p:nvPr/>
            </p:nvSpPr>
            <p:spPr>
              <a:xfrm>
                <a:off x="7350894" y="4965740"/>
                <a:ext cx="6702" cy="1878"/>
              </a:xfrm>
              <a:custGeom>
                <a:avLst/>
                <a:gdLst>
                  <a:gd name="connsiteX0" fmla="*/ 2819 w 6702"/>
                  <a:gd name="connsiteY0" fmla="*/ 0 h 1878"/>
                  <a:gd name="connsiteX1" fmla="*/ 5539 w 6702"/>
                  <a:gd name="connsiteY1" fmla="*/ 292 h 1878"/>
                  <a:gd name="connsiteX2" fmla="*/ 2819 w 6702"/>
                  <a:gd name="connsiteY2" fmla="*/ 0 h 1878"/>
                </a:gdLst>
                <a:ahLst/>
                <a:cxnLst>
                  <a:cxn ang="0">
                    <a:pos x="connsiteX0" y="connsiteY0"/>
                  </a:cxn>
                  <a:cxn ang="0">
                    <a:pos x="connsiteX1" y="connsiteY1"/>
                  </a:cxn>
                  <a:cxn ang="0">
                    <a:pos x="connsiteX2" y="connsiteY2"/>
                  </a:cxn>
                </a:cxnLst>
                <a:rect l="l" t="t" r="r" b="b"/>
                <a:pathLst>
                  <a:path w="6702" h="1878">
                    <a:moveTo>
                      <a:pt x="2819" y="0"/>
                    </a:moveTo>
                    <a:cubicBezTo>
                      <a:pt x="-6662" y="1052"/>
                      <a:pt x="11294" y="3480"/>
                      <a:pt x="5539" y="292"/>
                    </a:cubicBezTo>
                    <a:cubicBezTo>
                      <a:pt x="4750" y="108"/>
                      <a:pt x="3762" y="6"/>
                      <a:pt x="281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2" name="Freeform: Shape 2101">
                <a:extLst>
                  <a:ext uri="{FF2B5EF4-FFF2-40B4-BE49-F238E27FC236}">
                    <a16:creationId xmlns:a16="http://schemas.microsoft.com/office/drawing/2014/main" id="{5BDE0C68-34D7-277E-7DEE-9B7E9BFBDB0B}"/>
                  </a:ext>
                </a:extLst>
              </p:cNvPr>
              <p:cNvSpPr/>
              <p:nvPr/>
            </p:nvSpPr>
            <p:spPr>
              <a:xfrm>
                <a:off x="8399587" y="6695204"/>
                <a:ext cx="10618" cy="5275"/>
              </a:xfrm>
              <a:custGeom>
                <a:avLst/>
                <a:gdLst>
                  <a:gd name="connsiteX0" fmla="*/ 3937 w 10618"/>
                  <a:gd name="connsiteY0" fmla="*/ 982 h 5275"/>
                  <a:gd name="connsiteX1" fmla="*/ 10612 w 10618"/>
                  <a:gd name="connsiteY1" fmla="*/ 4702 h 5275"/>
                  <a:gd name="connsiteX2" fmla="*/ 3937 w 10618"/>
                  <a:gd name="connsiteY2" fmla="*/ 982 h 5275"/>
                </a:gdLst>
                <a:ahLst/>
                <a:cxnLst>
                  <a:cxn ang="0">
                    <a:pos x="connsiteX0" y="connsiteY0"/>
                  </a:cxn>
                  <a:cxn ang="0">
                    <a:pos x="connsiteX1" y="connsiteY1"/>
                  </a:cxn>
                  <a:cxn ang="0">
                    <a:pos x="connsiteX2" y="connsiteY2"/>
                  </a:cxn>
                </a:cxnLst>
                <a:rect l="l" t="t" r="r" b="b"/>
                <a:pathLst>
                  <a:path w="10618" h="5275">
                    <a:moveTo>
                      <a:pt x="3937" y="982"/>
                    </a:moveTo>
                    <a:cubicBezTo>
                      <a:pt x="-7985" y="-3271"/>
                      <a:pt x="11006" y="7862"/>
                      <a:pt x="10612" y="4702"/>
                    </a:cubicBezTo>
                    <a:cubicBezTo>
                      <a:pt x="9766" y="3759"/>
                      <a:pt x="6783" y="2101"/>
                      <a:pt x="3937" y="9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3" name="Freeform: Shape 2102">
                <a:extLst>
                  <a:ext uri="{FF2B5EF4-FFF2-40B4-BE49-F238E27FC236}">
                    <a16:creationId xmlns:a16="http://schemas.microsoft.com/office/drawing/2014/main" id="{BE45251B-4D04-38A4-9F4D-2CF2196E556C}"/>
                  </a:ext>
                </a:extLst>
              </p:cNvPr>
              <p:cNvSpPr/>
              <p:nvPr/>
            </p:nvSpPr>
            <p:spPr>
              <a:xfrm>
                <a:off x="8494178" y="6802928"/>
                <a:ext cx="10984" cy="5425"/>
              </a:xfrm>
              <a:custGeom>
                <a:avLst/>
                <a:gdLst>
                  <a:gd name="connsiteX0" fmla="*/ 4043 w 10984"/>
                  <a:gd name="connsiteY0" fmla="*/ 807 h 5425"/>
                  <a:gd name="connsiteX1" fmla="*/ 10976 w 10984"/>
                  <a:gd name="connsiteY1" fmla="*/ 4648 h 5425"/>
                  <a:gd name="connsiteX2" fmla="*/ 4043 w 10984"/>
                  <a:gd name="connsiteY2" fmla="*/ 807 h 5425"/>
                </a:gdLst>
                <a:ahLst/>
                <a:cxnLst>
                  <a:cxn ang="0">
                    <a:pos x="connsiteX0" y="connsiteY0"/>
                  </a:cxn>
                  <a:cxn ang="0">
                    <a:pos x="connsiteX1" y="connsiteY1"/>
                  </a:cxn>
                  <a:cxn ang="0">
                    <a:pos x="connsiteX2" y="connsiteY2"/>
                  </a:cxn>
                </a:cxnLst>
                <a:rect l="l" t="t" r="r" b="b"/>
                <a:pathLst>
                  <a:path w="10984" h="5425">
                    <a:moveTo>
                      <a:pt x="4043" y="807"/>
                    </a:moveTo>
                    <a:cubicBezTo>
                      <a:pt x="-8255" y="-3062"/>
                      <a:pt x="11473" y="8437"/>
                      <a:pt x="10976" y="4648"/>
                    </a:cubicBezTo>
                    <a:cubicBezTo>
                      <a:pt x="10090" y="3590"/>
                      <a:pt x="6987" y="1876"/>
                      <a:pt x="4043" y="80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4" name="Freeform: Shape 2103">
                <a:extLst>
                  <a:ext uri="{FF2B5EF4-FFF2-40B4-BE49-F238E27FC236}">
                    <a16:creationId xmlns:a16="http://schemas.microsoft.com/office/drawing/2014/main" id="{C832F13D-43E1-2C0B-6D05-3D3E3D0053EA}"/>
                  </a:ext>
                </a:extLst>
              </p:cNvPr>
              <p:cNvSpPr/>
              <p:nvPr/>
            </p:nvSpPr>
            <p:spPr>
              <a:xfrm>
                <a:off x="8309202" y="6602900"/>
                <a:ext cx="10368" cy="4465"/>
              </a:xfrm>
              <a:custGeom>
                <a:avLst/>
                <a:gdLst>
                  <a:gd name="connsiteX0" fmla="*/ 3871 w 10368"/>
                  <a:gd name="connsiteY0" fmla="*/ 914 h 4465"/>
                  <a:gd name="connsiteX1" fmla="*/ 10363 w 10368"/>
                  <a:gd name="connsiteY1" fmla="*/ 4040 h 4465"/>
                  <a:gd name="connsiteX2" fmla="*/ 3871 w 10368"/>
                  <a:gd name="connsiteY2" fmla="*/ 914 h 4465"/>
                </a:gdLst>
                <a:ahLst/>
                <a:cxnLst>
                  <a:cxn ang="0">
                    <a:pos x="connsiteX0" y="connsiteY0"/>
                  </a:cxn>
                  <a:cxn ang="0">
                    <a:pos x="connsiteX1" y="connsiteY1"/>
                  </a:cxn>
                  <a:cxn ang="0">
                    <a:pos x="connsiteX2" y="connsiteY2"/>
                  </a:cxn>
                </a:cxnLst>
                <a:rect l="l" t="t" r="r" b="b"/>
                <a:pathLst>
                  <a:path w="10368" h="4465">
                    <a:moveTo>
                      <a:pt x="3871" y="914"/>
                    </a:moveTo>
                    <a:cubicBezTo>
                      <a:pt x="-7822" y="-2881"/>
                      <a:pt x="10740" y="6532"/>
                      <a:pt x="10363" y="4040"/>
                    </a:cubicBezTo>
                    <a:cubicBezTo>
                      <a:pt x="9552" y="3280"/>
                      <a:pt x="6648" y="1885"/>
                      <a:pt x="3871" y="9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5" name="Freeform: Shape 2104">
                <a:extLst>
                  <a:ext uri="{FF2B5EF4-FFF2-40B4-BE49-F238E27FC236}">
                    <a16:creationId xmlns:a16="http://schemas.microsoft.com/office/drawing/2014/main" id="{99EC62DB-4668-3A88-80D7-9DDB0262D706}"/>
                  </a:ext>
                </a:extLst>
              </p:cNvPr>
              <p:cNvSpPr/>
              <p:nvPr/>
            </p:nvSpPr>
            <p:spPr>
              <a:xfrm>
                <a:off x="8139890" y="6460699"/>
                <a:ext cx="9954" cy="2723"/>
              </a:xfrm>
              <a:custGeom>
                <a:avLst/>
                <a:gdLst>
                  <a:gd name="connsiteX0" fmla="*/ 3773 w 9954"/>
                  <a:gd name="connsiteY0" fmla="*/ 274 h 2723"/>
                  <a:gd name="connsiteX1" fmla="*/ 9951 w 9954"/>
                  <a:gd name="connsiteY1" fmla="*/ 2170 h 2723"/>
                  <a:gd name="connsiteX2" fmla="*/ 3773 w 9954"/>
                  <a:gd name="connsiteY2" fmla="*/ 274 h 2723"/>
                </a:gdLst>
                <a:ahLst/>
                <a:cxnLst>
                  <a:cxn ang="0">
                    <a:pos x="connsiteX0" y="connsiteY0"/>
                  </a:cxn>
                  <a:cxn ang="0">
                    <a:pos x="connsiteX1" y="connsiteY1"/>
                  </a:cxn>
                  <a:cxn ang="0">
                    <a:pos x="connsiteX2" y="connsiteY2"/>
                  </a:cxn>
                </a:cxnLst>
                <a:rect l="l" t="t" r="r" b="b"/>
                <a:pathLst>
                  <a:path w="9954" h="2723">
                    <a:moveTo>
                      <a:pt x="3773" y="274"/>
                    </a:moveTo>
                    <a:cubicBezTo>
                      <a:pt x="-7554" y="-1293"/>
                      <a:pt x="10265" y="4480"/>
                      <a:pt x="9951" y="2170"/>
                    </a:cubicBezTo>
                    <a:cubicBezTo>
                      <a:pt x="9219" y="1582"/>
                      <a:pt x="6453" y="731"/>
                      <a:pt x="3773" y="2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6" name="Freeform: Shape 2105">
                <a:extLst>
                  <a:ext uri="{FF2B5EF4-FFF2-40B4-BE49-F238E27FC236}">
                    <a16:creationId xmlns:a16="http://schemas.microsoft.com/office/drawing/2014/main" id="{067B4EB8-7983-B95A-4536-A07DFA2F8FD5}"/>
                  </a:ext>
                </a:extLst>
              </p:cNvPr>
              <p:cNvSpPr/>
              <p:nvPr/>
            </p:nvSpPr>
            <p:spPr>
              <a:xfrm>
                <a:off x="8222477" y="6527149"/>
                <a:ext cx="10150" cy="3538"/>
              </a:xfrm>
              <a:custGeom>
                <a:avLst/>
                <a:gdLst>
                  <a:gd name="connsiteX0" fmla="*/ 3813 w 10150"/>
                  <a:gd name="connsiteY0" fmla="*/ 632 h 3538"/>
                  <a:gd name="connsiteX1" fmla="*/ 10145 w 10150"/>
                  <a:gd name="connsiteY1" fmla="*/ 3119 h 3538"/>
                  <a:gd name="connsiteX2" fmla="*/ 3813 w 10150"/>
                  <a:gd name="connsiteY2" fmla="*/ 632 h 3538"/>
                </a:gdLst>
                <a:ahLst/>
                <a:cxnLst>
                  <a:cxn ang="0">
                    <a:pos x="connsiteX0" y="connsiteY0"/>
                  </a:cxn>
                  <a:cxn ang="0">
                    <a:pos x="connsiteX1" y="connsiteY1"/>
                  </a:cxn>
                  <a:cxn ang="0">
                    <a:pos x="connsiteX2" y="connsiteY2"/>
                  </a:cxn>
                </a:cxnLst>
                <a:rect l="l" t="t" r="r" b="b"/>
                <a:pathLst>
                  <a:path w="10150" h="3538">
                    <a:moveTo>
                      <a:pt x="3813" y="632"/>
                    </a:moveTo>
                    <a:cubicBezTo>
                      <a:pt x="-7674" y="-2162"/>
                      <a:pt x="10489" y="5347"/>
                      <a:pt x="10145" y="3119"/>
                    </a:cubicBezTo>
                    <a:cubicBezTo>
                      <a:pt x="9374" y="2473"/>
                      <a:pt x="6539" y="1364"/>
                      <a:pt x="3813" y="6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7" name="Freeform: Shape 2106">
                <a:extLst>
                  <a:ext uri="{FF2B5EF4-FFF2-40B4-BE49-F238E27FC236}">
                    <a16:creationId xmlns:a16="http://schemas.microsoft.com/office/drawing/2014/main" id="{99B2FA1B-2602-D393-8627-5FF3C57C427A}"/>
                  </a:ext>
                </a:extLst>
              </p:cNvPr>
              <p:cNvSpPr/>
              <p:nvPr/>
            </p:nvSpPr>
            <p:spPr>
              <a:xfrm>
                <a:off x="8931827" y="7374753"/>
                <a:ext cx="13160" cy="5103"/>
              </a:xfrm>
              <a:custGeom>
                <a:avLst/>
                <a:gdLst>
                  <a:gd name="connsiteX0" fmla="*/ 4495 w 13160"/>
                  <a:gd name="connsiteY0" fmla="*/ 13 h 5103"/>
                  <a:gd name="connsiteX1" fmla="*/ 8662 w 13160"/>
                  <a:gd name="connsiteY1" fmla="*/ 5089 h 5103"/>
                  <a:gd name="connsiteX2" fmla="*/ 4495 w 13160"/>
                  <a:gd name="connsiteY2" fmla="*/ 13 h 5103"/>
                </a:gdLst>
                <a:ahLst/>
                <a:cxnLst>
                  <a:cxn ang="0">
                    <a:pos x="connsiteX0" y="connsiteY0"/>
                  </a:cxn>
                  <a:cxn ang="0">
                    <a:pos x="connsiteX1" y="connsiteY1"/>
                  </a:cxn>
                  <a:cxn ang="0">
                    <a:pos x="connsiteX2" y="connsiteY2"/>
                  </a:cxn>
                </a:cxnLst>
                <a:rect l="l" t="t" r="r" b="b"/>
                <a:pathLst>
                  <a:path w="13160" h="5103">
                    <a:moveTo>
                      <a:pt x="4495" y="13"/>
                    </a:moveTo>
                    <a:cubicBezTo>
                      <a:pt x="-5363" y="288"/>
                      <a:pt x="3290" y="5408"/>
                      <a:pt x="8662" y="5089"/>
                    </a:cubicBezTo>
                    <a:cubicBezTo>
                      <a:pt x="18532" y="4797"/>
                      <a:pt x="9862" y="-295"/>
                      <a:pt x="4495" y="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8" name="Freeform: Shape 2107">
                <a:extLst>
                  <a:ext uri="{FF2B5EF4-FFF2-40B4-BE49-F238E27FC236}">
                    <a16:creationId xmlns:a16="http://schemas.microsoft.com/office/drawing/2014/main" id="{BF76831A-787D-1536-AD6F-45B21B92E81E}"/>
                  </a:ext>
                </a:extLst>
              </p:cNvPr>
              <p:cNvSpPr/>
              <p:nvPr/>
            </p:nvSpPr>
            <p:spPr>
              <a:xfrm>
                <a:off x="8061915" y="6396249"/>
                <a:ext cx="9782" cy="2330"/>
              </a:xfrm>
              <a:custGeom>
                <a:avLst/>
                <a:gdLst>
                  <a:gd name="connsiteX0" fmla="*/ 3756 w 9782"/>
                  <a:gd name="connsiteY0" fmla="*/ 24 h 2330"/>
                  <a:gd name="connsiteX1" fmla="*/ 9779 w 9782"/>
                  <a:gd name="connsiteY1" fmla="*/ 1492 h 2330"/>
                  <a:gd name="connsiteX2" fmla="*/ 3756 w 9782"/>
                  <a:gd name="connsiteY2" fmla="*/ 24 h 2330"/>
                </a:gdLst>
                <a:ahLst/>
                <a:cxnLst>
                  <a:cxn ang="0">
                    <a:pos x="connsiteX0" y="connsiteY0"/>
                  </a:cxn>
                  <a:cxn ang="0">
                    <a:pos x="connsiteX1" y="connsiteY1"/>
                  </a:cxn>
                  <a:cxn ang="0">
                    <a:pos x="connsiteX2" y="connsiteY2"/>
                  </a:cxn>
                </a:cxnLst>
                <a:rect l="l" t="t" r="r" b="b"/>
                <a:pathLst>
                  <a:path w="9782" h="2330">
                    <a:moveTo>
                      <a:pt x="3756" y="24"/>
                    </a:moveTo>
                    <a:cubicBezTo>
                      <a:pt x="-7469" y="-365"/>
                      <a:pt x="10071" y="4139"/>
                      <a:pt x="9779" y="1492"/>
                    </a:cubicBezTo>
                    <a:cubicBezTo>
                      <a:pt x="9088" y="887"/>
                      <a:pt x="6396" y="230"/>
                      <a:pt x="3756" y="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9" name="Freeform: Shape 2108">
                <a:extLst>
                  <a:ext uri="{FF2B5EF4-FFF2-40B4-BE49-F238E27FC236}">
                    <a16:creationId xmlns:a16="http://schemas.microsoft.com/office/drawing/2014/main" id="{EA7A2E6D-A1F6-7F91-5B0D-BADAE841BF40}"/>
                  </a:ext>
                </a:extLst>
              </p:cNvPr>
              <p:cNvSpPr/>
              <p:nvPr/>
            </p:nvSpPr>
            <p:spPr>
              <a:xfrm>
                <a:off x="8593550" y="6928974"/>
                <a:ext cx="11451" cy="5300"/>
              </a:xfrm>
              <a:custGeom>
                <a:avLst/>
                <a:gdLst>
                  <a:gd name="connsiteX0" fmla="*/ 4038 w 11451"/>
                  <a:gd name="connsiteY0" fmla="*/ 435 h 5300"/>
                  <a:gd name="connsiteX1" fmla="*/ 7411 w 11451"/>
                  <a:gd name="connsiteY1" fmla="*/ 4875 h 5300"/>
                  <a:gd name="connsiteX2" fmla="*/ 4038 w 11451"/>
                  <a:gd name="connsiteY2" fmla="*/ 435 h 5300"/>
                </a:gdLst>
                <a:ahLst/>
                <a:cxnLst>
                  <a:cxn ang="0">
                    <a:pos x="connsiteX0" y="connsiteY0"/>
                  </a:cxn>
                  <a:cxn ang="0">
                    <a:pos x="connsiteX1" y="connsiteY1"/>
                  </a:cxn>
                  <a:cxn ang="0">
                    <a:pos x="connsiteX2" y="connsiteY2"/>
                  </a:cxn>
                </a:cxnLst>
                <a:rect l="l" t="t" r="r" b="b"/>
                <a:pathLst>
                  <a:path w="11451" h="5300">
                    <a:moveTo>
                      <a:pt x="4038" y="435"/>
                    </a:moveTo>
                    <a:cubicBezTo>
                      <a:pt x="-4854" y="-1588"/>
                      <a:pt x="3089" y="4058"/>
                      <a:pt x="7411" y="4875"/>
                    </a:cubicBezTo>
                    <a:cubicBezTo>
                      <a:pt x="16309" y="6864"/>
                      <a:pt x="8359" y="1269"/>
                      <a:pt x="4038" y="4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0" name="Freeform: Shape 2109">
                <a:extLst>
                  <a:ext uri="{FF2B5EF4-FFF2-40B4-BE49-F238E27FC236}">
                    <a16:creationId xmlns:a16="http://schemas.microsoft.com/office/drawing/2014/main" id="{779F7654-B8FB-F8A8-1684-3BAF09D7542B}"/>
                  </a:ext>
                </a:extLst>
              </p:cNvPr>
              <p:cNvSpPr/>
              <p:nvPr/>
            </p:nvSpPr>
            <p:spPr>
              <a:xfrm>
                <a:off x="8810803" y="7220775"/>
                <a:ext cx="12563" cy="5092"/>
              </a:xfrm>
              <a:custGeom>
                <a:avLst/>
                <a:gdLst>
                  <a:gd name="connsiteX0" fmla="*/ 4356 w 12563"/>
                  <a:gd name="connsiteY0" fmla="*/ 18 h 5092"/>
                  <a:gd name="connsiteX1" fmla="*/ 8207 w 12563"/>
                  <a:gd name="connsiteY1" fmla="*/ 5076 h 5092"/>
                  <a:gd name="connsiteX2" fmla="*/ 4356 w 12563"/>
                  <a:gd name="connsiteY2" fmla="*/ 18 h 5092"/>
                </a:gdLst>
                <a:ahLst/>
                <a:cxnLst>
                  <a:cxn ang="0">
                    <a:pos x="connsiteX0" y="connsiteY0"/>
                  </a:cxn>
                  <a:cxn ang="0">
                    <a:pos x="connsiteX1" y="connsiteY1"/>
                  </a:cxn>
                  <a:cxn ang="0">
                    <a:pos x="connsiteX2" y="connsiteY2"/>
                  </a:cxn>
                </a:cxnLst>
                <a:rect l="l" t="t" r="r" b="b"/>
                <a:pathLst>
                  <a:path w="12563" h="5092">
                    <a:moveTo>
                      <a:pt x="4356" y="18"/>
                    </a:moveTo>
                    <a:cubicBezTo>
                      <a:pt x="-5160" y="-353"/>
                      <a:pt x="3144" y="5054"/>
                      <a:pt x="8207" y="5076"/>
                    </a:cubicBezTo>
                    <a:cubicBezTo>
                      <a:pt x="17729" y="5425"/>
                      <a:pt x="9407" y="64"/>
                      <a:pt x="4356"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1" name="Freeform: Shape 2110">
                <a:extLst>
                  <a:ext uri="{FF2B5EF4-FFF2-40B4-BE49-F238E27FC236}">
                    <a16:creationId xmlns:a16="http://schemas.microsoft.com/office/drawing/2014/main" id="{2E821418-3576-698A-2AA8-8A15AF42DF76}"/>
                  </a:ext>
                </a:extLst>
              </p:cNvPr>
              <p:cNvSpPr/>
              <p:nvPr/>
            </p:nvSpPr>
            <p:spPr>
              <a:xfrm>
                <a:off x="8698538" y="7070222"/>
                <a:ext cx="11988" cy="5167"/>
              </a:xfrm>
              <a:custGeom>
                <a:avLst/>
                <a:gdLst>
                  <a:gd name="connsiteX0" fmla="*/ 4200 w 11988"/>
                  <a:gd name="connsiteY0" fmla="*/ 164 h 5167"/>
                  <a:gd name="connsiteX1" fmla="*/ 7790 w 11988"/>
                  <a:gd name="connsiteY1" fmla="*/ 5010 h 5167"/>
                  <a:gd name="connsiteX2" fmla="*/ 4200 w 11988"/>
                  <a:gd name="connsiteY2" fmla="*/ 164 h 5167"/>
                </a:gdLst>
                <a:ahLst/>
                <a:cxnLst>
                  <a:cxn ang="0">
                    <a:pos x="connsiteX0" y="connsiteY0"/>
                  </a:cxn>
                  <a:cxn ang="0">
                    <a:pos x="connsiteX1" y="connsiteY1"/>
                  </a:cxn>
                  <a:cxn ang="0">
                    <a:pos x="connsiteX2" y="connsiteY2"/>
                  </a:cxn>
                </a:cxnLst>
                <a:rect l="l" t="t" r="r" b="b"/>
                <a:pathLst>
                  <a:path w="11988" h="5167">
                    <a:moveTo>
                      <a:pt x="4200" y="164"/>
                    </a:moveTo>
                    <a:cubicBezTo>
                      <a:pt x="-5001" y="-1019"/>
                      <a:pt x="3103" y="4582"/>
                      <a:pt x="7790" y="5010"/>
                    </a:cubicBezTo>
                    <a:cubicBezTo>
                      <a:pt x="16991" y="6165"/>
                      <a:pt x="8881" y="609"/>
                      <a:pt x="4200" y="1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2" name="Freeform: Shape 2111">
                <a:extLst>
                  <a:ext uri="{FF2B5EF4-FFF2-40B4-BE49-F238E27FC236}">
                    <a16:creationId xmlns:a16="http://schemas.microsoft.com/office/drawing/2014/main" id="{6296DD28-16C5-4E00-CDF1-5B4A0461B053}"/>
                  </a:ext>
                </a:extLst>
              </p:cNvPr>
              <p:cNvSpPr/>
              <p:nvPr/>
            </p:nvSpPr>
            <p:spPr>
              <a:xfrm>
                <a:off x="7644646" y="5409578"/>
                <a:ext cx="7384" cy="11373"/>
              </a:xfrm>
              <a:custGeom>
                <a:avLst/>
                <a:gdLst>
                  <a:gd name="connsiteX0" fmla="*/ 2921 w 7384"/>
                  <a:gd name="connsiteY0" fmla="*/ 4349 h 11373"/>
                  <a:gd name="connsiteX1" fmla="*/ 7384 w 7384"/>
                  <a:gd name="connsiteY1" fmla="*/ 11368 h 11373"/>
                  <a:gd name="connsiteX2" fmla="*/ 2921 w 7384"/>
                  <a:gd name="connsiteY2" fmla="*/ 4349 h 11373"/>
                </a:gdLst>
                <a:ahLst/>
                <a:cxnLst>
                  <a:cxn ang="0">
                    <a:pos x="connsiteX0" y="connsiteY0"/>
                  </a:cxn>
                  <a:cxn ang="0">
                    <a:pos x="connsiteX1" y="connsiteY1"/>
                  </a:cxn>
                  <a:cxn ang="0">
                    <a:pos x="connsiteX2" y="connsiteY2"/>
                  </a:cxn>
                </a:cxnLst>
                <a:rect l="l" t="t" r="r" b="b"/>
                <a:pathLst>
                  <a:path w="7384" h="11373">
                    <a:moveTo>
                      <a:pt x="2921" y="4349"/>
                    </a:moveTo>
                    <a:cubicBezTo>
                      <a:pt x="-5583" y="-8686"/>
                      <a:pt x="7167" y="11773"/>
                      <a:pt x="7384" y="11368"/>
                    </a:cubicBezTo>
                    <a:cubicBezTo>
                      <a:pt x="6910" y="10522"/>
                      <a:pt x="4915" y="7407"/>
                      <a:pt x="2921" y="43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3" name="Freeform: Shape 2112">
                <a:extLst>
                  <a:ext uri="{FF2B5EF4-FFF2-40B4-BE49-F238E27FC236}">
                    <a16:creationId xmlns:a16="http://schemas.microsoft.com/office/drawing/2014/main" id="{F36C48BF-0DA7-365E-E6E8-BCBA791A685C}"/>
                  </a:ext>
                </a:extLst>
              </p:cNvPr>
              <p:cNvSpPr/>
              <p:nvPr/>
            </p:nvSpPr>
            <p:spPr>
              <a:xfrm>
                <a:off x="7989054" y="6326556"/>
                <a:ext cx="9594" cy="2518"/>
              </a:xfrm>
              <a:custGeom>
                <a:avLst/>
                <a:gdLst>
                  <a:gd name="connsiteX0" fmla="*/ 3745 w 9594"/>
                  <a:gd name="connsiteY0" fmla="*/ 0 h 2518"/>
                  <a:gd name="connsiteX1" fmla="*/ 9591 w 9594"/>
                  <a:gd name="connsiteY1" fmla="*/ 1297 h 2518"/>
                  <a:gd name="connsiteX2" fmla="*/ 3745 w 9594"/>
                  <a:gd name="connsiteY2" fmla="*/ 0 h 2518"/>
                </a:gdLst>
                <a:ahLst/>
                <a:cxnLst>
                  <a:cxn ang="0">
                    <a:pos x="connsiteX0" y="connsiteY0"/>
                  </a:cxn>
                  <a:cxn ang="0">
                    <a:pos x="connsiteX1" y="connsiteY1"/>
                  </a:cxn>
                  <a:cxn ang="0">
                    <a:pos x="connsiteX2" y="connsiteY2"/>
                  </a:cxn>
                </a:cxnLst>
                <a:rect l="l" t="t" r="r" b="b"/>
                <a:pathLst>
                  <a:path w="9594" h="2518">
                    <a:moveTo>
                      <a:pt x="3745" y="0"/>
                    </a:moveTo>
                    <a:cubicBezTo>
                      <a:pt x="-7388" y="509"/>
                      <a:pt x="9877" y="4475"/>
                      <a:pt x="9591" y="1297"/>
                    </a:cubicBezTo>
                    <a:cubicBezTo>
                      <a:pt x="8951" y="623"/>
                      <a:pt x="6339" y="40"/>
                      <a:pt x="374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4" name="Freeform: Shape 2113">
                <a:extLst>
                  <a:ext uri="{FF2B5EF4-FFF2-40B4-BE49-F238E27FC236}">
                    <a16:creationId xmlns:a16="http://schemas.microsoft.com/office/drawing/2014/main" id="{18DFB72C-F2A5-B08D-A85B-936473FD66B5}"/>
                  </a:ext>
                </a:extLst>
              </p:cNvPr>
              <p:cNvSpPr/>
              <p:nvPr/>
            </p:nvSpPr>
            <p:spPr>
              <a:xfrm>
                <a:off x="7489768" y="5179753"/>
                <a:ext cx="7270" cy="6375"/>
              </a:xfrm>
              <a:custGeom>
                <a:avLst/>
                <a:gdLst>
                  <a:gd name="connsiteX0" fmla="*/ 2870 w 7270"/>
                  <a:gd name="connsiteY0" fmla="*/ 1997 h 6375"/>
                  <a:gd name="connsiteX1" fmla="*/ 7271 w 7270"/>
                  <a:gd name="connsiteY1" fmla="*/ 6272 h 6375"/>
                  <a:gd name="connsiteX2" fmla="*/ 2870 w 7270"/>
                  <a:gd name="connsiteY2" fmla="*/ 1997 h 6375"/>
                </a:gdLst>
                <a:ahLst/>
                <a:cxnLst>
                  <a:cxn ang="0">
                    <a:pos x="connsiteX0" y="connsiteY0"/>
                  </a:cxn>
                  <a:cxn ang="0">
                    <a:pos x="connsiteX1" y="connsiteY1"/>
                  </a:cxn>
                  <a:cxn ang="0">
                    <a:pos x="connsiteX2" y="connsiteY2"/>
                  </a:cxn>
                </a:cxnLst>
                <a:rect l="l" t="t" r="r" b="b"/>
                <a:pathLst>
                  <a:path w="7270" h="6375">
                    <a:moveTo>
                      <a:pt x="2870" y="1997"/>
                    </a:moveTo>
                    <a:cubicBezTo>
                      <a:pt x="-5462" y="-4673"/>
                      <a:pt x="6968" y="7615"/>
                      <a:pt x="7271" y="6272"/>
                    </a:cubicBezTo>
                    <a:cubicBezTo>
                      <a:pt x="6802" y="5535"/>
                      <a:pt x="4836" y="3631"/>
                      <a:pt x="2870" y="199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5" name="Freeform: Shape 2114">
                <a:extLst>
                  <a:ext uri="{FF2B5EF4-FFF2-40B4-BE49-F238E27FC236}">
                    <a16:creationId xmlns:a16="http://schemas.microsoft.com/office/drawing/2014/main" id="{F4DBFEEA-7570-ABE6-06F8-61A9D9442720}"/>
                  </a:ext>
                </a:extLst>
              </p:cNvPr>
              <p:cNvSpPr/>
              <p:nvPr/>
            </p:nvSpPr>
            <p:spPr>
              <a:xfrm>
                <a:off x="7593403" y="5335494"/>
                <a:ext cx="7226" cy="10602"/>
              </a:xfrm>
              <a:custGeom>
                <a:avLst/>
                <a:gdLst>
                  <a:gd name="connsiteX0" fmla="*/ 2832 w 7226"/>
                  <a:gd name="connsiteY0" fmla="*/ 4167 h 10602"/>
                  <a:gd name="connsiteX1" fmla="*/ 7227 w 7226"/>
                  <a:gd name="connsiteY1" fmla="*/ 10603 h 10602"/>
                  <a:gd name="connsiteX2" fmla="*/ 2832 w 7226"/>
                  <a:gd name="connsiteY2" fmla="*/ 4167 h 10602"/>
                </a:gdLst>
                <a:ahLst/>
                <a:cxnLst>
                  <a:cxn ang="0">
                    <a:pos x="connsiteX0" y="connsiteY0"/>
                  </a:cxn>
                  <a:cxn ang="0">
                    <a:pos x="connsiteX1" y="connsiteY1"/>
                  </a:cxn>
                  <a:cxn ang="0">
                    <a:pos x="connsiteX2" y="connsiteY2"/>
                  </a:cxn>
                </a:cxnLst>
                <a:rect l="l" t="t" r="r" b="b"/>
                <a:pathLst>
                  <a:path w="7226" h="10602">
                    <a:moveTo>
                      <a:pt x="2832" y="4167"/>
                    </a:moveTo>
                    <a:cubicBezTo>
                      <a:pt x="-5489" y="-8091"/>
                      <a:pt x="7170" y="10597"/>
                      <a:pt x="7227" y="10603"/>
                    </a:cubicBezTo>
                    <a:cubicBezTo>
                      <a:pt x="6753" y="9900"/>
                      <a:pt x="4786" y="7036"/>
                      <a:pt x="2832" y="41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6" name="Freeform: Shape 2115">
                <a:extLst>
                  <a:ext uri="{FF2B5EF4-FFF2-40B4-BE49-F238E27FC236}">
                    <a16:creationId xmlns:a16="http://schemas.microsoft.com/office/drawing/2014/main" id="{3661DAAD-85A7-C448-9273-2AABF35579AB}"/>
                  </a:ext>
                </a:extLst>
              </p:cNvPr>
              <p:cNvSpPr/>
              <p:nvPr/>
            </p:nvSpPr>
            <p:spPr>
              <a:xfrm>
                <a:off x="7439804" y="5102860"/>
                <a:ext cx="7315" cy="4142"/>
              </a:xfrm>
              <a:custGeom>
                <a:avLst/>
                <a:gdLst>
                  <a:gd name="connsiteX0" fmla="*/ 2920 w 7315"/>
                  <a:gd name="connsiteY0" fmla="*/ 846 h 4142"/>
                  <a:gd name="connsiteX1" fmla="*/ 7315 w 7315"/>
                  <a:gd name="connsiteY1" fmla="*/ 3761 h 4142"/>
                  <a:gd name="connsiteX2" fmla="*/ 2920 w 7315"/>
                  <a:gd name="connsiteY2" fmla="*/ 846 h 4142"/>
                </a:gdLst>
                <a:ahLst/>
                <a:cxnLst>
                  <a:cxn ang="0">
                    <a:pos x="connsiteX0" y="connsiteY0"/>
                  </a:cxn>
                  <a:cxn ang="0">
                    <a:pos x="connsiteX1" y="connsiteY1"/>
                  </a:cxn>
                  <a:cxn ang="0">
                    <a:pos x="connsiteX2" y="connsiteY2"/>
                  </a:cxn>
                </a:cxnLst>
                <a:rect l="l" t="t" r="r" b="b"/>
                <a:pathLst>
                  <a:path w="7315" h="4142">
                    <a:moveTo>
                      <a:pt x="2920" y="846"/>
                    </a:moveTo>
                    <a:cubicBezTo>
                      <a:pt x="-5549" y="-2663"/>
                      <a:pt x="7075" y="6024"/>
                      <a:pt x="7315" y="3761"/>
                    </a:cubicBezTo>
                    <a:cubicBezTo>
                      <a:pt x="6869" y="3052"/>
                      <a:pt x="4904" y="1755"/>
                      <a:pt x="2920" y="8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7" name="Freeform: Shape 2116">
                <a:extLst>
                  <a:ext uri="{FF2B5EF4-FFF2-40B4-BE49-F238E27FC236}">
                    <a16:creationId xmlns:a16="http://schemas.microsoft.com/office/drawing/2014/main" id="{F1DFFCCC-E2B7-E831-E79D-79F81873533D}"/>
                  </a:ext>
                </a:extLst>
              </p:cNvPr>
              <p:cNvSpPr/>
              <p:nvPr/>
            </p:nvSpPr>
            <p:spPr>
              <a:xfrm>
                <a:off x="7392950" y="5030526"/>
                <a:ext cx="7340" cy="2587"/>
              </a:xfrm>
              <a:custGeom>
                <a:avLst/>
                <a:gdLst>
                  <a:gd name="connsiteX0" fmla="*/ 2997 w 7340"/>
                  <a:gd name="connsiteY0" fmla="*/ 91 h 2587"/>
                  <a:gd name="connsiteX1" fmla="*/ 7340 w 7340"/>
                  <a:gd name="connsiteY1" fmla="*/ 1817 h 2587"/>
                  <a:gd name="connsiteX2" fmla="*/ 2997 w 7340"/>
                  <a:gd name="connsiteY2" fmla="*/ 91 h 2587"/>
                </a:gdLst>
                <a:ahLst/>
                <a:cxnLst>
                  <a:cxn ang="0">
                    <a:pos x="connsiteX0" y="connsiteY0"/>
                  </a:cxn>
                  <a:cxn ang="0">
                    <a:pos x="connsiteX1" y="connsiteY1"/>
                  </a:cxn>
                  <a:cxn ang="0">
                    <a:pos x="connsiteX2" y="connsiteY2"/>
                  </a:cxn>
                </a:cxnLst>
                <a:rect l="l" t="t" r="r" b="b"/>
                <a:pathLst>
                  <a:path w="7340" h="2587">
                    <a:moveTo>
                      <a:pt x="2997" y="91"/>
                    </a:moveTo>
                    <a:cubicBezTo>
                      <a:pt x="-5667" y="-743"/>
                      <a:pt x="7197" y="4497"/>
                      <a:pt x="7340" y="1817"/>
                    </a:cubicBezTo>
                    <a:cubicBezTo>
                      <a:pt x="6934" y="1177"/>
                      <a:pt x="4991" y="405"/>
                      <a:pt x="2997" y="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8" name="Freeform: Shape 2117">
                <a:extLst>
                  <a:ext uri="{FF2B5EF4-FFF2-40B4-BE49-F238E27FC236}">
                    <a16:creationId xmlns:a16="http://schemas.microsoft.com/office/drawing/2014/main" id="{2F573C97-9BE1-EEE5-1CD3-87BDF91C7C4F}"/>
                  </a:ext>
                </a:extLst>
              </p:cNvPr>
              <p:cNvSpPr/>
              <p:nvPr/>
            </p:nvSpPr>
            <p:spPr>
              <a:xfrm>
                <a:off x="7541472" y="5258324"/>
                <a:ext cx="7196" cy="8719"/>
              </a:xfrm>
              <a:custGeom>
                <a:avLst/>
                <a:gdLst>
                  <a:gd name="connsiteX0" fmla="*/ 2801 w 7196"/>
                  <a:gd name="connsiteY0" fmla="*/ 3168 h 8719"/>
                  <a:gd name="connsiteX1" fmla="*/ 7196 w 7196"/>
                  <a:gd name="connsiteY1" fmla="*/ 8711 h 8719"/>
                  <a:gd name="connsiteX2" fmla="*/ 2801 w 7196"/>
                  <a:gd name="connsiteY2" fmla="*/ 3168 h 8719"/>
                </a:gdLst>
                <a:ahLst/>
                <a:cxnLst>
                  <a:cxn ang="0">
                    <a:pos x="connsiteX0" y="connsiteY0"/>
                  </a:cxn>
                  <a:cxn ang="0">
                    <a:pos x="connsiteX1" y="connsiteY1"/>
                  </a:cxn>
                  <a:cxn ang="0">
                    <a:pos x="connsiteX2" y="connsiteY2"/>
                  </a:cxn>
                </a:cxnLst>
                <a:rect l="l" t="t" r="r" b="b"/>
                <a:pathLst>
                  <a:path w="7196" h="8719">
                    <a:moveTo>
                      <a:pt x="2801" y="3168"/>
                    </a:moveTo>
                    <a:cubicBezTo>
                      <a:pt x="-5377" y="-6513"/>
                      <a:pt x="6928" y="9123"/>
                      <a:pt x="7196" y="8711"/>
                    </a:cubicBezTo>
                    <a:cubicBezTo>
                      <a:pt x="6722" y="7969"/>
                      <a:pt x="4756" y="5500"/>
                      <a:pt x="2801" y="316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9" name="Freeform: Shape 2118">
                <a:extLst>
                  <a:ext uri="{FF2B5EF4-FFF2-40B4-BE49-F238E27FC236}">
                    <a16:creationId xmlns:a16="http://schemas.microsoft.com/office/drawing/2014/main" id="{05E5AAA3-3F0A-5C97-6816-8CF39C64BA9E}"/>
                  </a:ext>
                </a:extLst>
              </p:cNvPr>
              <p:cNvSpPr/>
              <p:nvPr/>
            </p:nvSpPr>
            <p:spPr>
              <a:xfrm>
                <a:off x="7861089" y="6003850"/>
                <a:ext cx="8753" cy="10524"/>
              </a:xfrm>
              <a:custGeom>
                <a:avLst/>
                <a:gdLst>
                  <a:gd name="connsiteX0" fmla="*/ 3385 w 8753"/>
                  <a:gd name="connsiteY0" fmla="*/ 2026 h 10524"/>
                  <a:gd name="connsiteX1" fmla="*/ 5362 w 8753"/>
                  <a:gd name="connsiteY1" fmla="*/ 8575 h 10524"/>
                  <a:gd name="connsiteX2" fmla="*/ 3385 w 8753"/>
                  <a:gd name="connsiteY2" fmla="*/ 2026 h 10524"/>
                </a:gdLst>
                <a:ahLst/>
                <a:cxnLst>
                  <a:cxn ang="0">
                    <a:pos x="connsiteX0" y="connsiteY0"/>
                  </a:cxn>
                  <a:cxn ang="0">
                    <a:pos x="connsiteX1" y="connsiteY1"/>
                  </a:cxn>
                  <a:cxn ang="0">
                    <a:pos x="connsiteX2" y="connsiteY2"/>
                  </a:cxn>
                </a:cxnLst>
                <a:rect l="l" t="t" r="r" b="b"/>
                <a:pathLst>
                  <a:path w="8753" h="10524">
                    <a:moveTo>
                      <a:pt x="3385" y="2026"/>
                    </a:moveTo>
                    <a:cubicBezTo>
                      <a:pt x="-3845" y="-4369"/>
                      <a:pt x="2293" y="6209"/>
                      <a:pt x="5362" y="8575"/>
                    </a:cubicBezTo>
                    <a:cubicBezTo>
                      <a:pt x="12614" y="14753"/>
                      <a:pt x="6442" y="4489"/>
                      <a:pt x="3385" y="20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0" name="Freeform: Shape 2119">
                <a:extLst>
                  <a:ext uri="{FF2B5EF4-FFF2-40B4-BE49-F238E27FC236}">
                    <a16:creationId xmlns:a16="http://schemas.microsoft.com/office/drawing/2014/main" id="{139E1249-704B-DF39-467A-4C72BCCFA6DD}"/>
                  </a:ext>
                </a:extLst>
              </p:cNvPr>
              <p:cNvSpPr/>
              <p:nvPr/>
            </p:nvSpPr>
            <p:spPr>
              <a:xfrm>
                <a:off x="7800366" y="5890727"/>
                <a:ext cx="8415" cy="11139"/>
              </a:xfrm>
              <a:custGeom>
                <a:avLst/>
                <a:gdLst>
                  <a:gd name="connsiteX0" fmla="*/ 3277 w 8415"/>
                  <a:gd name="connsiteY0" fmla="*/ 3775 h 11139"/>
                  <a:gd name="connsiteX1" fmla="*/ 8415 w 8415"/>
                  <a:gd name="connsiteY1" fmla="*/ 11113 h 11139"/>
                  <a:gd name="connsiteX2" fmla="*/ 3277 w 8415"/>
                  <a:gd name="connsiteY2" fmla="*/ 3775 h 11139"/>
                </a:gdLst>
                <a:ahLst/>
                <a:cxnLst>
                  <a:cxn ang="0">
                    <a:pos x="connsiteX0" y="connsiteY0"/>
                  </a:cxn>
                  <a:cxn ang="0">
                    <a:pos x="connsiteX1" y="connsiteY1"/>
                  </a:cxn>
                  <a:cxn ang="0">
                    <a:pos x="connsiteX2" y="connsiteY2"/>
                  </a:cxn>
                </a:cxnLst>
                <a:rect l="l" t="t" r="r" b="b"/>
                <a:pathLst>
                  <a:path w="8415" h="11139">
                    <a:moveTo>
                      <a:pt x="3277" y="3775"/>
                    </a:moveTo>
                    <a:cubicBezTo>
                      <a:pt x="-6209" y="-8118"/>
                      <a:pt x="7861" y="11970"/>
                      <a:pt x="8415" y="11113"/>
                    </a:cubicBezTo>
                    <a:cubicBezTo>
                      <a:pt x="7878" y="10061"/>
                      <a:pt x="5581" y="6781"/>
                      <a:pt x="3277" y="37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1" name="Freeform: Shape 2120">
                <a:extLst>
                  <a:ext uri="{FF2B5EF4-FFF2-40B4-BE49-F238E27FC236}">
                    <a16:creationId xmlns:a16="http://schemas.microsoft.com/office/drawing/2014/main" id="{9830125A-D4DD-8992-638D-D96544073427}"/>
                  </a:ext>
                </a:extLst>
              </p:cNvPr>
              <p:cNvSpPr/>
              <p:nvPr/>
            </p:nvSpPr>
            <p:spPr>
              <a:xfrm>
                <a:off x="7921728" y="6226867"/>
                <a:ext cx="9231" cy="6155"/>
              </a:xfrm>
              <a:custGeom>
                <a:avLst/>
                <a:gdLst>
                  <a:gd name="connsiteX0" fmla="*/ 3565 w 9231"/>
                  <a:gd name="connsiteY0" fmla="*/ 71 h 6155"/>
                  <a:gd name="connsiteX1" fmla="*/ 5669 w 9231"/>
                  <a:gd name="connsiteY1" fmla="*/ 6095 h 6155"/>
                  <a:gd name="connsiteX2" fmla="*/ 3565 w 9231"/>
                  <a:gd name="connsiteY2" fmla="*/ 71 h 6155"/>
                </a:gdLst>
                <a:ahLst/>
                <a:cxnLst>
                  <a:cxn ang="0">
                    <a:pos x="connsiteX0" y="connsiteY0"/>
                  </a:cxn>
                  <a:cxn ang="0">
                    <a:pos x="connsiteX1" y="connsiteY1"/>
                  </a:cxn>
                  <a:cxn ang="0">
                    <a:pos x="connsiteX2" y="connsiteY2"/>
                  </a:cxn>
                </a:cxnLst>
                <a:rect l="l" t="t" r="r" b="b"/>
                <a:pathLst>
                  <a:path w="9231" h="6155">
                    <a:moveTo>
                      <a:pt x="3565" y="71"/>
                    </a:moveTo>
                    <a:cubicBezTo>
                      <a:pt x="-3493" y="-752"/>
                      <a:pt x="1393" y="5826"/>
                      <a:pt x="5669" y="6095"/>
                    </a:cubicBezTo>
                    <a:cubicBezTo>
                      <a:pt x="12755" y="6843"/>
                      <a:pt x="7783" y="477"/>
                      <a:pt x="3565" y="7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2" name="Freeform: Shape 2121">
                <a:extLst>
                  <a:ext uri="{FF2B5EF4-FFF2-40B4-BE49-F238E27FC236}">
                    <a16:creationId xmlns:a16="http://schemas.microsoft.com/office/drawing/2014/main" id="{D7A4F4DA-1CBA-CE94-74A5-A7693C076D0C}"/>
                  </a:ext>
                </a:extLst>
              </p:cNvPr>
              <p:cNvSpPr/>
              <p:nvPr/>
            </p:nvSpPr>
            <p:spPr>
              <a:xfrm>
                <a:off x="7745309" y="5734729"/>
                <a:ext cx="8134" cy="12207"/>
              </a:xfrm>
              <a:custGeom>
                <a:avLst/>
                <a:gdLst>
                  <a:gd name="connsiteX0" fmla="*/ 3288 w 8134"/>
                  <a:gd name="connsiteY0" fmla="*/ 3359 h 12207"/>
                  <a:gd name="connsiteX1" fmla="*/ 8134 w 8134"/>
                  <a:gd name="connsiteY1" fmla="*/ 11828 h 12207"/>
                  <a:gd name="connsiteX2" fmla="*/ 3288 w 8134"/>
                  <a:gd name="connsiteY2" fmla="*/ 3359 h 12207"/>
                </a:gdLst>
                <a:ahLst/>
                <a:cxnLst>
                  <a:cxn ang="0">
                    <a:pos x="connsiteX0" y="connsiteY0"/>
                  </a:cxn>
                  <a:cxn ang="0">
                    <a:pos x="connsiteX1" y="connsiteY1"/>
                  </a:cxn>
                  <a:cxn ang="0">
                    <a:pos x="connsiteX2" y="connsiteY2"/>
                  </a:cxn>
                </a:cxnLst>
                <a:rect l="l" t="t" r="r" b="b"/>
                <a:pathLst>
                  <a:path w="8134" h="12207">
                    <a:moveTo>
                      <a:pt x="3288" y="3359"/>
                    </a:moveTo>
                    <a:cubicBezTo>
                      <a:pt x="-6016" y="-8591"/>
                      <a:pt x="7294" y="15469"/>
                      <a:pt x="8134" y="11828"/>
                    </a:cubicBezTo>
                    <a:cubicBezTo>
                      <a:pt x="7660" y="10160"/>
                      <a:pt x="5488" y="6382"/>
                      <a:pt x="3288" y="335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3" name="Freeform: Shape 2122">
                <a:extLst>
                  <a:ext uri="{FF2B5EF4-FFF2-40B4-BE49-F238E27FC236}">
                    <a16:creationId xmlns:a16="http://schemas.microsoft.com/office/drawing/2014/main" id="{F43001C0-747F-0F20-9D5F-636A3E48BD89}"/>
                  </a:ext>
                </a:extLst>
              </p:cNvPr>
              <p:cNvSpPr/>
              <p:nvPr/>
            </p:nvSpPr>
            <p:spPr>
              <a:xfrm>
                <a:off x="7694808" y="5549527"/>
                <a:ext cx="7697" cy="11978"/>
              </a:xfrm>
              <a:custGeom>
                <a:avLst/>
                <a:gdLst>
                  <a:gd name="connsiteX0" fmla="*/ 3091 w 7697"/>
                  <a:gd name="connsiteY0" fmla="*/ 3321 h 11978"/>
                  <a:gd name="connsiteX1" fmla="*/ 7697 w 7697"/>
                  <a:gd name="connsiteY1" fmla="*/ 11693 h 11978"/>
                  <a:gd name="connsiteX2" fmla="*/ 3091 w 7697"/>
                  <a:gd name="connsiteY2" fmla="*/ 3321 h 11978"/>
                </a:gdLst>
                <a:ahLst/>
                <a:cxnLst>
                  <a:cxn ang="0">
                    <a:pos x="connsiteX0" y="connsiteY0"/>
                  </a:cxn>
                  <a:cxn ang="0">
                    <a:pos x="connsiteX1" y="connsiteY1"/>
                  </a:cxn>
                  <a:cxn ang="0">
                    <a:pos x="connsiteX2" y="connsiteY2"/>
                  </a:cxn>
                </a:cxnLst>
                <a:rect l="l" t="t" r="r" b="b"/>
                <a:pathLst>
                  <a:path w="7697" h="11978">
                    <a:moveTo>
                      <a:pt x="3091" y="3321"/>
                    </a:moveTo>
                    <a:cubicBezTo>
                      <a:pt x="-5653" y="-8361"/>
                      <a:pt x="6845" y="14773"/>
                      <a:pt x="7697" y="11693"/>
                    </a:cubicBezTo>
                    <a:cubicBezTo>
                      <a:pt x="7240" y="10093"/>
                      <a:pt x="5177" y="6361"/>
                      <a:pt x="3091" y="33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4" name="Freeform: Shape 2123">
                <a:extLst>
                  <a:ext uri="{FF2B5EF4-FFF2-40B4-BE49-F238E27FC236}">
                    <a16:creationId xmlns:a16="http://schemas.microsoft.com/office/drawing/2014/main" id="{19D07097-E117-5F39-2871-D900F35C0215}"/>
                  </a:ext>
                </a:extLst>
              </p:cNvPr>
              <p:cNvSpPr/>
              <p:nvPr/>
            </p:nvSpPr>
            <p:spPr>
              <a:xfrm>
                <a:off x="9063364" y="7526420"/>
                <a:ext cx="13342" cy="5051"/>
              </a:xfrm>
              <a:custGeom>
                <a:avLst/>
                <a:gdLst>
                  <a:gd name="connsiteX0" fmla="*/ 4363 w 13342"/>
                  <a:gd name="connsiteY0" fmla="*/ 0 h 5051"/>
                  <a:gd name="connsiteX1" fmla="*/ 12872 w 13342"/>
                  <a:gd name="connsiteY1" fmla="*/ 4184 h 5051"/>
                  <a:gd name="connsiteX2" fmla="*/ 4363 w 13342"/>
                  <a:gd name="connsiteY2" fmla="*/ 0 h 5051"/>
                </a:gdLst>
                <a:ahLst/>
                <a:cxnLst>
                  <a:cxn ang="0">
                    <a:pos x="connsiteX0" y="connsiteY0"/>
                  </a:cxn>
                  <a:cxn ang="0">
                    <a:pos x="connsiteX1" y="connsiteY1"/>
                  </a:cxn>
                  <a:cxn ang="0">
                    <a:pos x="connsiteX2" y="connsiteY2"/>
                  </a:cxn>
                </a:cxnLst>
                <a:rect l="l" t="t" r="r" b="b"/>
                <a:pathLst>
                  <a:path w="13342" h="5051">
                    <a:moveTo>
                      <a:pt x="4363" y="0"/>
                    </a:moveTo>
                    <a:cubicBezTo>
                      <a:pt x="-7822" y="1160"/>
                      <a:pt x="8975" y="7287"/>
                      <a:pt x="12872" y="4184"/>
                    </a:cubicBezTo>
                    <a:cubicBezTo>
                      <a:pt x="15449" y="989"/>
                      <a:pt x="6712" y="23"/>
                      <a:pt x="436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5" name="Freeform: Shape 2124">
                <a:extLst>
                  <a:ext uri="{FF2B5EF4-FFF2-40B4-BE49-F238E27FC236}">
                    <a16:creationId xmlns:a16="http://schemas.microsoft.com/office/drawing/2014/main" id="{8D101624-9960-695C-5C26-39656DE2183D}"/>
                  </a:ext>
                </a:extLst>
              </p:cNvPr>
              <p:cNvSpPr/>
              <p:nvPr/>
            </p:nvSpPr>
            <p:spPr>
              <a:xfrm>
                <a:off x="7155442" y="4965260"/>
                <a:ext cx="6904" cy="1414"/>
              </a:xfrm>
              <a:custGeom>
                <a:avLst/>
                <a:gdLst>
                  <a:gd name="connsiteX0" fmla="*/ 2710 w 6904"/>
                  <a:gd name="connsiteY0" fmla="*/ 0 h 1414"/>
                  <a:gd name="connsiteX1" fmla="*/ 6904 w 6904"/>
                  <a:gd name="connsiteY1" fmla="*/ 680 h 1414"/>
                  <a:gd name="connsiteX2" fmla="*/ 2710 w 6904"/>
                  <a:gd name="connsiteY2" fmla="*/ 0 h 1414"/>
                </a:gdLst>
                <a:ahLst/>
                <a:cxnLst>
                  <a:cxn ang="0">
                    <a:pos x="connsiteX0" y="connsiteY0"/>
                  </a:cxn>
                  <a:cxn ang="0">
                    <a:pos x="connsiteX1" y="connsiteY1"/>
                  </a:cxn>
                  <a:cxn ang="0">
                    <a:pos x="connsiteX2" y="connsiteY2"/>
                  </a:cxn>
                </a:cxnLst>
                <a:rect l="l" t="t" r="r" b="b"/>
                <a:pathLst>
                  <a:path w="6904" h="1414">
                    <a:moveTo>
                      <a:pt x="2710" y="0"/>
                    </a:moveTo>
                    <a:cubicBezTo>
                      <a:pt x="-4829" y="211"/>
                      <a:pt x="5618" y="2583"/>
                      <a:pt x="6904" y="680"/>
                    </a:cubicBezTo>
                    <a:cubicBezTo>
                      <a:pt x="6041" y="91"/>
                      <a:pt x="4018" y="34"/>
                      <a:pt x="271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6" name="Freeform: Shape 2125">
                <a:extLst>
                  <a:ext uri="{FF2B5EF4-FFF2-40B4-BE49-F238E27FC236}">
                    <a16:creationId xmlns:a16="http://schemas.microsoft.com/office/drawing/2014/main" id="{DD29545C-A4FA-52AF-9BA1-54501C63F404}"/>
                  </a:ext>
                </a:extLst>
              </p:cNvPr>
              <p:cNvSpPr/>
              <p:nvPr/>
            </p:nvSpPr>
            <p:spPr>
              <a:xfrm>
                <a:off x="7954285" y="6445001"/>
                <a:ext cx="10035" cy="3316"/>
              </a:xfrm>
              <a:custGeom>
                <a:avLst/>
                <a:gdLst>
                  <a:gd name="connsiteX0" fmla="*/ 3801 w 10035"/>
                  <a:gd name="connsiteY0" fmla="*/ 1027 h 3316"/>
                  <a:gd name="connsiteX1" fmla="*/ 10036 w 10035"/>
                  <a:gd name="connsiteY1" fmla="*/ 3268 h 3316"/>
                  <a:gd name="connsiteX2" fmla="*/ 3801 w 10035"/>
                  <a:gd name="connsiteY2" fmla="*/ 1027 h 3316"/>
                </a:gdLst>
                <a:ahLst/>
                <a:cxnLst>
                  <a:cxn ang="0">
                    <a:pos x="connsiteX0" y="connsiteY0"/>
                  </a:cxn>
                  <a:cxn ang="0">
                    <a:pos x="connsiteX1" y="connsiteY1"/>
                  </a:cxn>
                  <a:cxn ang="0">
                    <a:pos x="connsiteX2" y="connsiteY2"/>
                  </a:cxn>
                </a:cxnLst>
                <a:rect l="l" t="t" r="r" b="b"/>
                <a:pathLst>
                  <a:path w="10035" h="3316">
                    <a:moveTo>
                      <a:pt x="3801" y="1027"/>
                    </a:moveTo>
                    <a:cubicBezTo>
                      <a:pt x="-7515" y="-2408"/>
                      <a:pt x="10041" y="3930"/>
                      <a:pt x="10036" y="3268"/>
                    </a:cubicBezTo>
                    <a:cubicBezTo>
                      <a:pt x="9298" y="2885"/>
                      <a:pt x="6510" y="1879"/>
                      <a:pt x="3801" y="10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7" name="Freeform: Shape 2126">
                <a:extLst>
                  <a:ext uri="{FF2B5EF4-FFF2-40B4-BE49-F238E27FC236}">
                    <a16:creationId xmlns:a16="http://schemas.microsoft.com/office/drawing/2014/main" id="{CD77C0AA-B32B-0A92-4D35-A276D654ED3D}"/>
                  </a:ext>
                </a:extLst>
              </p:cNvPr>
              <p:cNvSpPr/>
              <p:nvPr/>
            </p:nvSpPr>
            <p:spPr>
              <a:xfrm>
                <a:off x="8036157" y="6494427"/>
                <a:ext cx="10213" cy="4435"/>
              </a:xfrm>
              <a:custGeom>
                <a:avLst/>
                <a:gdLst>
                  <a:gd name="connsiteX0" fmla="*/ 3847 w 10213"/>
                  <a:gd name="connsiteY0" fmla="*/ 1287 h 4435"/>
                  <a:gd name="connsiteX1" fmla="*/ 10214 w 10213"/>
                  <a:gd name="connsiteY1" fmla="*/ 4339 h 4435"/>
                  <a:gd name="connsiteX2" fmla="*/ 3847 w 10213"/>
                  <a:gd name="connsiteY2" fmla="*/ 1287 h 4435"/>
                </a:gdLst>
                <a:ahLst/>
                <a:cxnLst>
                  <a:cxn ang="0">
                    <a:pos x="connsiteX0" y="connsiteY0"/>
                  </a:cxn>
                  <a:cxn ang="0">
                    <a:pos x="connsiteX1" y="connsiteY1"/>
                  </a:cxn>
                  <a:cxn ang="0">
                    <a:pos x="connsiteX2" y="connsiteY2"/>
                  </a:cxn>
                </a:cxnLst>
                <a:rect l="l" t="t" r="r" b="b"/>
                <a:pathLst>
                  <a:path w="10213" h="4435">
                    <a:moveTo>
                      <a:pt x="3847" y="1287"/>
                    </a:moveTo>
                    <a:cubicBezTo>
                      <a:pt x="-7623" y="-3160"/>
                      <a:pt x="10208" y="5430"/>
                      <a:pt x="10214" y="4339"/>
                    </a:cubicBezTo>
                    <a:cubicBezTo>
                      <a:pt x="9453" y="3785"/>
                      <a:pt x="6608" y="2419"/>
                      <a:pt x="3847" y="12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8" name="Freeform: Shape 2127">
                <a:extLst>
                  <a:ext uri="{FF2B5EF4-FFF2-40B4-BE49-F238E27FC236}">
                    <a16:creationId xmlns:a16="http://schemas.microsoft.com/office/drawing/2014/main" id="{E529E618-05CF-30EA-821F-A1CE3C7479AA}"/>
                  </a:ext>
                </a:extLst>
              </p:cNvPr>
              <p:cNvSpPr/>
              <p:nvPr/>
            </p:nvSpPr>
            <p:spPr>
              <a:xfrm>
                <a:off x="8119966" y="6569264"/>
                <a:ext cx="10513" cy="5638"/>
              </a:xfrm>
              <a:custGeom>
                <a:avLst/>
                <a:gdLst>
                  <a:gd name="connsiteX0" fmla="*/ 4009 w 10513"/>
                  <a:gd name="connsiteY0" fmla="*/ 1391 h 5638"/>
                  <a:gd name="connsiteX1" fmla="*/ 10513 w 10513"/>
                  <a:gd name="connsiteY1" fmla="*/ 5294 h 5638"/>
                  <a:gd name="connsiteX2" fmla="*/ 4009 w 10513"/>
                  <a:gd name="connsiteY2" fmla="*/ 1391 h 5638"/>
                </a:gdLst>
                <a:ahLst/>
                <a:cxnLst>
                  <a:cxn ang="0">
                    <a:pos x="connsiteX0" y="connsiteY0"/>
                  </a:cxn>
                  <a:cxn ang="0">
                    <a:pos x="connsiteX1" y="connsiteY1"/>
                  </a:cxn>
                  <a:cxn ang="0">
                    <a:pos x="connsiteX2" y="connsiteY2"/>
                  </a:cxn>
                </a:cxnLst>
                <a:rect l="l" t="t" r="r" b="b"/>
                <a:pathLst>
                  <a:path w="10513" h="5638">
                    <a:moveTo>
                      <a:pt x="4009" y="1391"/>
                    </a:moveTo>
                    <a:cubicBezTo>
                      <a:pt x="-7941" y="-3890"/>
                      <a:pt x="10644" y="7746"/>
                      <a:pt x="10513" y="5294"/>
                    </a:cubicBezTo>
                    <a:cubicBezTo>
                      <a:pt x="9735" y="4448"/>
                      <a:pt x="6827" y="2706"/>
                      <a:pt x="4009" y="13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9" name="Freeform: Shape 2128">
                <a:extLst>
                  <a:ext uri="{FF2B5EF4-FFF2-40B4-BE49-F238E27FC236}">
                    <a16:creationId xmlns:a16="http://schemas.microsoft.com/office/drawing/2014/main" id="{6AD7C54E-7BC8-C8B5-D9AC-7DECE67B9E76}"/>
                  </a:ext>
                </a:extLst>
              </p:cNvPr>
              <p:cNvSpPr/>
              <p:nvPr/>
            </p:nvSpPr>
            <p:spPr>
              <a:xfrm>
                <a:off x="7801510" y="6371496"/>
                <a:ext cx="9734" cy="1682"/>
              </a:xfrm>
              <a:custGeom>
                <a:avLst/>
                <a:gdLst>
                  <a:gd name="connsiteX0" fmla="*/ 3791 w 9734"/>
                  <a:gd name="connsiteY0" fmla="*/ 135 h 1682"/>
                  <a:gd name="connsiteX1" fmla="*/ 9734 w 9734"/>
                  <a:gd name="connsiteY1" fmla="*/ 1300 h 1682"/>
                  <a:gd name="connsiteX2" fmla="*/ 3791 w 9734"/>
                  <a:gd name="connsiteY2" fmla="*/ 135 h 1682"/>
                </a:gdLst>
                <a:ahLst/>
                <a:cxnLst>
                  <a:cxn ang="0">
                    <a:pos x="connsiteX0" y="connsiteY0"/>
                  </a:cxn>
                  <a:cxn ang="0">
                    <a:pos x="connsiteX1" y="connsiteY1"/>
                  </a:cxn>
                  <a:cxn ang="0">
                    <a:pos x="connsiteX2" y="connsiteY2"/>
                  </a:cxn>
                </a:cxnLst>
                <a:rect l="l" t="t" r="r" b="b"/>
                <a:pathLst>
                  <a:path w="9734" h="1682">
                    <a:moveTo>
                      <a:pt x="3791" y="135"/>
                    </a:moveTo>
                    <a:cubicBezTo>
                      <a:pt x="-7422" y="-717"/>
                      <a:pt x="9820" y="2815"/>
                      <a:pt x="9734" y="1300"/>
                    </a:cubicBezTo>
                    <a:cubicBezTo>
                      <a:pt x="9077" y="917"/>
                      <a:pt x="6419" y="398"/>
                      <a:pt x="3791" y="1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0" name="Freeform: Shape 2129">
                <a:extLst>
                  <a:ext uri="{FF2B5EF4-FFF2-40B4-BE49-F238E27FC236}">
                    <a16:creationId xmlns:a16="http://schemas.microsoft.com/office/drawing/2014/main" id="{0E4F9A75-C6E9-79B6-CACC-43C93E5BBB65}"/>
                  </a:ext>
                </a:extLst>
              </p:cNvPr>
              <p:cNvSpPr/>
              <p:nvPr/>
            </p:nvSpPr>
            <p:spPr>
              <a:xfrm>
                <a:off x="7875624" y="6408305"/>
                <a:ext cx="9909" cy="2282"/>
              </a:xfrm>
              <a:custGeom>
                <a:avLst/>
                <a:gdLst>
                  <a:gd name="connsiteX0" fmla="*/ 3811 w 9909"/>
                  <a:gd name="connsiteY0" fmla="*/ 592 h 2282"/>
                  <a:gd name="connsiteX1" fmla="*/ 9909 w 9909"/>
                  <a:gd name="connsiteY1" fmla="*/ 2170 h 2282"/>
                  <a:gd name="connsiteX2" fmla="*/ 3811 w 9909"/>
                  <a:gd name="connsiteY2" fmla="*/ 592 h 2282"/>
                </a:gdLst>
                <a:ahLst/>
                <a:cxnLst>
                  <a:cxn ang="0">
                    <a:pos x="connsiteX0" y="connsiteY0"/>
                  </a:cxn>
                  <a:cxn ang="0">
                    <a:pos x="connsiteX1" y="connsiteY1"/>
                  </a:cxn>
                  <a:cxn ang="0">
                    <a:pos x="connsiteX2" y="connsiteY2"/>
                  </a:cxn>
                </a:cxnLst>
                <a:rect l="l" t="t" r="r" b="b"/>
                <a:pathLst>
                  <a:path w="9909" h="2282">
                    <a:moveTo>
                      <a:pt x="3811" y="592"/>
                    </a:moveTo>
                    <a:cubicBezTo>
                      <a:pt x="-7521" y="-1596"/>
                      <a:pt x="10041" y="3050"/>
                      <a:pt x="9909" y="2170"/>
                    </a:cubicBezTo>
                    <a:cubicBezTo>
                      <a:pt x="9212" y="1844"/>
                      <a:pt x="6480" y="1135"/>
                      <a:pt x="3811" y="5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1" name="Freeform: Shape 2130">
                <a:extLst>
                  <a:ext uri="{FF2B5EF4-FFF2-40B4-BE49-F238E27FC236}">
                    <a16:creationId xmlns:a16="http://schemas.microsoft.com/office/drawing/2014/main" id="{15F7ADFA-215E-D687-71A0-BDD15979D74C}"/>
                  </a:ext>
                </a:extLst>
              </p:cNvPr>
              <p:cNvSpPr/>
              <p:nvPr/>
            </p:nvSpPr>
            <p:spPr>
              <a:xfrm>
                <a:off x="7733099" y="6321532"/>
                <a:ext cx="9559" cy="2053"/>
              </a:xfrm>
              <a:custGeom>
                <a:avLst/>
                <a:gdLst>
                  <a:gd name="connsiteX0" fmla="*/ 3798 w 9559"/>
                  <a:gd name="connsiteY0" fmla="*/ 0 h 2053"/>
                  <a:gd name="connsiteX1" fmla="*/ 9559 w 9559"/>
                  <a:gd name="connsiteY1" fmla="*/ 1103 h 2053"/>
                  <a:gd name="connsiteX2" fmla="*/ 3798 w 9559"/>
                  <a:gd name="connsiteY2" fmla="*/ 0 h 2053"/>
                </a:gdLst>
                <a:ahLst/>
                <a:cxnLst>
                  <a:cxn ang="0">
                    <a:pos x="connsiteX0" y="connsiteY0"/>
                  </a:cxn>
                  <a:cxn ang="0">
                    <a:pos x="connsiteX1" y="connsiteY1"/>
                  </a:cxn>
                  <a:cxn ang="0">
                    <a:pos x="connsiteX2" y="connsiteY2"/>
                  </a:cxn>
                </a:cxnLst>
                <a:rect l="l" t="t" r="r" b="b"/>
                <a:pathLst>
                  <a:path w="9559" h="2053">
                    <a:moveTo>
                      <a:pt x="3798" y="0"/>
                    </a:moveTo>
                    <a:cubicBezTo>
                      <a:pt x="-7363" y="303"/>
                      <a:pt x="9634" y="3652"/>
                      <a:pt x="9559" y="1103"/>
                    </a:cubicBezTo>
                    <a:cubicBezTo>
                      <a:pt x="8965" y="548"/>
                      <a:pt x="6387" y="57"/>
                      <a:pt x="379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2" name="Freeform: Shape 2131">
                <a:extLst>
                  <a:ext uri="{FF2B5EF4-FFF2-40B4-BE49-F238E27FC236}">
                    <a16:creationId xmlns:a16="http://schemas.microsoft.com/office/drawing/2014/main" id="{A1F13707-3F45-5ACB-DAD5-09E59D35680C}"/>
                  </a:ext>
                </a:extLst>
              </p:cNvPr>
              <p:cNvSpPr/>
              <p:nvPr/>
            </p:nvSpPr>
            <p:spPr>
              <a:xfrm>
                <a:off x="8480996" y="7180934"/>
                <a:ext cx="12397" cy="6044"/>
              </a:xfrm>
              <a:custGeom>
                <a:avLst/>
                <a:gdLst>
                  <a:gd name="connsiteX0" fmla="*/ 4516 w 12397"/>
                  <a:gd name="connsiteY0" fmla="*/ 31 h 6044"/>
                  <a:gd name="connsiteX1" fmla="*/ 7882 w 12397"/>
                  <a:gd name="connsiteY1" fmla="*/ 6015 h 6044"/>
                  <a:gd name="connsiteX2" fmla="*/ 4516 w 12397"/>
                  <a:gd name="connsiteY2" fmla="*/ 31 h 6044"/>
                </a:gdLst>
                <a:ahLst/>
                <a:cxnLst>
                  <a:cxn ang="0">
                    <a:pos x="connsiteX0" y="connsiteY0"/>
                  </a:cxn>
                  <a:cxn ang="0">
                    <a:pos x="connsiteX1" y="connsiteY1"/>
                  </a:cxn>
                  <a:cxn ang="0">
                    <a:pos x="connsiteX2" y="connsiteY2"/>
                  </a:cxn>
                </a:cxnLst>
                <a:rect l="l" t="t" r="r" b="b"/>
                <a:pathLst>
                  <a:path w="12397" h="6044">
                    <a:moveTo>
                      <a:pt x="4516" y="31"/>
                    </a:moveTo>
                    <a:cubicBezTo>
                      <a:pt x="-4908" y="-500"/>
                      <a:pt x="2510" y="5884"/>
                      <a:pt x="7882" y="6015"/>
                    </a:cubicBezTo>
                    <a:cubicBezTo>
                      <a:pt x="17312" y="6530"/>
                      <a:pt x="9876" y="186"/>
                      <a:pt x="4516" y="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3" name="Freeform: Shape 2132">
                <a:extLst>
                  <a:ext uri="{FF2B5EF4-FFF2-40B4-BE49-F238E27FC236}">
                    <a16:creationId xmlns:a16="http://schemas.microsoft.com/office/drawing/2014/main" id="{34829C26-09CC-B65E-711C-4E7E77F3A693}"/>
                  </a:ext>
                </a:extLst>
              </p:cNvPr>
              <p:cNvSpPr/>
              <p:nvPr/>
            </p:nvSpPr>
            <p:spPr>
              <a:xfrm>
                <a:off x="8587324" y="7359723"/>
                <a:ext cx="12996" cy="5765"/>
              </a:xfrm>
              <a:custGeom>
                <a:avLst/>
                <a:gdLst>
                  <a:gd name="connsiteX0" fmla="*/ 4658 w 12996"/>
                  <a:gd name="connsiteY0" fmla="*/ 8 h 5765"/>
                  <a:gd name="connsiteX1" fmla="*/ 8339 w 12996"/>
                  <a:gd name="connsiteY1" fmla="*/ 5757 h 5765"/>
                  <a:gd name="connsiteX2" fmla="*/ 4658 w 12996"/>
                  <a:gd name="connsiteY2" fmla="*/ 8 h 5765"/>
                </a:gdLst>
                <a:ahLst/>
                <a:cxnLst>
                  <a:cxn ang="0">
                    <a:pos x="connsiteX0" y="connsiteY0"/>
                  </a:cxn>
                  <a:cxn ang="0">
                    <a:pos x="connsiteX1" y="connsiteY1"/>
                  </a:cxn>
                  <a:cxn ang="0">
                    <a:pos x="connsiteX2" y="connsiteY2"/>
                  </a:cxn>
                </a:cxnLst>
                <a:rect l="l" t="t" r="r" b="b"/>
                <a:pathLst>
                  <a:path w="12996" h="5765">
                    <a:moveTo>
                      <a:pt x="4658" y="8"/>
                    </a:moveTo>
                    <a:cubicBezTo>
                      <a:pt x="-5098" y="174"/>
                      <a:pt x="2617" y="6025"/>
                      <a:pt x="8339" y="5757"/>
                    </a:cubicBezTo>
                    <a:cubicBezTo>
                      <a:pt x="18100" y="5585"/>
                      <a:pt x="10367" y="-238"/>
                      <a:pt x="4658"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4" name="Freeform: Shape 2133">
                <a:extLst>
                  <a:ext uri="{FF2B5EF4-FFF2-40B4-BE49-F238E27FC236}">
                    <a16:creationId xmlns:a16="http://schemas.microsoft.com/office/drawing/2014/main" id="{4389FA80-B16B-0345-6B32-D95630298405}"/>
                  </a:ext>
                </a:extLst>
              </p:cNvPr>
              <p:cNvSpPr/>
              <p:nvPr/>
            </p:nvSpPr>
            <p:spPr>
              <a:xfrm>
                <a:off x="8291622" y="6831241"/>
                <a:ext cx="11319" cy="6430"/>
              </a:xfrm>
              <a:custGeom>
                <a:avLst/>
                <a:gdLst>
                  <a:gd name="connsiteX0" fmla="*/ 4329 w 11319"/>
                  <a:gd name="connsiteY0" fmla="*/ 486 h 6430"/>
                  <a:gd name="connsiteX1" fmla="*/ 11317 w 11319"/>
                  <a:gd name="connsiteY1" fmla="*/ 4978 h 6430"/>
                  <a:gd name="connsiteX2" fmla="*/ 4329 w 11319"/>
                  <a:gd name="connsiteY2" fmla="*/ 486 h 6430"/>
                </a:gdLst>
                <a:ahLst/>
                <a:cxnLst>
                  <a:cxn ang="0">
                    <a:pos x="connsiteX0" y="connsiteY0"/>
                  </a:cxn>
                  <a:cxn ang="0">
                    <a:pos x="connsiteX1" y="connsiteY1"/>
                  </a:cxn>
                  <a:cxn ang="0">
                    <a:pos x="connsiteX2" y="connsiteY2"/>
                  </a:cxn>
                </a:cxnLst>
                <a:rect l="l" t="t" r="r" b="b"/>
                <a:pathLst>
                  <a:path w="11319" h="6430">
                    <a:moveTo>
                      <a:pt x="4329" y="486"/>
                    </a:moveTo>
                    <a:cubicBezTo>
                      <a:pt x="-8599" y="-2662"/>
                      <a:pt x="11575" y="10728"/>
                      <a:pt x="11317" y="4978"/>
                    </a:cubicBezTo>
                    <a:cubicBezTo>
                      <a:pt x="10501" y="3521"/>
                      <a:pt x="7374" y="1510"/>
                      <a:pt x="4329" y="48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5" name="Freeform: Shape 2134">
                <a:extLst>
                  <a:ext uri="{FF2B5EF4-FFF2-40B4-BE49-F238E27FC236}">
                    <a16:creationId xmlns:a16="http://schemas.microsoft.com/office/drawing/2014/main" id="{623FB6E7-F3BD-C94C-7F15-D194AD96C843}"/>
                  </a:ext>
                </a:extLst>
              </p:cNvPr>
              <p:cNvSpPr/>
              <p:nvPr/>
            </p:nvSpPr>
            <p:spPr>
              <a:xfrm>
                <a:off x="8382983" y="7000998"/>
                <a:ext cx="11864" cy="6383"/>
              </a:xfrm>
              <a:custGeom>
                <a:avLst/>
                <a:gdLst>
                  <a:gd name="connsiteX0" fmla="*/ 4528 w 11864"/>
                  <a:gd name="connsiteY0" fmla="*/ 150 h 6383"/>
                  <a:gd name="connsiteX1" fmla="*/ 11855 w 11864"/>
                  <a:gd name="connsiteY1" fmla="*/ 4368 h 6383"/>
                  <a:gd name="connsiteX2" fmla="*/ 4528 w 11864"/>
                  <a:gd name="connsiteY2" fmla="*/ 150 h 6383"/>
                </a:gdLst>
                <a:ahLst/>
                <a:cxnLst>
                  <a:cxn ang="0">
                    <a:pos x="connsiteX0" y="connsiteY0"/>
                  </a:cxn>
                  <a:cxn ang="0">
                    <a:pos x="connsiteX1" y="connsiteY1"/>
                  </a:cxn>
                  <a:cxn ang="0">
                    <a:pos x="connsiteX2" y="connsiteY2"/>
                  </a:cxn>
                </a:cxnLst>
                <a:rect l="l" t="t" r="r" b="b"/>
                <a:pathLst>
                  <a:path w="11864" h="6383">
                    <a:moveTo>
                      <a:pt x="4528" y="150"/>
                    </a:moveTo>
                    <a:cubicBezTo>
                      <a:pt x="-9080" y="-1501"/>
                      <a:pt x="12369" y="11152"/>
                      <a:pt x="11855" y="4368"/>
                    </a:cubicBezTo>
                    <a:cubicBezTo>
                      <a:pt x="10986" y="2762"/>
                      <a:pt x="7712" y="876"/>
                      <a:pt x="4528" y="1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6" name="Freeform: Shape 2135">
                <a:extLst>
                  <a:ext uri="{FF2B5EF4-FFF2-40B4-BE49-F238E27FC236}">
                    <a16:creationId xmlns:a16="http://schemas.microsoft.com/office/drawing/2014/main" id="{BC69ACE5-0BAA-CD1F-A05E-B6E659FED9BA}"/>
                  </a:ext>
                </a:extLst>
              </p:cNvPr>
              <p:cNvSpPr/>
              <p:nvPr/>
            </p:nvSpPr>
            <p:spPr>
              <a:xfrm>
                <a:off x="8204831" y="6683268"/>
                <a:ext cx="10803" cy="6182"/>
              </a:xfrm>
              <a:custGeom>
                <a:avLst/>
                <a:gdLst>
                  <a:gd name="connsiteX0" fmla="*/ 3988 w 10803"/>
                  <a:gd name="connsiteY0" fmla="*/ 893 h 6182"/>
                  <a:gd name="connsiteX1" fmla="*/ 6817 w 10803"/>
                  <a:gd name="connsiteY1" fmla="*/ 5294 h 6182"/>
                  <a:gd name="connsiteX2" fmla="*/ 3988 w 10803"/>
                  <a:gd name="connsiteY2" fmla="*/ 893 h 6182"/>
                </a:gdLst>
                <a:ahLst/>
                <a:cxnLst>
                  <a:cxn ang="0">
                    <a:pos x="connsiteX0" y="connsiteY0"/>
                  </a:cxn>
                  <a:cxn ang="0">
                    <a:pos x="connsiteX1" y="connsiteY1"/>
                  </a:cxn>
                  <a:cxn ang="0">
                    <a:pos x="connsiteX2" y="connsiteY2"/>
                  </a:cxn>
                </a:cxnLst>
                <a:rect l="l" t="t" r="r" b="b"/>
                <a:pathLst>
                  <a:path w="10803" h="6182">
                    <a:moveTo>
                      <a:pt x="3988" y="893"/>
                    </a:moveTo>
                    <a:cubicBezTo>
                      <a:pt x="-4556" y="-2279"/>
                      <a:pt x="2663" y="3910"/>
                      <a:pt x="6817" y="5294"/>
                    </a:cubicBezTo>
                    <a:cubicBezTo>
                      <a:pt x="15361" y="8449"/>
                      <a:pt x="8132" y="2293"/>
                      <a:pt x="3988" y="89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7" name="Freeform: Shape 2136">
                <a:extLst>
                  <a:ext uri="{FF2B5EF4-FFF2-40B4-BE49-F238E27FC236}">
                    <a16:creationId xmlns:a16="http://schemas.microsoft.com/office/drawing/2014/main" id="{8AA527DC-F910-739E-40F4-5A9BF3B91767}"/>
                  </a:ext>
                </a:extLst>
              </p:cNvPr>
              <p:cNvSpPr/>
              <p:nvPr/>
            </p:nvSpPr>
            <p:spPr>
              <a:xfrm>
                <a:off x="7350814" y="4996182"/>
                <a:ext cx="7155" cy="9985"/>
              </a:xfrm>
              <a:custGeom>
                <a:avLst/>
                <a:gdLst>
                  <a:gd name="connsiteX0" fmla="*/ 2773 w 7155"/>
                  <a:gd name="connsiteY0" fmla="*/ 4888 h 9985"/>
                  <a:gd name="connsiteX1" fmla="*/ 7128 w 7155"/>
                  <a:gd name="connsiteY1" fmla="*/ 9985 h 9985"/>
                  <a:gd name="connsiteX2" fmla="*/ 2773 w 7155"/>
                  <a:gd name="connsiteY2" fmla="*/ 4888 h 9985"/>
                </a:gdLst>
                <a:ahLst/>
                <a:cxnLst>
                  <a:cxn ang="0">
                    <a:pos x="connsiteX0" y="connsiteY0"/>
                  </a:cxn>
                  <a:cxn ang="0">
                    <a:pos x="connsiteX1" y="connsiteY1"/>
                  </a:cxn>
                  <a:cxn ang="0">
                    <a:pos x="connsiteX2" y="connsiteY2"/>
                  </a:cxn>
                </a:cxnLst>
                <a:rect l="l" t="t" r="r" b="b"/>
                <a:pathLst>
                  <a:path w="7155" h="9985">
                    <a:moveTo>
                      <a:pt x="2773" y="4888"/>
                    </a:moveTo>
                    <a:cubicBezTo>
                      <a:pt x="-5640" y="-7874"/>
                      <a:pt x="7842" y="8180"/>
                      <a:pt x="7128" y="9985"/>
                    </a:cubicBezTo>
                    <a:cubicBezTo>
                      <a:pt x="6642" y="9888"/>
                      <a:pt x="4693" y="7608"/>
                      <a:pt x="2773" y="488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8" name="Freeform: Shape 2137">
                <a:extLst>
                  <a:ext uri="{FF2B5EF4-FFF2-40B4-BE49-F238E27FC236}">
                    <a16:creationId xmlns:a16="http://schemas.microsoft.com/office/drawing/2014/main" id="{CDF6D202-9AF0-F5A3-FC8A-7450204F0C2B}"/>
                  </a:ext>
                </a:extLst>
              </p:cNvPr>
              <p:cNvSpPr/>
              <p:nvPr/>
            </p:nvSpPr>
            <p:spPr>
              <a:xfrm>
                <a:off x="7297190" y="4994600"/>
                <a:ext cx="7222" cy="7053"/>
              </a:xfrm>
              <a:custGeom>
                <a:avLst/>
                <a:gdLst>
                  <a:gd name="connsiteX0" fmla="*/ 2807 w 7222"/>
                  <a:gd name="connsiteY0" fmla="*/ 3562 h 7053"/>
                  <a:gd name="connsiteX1" fmla="*/ 7202 w 7222"/>
                  <a:gd name="connsiteY1" fmla="*/ 7054 h 7053"/>
                  <a:gd name="connsiteX2" fmla="*/ 2807 w 7222"/>
                  <a:gd name="connsiteY2" fmla="*/ 3562 h 7053"/>
                </a:gdLst>
                <a:ahLst/>
                <a:cxnLst>
                  <a:cxn ang="0">
                    <a:pos x="connsiteX0" y="connsiteY0"/>
                  </a:cxn>
                  <a:cxn ang="0">
                    <a:pos x="connsiteX1" y="connsiteY1"/>
                  </a:cxn>
                  <a:cxn ang="0">
                    <a:pos x="connsiteX2" y="connsiteY2"/>
                  </a:cxn>
                </a:cxnLst>
                <a:rect l="l" t="t" r="r" b="b"/>
                <a:pathLst>
                  <a:path w="7222" h="7053">
                    <a:moveTo>
                      <a:pt x="2807" y="3562"/>
                    </a:moveTo>
                    <a:cubicBezTo>
                      <a:pt x="-5668" y="-5491"/>
                      <a:pt x="7808" y="5368"/>
                      <a:pt x="7202" y="7054"/>
                    </a:cubicBezTo>
                    <a:cubicBezTo>
                      <a:pt x="6716" y="7048"/>
                      <a:pt x="4750" y="5488"/>
                      <a:pt x="2807" y="356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9" name="Freeform: Shape 2138">
                <a:extLst>
                  <a:ext uri="{FF2B5EF4-FFF2-40B4-BE49-F238E27FC236}">
                    <a16:creationId xmlns:a16="http://schemas.microsoft.com/office/drawing/2014/main" id="{C279FBB6-2431-B66A-4698-0A7485CECD8B}"/>
                  </a:ext>
                </a:extLst>
              </p:cNvPr>
              <p:cNvSpPr/>
              <p:nvPr/>
            </p:nvSpPr>
            <p:spPr>
              <a:xfrm>
                <a:off x="7244897" y="4997040"/>
                <a:ext cx="7268" cy="4052"/>
              </a:xfrm>
              <a:custGeom>
                <a:avLst/>
                <a:gdLst>
                  <a:gd name="connsiteX0" fmla="*/ 2871 w 7268"/>
                  <a:gd name="connsiteY0" fmla="*/ 2012 h 4052"/>
                  <a:gd name="connsiteX1" fmla="*/ 7266 w 7268"/>
                  <a:gd name="connsiteY1" fmla="*/ 4053 h 4052"/>
                  <a:gd name="connsiteX2" fmla="*/ 2871 w 7268"/>
                  <a:gd name="connsiteY2" fmla="*/ 2012 h 4052"/>
                </a:gdLst>
                <a:ahLst/>
                <a:cxnLst>
                  <a:cxn ang="0">
                    <a:pos x="connsiteX0" y="connsiteY0"/>
                  </a:cxn>
                  <a:cxn ang="0">
                    <a:pos x="connsiteX1" y="connsiteY1"/>
                  </a:cxn>
                  <a:cxn ang="0">
                    <a:pos x="connsiteX2" y="connsiteY2"/>
                  </a:cxn>
                </a:cxnLst>
                <a:rect l="l" t="t" r="r" b="b"/>
                <a:pathLst>
                  <a:path w="7268" h="4052">
                    <a:moveTo>
                      <a:pt x="2871" y="2012"/>
                    </a:moveTo>
                    <a:cubicBezTo>
                      <a:pt x="-5633" y="-3080"/>
                      <a:pt x="7483" y="2967"/>
                      <a:pt x="7266" y="4053"/>
                    </a:cubicBezTo>
                    <a:cubicBezTo>
                      <a:pt x="6803" y="4030"/>
                      <a:pt x="4837" y="3116"/>
                      <a:pt x="2871" y="20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0" name="Freeform: Shape 2139">
                <a:extLst>
                  <a:ext uri="{FF2B5EF4-FFF2-40B4-BE49-F238E27FC236}">
                    <a16:creationId xmlns:a16="http://schemas.microsoft.com/office/drawing/2014/main" id="{1959FC99-13E3-648B-86ED-AB0EC1BBF476}"/>
                  </a:ext>
                </a:extLst>
              </p:cNvPr>
              <p:cNvSpPr/>
              <p:nvPr/>
            </p:nvSpPr>
            <p:spPr>
              <a:xfrm>
                <a:off x="7403058" y="5013833"/>
                <a:ext cx="7110" cy="12269"/>
              </a:xfrm>
              <a:custGeom>
                <a:avLst/>
                <a:gdLst>
                  <a:gd name="connsiteX0" fmla="*/ 2793 w 7110"/>
                  <a:gd name="connsiteY0" fmla="*/ 5692 h 12269"/>
                  <a:gd name="connsiteX1" fmla="*/ 7096 w 7110"/>
                  <a:gd name="connsiteY1" fmla="*/ 12269 h 12269"/>
                  <a:gd name="connsiteX2" fmla="*/ 2793 w 7110"/>
                  <a:gd name="connsiteY2" fmla="*/ 5692 h 12269"/>
                </a:gdLst>
                <a:ahLst/>
                <a:cxnLst>
                  <a:cxn ang="0">
                    <a:pos x="connsiteX0" y="connsiteY0"/>
                  </a:cxn>
                  <a:cxn ang="0">
                    <a:pos x="connsiteX1" y="connsiteY1"/>
                  </a:cxn>
                  <a:cxn ang="0">
                    <a:pos x="connsiteX2" y="connsiteY2"/>
                  </a:cxn>
                </a:cxnLst>
                <a:rect l="l" t="t" r="r" b="b"/>
                <a:pathLst>
                  <a:path w="7110" h="12269">
                    <a:moveTo>
                      <a:pt x="2793" y="5692"/>
                    </a:moveTo>
                    <a:cubicBezTo>
                      <a:pt x="-5585" y="-9648"/>
                      <a:pt x="7605" y="10704"/>
                      <a:pt x="7096" y="12269"/>
                    </a:cubicBezTo>
                    <a:cubicBezTo>
                      <a:pt x="6633" y="11978"/>
                      <a:pt x="4708" y="9035"/>
                      <a:pt x="2793" y="56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1" name="Freeform: Shape 2140">
                <a:extLst>
                  <a:ext uri="{FF2B5EF4-FFF2-40B4-BE49-F238E27FC236}">
                    <a16:creationId xmlns:a16="http://schemas.microsoft.com/office/drawing/2014/main" id="{E042DEF7-592C-A33E-89F1-F1DD724A8E6B}"/>
                  </a:ext>
                </a:extLst>
              </p:cNvPr>
              <p:cNvSpPr/>
              <p:nvPr/>
            </p:nvSpPr>
            <p:spPr>
              <a:xfrm>
                <a:off x="7196635" y="4991436"/>
                <a:ext cx="7293" cy="1582"/>
              </a:xfrm>
              <a:custGeom>
                <a:avLst/>
                <a:gdLst>
                  <a:gd name="connsiteX0" fmla="*/ 2956 w 7293"/>
                  <a:gd name="connsiteY0" fmla="*/ 565 h 1582"/>
                  <a:gd name="connsiteX1" fmla="*/ 7293 w 7293"/>
                  <a:gd name="connsiteY1" fmla="*/ 1576 h 1582"/>
                  <a:gd name="connsiteX2" fmla="*/ 2956 w 7293"/>
                  <a:gd name="connsiteY2" fmla="*/ 565 h 1582"/>
                </a:gdLst>
                <a:ahLst/>
                <a:cxnLst>
                  <a:cxn ang="0">
                    <a:pos x="connsiteX0" y="connsiteY0"/>
                  </a:cxn>
                  <a:cxn ang="0">
                    <a:pos x="connsiteX1" y="connsiteY1"/>
                  </a:cxn>
                  <a:cxn ang="0">
                    <a:pos x="connsiteX2" y="connsiteY2"/>
                  </a:cxn>
                </a:cxnLst>
                <a:rect l="l" t="t" r="r" b="b"/>
                <a:pathLst>
                  <a:path w="7293" h="1582">
                    <a:moveTo>
                      <a:pt x="2956" y="565"/>
                    </a:moveTo>
                    <a:cubicBezTo>
                      <a:pt x="-5582" y="-1196"/>
                      <a:pt x="7070" y="1736"/>
                      <a:pt x="7293" y="1576"/>
                    </a:cubicBezTo>
                    <a:cubicBezTo>
                      <a:pt x="6876" y="1433"/>
                      <a:pt x="4933" y="976"/>
                      <a:pt x="2956" y="5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2" name="Freeform: Shape 2141">
                <a:extLst>
                  <a:ext uri="{FF2B5EF4-FFF2-40B4-BE49-F238E27FC236}">
                    <a16:creationId xmlns:a16="http://schemas.microsoft.com/office/drawing/2014/main" id="{9AA239DA-D37C-A1D9-1FA3-AFFA849B75BB}"/>
                  </a:ext>
                </a:extLst>
              </p:cNvPr>
              <p:cNvSpPr/>
              <p:nvPr/>
            </p:nvSpPr>
            <p:spPr>
              <a:xfrm>
                <a:off x="7625976" y="5739798"/>
                <a:ext cx="8711" cy="15426"/>
              </a:xfrm>
              <a:custGeom>
                <a:avLst/>
                <a:gdLst>
                  <a:gd name="connsiteX0" fmla="*/ 3566 w 8711"/>
                  <a:gd name="connsiteY0" fmla="*/ 1394 h 15426"/>
                  <a:gd name="connsiteX1" fmla="*/ 5143 w 8711"/>
                  <a:gd name="connsiteY1" fmla="*/ 14104 h 15426"/>
                  <a:gd name="connsiteX2" fmla="*/ 3566 w 8711"/>
                  <a:gd name="connsiteY2" fmla="*/ 1394 h 15426"/>
                </a:gdLst>
                <a:ahLst/>
                <a:cxnLst>
                  <a:cxn ang="0">
                    <a:pos x="connsiteX0" y="connsiteY0"/>
                  </a:cxn>
                  <a:cxn ang="0">
                    <a:pos x="connsiteX1" y="connsiteY1"/>
                  </a:cxn>
                  <a:cxn ang="0">
                    <a:pos x="connsiteX2" y="connsiteY2"/>
                  </a:cxn>
                </a:cxnLst>
                <a:rect l="l" t="t" r="r" b="b"/>
                <a:pathLst>
                  <a:path w="8711" h="15426">
                    <a:moveTo>
                      <a:pt x="3566" y="1394"/>
                    </a:moveTo>
                    <a:cubicBezTo>
                      <a:pt x="-3972" y="-4939"/>
                      <a:pt x="2354" y="12252"/>
                      <a:pt x="5143" y="14104"/>
                    </a:cubicBezTo>
                    <a:cubicBezTo>
                      <a:pt x="12693" y="20196"/>
                      <a:pt x="6344" y="3377"/>
                      <a:pt x="3566" y="13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3" name="Freeform: Shape 2142">
                <a:extLst>
                  <a:ext uri="{FF2B5EF4-FFF2-40B4-BE49-F238E27FC236}">
                    <a16:creationId xmlns:a16="http://schemas.microsoft.com/office/drawing/2014/main" id="{83A8CCFB-F445-0E67-00A1-F62B414E68B7}"/>
                  </a:ext>
                </a:extLst>
              </p:cNvPr>
              <p:cNvSpPr/>
              <p:nvPr/>
            </p:nvSpPr>
            <p:spPr>
              <a:xfrm>
                <a:off x="7450892" y="5064242"/>
                <a:ext cx="7176" cy="13329"/>
              </a:xfrm>
              <a:custGeom>
                <a:avLst/>
                <a:gdLst>
                  <a:gd name="connsiteX0" fmla="*/ 2925 w 7176"/>
                  <a:gd name="connsiteY0" fmla="*/ 5265 h 13329"/>
                  <a:gd name="connsiteX1" fmla="*/ 7177 w 7176"/>
                  <a:gd name="connsiteY1" fmla="*/ 13329 h 13329"/>
                  <a:gd name="connsiteX2" fmla="*/ 2925 w 7176"/>
                  <a:gd name="connsiteY2" fmla="*/ 5265 h 13329"/>
                </a:gdLst>
                <a:ahLst/>
                <a:cxnLst>
                  <a:cxn ang="0">
                    <a:pos x="connsiteX0" y="connsiteY0"/>
                  </a:cxn>
                  <a:cxn ang="0">
                    <a:pos x="connsiteX1" y="connsiteY1"/>
                  </a:cxn>
                  <a:cxn ang="0">
                    <a:pos x="connsiteX2" y="connsiteY2"/>
                  </a:cxn>
                </a:cxnLst>
                <a:rect l="l" t="t" r="r" b="b"/>
                <a:pathLst>
                  <a:path w="7176" h="13329">
                    <a:moveTo>
                      <a:pt x="2925" y="5265"/>
                    </a:moveTo>
                    <a:cubicBezTo>
                      <a:pt x="-5477" y="-10205"/>
                      <a:pt x="6862" y="13341"/>
                      <a:pt x="7177" y="13329"/>
                    </a:cubicBezTo>
                    <a:cubicBezTo>
                      <a:pt x="6776" y="12478"/>
                      <a:pt x="4873" y="8872"/>
                      <a:pt x="2925" y="5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4" name="Freeform: Shape 2143">
                <a:extLst>
                  <a:ext uri="{FF2B5EF4-FFF2-40B4-BE49-F238E27FC236}">
                    <a16:creationId xmlns:a16="http://schemas.microsoft.com/office/drawing/2014/main" id="{724920B7-C254-3111-255B-80D5F76676A8}"/>
                  </a:ext>
                </a:extLst>
              </p:cNvPr>
              <p:cNvSpPr/>
              <p:nvPr/>
            </p:nvSpPr>
            <p:spPr>
              <a:xfrm>
                <a:off x="7574609" y="5550555"/>
                <a:ext cx="8389" cy="13295"/>
              </a:xfrm>
              <a:custGeom>
                <a:avLst/>
                <a:gdLst>
                  <a:gd name="connsiteX0" fmla="*/ 3446 w 8389"/>
                  <a:gd name="connsiteY0" fmla="*/ 4904 h 13295"/>
                  <a:gd name="connsiteX1" fmla="*/ 8389 w 8389"/>
                  <a:gd name="connsiteY1" fmla="*/ 13277 h 13295"/>
                  <a:gd name="connsiteX2" fmla="*/ 3446 w 8389"/>
                  <a:gd name="connsiteY2" fmla="*/ 4904 h 13295"/>
                </a:gdLst>
                <a:ahLst/>
                <a:cxnLst>
                  <a:cxn ang="0">
                    <a:pos x="connsiteX0" y="connsiteY0"/>
                  </a:cxn>
                  <a:cxn ang="0">
                    <a:pos x="connsiteX1" y="connsiteY1"/>
                  </a:cxn>
                  <a:cxn ang="0">
                    <a:pos x="connsiteX2" y="connsiteY2"/>
                  </a:cxn>
                </a:cxnLst>
                <a:rect l="l" t="t" r="r" b="b"/>
                <a:pathLst>
                  <a:path w="8389" h="13295">
                    <a:moveTo>
                      <a:pt x="3446" y="4904"/>
                    </a:moveTo>
                    <a:cubicBezTo>
                      <a:pt x="-6361" y="-10057"/>
                      <a:pt x="7823" y="14060"/>
                      <a:pt x="8389" y="13277"/>
                    </a:cubicBezTo>
                    <a:cubicBezTo>
                      <a:pt x="7932" y="12214"/>
                      <a:pt x="5726" y="8454"/>
                      <a:pt x="3446" y="49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5" name="Freeform: Shape 2144">
                <a:extLst>
                  <a:ext uri="{FF2B5EF4-FFF2-40B4-BE49-F238E27FC236}">
                    <a16:creationId xmlns:a16="http://schemas.microsoft.com/office/drawing/2014/main" id="{4F22F994-2E1B-D0C1-5D72-500D934B1213}"/>
                  </a:ext>
                </a:extLst>
              </p:cNvPr>
              <p:cNvSpPr/>
              <p:nvPr/>
            </p:nvSpPr>
            <p:spPr>
              <a:xfrm>
                <a:off x="7530225" y="5393362"/>
                <a:ext cx="7939" cy="13708"/>
              </a:xfrm>
              <a:custGeom>
                <a:avLst/>
                <a:gdLst>
                  <a:gd name="connsiteX0" fmla="*/ 3345 w 7939"/>
                  <a:gd name="connsiteY0" fmla="*/ 3981 h 13708"/>
                  <a:gd name="connsiteX1" fmla="*/ 7940 w 7939"/>
                  <a:gd name="connsiteY1" fmla="*/ 13508 h 13708"/>
                  <a:gd name="connsiteX2" fmla="*/ 3345 w 7939"/>
                  <a:gd name="connsiteY2" fmla="*/ 3981 h 13708"/>
                </a:gdLst>
                <a:ahLst/>
                <a:cxnLst>
                  <a:cxn ang="0">
                    <a:pos x="connsiteX0" y="connsiteY0"/>
                  </a:cxn>
                  <a:cxn ang="0">
                    <a:pos x="connsiteX1" y="connsiteY1"/>
                  </a:cxn>
                  <a:cxn ang="0">
                    <a:pos x="connsiteX2" y="connsiteY2"/>
                  </a:cxn>
                </a:cxnLst>
                <a:rect l="l" t="t" r="r" b="b"/>
                <a:pathLst>
                  <a:path w="7939" h="13708">
                    <a:moveTo>
                      <a:pt x="3345" y="3981"/>
                    </a:moveTo>
                    <a:cubicBezTo>
                      <a:pt x="-5856" y="-9621"/>
                      <a:pt x="6711" y="16217"/>
                      <a:pt x="7940" y="13508"/>
                    </a:cubicBezTo>
                    <a:cubicBezTo>
                      <a:pt x="7568" y="11816"/>
                      <a:pt x="5511" y="7553"/>
                      <a:pt x="3345" y="39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6" name="Freeform: Shape 2145">
                <a:extLst>
                  <a:ext uri="{FF2B5EF4-FFF2-40B4-BE49-F238E27FC236}">
                    <a16:creationId xmlns:a16="http://schemas.microsoft.com/office/drawing/2014/main" id="{5474C184-F15B-6890-C92C-25B185BCFCEB}"/>
                  </a:ext>
                </a:extLst>
              </p:cNvPr>
              <p:cNvSpPr/>
              <p:nvPr/>
            </p:nvSpPr>
            <p:spPr>
              <a:xfrm>
                <a:off x="7673539" y="6166193"/>
                <a:ext cx="9323" cy="11935"/>
              </a:xfrm>
              <a:custGeom>
                <a:avLst/>
                <a:gdLst>
                  <a:gd name="connsiteX0" fmla="*/ 3940 w 9323"/>
                  <a:gd name="connsiteY0" fmla="*/ 0 h 11935"/>
                  <a:gd name="connsiteX1" fmla="*/ 9324 w 9323"/>
                  <a:gd name="connsiteY1" fmla="*/ 6990 h 11935"/>
                  <a:gd name="connsiteX2" fmla="*/ 3940 w 9323"/>
                  <a:gd name="connsiteY2" fmla="*/ 0 h 11935"/>
                </a:gdLst>
                <a:ahLst/>
                <a:cxnLst>
                  <a:cxn ang="0">
                    <a:pos x="connsiteX0" y="connsiteY0"/>
                  </a:cxn>
                  <a:cxn ang="0">
                    <a:pos x="connsiteX1" y="connsiteY1"/>
                  </a:cxn>
                  <a:cxn ang="0">
                    <a:pos x="connsiteX2" y="connsiteY2"/>
                  </a:cxn>
                </a:cxnLst>
                <a:rect l="l" t="t" r="r" b="b"/>
                <a:pathLst>
                  <a:path w="9323" h="11935">
                    <a:moveTo>
                      <a:pt x="3940" y="0"/>
                    </a:moveTo>
                    <a:cubicBezTo>
                      <a:pt x="-7267" y="172"/>
                      <a:pt x="8958" y="21243"/>
                      <a:pt x="9324" y="6990"/>
                    </a:cubicBezTo>
                    <a:cubicBezTo>
                      <a:pt x="8849" y="3801"/>
                      <a:pt x="6443" y="646"/>
                      <a:pt x="394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7" name="Freeform: Shape 2146">
                <a:extLst>
                  <a:ext uri="{FF2B5EF4-FFF2-40B4-BE49-F238E27FC236}">
                    <a16:creationId xmlns:a16="http://schemas.microsoft.com/office/drawing/2014/main" id="{E0F1833B-A793-22F7-29F6-0F38017DA4D3}"/>
                  </a:ext>
                </a:extLst>
              </p:cNvPr>
              <p:cNvSpPr/>
              <p:nvPr/>
            </p:nvSpPr>
            <p:spPr>
              <a:xfrm>
                <a:off x="7491388" y="5205915"/>
                <a:ext cx="7485" cy="13646"/>
              </a:xfrm>
              <a:custGeom>
                <a:avLst/>
                <a:gdLst>
                  <a:gd name="connsiteX0" fmla="*/ 3137 w 7485"/>
                  <a:gd name="connsiteY0" fmla="*/ 4061 h 13646"/>
                  <a:gd name="connsiteX1" fmla="*/ 7486 w 7485"/>
                  <a:gd name="connsiteY1" fmla="*/ 13491 h 13646"/>
                  <a:gd name="connsiteX2" fmla="*/ 3137 w 7485"/>
                  <a:gd name="connsiteY2" fmla="*/ 4061 h 13646"/>
                </a:gdLst>
                <a:ahLst/>
                <a:cxnLst>
                  <a:cxn ang="0">
                    <a:pos x="connsiteX0" y="connsiteY0"/>
                  </a:cxn>
                  <a:cxn ang="0">
                    <a:pos x="connsiteX1" y="connsiteY1"/>
                  </a:cxn>
                  <a:cxn ang="0">
                    <a:pos x="connsiteX2" y="connsiteY2"/>
                  </a:cxn>
                </a:cxnLst>
                <a:rect l="l" t="t" r="r" b="b"/>
                <a:pathLst>
                  <a:path w="7485" h="13646">
                    <a:moveTo>
                      <a:pt x="3137" y="4061"/>
                    </a:moveTo>
                    <a:cubicBezTo>
                      <a:pt x="-5499" y="-9621"/>
                      <a:pt x="6308" y="15851"/>
                      <a:pt x="7486" y="13491"/>
                    </a:cubicBezTo>
                    <a:cubicBezTo>
                      <a:pt x="7131" y="11873"/>
                      <a:pt x="5183" y="7650"/>
                      <a:pt x="3137" y="40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8" name="Freeform: Shape 2147">
                <a:extLst>
                  <a:ext uri="{FF2B5EF4-FFF2-40B4-BE49-F238E27FC236}">
                    <a16:creationId xmlns:a16="http://schemas.microsoft.com/office/drawing/2014/main" id="{C9CEF976-FD80-9C67-EEE5-ADD73D53741C}"/>
                  </a:ext>
                </a:extLst>
              </p:cNvPr>
              <p:cNvSpPr/>
              <p:nvPr/>
            </p:nvSpPr>
            <p:spPr>
              <a:xfrm>
                <a:off x="8704404" y="7525997"/>
                <a:ext cx="13264" cy="5306"/>
              </a:xfrm>
              <a:custGeom>
                <a:avLst/>
                <a:gdLst>
                  <a:gd name="connsiteX0" fmla="*/ 4547 w 13264"/>
                  <a:gd name="connsiteY0" fmla="*/ 0 h 5306"/>
                  <a:gd name="connsiteX1" fmla="*/ 12662 w 13264"/>
                  <a:gd name="connsiteY1" fmla="*/ 4396 h 5306"/>
                  <a:gd name="connsiteX2" fmla="*/ 4547 w 13264"/>
                  <a:gd name="connsiteY2" fmla="*/ 0 h 5306"/>
                </a:gdLst>
                <a:ahLst/>
                <a:cxnLst>
                  <a:cxn ang="0">
                    <a:pos x="connsiteX0" y="connsiteY0"/>
                  </a:cxn>
                  <a:cxn ang="0">
                    <a:pos x="connsiteX1" y="connsiteY1"/>
                  </a:cxn>
                  <a:cxn ang="0">
                    <a:pos x="connsiteX2" y="connsiteY2"/>
                  </a:cxn>
                </a:cxnLst>
                <a:rect l="l" t="t" r="r" b="b"/>
                <a:pathLst>
                  <a:path w="13264" h="5306">
                    <a:moveTo>
                      <a:pt x="4547" y="0"/>
                    </a:moveTo>
                    <a:cubicBezTo>
                      <a:pt x="-7815" y="1155"/>
                      <a:pt x="8495" y="7670"/>
                      <a:pt x="12662" y="4396"/>
                    </a:cubicBezTo>
                    <a:cubicBezTo>
                      <a:pt x="15605" y="1177"/>
                      <a:pt x="6930" y="-28"/>
                      <a:pt x="454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9" name="Freeform: Shape 2148">
                <a:extLst>
                  <a:ext uri="{FF2B5EF4-FFF2-40B4-BE49-F238E27FC236}">
                    <a16:creationId xmlns:a16="http://schemas.microsoft.com/office/drawing/2014/main" id="{3E33CAF6-F2B6-1BA9-F164-9987E3A7B45D}"/>
                  </a:ext>
                </a:extLst>
              </p:cNvPr>
              <p:cNvSpPr/>
              <p:nvPr/>
            </p:nvSpPr>
            <p:spPr>
              <a:xfrm>
                <a:off x="6959901" y="4964931"/>
                <a:ext cx="6723" cy="903"/>
              </a:xfrm>
              <a:custGeom>
                <a:avLst/>
                <a:gdLst>
                  <a:gd name="connsiteX0" fmla="*/ 2671 w 6723"/>
                  <a:gd name="connsiteY0" fmla="*/ 4 h 903"/>
                  <a:gd name="connsiteX1" fmla="*/ 6180 w 6723"/>
                  <a:gd name="connsiteY1" fmla="*/ 741 h 903"/>
                  <a:gd name="connsiteX2" fmla="*/ 2671 w 6723"/>
                  <a:gd name="connsiteY2" fmla="*/ 4 h 903"/>
                </a:gdLst>
                <a:ahLst/>
                <a:cxnLst>
                  <a:cxn ang="0">
                    <a:pos x="connsiteX0" y="connsiteY0"/>
                  </a:cxn>
                  <a:cxn ang="0">
                    <a:pos x="connsiteX1" y="connsiteY1"/>
                  </a:cxn>
                  <a:cxn ang="0">
                    <a:pos x="connsiteX2" y="connsiteY2"/>
                  </a:cxn>
                </a:cxnLst>
                <a:rect l="l" t="t" r="r" b="b"/>
                <a:pathLst>
                  <a:path w="6723" h="903">
                    <a:moveTo>
                      <a:pt x="2671" y="4"/>
                    </a:moveTo>
                    <a:cubicBezTo>
                      <a:pt x="-4130" y="261"/>
                      <a:pt x="3934" y="1301"/>
                      <a:pt x="6180" y="741"/>
                    </a:cubicBezTo>
                    <a:cubicBezTo>
                      <a:pt x="8318" y="175"/>
                      <a:pt x="3517" y="-31"/>
                      <a:pt x="2671"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0" name="Freeform: Shape 2149">
                <a:extLst>
                  <a:ext uri="{FF2B5EF4-FFF2-40B4-BE49-F238E27FC236}">
                    <a16:creationId xmlns:a16="http://schemas.microsoft.com/office/drawing/2014/main" id="{51BA24CB-102B-1D22-B553-D9C8A901007D}"/>
                  </a:ext>
                </a:extLst>
              </p:cNvPr>
              <p:cNvSpPr/>
              <p:nvPr/>
            </p:nvSpPr>
            <p:spPr>
              <a:xfrm>
                <a:off x="7540642" y="6350197"/>
                <a:ext cx="9786" cy="830"/>
              </a:xfrm>
              <a:custGeom>
                <a:avLst/>
                <a:gdLst>
                  <a:gd name="connsiteX0" fmla="*/ 3888 w 9786"/>
                  <a:gd name="connsiteY0" fmla="*/ 94 h 830"/>
                  <a:gd name="connsiteX1" fmla="*/ 9786 w 9786"/>
                  <a:gd name="connsiteY1" fmla="*/ 677 h 830"/>
                  <a:gd name="connsiteX2" fmla="*/ 3888 w 9786"/>
                  <a:gd name="connsiteY2" fmla="*/ 94 h 830"/>
                </a:gdLst>
                <a:ahLst/>
                <a:cxnLst>
                  <a:cxn ang="0">
                    <a:pos x="connsiteX0" y="connsiteY0"/>
                  </a:cxn>
                  <a:cxn ang="0">
                    <a:pos x="connsiteX1" y="connsiteY1"/>
                  </a:cxn>
                  <a:cxn ang="0">
                    <a:pos x="connsiteX2" y="connsiteY2"/>
                  </a:cxn>
                </a:cxnLst>
                <a:rect l="l" t="t" r="r" b="b"/>
                <a:pathLst>
                  <a:path w="9786" h="830">
                    <a:moveTo>
                      <a:pt x="3888" y="94"/>
                    </a:moveTo>
                    <a:cubicBezTo>
                      <a:pt x="-7490" y="-415"/>
                      <a:pt x="9718" y="1345"/>
                      <a:pt x="9786" y="677"/>
                    </a:cubicBezTo>
                    <a:cubicBezTo>
                      <a:pt x="9169" y="500"/>
                      <a:pt x="6535" y="237"/>
                      <a:pt x="3888" y="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1" name="Freeform: Shape 2150">
                <a:extLst>
                  <a:ext uri="{FF2B5EF4-FFF2-40B4-BE49-F238E27FC236}">
                    <a16:creationId xmlns:a16="http://schemas.microsoft.com/office/drawing/2014/main" id="{1487F063-9BB3-9D2F-D136-54174461A86F}"/>
                  </a:ext>
                </a:extLst>
              </p:cNvPr>
              <p:cNvSpPr/>
              <p:nvPr/>
            </p:nvSpPr>
            <p:spPr>
              <a:xfrm>
                <a:off x="7610651" y="6361828"/>
                <a:ext cx="9969" cy="1286"/>
              </a:xfrm>
              <a:custGeom>
                <a:avLst/>
                <a:gdLst>
                  <a:gd name="connsiteX0" fmla="*/ 3894 w 9969"/>
                  <a:gd name="connsiteY0" fmla="*/ 521 h 1286"/>
                  <a:gd name="connsiteX1" fmla="*/ 9970 w 9969"/>
                  <a:gd name="connsiteY1" fmla="*/ 1287 h 1286"/>
                  <a:gd name="connsiteX2" fmla="*/ 3894 w 9969"/>
                  <a:gd name="connsiteY2" fmla="*/ 521 h 1286"/>
                </a:gdLst>
                <a:ahLst/>
                <a:cxnLst>
                  <a:cxn ang="0">
                    <a:pos x="connsiteX0" y="connsiteY0"/>
                  </a:cxn>
                  <a:cxn ang="0">
                    <a:pos x="connsiteX1" y="connsiteY1"/>
                  </a:cxn>
                  <a:cxn ang="0">
                    <a:pos x="connsiteX2" y="connsiteY2"/>
                  </a:cxn>
                </a:cxnLst>
                <a:rect l="l" t="t" r="r" b="b"/>
                <a:pathLst>
                  <a:path w="9969" h="1286">
                    <a:moveTo>
                      <a:pt x="3894" y="521"/>
                    </a:moveTo>
                    <a:cubicBezTo>
                      <a:pt x="-7593" y="-971"/>
                      <a:pt x="9992" y="1207"/>
                      <a:pt x="9970" y="1287"/>
                    </a:cubicBezTo>
                    <a:cubicBezTo>
                      <a:pt x="9307" y="1219"/>
                      <a:pt x="6586" y="870"/>
                      <a:pt x="3894" y="5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2" name="Freeform: Shape 2151">
                <a:extLst>
                  <a:ext uri="{FF2B5EF4-FFF2-40B4-BE49-F238E27FC236}">
                    <a16:creationId xmlns:a16="http://schemas.microsoft.com/office/drawing/2014/main" id="{67B62EBA-8065-3611-451D-BD82D7A76A73}"/>
                  </a:ext>
                </a:extLst>
              </p:cNvPr>
              <p:cNvSpPr/>
              <p:nvPr/>
            </p:nvSpPr>
            <p:spPr>
              <a:xfrm>
                <a:off x="7761709" y="6396704"/>
                <a:ext cx="10370" cy="3043"/>
              </a:xfrm>
              <a:custGeom>
                <a:avLst/>
                <a:gdLst>
                  <a:gd name="connsiteX0" fmla="*/ 4027 w 10370"/>
                  <a:gd name="connsiteY0" fmla="*/ 901 h 3043"/>
                  <a:gd name="connsiteX1" fmla="*/ 10371 w 10370"/>
                  <a:gd name="connsiteY1" fmla="*/ 2964 h 3043"/>
                  <a:gd name="connsiteX2" fmla="*/ 4027 w 10370"/>
                  <a:gd name="connsiteY2" fmla="*/ 901 h 3043"/>
                </a:gdLst>
                <a:ahLst/>
                <a:cxnLst>
                  <a:cxn ang="0">
                    <a:pos x="connsiteX0" y="connsiteY0"/>
                  </a:cxn>
                  <a:cxn ang="0">
                    <a:pos x="connsiteX1" y="connsiteY1"/>
                  </a:cxn>
                  <a:cxn ang="0">
                    <a:pos x="connsiteX2" y="connsiteY2"/>
                  </a:cxn>
                </a:cxnLst>
                <a:rect l="l" t="t" r="r" b="b"/>
                <a:pathLst>
                  <a:path w="10370" h="3043">
                    <a:moveTo>
                      <a:pt x="4027" y="901"/>
                    </a:moveTo>
                    <a:cubicBezTo>
                      <a:pt x="-7877" y="-2209"/>
                      <a:pt x="10405" y="3798"/>
                      <a:pt x="10371" y="2964"/>
                    </a:cubicBezTo>
                    <a:cubicBezTo>
                      <a:pt x="9668" y="2592"/>
                      <a:pt x="6827" y="1666"/>
                      <a:pt x="4027" y="90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3" name="Freeform: Shape 2152">
                <a:extLst>
                  <a:ext uri="{FF2B5EF4-FFF2-40B4-BE49-F238E27FC236}">
                    <a16:creationId xmlns:a16="http://schemas.microsoft.com/office/drawing/2014/main" id="{C19C74F6-C4E8-AE78-13D6-E184BB461AE6}"/>
                  </a:ext>
                </a:extLst>
              </p:cNvPr>
              <p:cNvSpPr/>
              <p:nvPr/>
            </p:nvSpPr>
            <p:spPr>
              <a:xfrm>
                <a:off x="7684986" y="6371190"/>
                <a:ext cx="10175" cy="2137"/>
              </a:xfrm>
              <a:custGeom>
                <a:avLst/>
                <a:gdLst>
                  <a:gd name="connsiteX0" fmla="*/ 3957 w 10175"/>
                  <a:gd name="connsiteY0" fmla="*/ 840 h 2137"/>
                  <a:gd name="connsiteX1" fmla="*/ 10175 w 10175"/>
                  <a:gd name="connsiteY1" fmla="*/ 2138 h 2137"/>
                  <a:gd name="connsiteX2" fmla="*/ 3957 w 10175"/>
                  <a:gd name="connsiteY2" fmla="*/ 840 h 2137"/>
                </a:gdLst>
                <a:ahLst/>
                <a:cxnLst>
                  <a:cxn ang="0">
                    <a:pos x="connsiteX0" y="connsiteY0"/>
                  </a:cxn>
                  <a:cxn ang="0">
                    <a:pos x="connsiteX1" y="connsiteY1"/>
                  </a:cxn>
                  <a:cxn ang="0">
                    <a:pos x="connsiteX2" y="connsiteY2"/>
                  </a:cxn>
                </a:cxnLst>
                <a:rect l="l" t="t" r="r" b="b"/>
                <a:pathLst>
                  <a:path w="10175" h="2137">
                    <a:moveTo>
                      <a:pt x="3957" y="840"/>
                    </a:moveTo>
                    <a:cubicBezTo>
                      <a:pt x="-7753" y="-1617"/>
                      <a:pt x="10266" y="2092"/>
                      <a:pt x="10175" y="2138"/>
                    </a:cubicBezTo>
                    <a:cubicBezTo>
                      <a:pt x="9477" y="1995"/>
                      <a:pt x="6694" y="1418"/>
                      <a:pt x="3957" y="84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4" name="Freeform: Shape 2153">
                <a:extLst>
                  <a:ext uri="{FF2B5EF4-FFF2-40B4-BE49-F238E27FC236}">
                    <a16:creationId xmlns:a16="http://schemas.microsoft.com/office/drawing/2014/main" id="{F3E4A2E4-6ABE-A832-49B0-E10E02198339}"/>
                  </a:ext>
                </a:extLst>
              </p:cNvPr>
              <p:cNvSpPr/>
              <p:nvPr/>
            </p:nvSpPr>
            <p:spPr>
              <a:xfrm>
                <a:off x="7838794" y="6456618"/>
                <a:ext cx="10626" cy="4179"/>
              </a:xfrm>
              <a:custGeom>
                <a:avLst/>
                <a:gdLst>
                  <a:gd name="connsiteX0" fmla="*/ 4157 w 10626"/>
                  <a:gd name="connsiteY0" fmla="*/ 714 h 4179"/>
                  <a:gd name="connsiteX1" fmla="*/ 10627 w 10626"/>
                  <a:gd name="connsiteY1" fmla="*/ 3681 h 4179"/>
                  <a:gd name="connsiteX2" fmla="*/ 4157 w 10626"/>
                  <a:gd name="connsiteY2" fmla="*/ 714 h 4179"/>
                </a:gdLst>
                <a:ahLst/>
                <a:cxnLst>
                  <a:cxn ang="0">
                    <a:pos x="connsiteX0" y="connsiteY0"/>
                  </a:cxn>
                  <a:cxn ang="0">
                    <a:pos x="connsiteX1" y="connsiteY1"/>
                  </a:cxn>
                  <a:cxn ang="0">
                    <a:pos x="connsiteX2" y="connsiteY2"/>
                  </a:cxn>
                </a:cxnLst>
                <a:rect l="l" t="t" r="r" b="b"/>
                <a:pathLst>
                  <a:path w="10626" h="4179">
                    <a:moveTo>
                      <a:pt x="4157" y="714"/>
                    </a:moveTo>
                    <a:cubicBezTo>
                      <a:pt x="-8073" y="-2497"/>
                      <a:pt x="10569" y="6315"/>
                      <a:pt x="10627" y="3681"/>
                    </a:cubicBezTo>
                    <a:cubicBezTo>
                      <a:pt x="9929" y="2920"/>
                      <a:pt x="7032" y="1589"/>
                      <a:pt x="4157" y="7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5" name="Freeform: Shape 2154">
                <a:extLst>
                  <a:ext uri="{FF2B5EF4-FFF2-40B4-BE49-F238E27FC236}">
                    <a16:creationId xmlns:a16="http://schemas.microsoft.com/office/drawing/2014/main" id="{EFD9E930-6C35-A2A5-4164-EBC850604D5B}"/>
                  </a:ext>
                </a:extLst>
              </p:cNvPr>
              <p:cNvSpPr/>
              <p:nvPr/>
            </p:nvSpPr>
            <p:spPr>
              <a:xfrm>
                <a:off x="8150599" y="7145720"/>
                <a:ext cx="12319" cy="6832"/>
              </a:xfrm>
              <a:custGeom>
                <a:avLst/>
                <a:gdLst>
                  <a:gd name="connsiteX0" fmla="*/ 4711 w 12319"/>
                  <a:gd name="connsiteY0" fmla="*/ 1 h 6832"/>
                  <a:gd name="connsiteX1" fmla="*/ 7603 w 12319"/>
                  <a:gd name="connsiteY1" fmla="*/ 6831 h 6832"/>
                  <a:gd name="connsiteX2" fmla="*/ 4711 w 12319"/>
                  <a:gd name="connsiteY2" fmla="*/ 1 h 6832"/>
                </a:gdLst>
                <a:ahLst/>
                <a:cxnLst>
                  <a:cxn ang="0">
                    <a:pos x="connsiteX0" y="connsiteY0"/>
                  </a:cxn>
                  <a:cxn ang="0">
                    <a:pos x="connsiteX1" y="connsiteY1"/>
                  </a:cxn>
                  <a:cxn ang="0">
                    <a:pos x="connsiteX2" y="connsiteY2"/>
                  </a:cxn>
                </a:cxnLst>
                <a:rect l="l" t="t" r="r" b="b"/>
                <a:pathLst>
                  <a:path w="12319" h="6832">
                    <a:moveTo>
                      <a:pt x="4711" y="1"/>
                    </a:moveTo>
                    <a:cubicBezTo>
                      <a:pt x="-4519" y="-113"/>
                      <a:pt x="1653" y="6923"/>
                      <a:pt x="7603" y="6831"/>
                    </a:cubicBezTo>
                    <a:cubicBezTo>
                      <a:pt x="16855" y="6939"/>
                      <a:pt x="10643" y="-67"/>
                      <a:pt x="4711"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6" name="Freeform: Shape 2155">
                <a:extLst>
                  <a:ext uri="{FF2B5EF4-FFF2-40B4-BE49-F238E27FC236}">
                    <a16:creationId xmlns:a16="http://schemas.microsoft.com/office/drawing/2014/main" id="{2180A880-3660-FC87-3993-74175BF5FC10}"/>
                  </a:ext>
                </a:extLst>
              </p:cNvPr>
              <p:cNvSpPr/>
              <p:nvPr/>
            </p:nvSpPr>
            <p:spPr>
              <a:xfrm>
                <a:off x="8242523" y="7347040"/>
                <a:ext cx="12876" cy="6386"/>
              </a:xfrm>
              <a:custGeom>
                <a:avLst/>
                <a:gdLst>
                  <a:gd name="connsiteX0" fmla="*/ 4833 w 12876"/>
                  <a:gd name="connsiteY0" fmla="*/ 15 h 6386"/>
                  <a:gd name="connsiteX1" fmla="*/ 8039 w 12876"/>
                  <a:gd name="connsiteY1" fmla="*/ 6370 h 6386"/>
                  <a:gd name="connsiteX2" fmla="*/ 4833 w 12876"/>
                  <a:gd name="connsiteY2" fmla="*/ 15 h 6386"/>
                </a:gdLst>
                <a:ahLst/>
                <a:cxnLst>
                  <a:cxn ang="0">
                    <a:pos x="connsiteX0" y="connsiteY0"/>
                  </a:cxn>
                  <a:cxn ang="0">
                    <a:pos x="connsiteX1" y="connsiteY1"/>
                  </a:cxn>
                  <a:cxn ang="0">
                    <a:pos x="connsiteX2" y="connsiteY2"/>
                  </a:cxn>
                </a:cxnLst>
                <a:rect l="l" t="t" r="r" b="b"/>
                <a:pathLst>
                  <a:path w="12876" h="6386">
                    <a:moveTo>
                      <a:pt x="4833" y="15"/>
                    </a:moveTo>
                    <a:cubicBezTo>
                      <a:pt x="-4751" y="364"/>
                      <a:pt x="1850" y="6747"/>
                      <a:pt x="8039" y="6370"/>
                    </a:cubicBezTo>
                    <a:cubicBezTo>
                      <a:pt x="17640" y="6027"/>
                      <a:pt x="11011" y="-345"/>
                      <a:pt x="4833" y="1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7" name="Freeform: Shape 2156">
                <a:extLst>
                  <a:ext uri="{FF2B5EF4-FFF2-40B4-BE49-F238E27FC236}">
                    <a16:creationId xmlns:a16="http://schemas.microsoft.com/office/drawing/2014/main" id="{EC2B6446-F877-198A-5337-98B5BEB89E6D}"/>
                  </a:ext>
                </a:extLst>
              </p:cNvPr>
              <p:cNvSpPr/>
              <p:nvPr/>
            </p:nvSpPr>
            <p:spPr>
              <a:xfrm>
                <a:off x="7988837" y="6742922"/>
                <a:ext cx="11315" cy="6442"/>
              </a:xfrm>
              <a:custGeom>
                <a:avLst/>
                <a:gdLst>
                  <a:gd name="connsiteX0" fmla="*/ 4396 w 11315"/>
                  <a:gd name="connsiteY0" fmla="*/ 172 h 6442"/>
                  <a:gd name="connsiteX1" fmla="*/ 6916 w 11315"/>
                  <a:gd name="connsiteY1" fmla="*/ 6270 h 6442"/>
                  <a:gd name="connsiteX2" fmla="*/ 4396 w 11315"/>
                  <a:gd name="connsiteY2" fmla="*/ 172 h 6442"/>
                </a:gdLst>
                <a:ahLst/>
                <a:cxnLst>
                  <a:cxn ang="0">
                    <a:pos x="connsiteX0" y="connsiteY0"/>
                  </a:cxn>
                  <a:cxn ang="0">
                    <a:pos x="connsiteX1" y="connsiteY1"/>
                  </a:cxn>
                  <a:cxn ang="0">
                    <a:pos x="connsiteX2" y="connsiteY2"/>
                  </a:cxn>
                </a:cxnLst>
                <a:rect l="l" t="t" r="r" b="b"/>
                <a:pathLst>
                  <a:path w="11315" h="6442">
                    <a:moveTo>
                      <a:pt x="4396" y="172"/>
                    </a:moveTo>
                    <a:cubicBezTo>
                      <a:pt x="-4360" y="-1160"/>
                      <a:pt x="1824" y="5658"/>
                      <a:pt x="6916" y="6270"/>
                    </a:cubicBezTo>
                    <a:cubicBezTo>
                      <a:pt x="15689" y="7601"/>
                      <a:pt x="9471" y="806"/>
                      <a:pt x="4396" y="17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8" name="Freeform: Shape 2157">
                <a:extLst>
                  <a:ext uri="{FF2B5EF4-FFF2-40B4-BE49-F238E27FC236}">
                    <a16:creationId xmlns:a16="http://schemas.microsoft.com/office/drawing/2014/main" id="{47FF90D4-757B-DE30-F322-F38CD8BD8F2B}"/>
                  </a:ext>
                </a:extLst>
              </p:cNvPr>
              <p:cNvSpPr/>
              <p:nvPr/>
            </p:nvSpPr>
            <p:spPr>
              <a:xfrm>
                <a:off x="7913682" y="6575512"/>
                <a:ext cx="10987" cy="5751"/>
              </a:xfrm>
              <a:custGeom>
                <a:avLst/>
                <a:gdLst>
                  <a:gd name="connsiteX0" fmla="*/ 4381 w 10987"/>
                  <a:gd name="connsiteY0" fmla="*/ 338 h 5751"/>
                  <a:gd name="connsiteX1" fmla="*/ 10988 w 10987"/>
                  <a:gd name="connsiteY1" fmla="*/ 4310 h 5751"/>
                  <a:gd name="connsiteX2" fmla="*/ 4381 w 10987"/>
                  <a:gd name="connsiteY2" fmla="*/ 338 h 5751"/>
                </a:gdLst>
                <a:ahLst/>
                <a:cxnLst>
                  <a:cxn ang="0">
                    <a:pos x="connsiteX0" y="connsiteY0"/>
                  </a:cxn>
                  <a:cxn ang="0">
                    <a:pos x="connsiteX1" y="connsiteY1"/>
                  </a:cxn>
                  <a:cxn ang="0">
                    <a:pos x="connsiteX2" y="connsiteY2"/>
                  </a:cxn>
                </a:cxnLst>
                <a:rect l="l" t="t" r="r" b="b"/>
                <a:pathLst>
                  <a:path w="10987" h="5751">
                    <a:moveTo>
                      <a:pt x="4381" y="338"/>
                    </a:moveTo>
                    <a:cubicBezTo>
                      <a:pt x="-8420" y="-2113"/>
                      <a:pt x="10897" y="9745"/>
                      <a:pt x="10988" y="4310"/>
                    </a:cubicBezTo>
                    <a:cubicBezTo>
                      <a:pt x="10308" y="2961"/>
                      <a:pt x="7348" y="1178"/>
                      <a:pt x="4381" y="3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9" name="Freeform: Shape 2158">
                <a:extLst>
                  <a:ext uri="{FF2B5EF4-FFF2-40B4-BE49-F238E27FC236}">
                    <a16:creationId xmlns:a16="http://schemas.microsoft.com/office/drawing/2014/main" id="{88D9E533-007F-737F-72E1-2096AC911C7D}"/>
                  </a:ext>
                </a:extLst>
              </p:cNvPr>
              <p:cNvSpPr/>
              <p:nvPr/>
            </p:nvSpPr>
            <p:spPr>
              <a:xfrm>
                <a:off x="8066895" y="6938675"/>
                <a:ext cx="11796" cy="6840"/>
              </a:xfrm>
              <a:custGeom>
                <a:avLst/>
                <a:gdLst>
                  <a:gd name="connsiteX0" fmla="*/ 4565 w 11796"/>
                  <a:gd name="connsiteY0" fmla="*/ 48 h 6840"/>
                  <a:gd name="connsiteX1" fmla="*/ 7228 w 11796"/>
                  <a:gd name="connsiteY1" fmla="*/ 6792 h 6840"/>
                  <a:gd name="connsiteX2" fmla="*/ 4565 w 11796"/>
                  <a:gd name="connsiteY2" fmla="*/ 48 h 6840"/>
                </a:gdLst>
                <a:ahLst/>
                <a:cxnLst>
                  <a:cxn ang="0">
                    <a:pos x="connsiteX0" y="connsiteY0"/>
                  </a:cxn>
                  <a:cxn ang="0">
                    <a:pos x="connsiteX1" y="connsiteY1"/>
                  </a:cxn>
                  <a:cxn ang="0">
                    <a:pos x="connsiteX2" y="connsiteY2"/>
                  </a:cxn>
                </a:cxnLst>
                <a:rect l="l" t="t" r="r" b="b"/>
                <a:pathLst>
                  <a:path w="11796" h="6840">
                    <a:moveTo>
                      <a:pt x="4565" y="48"/>
                    </a:moveTo>
                    <a:cubicBezTo>
                      <a:pt x="-4414" y="-655"/>
                      <a:pt x="1690" y="6529"/>
                      <a:pt x="7228" y="6792"/>
                    </a:cubicBezTo>
                    <a:cubicBezTo>
                      <a:pt x="16223" y="7495"/>
                      <a:pt x="10091" y="340"/>
                      <a:pt x="4565" y="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0" name="Freeform: Shape 2159">
                <a:extLst>
                  <a:ext uri="{FF2B5EF4-FFF2-40B4-BE49-F238E27FC236}">
                    <a16:creationId xmlns:a16="http://schemas.microsoft.com/office/drawing/2014/main" id="{DA7DA2A7-BF7B-7C78-703F-22163CF5DA95}"/>
                  </a:ext>
                </a:extLst>
              </p:cNvPr>
              <p:cNvSpPr/>
              <p:nvPr/>
            </p:nvSpPr>
            <p:spPr>
              <a:xfrm>
                <a:off x="7347209" y="5247726"/>
                <a:ext cx="8544" cy="9125"/>
              </a:xfrm>
              <a:custGeom>
                <a:avLst/>
                <a:gdLst>
                  <a:gd name="connsiteX0" fmla="*/ 3641 w 8544"/>
                  <a:gd name="connsiteY0" fmla="*/ 2741 h 9125"/>
                  <a:gd name="connsiteX1" fmla="*/ 8545 w 8544"/>
                  <a:gd name="connsiteY1" fmla="*/ 8924 h 9125"/>
                  <a:gd name="connsiteX2" fmla="*/ 3641 w 8544"/>
                  <a:gd name="connsiteY2" fmla="*/ 2741 h 9125"/>
                </a:gdLst>
                <a:ahLst/>
                <a:cxnLst>
                  <a:cxn ang="0">
                    <a:pos x="connsiteX0" y="connsiteY0"/>
                  </a:cxn>
                  <a:cxn ang="0">
                    <a:pos x="connsiteX1" y="connsiteY1"/>
                  </a:cxn>
                  <a:cxn ang="0">
                    <a:pos x="connsiteX2" y="connsiteY2"/>
                  </a:cxn>
                </a:cxnLst>
                <a:rect l="l" t="t" r="r" b="b"/>
                <a:pathLst>
                  <a:path w="8544" h="9125">
                    <a:moveTo>
                      <a:pt x="3641" y="2741"/>
                    </a:moveTo>
                    <a:cubicBezTo>
                      <a:pt x="-6452" y="-6621"/>
                      <a:pt x="7533" y="11188"/>
                      <a:pt x="8545" y="8924"/>
                    </a:cubicBezTo>
                    <a:cubicBezTo>
                      <a:pt x="8167" y="7850"/>
                      <a:pt x="5978" y="5055"/>
                      <a:pt x="3641" y="27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1" name="Freeform: Shape 2160">
                <a:extLst>
                  <a:ext uri="{FF2B5EF4-FFF2-40B4-BE49-F238E27FC236}">
                    <a16:creationId xmlns:a16="http://schemas.microsoft.com/office/drawing/2014/main" id="{86B0C28B-4354-EB36-0007-1BF669B38702}"/>
                  </a:ext>
                </a:extLst>
              </p:cNvPr>
              <p:cNvSpPr/>
              <p:nvPr/>
            </p:nvSpPr>
            <p:spPr>
              <a:xfrm>
                <a:off x="7476997" y="6317583"/>
                <a:ext cx="9550" cy="1647"/>
              </a:xfrm>
              <a:custGeom>
                <a:avLst/>
                <a:gdLst>
                  <a:gd name="connsiteX0" fmla="*/ 3869 w 9550"/>
                  <a:gd name="connsiteY0" fmla="*/ 0 h 1647"/>
                  <a:gd name="connsiteX1" fmla="*/ 9550 w 9550"/>
                  <a:gd name="connsiteY1" fmla="*/ 841 h 1647"/>
                  <a:gd name="connsiteX2" fmla="*/ 3869 w 9550"/>
                  <a:gd name="connsiteY2" fmla="*/ 0 h 1647"/>
                </a:gdLst>
                <a:ahLst/>
                <a:cxnLst>
                  <a:cxn ang="0">
                    <a:pos x="connsiteX0" y="connsiteY0"/>
                  </a:cxn>
                  <a:cxn ang="0">
                    <a:pos x="connsiteX1" y="connsiteY1"/>
                  </a:cxn>
                  <a:cxn ang="0">
                    <a:pos x="connsiteX2" y="connsiteY2"/>
                  </a:cxn>
                </a:cxnLst>
                <a:rect l="l" t="t" r="r" b="b"/>
                <a:pathLst>
                  <a:path w="9550" h="1647">
                    <a:moveTo>
                      <a:pt x="3869" y="0"/>
                    </a:moveTo>
                    <a:cubicBezTo>
                      <a:pt x="-7372" y="395"/>
                      <a:pt x="9447" y="2909"/>
                      <a:pt x="9550" y="841"/>
                    </a:cubicBezTo>
                    <a:cubicBezTo>
                      <a:pt x="9007" y="395"/>
                      <a:pt x="6464" y="17"/>
                      <a:pt x="386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2" name="Freeform: Shape 2161">
                <a:extLst>
                  <a:ext uri="{FF2B5EF4-FFF2-40B4-BE49-F238E27FC236}">
                    <a16:creationId xmlns:a16="http://schemas.microsoft.com/office/drawing/2014/main" id="{3D12E745-6F8E-C78F-85C9-3092F4541DC6}"/>
                  </a:ext>
                </a:extLst>
              </p:cNvPr>
              <p:cNvSpPr/>
              <p:nvPr/>
            </p:nvSpPr>
            <p:spPr>
              <a:xfrm>
                <a:off x="7158159" y="4760464"/>
                <a:ext cx="7260" cy="6809"/>
              </a:xfrm>
              <a:custGeom>
                <a:avLst/>
                <a:gdLst>
                  <a:gd name="connsiteX0" fmla="*/ 2736 w 7260"/>
                  <a:gd name="connsiteY0" fmla="*/ 4308 h 6809"/>
                  <a:gd name="connsiteX1" fmla="*/ 4525 w 7260"/>
                  <a:gd name="connsiteY1" fmla="*/ 2473 h 6809"/>
                  <a:gd name="connsiteX2" fmla="*/ 2736 w 7260"/>
                  <a:gd name="connsiteY2" fmla="*/ 4308 h 6809"/>
                </a:gdLst>
                <a:ahLst/>
                <a:cxnLst>
                  <a:cxn ang="0">
                    <a:pos x="connsiteX0" y="connsiteY0"/>
                  </a:cxn>
                  <a:cxn ang="0">
                    <a:pos x="connsiteX1" y="connsiteY1"/>
                  </a:cxn>
                  <a:cxn ang="0">
                    <a:pos x="connsiteX2" y="connsiteY2"/>
                  </a:cxn>
                </a:cxnLst>
                <a:rect l="l" t="t" r="r" b="b"/>
                <a:pathLst>
                  <a:path w="7260" h="6809">
                    <a:moveTo>
                      <a:pt x="2736" y="4308"/>
                    </a:moveTo>
                    <a:cubicBezTo>
                      <a:pt x="-1991" y="-7"/>
                      <a:pt x="-70" y="-1870"/>
                      <a:pt x="4525" y="2473"/>
                    </a:cubicBezTo>
                    <a:cubicBezTo>
                      <a:pt x="9240" y="6862"/>
                      <a:pt x="7348" y="8668"/>
                      <a:pt x="2736" y="43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3" name="Freeform: Shape 2162">
                <a:extLst>
                  <a:ext uri="{FF2B5EF4-FFF2-40B4-BE49-F238E27FC236}">
                    <a16:creationId xmlns:a16="http://schemas.microsoft.com/office/drawing/2014/main" id="{253846C3-F9D0-FBC1-0AFA-6558AA8305DF}"/>
                  </a:ext>
                </a:extLst>
              </p:cNvPr>
              <p:cNvSpPr/>
              <p:nvPr/>
            </p:nvSpPr>
            <p:spPr>
              <a:xfrm>
                <a:off x="6999710" y="4958310"/>
                <a:ext cx="7376" cy="1319"/>
              </a:xfrm>
              <a:custGeom>
                <a:avLst/>
                <a:gdLst>
                  <a:gd name="connsiteX0" fmla="*/ 3005 w 7376"/>
                  <a:gd name="connsiteY0" fmla="*/ 1219 h 1319"/>
                  <a:gd name="connsiteX1" fmla="*/ 7377 w 7376"/>
                  <a:gd name="connsiteY1" fmla="*/ 1018 h 1319"/>
                  <a:gd name="connsiteX2" fmla="*/ 3005 w 7376"/>
                  <a:gd name="connsiteY2" fmla="*/ 1219 h 1319"/>
                </a:gdLst>
                <a:ahLst/>
                <a:cxnLst>
                  <a:cxn ang="0">
                    <a:pos x="connsiteX0" y="connsiteY0"/>
                  </a:cxn>
                  <a:cxn ang="0">
                    <a:pos x="connsiteX1" y="connsiteY1"/>
                  </a:cxn>
                  <a:cxn ang="0">
                    <a:pos x="connsiteX2" y="connsiteY2"/>
                  </a:cxn>
                </a:cxnLst>
                <a:rect l="l" t="t" r="r" b="b"/>
                <a:pathLst>
                  <a:path w="7376" h="1319">
                    <a:moveTo>
                      <a:pt x="3005" y="1219"/>
                    </a:moveTo>
                    <a:cubicBezTo>
                      <a:pt x="-5728" y="13"/>
                      <a:pt x="7348" y="-691"/>
                      <a:pt x="7377" y="1018"/>
                    </a:cubicBezTo>
                    <a:cubicBezTo>
                      <a:pt x="6960" y="1327"/>
                      <a:pt x="5005" y="1407"/>
                      <a:pt x="3005" y="12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4" name="Freeform: Shape 2163">
                <a:extLst>
                  <a:ext uri="{FF2B5EF4-FFF2-40B4-BE49-F238E27FC236}">
                    <a16:creationId xmlns:a16="http://schemas.microsoft.com/office/drawing/2014/main" id="{42358E3B-7A27-118F-A6A8-9C27F690750B}"/>
                  </a:ext>
                </a:extLst>
              </p:cNvPr>
              <p:cNvSpPr/>
              <p:nvPr/>
            </p:nvSpPr>
            <p:spPr>
              <a:xfrm>
                <a:off x="7209973" y="4725205"/>
                <a:ext cx="7445" cy="8246"/>
              </a:xfrm>
              <a:custGeom>
                <a:avLst/>
                <a:gdLst>
                  <a:gd name="connsiteX0" fmla="*/ 2985 w 7445"/>
                  <a:gd name="connsiteY0" fmla="*/ 4283 h 8246"/>
                  <a:gd name="connsiteX1" fmla="*/ 7426 w 7445"/>
                  <a:gd name="connsiteY1" fmla="*/ 8244 h 8246"/>
                  <a:gd name="connsiteX2" fmla="*/ 2985 w 7445"/>
                  <a:gd name="connsiteY2" fmla="*/ 4283 h 8246"/>
                </a:gdLst>
                <a:ahLst/>
                <a:cxnLst>
                  <a:cxn ang="0">
                    <a:pos x="connsiteX0" y="connsiteY0"/>
                  </a:cxn>
                  <a:cxn ang="0">
                    <a:pos x="connsiteX1" y="connsiteY1"/>
                  </a:cxn>
                  <a:cxn ang="0">
                    <a:pos x="connsiteX2" y="connsiteY2"/>
                  </a:cxn>
                </a:cxnLst>
                <a:rect l="l" t="t" r="r" b="b"/>
                <a:pathLst>
                  <a:path w="7445" h="8246">
                    <a:moveTo>
                      <a:pt x="2985" y="4283"/>
                    </a:moveTo>
                    <a:cubicBezTo>
                      <a:pt x="-5936" y="-6490"/>
                      <a:pt x="8043" y="6209"/>
                      <a:pt x="7426" y="8244"/>
                    </a:cubicBezTo>
                    <a:cubicBezTo>
                      <a:pt x="6980" y="8329"/>
                      <a:pt x="4991" y="6541"/>
                      <a:pt x="2985" y="428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5" name="Freeform: Shape 2164">
                <a:extLst>
                  <a:ext uri="{FF2B5EF4-FFF2-40B4-BE49-F238E27FC236}">
                    <a16:creationId xmlns:a16="http://schemas.microsoft.com/office/drawing/2014/main" id="{FCA3B520-066D-AA6F-852C-6A6A9E98D50A}"/>
                  </a:ext>
                </a:extLst>
              </p:cNvPr>
              <p:cNvSpPr/>
              <p:nvPr/>
            </p:nvSpPr>
            <p:spPr>
              <a:xfrm>
                <a:off x="7048850" y="4903858"/>
                <a:ext cx="7451" cy="3207"/>
              </a:xfrm>
              <a:custGeom>
                <a:avLst/>
                <a:gdLst>
                  <a:gd name="connsiteX0" fmla="*/ 2945 w 7451"/>
                  <a:gd name="connsiteY0" fmla="*/ 2674 h 3207"/>
                  <a:gd name="connsiteX1" fmla="*/ 7432 w 7451"/>
                  <a:gd name="connsiteY1" fmla="*/ 2777 h 3207"/>
                  <a:gd name="connsiteX2" fmla="*/ 2945 w 7451"/>
                  <a:gd name="connsiteY2" fmla="*/ 2674 h 3207"/>
                </a:gdLst>
                <a:ahLst/>
                <a:cxnLst>
                  <a:cxn ang="0">
                    <a:pos x="connsiteX0" y="connsiteY0"/>
                  </a:cxn>
                  <a:cxn ang="0">
                    <a:pos x="connsiteX1" y="connsiteY1"/>
                  </a:cxn>
                  <a:cxn ang="0">
                    <a:pos x="connsiteX2" y="connsiteY2"/>
                  </a:cxn>
                </a:cxnLst>
                <a:rect l="l" t="t" r="r" b="b"/>
                <a:pathLst>
                  <a:path w="7451" h="3207">
                    <a:moveTo>
                      <a:pt x="2945" y="2674"/>
                    </a:moveTo>
                    <a:cubicBezTo>
                      <a:pt x="-5896" y="-1132"/>
                      <a:pt x="8043" y="-675"/>
                      <a:pt x="7432" y="2777"/>
                    </a:cubicBezTo>
                    <a:cubicBezTo>
                      <a:pt x="6957" y="3394"/>
                      <a:pt x="4951" y="3337"/>
                      <a:pt x="2945" y="26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6" name="Freeform: Shape 2165">
                <a:extLst>
                  <a:ext uri="{FF2B5EF4-FFF2-40B4-BE49-F238E27FC236}">
                    <a16:creationId xmlns:a16="http://schemas.microsoft.com/office/drawing/2014/main" id="{FDC636DE-65D5-2309-713F-FF093CDB6931}"/>
                  </a:ext>
                </a:extLst>
              </p:cNvPr>
              <p:cNvSpPr/>
              <p:nvPr/>
            </p:nvSpPr>
            <p:spPr>
              <a:xfrm>
                <a:off x="7103114" y="4828863"/>
                <a:ext cx="7291" cy="5204"/>
              </a:xfrm>
              <a:custGeom>
                <a:avLst/>
                <a:gdLst>
                  <a:gd name="connsiteX0" fmla="*/ 2734 w 7291"/>
                  <a:gd name="connsiteY0" fmla="*/ 3837 h 5204"/>
                  <a:gd name="connsiteX1" fmla="*/ 4557 w 7291"/>
                  <a:gd name="connsiteY1" fmla="*/ 1351 h 5204"/>
                  <a:gd name="connsiteX2" fmla="*/ 2734 w 7291"/>
                  <a:gd name="connsiteY2" fmla="*/ 3837 h 5204"/>
                </a:gdLst>
                <a:ahLst/>
                <a:cxnLst>
                  <a:cxn ang="0">
                    <a:pos x="connsiteX0" y="connsiteY0"/>
                  </a:cxn>
                  <a:cxn ang="0">
                    <a:pos x="connsiteX1" y="connsiteY1"/>
                  </a:cxn>
                  <a:cxn ang="0">
                    <a:pos x="connsiteX2" y="connsiteY2"/>
                  </a:cxn>
                </a:cxnLst>
                <a:rect l="l" t="t" r="r" b="b"/>
                <a:pathLst>
                  <a:path w="7291" h="5204">
                    <a:moveTo>
                      <a:pt x="2734" y="3837"/>
                    </a:moveTo>
                    <a:cubicBezTo>
                      <a:pt x="-2066" y="820"/>
                      <a:pt x="37" y="-1626"/>
                      <a:pt x="4557" y="1351"/>
                    </a:cubicBezTo>
                    <a:cubicBezTo>
                      <a:pt x="9341" y="4443"/>
                      <a:pt x="7283" y="6815"/>
                      <a:pt x="2734" y="383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7" name="Freeform: Shape 2166">
                <a:extLst>
                  <a:ext uri="{FF2B5EF4-FFF2-40B4-BE49-F238E27FC236}">
                    <a16:creationId xmlns:a16="http://schemas.microsoft.com/office/drawing/2014/main" id="{DEF7DA87-B4D3-869C-AF62-7027B9A79B78}"/>
                  </a:ext>
                </a:extLst>
              </p:cNvPr>
              <p:cNvSpPr/>
              <p:nvPr/>
            </p:nvSpPr>
            <p:spPr>
              <a:xfrm>
                <a:off x="7389728" y="5500638"/>
                <a:ext cx="8849" cy="18948"/>
              </a:xfrm>
              <a:custGeom>
                <a:avLst/>
                <a:gdLst>
                  <a:gd name="connsiteX0" fmla="*/ 3825 w 8849"/>
                  <a:gd name="connsiteY0" fmla="*/ 318 h 18948"/>
                  <a:gd name="connsiteX1" fmla="*/ 5019 w 8849"/>
                  <a:gd name="connsiteY1" fmla="*/ 18657 h 18948"/>
                  <a:gd name="connsiteX2" fmla="*/ 3825 w 8849"/>
                  <a:gd name="connsiteY2" fmla="*/ 318 h 18948"/>
                </a:gdLst>
                <a:ahLst/>
                <a:cxnLst>
                  <a:cxn ang="0">
                    <a:pos x="connsiteX0" y="connsiteY0"/>
                  </a:cxn>
                  <a:cxn ang="0">
                    <a:pos x="connsiteX1" y="connsiteY1"/>
                  </a:cxn>
                  <a:cxn ang="0">
                    <a:pos x="connsiteX2" y="connsiteY2"/>
                  </a:cxn>
                </a:cxnLst>
                <a:rect l="l" t="t" r="r" b="b"/>
                <a:pathLst>
                  <a:path w="8849" h="18948">
                    <a:moveTo>
                      <a:pt x="3825" y="318"/>
                    </a:moveTo>
                    <a:cubicBezTo>
                      <a:pt x="-3725" y="-2780"/>
                      <a:pt x="1664" y="17777"/>
                      <a:pt x="5019" y="18657"/>
                    </a:cubicBezTo>
                    <a:cubicBezTo>
                      <a:pt x="12568" y="21600"/>
                      <a:pt x="7202" y="1306"/>
                      <a:pt x="3825" y="3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8" name="Freeform: Shape 2167">
                <a:extLst>
                  <a:ext uri="{FF2B5EF4-FFF2-40B4-BE49-F238E27FC236}">
                    <a16:creationId xmlns:a16="http://schemas.microsoft.com/office/drawing/2014/main" id="{AD8EBFFD-9DF4-2C92-69C8-2CBB18061158}"/>
                  </a:ext>
                </a:extLst>
              </p:cNvPr>
              <p:cNvSpPr/>
              <p:nvPr/>
            </p:nvSpPr>
            <p:spPr>
              <a:xfrm>
                <a:off x="7254094" y="4756549"/>
                <a:ext cx="7510" cy="8995"/>
              </a:xfrm>
              <a:custGeom>
                <a:avLst/>
                <a:gdLst>
                  <a:gd name="connsiteX0" fmla="*/ 3196 w 7510"/>
                  <a:gd name="connsiteY0" fmla="*/ 3074 h 8995"/>
                  <a:gd name="connsiteX1" fmla="*/ 7510 w 7510"/>
                  <a:gd name="connsiteY1" fmla="*/ 8920 h 8995"/>
                  <a:gd name="connsiteX2" fmla="*/ 3196 w 7510"/>
                  <a:gd name="connsiteY2" fmla="*/ 3074 h 8995"/>
                </a:gdLst>
                <a:ahLst/>
                <a:cxnLst>
                  <a:cxn ang="0">
                    <a:pos x="connsiteX0" y="connsiteY0"/>
                  </a:cxn>
                  <a:cxn ang="0">
                    <a:pos x="connsiteX1" y="connsiteY1"/>
                  </a:cxn>
                  <a:cxn ang="0">
                    <a:pos x="connsiteX2" y="connsiteY2"/>
                  </a:cxn>
                </a:cxnLst>
                <a:rect l="l" t="t" r="r" b="b"/>
                <a:pathLst>
                  <a:path w="7510" h="8995">
                    <a:moveTo>
                      <a:pt x="3196" y="3074"/>
                    </a:moveTo>
                    <a:cubicBezTo>
                      <a:pt x="-5680" y="-6756"/>
                      <a:pt x="6659" y="10252"/>
                      <a:pt x="7510" y="8920"/>
                    </a:cubicBezTo>
                    <a:cubicBezTo>
                      <a:pt x="7179" y="8057"/>
                      <a:pt x="5247" y="5428"/>
                      <a:pt x="3196" y="30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9" name="Freeform: Shape 2168">
                <a:extLst>
                  <a:ext uri="{FF2B5EF4-FFF2-40B4-BE49-F238E27FC236}">
                    <a16:creationId xmlns:a16="http://schemas.microsoft.com/office/drawing/2014/main" id="{6AB73825-1B8E-0C95-E6CA-22F9E296E08D}"/>
                  </a:ext>
                </a:extLst>
              </p:cNvPr>
              <p:cNvSpPr/>
              <p:nvPr/>
            </p:nvSpPr>
            <p:spPr>
              <a:xfrm>
                <a:off x="7425462" y="6113768"/>
                <a:ext cx="9009" cy="16752"/>
              </a:xfrm>
              <a:custGeom>
                <a:avLst/>
                <a:gdLst>
                  <a:gd name="connsiteX0" fmla="*/ 3837 w 9009"/>
                  <a:gd name="connsiteY0" fmla="*/ 7 h 16752"/>
                  <a:gd name="connsiteX1" fmla="*/ 5164 w 9009"/>
                  <a:gd name="connsiteY1" fmla="*/ 16747 h 16752"/>
                  <a:gd name="connsiteX2" fmla="*/ 3837 w 9009"/>
                  <a:gd name="connsiteY2" fmla="*/ 7 h 16752"/>
                </a:gdLst>
                <a:ahLst/>
                <a:cxnLst>
                  <a:cxn ang="0">
                    <a:pos x="connsiteX0" y="connsiteY0"/>
                  </a:cxn>
                  <a:cxn ang="0">
                    <a:pos x="connsiteX1" y="connsiteY1"/>
                  </a:cxn>
                  <a:cxn ang="0">
                    <a:pos x="connsiteX2" y="connsiteY2"/>
                  </a:cxn>
                </a:cxnLst>
                <a:rect l="l" t="t" r="r" b="b"/>
                <a:pathLst>
                  <a:path w="9009" h="16752">
                    <a:moveTo>
                      <a:pt x="3837" y="7"/>
                    </a:moveTo>
                    <a:cubicBezTo>
                      <a:pt x="-2609" y="-404"/>
                      <a:pt x="-83" y="16901"/>
                      <a:pt x="5164" y="16747"/>
                    </a:cubicBezTo>
                    <a:cubicBezTo>
                      <a:pt x="11724" y="17112"/>
                      <a:pt x="8953" y="-33"/>
                      <a:pt x="3837"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0" name="Freeform: Shape 2169">
                <a:extLst>
                  <a:ext uri="{FF2B5EF4-FFF2-40B4-BE49-F238E27FC236}">
                    <a16:creationId xmlns:a16="http://schemas.microsoft.com/office/drawing/2014/main" id="{0D85F545-2D2B-58CF-B7DC-E0C14ED32332}"/>
                  </a:ext>
                </a:extLst>
              </p:cNvPr>
              <p:cNvSpPr/>
              <p:nvPr/>
            </p:nvSpPr>
            <p:spPr>
              <a:xfrm>
                <a:off x="7285391" y="4899355"/>
                <a:ext cx="7652" cy="10195"/>
              </a:xfrm>
              <a:custGeom>
                <a:avLst/>
                <a:gdLst>
                  <a:gd name="connsiteX0" fmla="*/ 3365 w 7652"/>
                  <a:gd name="connsiteY0" fmla="*/ 2120 h 10195"/>
                  <a:gd name="connsiteX1" fmla="*/ 4285 w 7652"/>
                  <a:gd name="connsiteY1" fmla="*/ 8034 h 10195"/>
                  <a:gd name="connsiteX2" fmla="*/ 3365 w 7652"/>
                  <a:gd name="connsiteY2" fmla="*/ 2120 h 10195"/>
                </a:gdLst>
                <a:ahLst/>
                <a:cxnLst>
                  <a:cxn ang="0">
                    <a:pos x="connsiteX0" y="connsiteY0"/>
                  </a:cxn>
                  <a:cxn ang="0">
                    <a:pos x="connsiteX1" y="connsiteY1"/>
                  </a:cxn>
                  <a:cxn ang="0">
                    <a:pos x="connsiteX2" y="connsiteY2"/>
                  </a:cxn>
                </a:cxnLst>
                <a:rect l="l" t="t" r="r" b="b"/>
                <a:pathLst>
                  <a:path w="7652" h="10195">
                    <a:moveTo>
                      <a:pt x="3365" y="2120"/>
                    </a:moveTo>
                    <a:cubicBezTo>
                      <a:pt x="-3133" y="-4184"/>
                      <a:pt x="1250" y="5320"/>
                      <a:pt x="4285" y="8034"/>
                    </a:cubicBezTo>
                    <a:cubicBezTo>
                      <a:pt x="10800" y="14430"/>
                      <a:pt x="6382" y="4857"/>
                      <a:pt x="3365" y="21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1" name="Freeform: Shape 2170">
                <a:extLst>
                  <a:ext uri="{FF2B5EF4-FFF2-40B4-BE49-F238E27FC236}">
                    <a16:creationId xmlns:a16="http://schemas.microsoft.com/office/drawing/2014/main" id="{8B3DC491-F64B-AA4E-8E36-4C4B5E7F604C}"/>
                  </a:ext>
                </a:extLst>
              </p:cNvPr>
              <p:cNvSpPr/>
              <p:nvPr/>
            </p:nvSpPr>
            <p:spPr>
              <a:xfrm>
                <a:off x="7313006" y="5088773"/>
                <a:ext cx="8032" cy="10287"/>
              </a:xfrm>
              <a:custGeom>
                <a:avLst/>
                <a:gdLst>
                  <a:gd name="connsiteX0" fmla="*/ 3531 w 8032"/>
                  <a:gd name="connsiteY0" fmla="*/ 2034 h 10287"/>
                  <a:gd name="connsiteX1" fmla="*/ 4502 w 8032"/>
                  <a:gd name="connsiteY1" fmla="*/ 8201 h 10287"/>
                  <a:gd name="connsiteX2" fmla="*/ 3531 w 8032"/>
                  <a:gd name="connsiteY2" fmla="*/ 2034 h 10287"/>
                </a:gdLst>
                <a:ahLst/>
                <a:cxnLst>
                  <a:cxn ang="0">
                    <a:pos x="connsiteX0" y="connsiteY0"/>
                  </a:cxn>
                  <a:cxn ang="0">
                    <a:pos x="connsiteX1" y="connsiteY1"/>
                  </a:cxn>
                  <a:cxn ang="0">
                    <a:pos x="connsiteX2" y="connsiteY2"/>
                  </a:cxn>
                </a:cxnLst>
                <a:rect l="l" t="t" r="r" b="b"/>
                <a:pathLst>
                  <a:path w="8032" h="10287">
                    <a:moveTo>
                      <a:pt x="3531" y="2034"/>
                    </a:moveTo>
                    <a:cubicBezTo>
                      <a:pt x="-3282" y="-4161"/>
                      <a:pt x="1302" y="5520"/>
                      <a:pt x="4502" y="8201"/>
                    </a:cubicBezTo>
                    <a:cubicBezTo>
                      <a:pt x="11332" y="14516"/>
                      <a:pt x="6702" y="4743"/>
                      <a:pt x="3531" y="20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2" name="Freeform: Shape 2171">
                <a:extLst>
                  <a:ext uri="{FF2B5EF4-FFF2-40B4-BE49-F238E27FC236}">
                    <a16:creationId xmlns:a16="http://schemas.microsoft.com/office/drawing/2014/main" id="{8096E4D9-8B42-FDBA-0065-F3CEA3E2DFBA}"/>
                  </a:ext>
                </a:extLst>
              </p:cNvPr>
              <p:cNvSpPr/>
              <p:nvPr/>
            </p:nvSpPr>
            <p:spPr>
              <a:xfrm>
                <a:off x="8345428" y="7525702"/>
                <a:ext cx="13186" cy="5488"/>
              </a:xfrm>
              <a:custGeom>
                <a:avLst/>
                <a:gdLst>
                  <a:gd name="connsiteX0" fmla="*/ 4723 w 13186"/>
                  <a:gd name="connsiteY0" fmla="*/ 4 h 5488"/>
                  <a:gd name="connsiteX1" fmla="*/ 12450 w 13186"/>
                  <a:gd name="connsiteY1" fmla="*/ 4542 h 5488"/>
                  <a:gd name="connsiteX2" fmla="*/ 4723 w 13186"/>
                  <a:gd name="connsiteY2" fmla="*/ 4 h 5488"/>
                </a:gdLst>
                <a:ahLst/>
                <a:cxnLst>
                  <a:cxn ang="0">
                    <a:pos x="connsiteX0" y="connsiteY0"/>
                  </a:cxn>
                  <a:cxn ang="0">
                    <a:pos x="connsiteX1" y="connsiteY1"/>
                  </a:cxn>
                  <a:cxn ang="0">
                    <a:pos x="connsiteX2" y="connsiteY2"/>
                  </a:cxn>
                </a:cxnLst>
                <a:rect l="l" t="t" r="r" b="b"/>
                <a:pathLst>
                  <a:path w="13186" h="5488">
                    <a:moveTo>
                      <a:pt x="4723" y="4"/>
                    </a:moveTo>
                    <a:cubicBezTo>
                      <a:pt x="-7792" y="1158"/>
                      <a:pt x="8027" y="7948"/>
                      <a:pt x="12450" y="4542"/>
                    </a:cubicBezTo>
                    <a:cubicBezTo>
                      <a:pt x="15725" y="1335"/>
                      <a:pt x="7153" y="-82"/>
                      <a:pt x="4723"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3" name="Freeform: Shape 2172">
                <a:extLst>
                  <a:ext uri="{FF2B5EF4-FFF2-40B4-BE49-F238E27FC236}">
                    <a16:creationId xmlns:a16="http://schemas.microsoft.com/office/drawing/2014/main" id="{0E747AAC-077E-5592-1C98-D5D9955354F1}"/>
                  </a:ext>
                </a:extLst>
              </p:cNvPr>
              <p:cNvSpPr/>
              <p:nvPr/>
            </p:nvSpPr>
            <p:spPr>
              <a:xfrm>
                <a:off x="6764269" y="4966422"/>
                <a:ext cx="6199" cy="1103"/>
              </a:xfrm>
              <a:custGeom>
                <a:avLst/>
                <a:gdLst>
                  <a:gd name="connsiteX0" fmla="*/ 2691 w 6199"/>
                  <a:gd name="connsiteY0" fmla="*/ 44 h 1103"/>
                  <a:gd name="connsiteX1" fmla="*/ 5365 w 6199"/>
                  <a:gd name="connsiteY1" fmla="*/ 50 h 1103"/>
                  <a:gd name="connsiteX2" fmla="*/ 2691 w 6199"/>
                  <a:gd name="connsiteY2" fmla="*/ 44 h 1103"/>
                </a:gdLst>
                <a:ahLst/>
                <a:cxnLst>
                  <a:cxn ang="0">
                    <a:pos x="connsiteX0" y="connsiteY0"/>
                  </a:cxn>
                  <a:cxn ang="0">
                    <a:pos x="connsiteX1" y="connsiteY1"/>
                  </a:cxn>
                  <a:cxn ang="0">
                    <a:pos x="connsiteX2" y="connsiteY2"/>
                  </a:cxn>
                </a:cxnLst>
                <a:rect l="l" t="t" r="r" b="b"/>
                <a:pathLst>
                  <a:path w="6199" h="1103">
                    <a:moveTo>
                      <a:pt x="2691" y="44"/>
                    </a:moveTo>
                    <a:cubicBezTo>
                      <a:pt x="-6122" y="1056"/>
                      <a:pt x="9926" y="1805"/>
                      <a:pt x="5365" y="50"/>
                    </a:cubicBezTo>
                    <a:cubicBezTo>
                      <a:pt x="4605" y="-13"/>
                      <a:pt x="3628" y="-18"/>
                      <a:pt x="2691" y="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4" name="Freeform: Shape 2173">
                <a:extLst>
                  <a:ext uri="{FF2B5EF4-FFF2-40B4-BE49-F238E27FC236}">
                    <a16:creationId xmlns:a16="http://schemas.microsoft.com/office/drawing/2014/main" id="{C780D6AC-7FE3-D609-0480-42F0F3C06BBE}"/>
                  </a:ext>
                </a:extLst>
              </p:cNvPr>
              <p:cNvSpPr/>
              <p:nvPr/>
            </p:nvSpPr>
            <p:spPr>
              <a:xfrm>
                <a:off x="7479276" y="6364236"/>
                <a:ext cx="10802" cy="1528"/>
              </a:xfrm>
              <a:custGeom>
                <a:avLst/>
                <a:gdLst>
                  <a:gd name="connsiteX0" fmla="*/ 4351 w 10802"/>
                  <a:gd name="connsiteY0" fmla="*/ 216 h 1528"/>
                  <a:gd name="connsiteX1" fmla="*/ 10803 w 10802"/>
                  <a:gd name="connsiteY1" fmla="*/ 239 h 1528"/>
                  <a:gd name="connsiteX2" fmla="*/ 4351 w 10802"/>
                  <a:gd name="connsiteY2" fmla="*/ 216 h 1528"/>
                </a:gdLst>
                <a:ahLst/>
                <a:cxnLst>
                  <a:cxn ang="0">
                    <a:pos x="connsiteX0" y="connsiteY0"/>
                  </a:cxn>
                  <a:cxn ang="0">
                    <a:pos x="connsiteX1" y="connsiteY1"/>
                  </a:cxn>
                  <a:cxn ang="0">
                    <a:pos x="connsiteX2" y="connsiteY2"/>
                  </a:cxn>
                </a:cxnLst>
                <a:rect l="l" t="t" r="r" b="b"/>
                <a:pathLst>
                  <a:path w="10802" h="1528">
                    <a:moveTo>
                      <a:pt x="4351" y="216"/>
                    </a:moveTo>
                    <a:cubicBezTo>
                      <a:pt x="-8331" y="1925"/>
                      <a:pt x="10740" y="1999"/>
                      <a:pt x="10803" y="239"/>
                    </a:cubicBezTo>
                    <a:cubicBezTo>
                      <a:pt x="10163" y="-70"/>
                      <a:pt x="7277" y="-81"/>
                      <a:pt x="4351" y="2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5" name="Freeform: Shape 2174">
                <a:extLst>
                  <a:ext uri="{FF2B5EF4-FFF2-40B4-BE49-F238E27FC236}">
                    <a16:creationId xmlns:a16="http://schemas.microsoft.com/office/drawing/2014/main" id="{D1C68DA4-F090-892B-34F1-67A6F5517B51}"/>
                  </a:ext>
                </a:extLst>
              </p:cNvPr>
              <p:cNvSpPr/>
              <p:nvPr/>
            </p:nvSpPr>
            <p:spPr>
              <a:xfrm>
                <a:off x="7613828" y="6539867"/>
                <a:ext cx="11485" cy="5107"/>
              </a:xfrm>
              <a:custGeom>
                <a:avLst/>
                <a:gdLst>
                  <a:gd name="connsiteX0" fmla="*/ 4792 w 11485"/>
                  <a:gd name="connsiteY0" fmla="*/ 64 h 5107"/>
                  <a:gd name="connsiteX1" fmla="*/ 11485 w 11485"/>
                  <a:gd name="connsiteY1" fmla="*/ 2007 h 5107"/>
                  <a:gd name="connsiteX2" fmla="*/ 4792 w 11485"/>
                  <a:gd name="connsiteY2" fmla="*/ 64 h 5107"/>
                </a:gdLst>
                <a:ahLst/>
                <a:cxnLst>
                  <a:cxn ang="0">
                    <a:pos x="connsiteX0" y="connsiteY0"/>
                  </a:cxn>
                  <a:cxn ang="0">
                    <a:pos x="connsiteX1" y="connsiteY1"/>
                  </a:cxn>
                  <a:cxn ang="0">
                    <a:pos x="connsiteX2" y="connsiteY2"/>
                  </a:cxn>
                </a:cxnLst>
                <a:rect l="l" t="t" r="r" b="b"/>
                <a:pathLst>
                  <a:path w="11485" h="5107">
                    <a:moveTo>
                      <a:pt x="4792" y="64"/>
                    </a:moveTo>
                    <a:cubicBezTo>
                      <a:pt x="-9090" y="2984"/>
                      <a:pt x="11616" y="8654"/>
                      <a:pt x="11485" y="2007"/>
                    </a:cubicBezTo>
                    <a:cubicBezTo>
                      <a:pt x="10890" y="624"/>
                      <a:pt x="7896" y="-250"/>
                      <a:pt x="4792" y="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6" name="Freeform: Shape 2175">
                <a:extLst>
                  <a:ext uri="{FF2B5EF4-FFF2-40B4-BE49-F238E27FC236}">
                    <a16:creationId xmlns:a16="http://schemas.microsoft.com/office/drawing/2014/main" id="{94975E9E-0DB9-355D-E132-CA3355745EB9}"/>
                  </a:ext>
                </a:extLst>
              </p:cNvPr>
              <p:cNvSpPr/>
              <p:nvPr/>
            </p:nvSpPr>
            <p:spPr>
              <a:xfrm>
                <a:off x="7548326" y="6420778"/>
                <a:ext cx="10928" cy="3082"/>
              </a:xfrm>
              <a:custGeom>
                <a:avLst/>
                <a:gdLst>
                  <a:gd name="connsiteX0" fmla="*/ 4349 w 10928"/>
                  <a:gd name="connsiteY0" fmla="*/ 144 h 3082"/>
                  <a:gd name="connsiteX1" fmla="*/ 6589 w 10928"/>
                  <a:gd name="connsiteY1" fmla="*/ 2933 h 3082"/>
                  <a:gd name="connsiteX2" fmla="*/ 4349 w 10928"/>
                  <a:gd name="connsiteY2" fmla="*/ 144 h 3082"/>
                </a:gdLst>
                <a:ahLst/>
                <a:cxnLst>
                  <a:cxn ang="0">
                    <a:pos x="connsiteX0" y="connsiteY0"/>
                  </a:cxn>
                  <a:cxn ang="0">
                    <a:pos x="connsiteX1" y="connsiteY1"/>
                  </a:cxn>
                  <a:cxn ang="0">
                    <a:pos x="connsiteX2" y="connsiteY2"/>
                  </a:cxn>
                </a:cxnLst>
                <a:rect l="l" t="t" r="r" b="b"/>
                <a:pathLst>
                  <a:path w="10928" h="3082">
                    <a:moveTo>
                      <a:pt x="4349" y="144"/>
                    </a:moveTo>
                    <a:cubicBezTo>
                      <a:pt x="-3795" y="1179"/>
                      <a:pt x="988" y="3722"/>
                      <a:pt x="6589" y="2933"/>
                    </a:cubicBezTo>
                    <a:cubicBezTo>
                      <a:pt x="14733" y="1938"/>
                      <a:pt x="9915" y="-633"/>
                      <a:pt x="4349" y="1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7" name="Freeform: Shape 2176">
                <a:extLst>
                  <a:ext uri="{FF2B5EF4-FFF2-40B4-BE49-F238E27FC236}">
                    <a16:creationId xmlns:a16="http://schemas.microsoft.com/office/drawing/2014/main" id="{22D25C19-5EB2-82EA-48FB-5FB1F03A6164}"/>
                  </a:ext>
                </a:extLst>
              </p:cNvPr>
              <p:cNvSpPr/>
              <p:nvPr/>
            </p:nvSpPr>
            <p:spPr>
              <a:xfrm>
                <a:off x="7341646" y="6348623"/>
                <a:ext cx="10106" cy="314"/>
              </a:xfrm>
              <a:custGeom>
                <a:avLst/>
                <a:gdLst>
                  <a:gd name="connsiteX0" fmla="*/ 4043 w 10106"/>
                  <a:gd name="connsiteY0" fmla="*/ 194 h 314"/>
                  <a:gd name="connsiteX1" fmla="*/ 10107 w 10106"/>
                  <a:gd name="connsiteY1" fmla="*/ 4 h 314"/>
                  <a:gd name="connsiteX2" fmla="*/ 4043 w 10106"/>
                  <a:gd name="connsiteY2" fmla="*/ 194 h 314"/>
                </a:gdLst>
                <a:ahLst/>
                <a:cxnLst>
                  <a:cxn ang="0">
                    <a:pos x="connsiteX0" y="connsiteY0"/>
                  </a:cxn>
                  <a:cxn ang="0">
                    <a:pos x="connsiteX1" y="connsiteY1"/>
                  </a:cxn>
                  <a:cxn ang="0">
                    <a:pos x="connsiteX2" y="connsiteY2"/>
                  </a:cxn>
                </a:cxnLst>
                <a:rect l="l" t="t" r="r" b="b"/>
                <a:pathLst>
                  <a:path w="10106" h="314">
                    <a:moveTo>
                      <a:pt x="4043" y="194"/>
                    </a:moveTo>
                    <a:cubicBezTo>
                      <a:pt x="-7712" y="570"/>
                      <a:pt x="9884" y="-58"/>
                      <a:pt x="10107" y="4"/>
                    </a:cubicBezTo>
                    <a:cubicBezTo>
                      <a:pt x="9495" y="33"/>
                      <a:pt x="6781" y="113"/>
                      <a:pt x="4043" y="1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8" name="Freeform: Shape 2177">
                <a:extLst>
                  <a:ext uri="{FF2B5EF4-FFF2-40B4-BE49-F238E27FC236}">
                    <a16:creationId xmlns:a16="http://schemas.microsoft.com/office/drawing/2014/main" id="{4166B91E-CE8B-7287-86C8-D0A0D7A8D994}"/>
                  </a:ext>
                </a:extLst>
              </p:cNvPr>
              <p:cNvSpPr/>
              <p:nvPr/>
            </p:nvSpPr>
            <p:spPr>
              <a:xfrm>
                <a:off x="7409607" y="6347352"/>
                <a:ext cx="10485" cy="760"/>
              </a:xfrm>
              <a:custGeom>
                <a:avLst/>
                <a:gdLst>
                  <a:gd name="connsiteX0" fmla="*/ 4205 w 10485"/>
                  <a:gd name="connsiteY0" fmla="*/ 304 h 760"/>
                  <a:gd name="connsiteX1" fmla="*/ 10486 w 10485"/>
                  <a:gd name="connsiteY1" fmla="*/ 7 h 760"/>
                  <a:gd name="connsiteX2" fmla="*/ 4205 w 10485"/>
                  <a:gd name="connsiteY2" fmla="*/ 304 h 760"/>
                </a:gdLst>
                <a:ahLst/>
                <a:cxnLst>
                  <a:cxn ang="0">
                    <a:pos x="connsiteX0" y="connsiteY0"/>
                  </a:cxn>
                  <a:cxn ang="0">
                    <a:pos x="connsiteX1" y="connsiteY1"/>
                  </a:cxn>
                  <a:cxn ang="0">
                    <a:pos x="connsiteX2" y="connsiteY2"/>
                  </a:cxn>
                </a:cxnLst>
                <a:rect l="l" t="t" r="r" b="b"/>
                <a:pathLst>
                  <a:path w="10485" h="760">
                    <a:moveTo>
                      <a:pt x="4205" y="304"/>
                    </a:moveTo>
                    <a:cubicBezTo>
                      <a:pt x="-8031" y="1293"/>
                      <a:pt x="10314" y="430"/>
                      <a:pt x="10486" y="7"/>
                    </a:cubicBezTo>
                    <a:cubicBezTo>
                      <a:pt x="9851" y="-33"/>
                      <a:pt x="7039" y="99"/>
                      <a:pt x="4205" y="3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9" name="Freeform: Shape 2178">
                <a:extLst>
                  <a:ext uri="{FF2B5EF4-FFF2-40B4-BE49-F238E27FC236}">
                    <a16:creationId xmlns:a16="http://schemas.microsoft.com/office/drawing/2014/main" id="{17B1F85B-E8DC-3867-FC5F-1D2BA5F72CAE}"/>
                  </a:ext>
                </a:extLst>
              </p:cNvPr>
              <p:cNvSpPr/>
              <p:nvPr/>
            </p:nvSpPr>
            <p:spPr>
              <a:xfrm>
                <a:off x="7896328" y="7345707"/>
                <a:ext cx="12769" cy="6554"/>
              </a:xfrm>
              <a:custGeom>
                <a:avLst/>
                <a:gdLst>
                  <a:gd name="connsiteX0" fmla="*/ 4996 w 12769"/>
                  <a:gd name="connsiteY0" fmla="*/ 16 h 6554"/>
                  <a:gd name="connsiteX1" fmla="*/ 7779 w 12769"/>
                  <a:gd name="connsiteY1" fmla="*/ 6538 h 6554"/>
                  <a:gd name="connsiteX2" fmla="*/ 4996 w 12769"/>
                  <a:gd name="connsiteY2" fmla="*/ 16 h 6554"/>
                </a:gdLst>
                <a:ahLst/>
                <a:cxnLst>
                  <a:cxn ang="0">
                    <a:pos x="connsiteX0" y="connsiteY0"/>
                  </a:cxn>
                  <a:cxn ang="0">
                    <a:pos x="connsiteX1" y="connsiteY1"/>
                  </a:cxn>
                  <a:cxn ang="0">
                    <a:pos x="connsiteX2" y="connsiteY2"/>
                  </a:cxn>
                </a:cxnLst>
                <a:rect l="l" t="t" r="r" b="b"/>
                <a:pathLst>
                  <a:path w="12769" h="6554">
                    <a:moveTo>
                      <a:pt x="4996" y="16"/>
                    </a:moveTo>
                    <a:cubicBezTo>
                      <a:pt x="-4462" y="377"/>
                      <a:pt x="1258" y="6926"/>
                      <a:pt x="7779" y="6538"/>
                    </a:cubicBezTo>
                    <a:cubicBezTo>
                      <a:pt x="17243" y="6200"/>
                      <a:pt x="11488" y="-366"/>
                      <a:pt x="4996"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0" name="Freeform: Shape 2179">
                <a:extLst>
                  <a:ext uri="{FF2B5EF4-FFF2-40B4-BE49-F238E27FC236}">
                    <a16:creationId xmlns:a16="http://schemas.microsoft.com/office/drawing/2014/main" id="{2DA64047-83B6-B19D-EC4A-B010F54A5EFB}"/>
                  </a:ext>
                </a:extLst>
              </p:cNvPr>
              <p:cNvSpPr/>
              <p:nvPr/>
            </p:nvSpPr>
            <p:spPr>
              <a:xfrm>
                <a:off x="7277731" y="6346210"/>
                <a:ext cx="9796" cy="391"/>
              </a:xfrm>
              <a:custGeom>
                <a:avLst/>
                <a:gdLst>
                  <a:gd name="connsiteX0" fmla="*/ 3972 w 9796"/>
                  <a:gd name="connsiteY0" fmla="*/ 0 h 391"/>
                  <a:gd name="connsiteX1" fmla="*/ 9796 w 9796"/>
                  <a:gd name="connsiteY1" fmla="*/ 229 h 391"/>
                  <a:gd name="connsiteX2" fmla="*/ 3972 w 9796"/>
                  <a:gd name="connsiteY2" fmla="*/ 0 h 391"/>
                </a:gdLst>
                <a:ahLst/>
                <a:cxnLst>
                  <a:cxn ang="0">
                    <a:pos x="connsiteX0" y="connsiteY0"/>
                  </a:cxn>
                  <a:cxn ang="0">
                    <a:pos x="connsiteX1" y="connsiteY1"/>
                  </a:cxn>
                  <a:cxn ang="0">
                    <a:pos x="connsiteX2" y="connsiteY2"/>
                  </a:cxn>
                </a:cxnLst>
                <a:rect l="l" t="t" r="r" b="b"/>
                <a:pathLst>
                  <a:path w="9796" h="391">
                    <a:moveTo>
                      <a:pt x="3972" y="0"/>
                    </a:moveTo>
                    <a:cubicBezTo>
                      <a:pt x="-7509" y="40"/>
                      <a:pt x="9522" y="686"/>
                      <a:pt x="9796" y="229"/>
                    </a:cubicBezTo>
                    <a:cubicBezTo>
                      <a:pt x="9236" y="126"/>
                      <a:pt x="6630" y="17"/>
                      <a:pt x="397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1" name="Freeform: Shape 2180">
                <a:extLst>
                  <a:ext uri="{FF2B5EF4-FFF2-40B4-BE49-F238E27FC236}">
                    <a16:creationId xmlns:a16="http://schemas.microsoft.com/office/drawing/2014/main" id="{94E0BD35-D610-86DF-4F93-7EC7594E2DD0}"/>
                  </a:ext>
                </a:extLst>
              </p:cNvPr>
              <p:cNvSpPr/>
              <p:nvPr/>
            </p:nvSpPr>
            <p:spPr>
              <a:xfrm>
                <a:off x="7817027" y="7136547"/>
                <a:ext cx="12304" cy="7204"/>
              </a:xfrm>
              <a:custGeom>
                <a:avLst/>
                <a:gdLst>
                  <a:gd name="connsiteX0" fmla="*/ 4916 w 12304"/>
                  <a:gd name="connsiteY0" fmla="*/ 25 h 7204"/>
                  <a:gd name="connsiteX1" fmla="*/ 7396 w 12304"/>
                  <a:gd name="connsiteY1" fmla="*/ 7180 h 7204"/>
                  <a:gd name="connsiteX2" fmla="*/ 4916 w 12304"/>
                  <a:gd name="connsiteY2" fmla="*/ 25 h 7204"/>
                </a:gdLst>
                <a:ahLst/>
                <a:cxnLst>
                  <a:cxn ang="0">
                    <a:pos x="connsiteX0" y="connsiteY0"/>
                  </a:cxn>
                  <a:cxn ang="0">
                    <a:pos x="connsiteX1" y="connsiteY1"/>
                  </a:cxn>
                  <a:cxn ang="0">
                    <a:pos x="connsiteX2" y="connsiteY2"/>
                  </a:cxn>
                </a:cxnLst>
                <a:rect l="l" t="t" r="r" b="b"/>
                <a:pathLst>
                  <a:path w="12304" h="7204">
                    <a:moveTo>
                      <a:pt x="4916" y="25"/>
                    </a:moveTo>
                    <a:cubicBezTo>
                      <a:pt x="-4068" y="516"/>
                      <a:pt x="778" y="7677"/>
                      <a:pt x="7396" y="7180"/>
                    </a:cubicBezTo>
                    <a:cubicBezTo>
                      <a:pt x="16380" y="6711"/>
                      <a:pt x="11505" y="-473"/>
                      <a:pt x="4916" y="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2" name="Freeform: Shape 2181">
                <a:extLst>
                  <a:ext uri="{FF2B5EF4-FFF2-40B4-BE49-F238E27FC236}">
                    <a16:creationId xmlns:a16="http://schemas.microsoft.com/office/drawing/2014/main" id="{9C06B549-8B2A-A624-49F4-18EFC7BE6587}"/>
                  </a:ext>
                </a:extLst>
              </p:cNvPr>
              <p:cNvSpPr/>
              <p:nvPr/>
            </p:nvSpPr>
            <p:spPr>
              <a:xfrm>
                <a:off x="7678764" y="6713111"/>
                <a:ext cx="11556" cy="6549"/>
              </a:xfrm>
              <a:custGeom>
                <a:avLst/>
                <a:gdLst>
                  <a:gd name="connsiteX0" fmla="*/ 4704 w 11556"/>
                  <a:gd name="connsiteY0" fmla="*/ 82 h 6549"/>
                  <a:gd name="connsiteX1" fmla="*/ 6864 w 11556"/>
                  <a:gd name="connsiteY1" fmla="*/ 6466 h 6549"/>
                  <a:gd name="connsiteX2" fmla="*/ 4704 w 11556"/>
                  <a:gd name="connsiteY2" fmla="*/ 82 h 6549"/>
                </a:gdLst>
                <a:ahLst/>
                <a:cxnLst>
                  <a:cxn ang="0">
                    <a:pos x="connsiteX0" y="connsiteY0"/>
                  </a:cxn>
                  <a:cxn ang="0">
                    <a:pos x="connsiteX1" y="connsiteY1"/>
                  </a:cxn>
                  <a:cxn ang="0">
                    <a:pos x="connsiteX2" y="connsiteY2"/>
                  </a:cxn>
                </a:cxnLst>
                <a:rect l="l" t="t" r="r" b="b"/>
                <a:pathLst>
                  <a:path w="11556" h="6549">
                    <a:moveTo>
                      <a:pt x="4704" y="82"/>
                    </a:moveTo>
                    <a:cubicBezTo>
                      <a:pt x="-3543" y="1030"/>
                      <a:pt x="263" y="7345"/>
                      <a:pt x="6864" y="6466"/>
                    </a:cubicBezTo>
                    <a:cubicBezTo>
                      <a:pt x="15111" y="5551"/>
                      <a:pt x="11265" y="-787"/>
                      <a:pt x="4704" y="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3" name="Freeform: Shape 2182">
                <a:extLst>
                  <a:ext uri="{FF2B5EF4-FFF2-40B4-BE49-F238E27FC236}">
                    <a16:creationId xmlns:a16="http://schemas.microsoft.com/office/drawing/2014/main" id="{4C1D65F9-D893-4D04-6A26-952615F13942}"/>
                  </a:ext>
                </a:extLst>
              </p:cNvPr>
              <p:cNvSpPr/>
              <p:nvPr/>
            </p:nvSpPr>
            <p:spPr>
              <a:xfrm>
                <a:off x="7745461" y="6918852"/>
                <a:ext cx="11906" cy="7203"/>
              </a:xfrm>
              <a:custGeom>
                <a:avLst/>
                <a:gdLst>
                  <a:gd name="connsiteX0" fmla="*/ 4822 w 11906"/>
                  <a:gd name="connsiteY0" fmla="*/ 47 h 7203"/>
                  <a:gd name="connsiteX1" fmla="*/ 7096 w 11906"/>
                  <a:gd name="connsiteY1" fmla="*/ 7156 h 7203"/>
                  <a:gd name="connsiteX2" fmla="*/ 4822 w 11906"/>
                  <a:gd name="connsiteY2" fmla="*/ 47 h 7203"/>
                </a:gdLst>
                <a:ahLst/>
                <a:cxnLst>
                  <a:cxn ang="0">
                    <a:pos x="connsiteX0" y="connsiteY0"/>
                  </a:cxn>
                  <a:cxn ang="0">
                    <a:pos x="connsiteX1" y="connsiteY1"/>
                  </a:cxn>
                  <a:cxn ang="0">
                    <a:pos x="connsiteX2" y="connsiteY2"/>
                  </a:cxn>
                </a:cxnLst>
                <a:rect l="l" t="t" r="r" b="b"/>
                <a:pathLst>
                  <a:path w="11906" h="7203">
                    <a:moveTo>
                      <a:pt x="4822" y="47"/>
                    </a:moveTo>
                    <a:cubicBezTo>
                      <a:pt x="-3739" y="767"/>
                      <a:pt x="416" y="7848"/>
                      <a:pt x="7096" y="7156"/>
                    </a:cubicBezTo>
                    <a:cubicBezTo>
                      <a:pt x="15657" y="6459"/>
                      <a:pt x="11463" y="-639"/>
                      <a:pt x="4822" y="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4" name="Freeform: Shape 2183">
                <a:extLst>
                  <a:ext uri="{FF2B5EF4-FFF2-40B4-BE49-F238E27FC236}">
                    <a16:creationId xmlns:a16="http://schemas.microsoft.com/office/drawing/2014/main" id="{F1E0EF20-CAC4-E594-6545-D7ABAA0B9F18}"/>
                  </a:ext>
                </a:extLst>
              </p:cNvPr>
              <p:cNvSpPr/>
              <p:nvPr/>
            </p:nvSpPr>
            <p:spPr>
              <a:xfrm>
                <a:off x="7000459" y="4633413"/>
                <a:ext cx="8313" cy="3942"/>
              </a:xfrm>
              <a:custGeom>
                <a:avLst/>
                <a:gdLst>
                  <a:gd name="connsiteX0" fmla="*/ 3479 w 8313"/>
                  <a:gd name="connsiteY0" fmla="*/ 2178 h 3942"/>
                  <a:gd name="connsiteX1" fmla="*/ 8313 w 8313"/>
                  <a:gd name="connsiteY1" fmla="*/ 0 h 3942"/>
                  <a:gd name="connsiteX2" fmla="*/ 3479 w 8313"/>
                  <a:gd name="connsiteY2" fmla="*/ 2178 h 3942"/>
                </a:gdLst>
                <a:ahLst/>
                <a:cxnLst>
                  <a:cxn ang="0">
                    <a:pos x="connsiteX0" y="connsiteY0"/>
                  </a:cxn>
                  <a:cxn ang="0">
                    <a:pos x="connsiteX1" y="connsiteY1"/>
                  </a:cxn>
                  <a:cxn ang="0">
                    <a:pos x="connsiteX2" y="connsiteY2"/>
                  </a:cxn>
                </a:cxnLst>
                <a:rect l="l" t="t" r="r" b="b"/>
                <a:pathLst>
                  <a:path w="8313" h="3942">
                    <a:moveTo>
                      <a:pt x="3479" y="2178"/>
                    </a:moveTo>
                    <a:cubicBezTo>
                      <a:pt x="-6397" y="7069"/>
                      <a:pt x="7845" y="269"/>
                      <a:pt x="8313" y="0"/>
                    </a:cubicBezTo>
                    <a:cubicBezTo>
                      <a:pt x="7902" y="155"/>
                      <a:pt x="5742" y="1097"/>
                      <a:pt x="3479" y="21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5" name="Freeform: Shape 2184">
                <a:extLst>
                  <a:ext uri="{FF2B5EF4-FFF2-40B4-BE49-F238E27FC236}">
                    <a16:creationId xmlns:a16="http://schemas.microsoft.com/office/drawing/2014/main" id="{6843D11A-E7ED-A9C0-0675-9F0A4D8B430E}"/>
                  </a:ext>
                </a:extLst>
              </p:cNvPr>
              <p:cNvSpPr/>
              <p:nvPr/>
            </p:nvSpPr>
            <p:spPr>
              <a:xfrm>
                <a:off x="6951862" y="4684070"/>
                <a:ext cx="8126" cy="4276"/>
              </a:xfrm>
              <a:custGeom>
                <a:avLst/>
                <a:gdLst>
                  <a:gd name="connsiteX0" fmla="*/ 3286 w 8126"/>
                  <a:gd name="connsiteY0" fmla="*/ 3378 h 4276"/>
                  <a:gd name="connsiteX1" fmla="*/ 8127 w 8126"/>
                  <a:gd name="connsiteY1" fmla="*/ 424 h 4276"/>
                  <a:gd name="connsiteX2" fmla="*/ 3286 w 8126"/>
                  <a:gd name="connsiteY2" fmla="*/ 3378 h 4276"/>
                </a:gdLst>
                <a:ahLst/>
                <a:cxnLst>
                  <a:cxn ang="0">
                    <a:pos x="connsiteX0" y="connsiteY0"/>
                  </a:cxn>
                  <a:cxn ang="0">
                    <a:pos x="connsiteX1" y="connsiteY1"/>
                  </a:cxn>
                  <a:cxn ang="0">
                    <a:pos x="connsiteX2" y="connsiteY2"/>
                  </a:cxn>
                </a:cxnLst>
                <a:rect l="l" t="t" r="r" b="b"/>
                <a:pathLst>
                  <a:path w="8126" h="4276">
                    <a:moveTo>
                      <a:pt x="3286" y="3378"/>
                    </a:moveTo>
                    <a:cubicBezTo>
                      <a:pt x="-6178" y="7082"/>
                      <a:pt x="7773" y="-2022"/>
                      <a:pt x="8127" y="424"/>
                    </a:cubicBezTo>
                    <a:cubicBezTo>
                      <a:pt x="7653" y="1144"/>
                      <a:pt x="5486" y="2441"/>
                      <a:pt x="3286" y="33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6" name="Freeform: Shape 2185">
                <a:extLst>
                  <a:ext uri="{FF2B5EF4-FFF2-40B4-BE49-F238E27FC236}">
                    <a16:creationId xmlns:a16="http://schemas.microsoft.com/office/drawing/2014/main" id="{2FB87D19-3533-0D63-D365-EDB2B60B287E}"/>
                  </a:ext>
                </a:extLst>
              </p:cNvPr>
              <p:cNvSpPr/>
              <p:nvPr/>
            </p:nvSpPr>
            <p:spPr>
              <a:xfrm>
                <a:off x="7039739" y="4665203"/>
                <a:ext cx="8203" cy="4782"/>
              </a:xfrm>
              <a:custGeom>
                <a:avLst/>
                <a:gdLst>
                  <a:gd name="connsiteX0" fmla="*/ 3597 w 8203"/>
                  <a:gd name="connsiteY0" fmla="*/ 768 h 4782"/>
                  <a:gd name="connsiteX1" fmla="*/ 4615 w 8203"/>
                  <a:gd name="connsiteY1" fmla="*/ 3946 h 4782"/>
                  <a:gd name="connsiteX2" fmla="*/ 3597 w 8203"/>
                  <a:gd name="connsiteY2" fmla="*/ 768 h 4782"/>
                </a:gdLst>
                <a:ahLst/>
                <a:cxnLst>
                  <a:cxn ang="0">
                    <a:pos x="connsiteX0" y="connsiteY0"/>
                  </a:cxn>
                  <a:cxn ang="0">
                    <a:pos x="connsiteX1" y="connsiteY1"/>
                  </a:cxn>
                  <a:cxn ang="0">
                    <a:pos x="connsiteX2" y="connsiteY2"/>
                  </a:cxn>
                </a:cxnLst>
                <a:rect l="l" t="t" r="r" b="b"/>
                <a:pathLst>
                  <a:path w="8203" h="4782">
                    <a:moveTo>
                      <a:pt x="3597" y="768"/>
                    </a:moveTo>
                    <a:cubicBezTo>
                      <a:pt x="-1655" y="2940"/>
                      <a:pt x="-1020" y="6380"/>
                      <a:pt x="4615" y="3946"/>
                    </a:cubicBezTo>
                    <a:cubicBezTo>
                      <a:pt x="9918" y="1843"/>
                      <a:pt x="9147" y="-1524"/>
                      <a:pt x="3597" y="76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7" name="Freeform: Shape 2186">
                <a:extLst>
                  <a:ext uri="{FF2B5EF4-FFF2-40B4-BE49-F238E27FC236}">
                    <a16:creationId xmlns:a16="http://schemas.microsoft.com/office/drawing/2014/main" id="{79B95AA2-9A0B-6EF1-8E6B-0BD5DAE1302B}"/>
                  </a:ext>
                </a:extLst>
              </p:cNvPr>
              <p:cNvSpPr/>
              <p:nvPr/>
            </p:nvSpPr>
            <p:spPr>
              <a:xfrm>
                <a:off x="6899243" y="4778457"/>
                <a:ext cx="7828" cy="3984"/>
              </a:xfrm>
              <a:custGeom>
                <a:avLst/>
                <a:gdLst>
                  <a:gd name="connsiteX0" fmla="*/ 3036 w 7828"/>
                  <a:gd name="connsiteY0" fmla="*/ 3695 h 3984"/>
                  <a:gd name="connsiteX1" fmla="*/ 4796 w 7828"/>
                  <a:gd name="connsiteY1" fmla="*/ 260 h 3984"/>
                  <a:gd name="connsiteX2" fmla="*/ 3036 w 7828"/>
                  <a:gd name="connsiteY2" fmla="*/ 3695 h 3984"/>
                </a:gdLst>
                <a:ahLst/>
                <a:cxnLst>
                  <a:cxn ang="0">
                    <a:pos x="connsiteX0" y="connsiteY0"/>
                  </a:cxn>
                  <a:cxn ang="0">
                    <a:pos x="connsiteX1" y="connsiteY1"/>
                  </a:cxn>
                  <a:cxn ang="0">
                    <a:pos x="connsiteX2" y="connsiteY2"/>
                  </a:cxn>
                </a:cxnLst>
                <a:rect l="l" t="t" r="r" b="b"/>
                <a:pathLst>
                  <a:path w="7828" h="3984">
                    <a:moveTo>
                      <a:pt x="3036" y="3695"/>
                    </a:moveTo>
                    <a:cubicBezTo>
                      <a:pt x="-3119" y="5106"/>
                      <a:pt x="1447" y="946"/>
                      <a:pt x="4796" y="260"/>
                    </a:cubicBezTo>
                    <a:cubicBezTo>
                      <a:pt x="10917" y="-1066"/>
                      <a:pt x="6431" y="3077"/>
                      <a:pt x="3036" y="369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8" name="Freeform: Shape 2187">
                <a:extLst>
                  <a:ext uri="{FF2B5EF4-FFF2-40B4-BE49-F238E27FC236}">
                    <a16:creationId xmlns:a16="http://schemas.microsoft.com/office/drawing/2014/main" id="{F52C6293-45D9-B6A5-1B7B-F8EEAB3CA87E}"/>
                  </a:ext>
                </a:extLst>
              </p:cNvPr>
              <p:cNvSpPr/>
              <p:nvPr/>
            </p:nvSpPr>
            <p:spPr>
              <a:xfrm>
                <a:off x="6847040" y="4880785"/>
                <a:ext cx="7639" cy="3239"/>
              </a:xfrm>
              <a:custGeom>
                <a:avLst/>
                <a:gdLst>
                  <a:gd name="connsiteX0" fmla="*/ 3073 w 7639"/>
                  <a:gd name="connsiteY0" fmla="*/ 3231 h 3239"/>
                  <a:gd name="connsiteX1" fmla="*/ 7639 w 7639"/>
                  <a:gd name="connsiteY1" fmla="*/ 1293 h 3239"/>
                  <a:gd name="connsiteX2" fmla="*/ 3073 w 7639"/>
                  <a:gd name="connsiteY2" fmla="*/ 3231 h 3239"/>
                </a:gdLst>
                <a:ahLst/>
                <a:cxnLst>
                  <a:cxn ang="0">
                    <a:pos x="connsiteX0" y="connsiteY0"/>
                  </a:cxn>
                  <a:cxn ang="0">
                    <a:pos x="connsiteX1" y="connsiteY1"/>
                  </a:cxn>
                  <a:cxn ang="0">
                    <a:pos x="connsiteX2" y="connsiteY2"/>
                  </a:cxn>
                </a:cxnLst>
                <a:rect l="l" t="t" r="r" b="b"/>
                <a:pathLst>
                  <a:path w="7639" h="3239">
                    <a:moveTo>
                      <a:pt x="3073" y="3231"/>
                    </a:moveTo>
                    <a:cubicBezTo>
                      <a:pt x="-5934" y="3494"/>
                      <a:pt x="7736" y="-2576"/>
                      <a:pt x="7639" y="1293"/>
                    </a:cubicBezTo>
                    <a:cubicBezTo>
                      <a:pt x="7176" y="2156"/>
                      <a:pt x="5136" y="3002"/>
                      <a:pt x="3073" y="32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9" name="Freeform: Shape 2188">
                <a:extLst>
                  <a:ext uri="{FF2B5EF4-FFF2-40B4-BE49-F238E27FC236}">
                    <a16:creationId xmlns:a16="http://schemas.microsoft.com/office/drawing/2014/main" id="{87A230EC-5428-6912-28E4-541B7AC631BA}"/>
                  </a:ext>
                </a:extLst>
              </p:cNvPr>
              <p:cNvSpPr/>
              <p:nvPr/>
            </p:nvSpPr>
            <p:spPr>
              <a:xfrm>
                <a:off x="6800359" y="4955726"/>
                <a:ext cx="7388" cy="1624"/>
              </a:xfrm>
              <a:custGeom>
                <a:avLst/>
                <a:gdLst>
                  <a:gd name="connsiteX0" fmla="*/ 3056 w 7388"/>
                  <a:gd name="connsiteY0" fmla="*/ 1625 h 1624"/>
                  <a:gd name="connsiteX1" fmla="*/ 7388 w 7388"/>
                  <a:gd name="connsiteY1" fmla="*/ 830 h 1624"/>
                  <a:gd name="connsiteX2" fmla="*/ 3056 w 7388"/>
                  <a:gd name="connsiteY2" fmla="*/ 1625 h 1624"/>
                </a:gdLst>
                <a:ahLst/>
                <a:cxnLst>
                  <a:cxn ang="0">
                    <a:pos x="connsiteX0" y="connsiteY0"/>
                  </a:cxn>
                  <a:cxn ang="0">
                    <a:pos x="connsiteX1" y="connsiteY1"/>
                  </a:cxn>
                  <a:cxn ang="0">
                    <a:pos x="connsiteX2" y="connsiteY2"/>
                  </a:cxn>
                </a:cxnLst>
                <a:rect l="l" t="t" r="r" b="b"/>
                <a:pathLst>
                  <a:path w="7388" h="1624">
                    <a:moveTo>
                      <a:pt x="3056" y="1625"/>
                    </a:moveTo>
                    <a:cubicBezTo>
                      <a:pt x="-5750" y="1293"/>
                      <a:pt x="7263" y="-1296"/>
                      <a:pt x="7388" y="830"/>
                    </a:cubicBezTo>
                    <a:cubicBezTo>
                      <a:pt x="7000" y="1270"/>
                      <a:pt x="5057" y="1607"/>
                      <a:pt x="3056" y="16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0" name="Freeform: Shape 2189">
                <a:extLst>
                  <a:ext uri="{FF2B5EF4-FFF2-40B4-BE49-F238E27FC236}">
                    <a16:creationId xmlns:a16="http://schemas.microsoft.com/office/drawing/2014/main" id="{3A305939-91B3-E956-8E2E-D42EF5D9C750}"/>
                  </a:ext>
                </a:extLst>
              </p:cNvPr>
              <p:cNvSpPr/>
              <p:nvPr/>
            </p:nvSpPr>
            <p:spPr>
              <a:xfrm>
                <a:off x="7064084" y="4807464"/>
                <a:ext cx="8347" cy="6760"/>
              </a:xfrm>
              <a:custGeom>
                <a:avLst/>
                <a:gdLst>
                  <a:gd name="connsiteX0" fmla="*/ 3851 w 8347"/>
                  <a:gd name="connsiteY0" fmla="*/ 423 h 6760"/>
                  <a:gd name="connsiteX1" fmla="*/ 4508 w 8347"/>
                  <a:gd name="connsiteY1" fmla="*/ 6297 h 6760"/>
                  <a:gd name="connsiteX2" fmla="*/ 3851 w 8347"/>
                  <a:gd name="connsiteY2" fmla="*/ 423 h 6760"/>
                </a:gdLst>
                <a:ahLst/>
                <a:cxnLst>
                  <a:cxn ang="0">
                    <a:pos x="connsiteX0" y="connsiteY0"/>
                  </a:cxn>
                  <a:cxn ang="0">
                    <a:pos x="connsiteX1" y="connsiteY1"/>
                  </a:cxn>
                  <a:cxn ang="0">
                    <a:pos x="connsiteX2" y="connsiteY2"/>
                  </a:cxn>
                </a:cxnLst>
                <a:rect l="l" t="t" r="r" b="b"/>
                <a:pathLst>
                  <a:path w="8347" h="6760">
                    <a:moveTo>
                      <a:pt x="3851" y="423"/>
                    </a:moveTo>
                    <a:cubicBezTo>
                      <a:pt x="-1001" y="2046"/>
                      <a:pt x="-1784" y="8532"/>
                      <a:pt x="4508" y="6297"/>
                    </a:cubicBezTo>
                    <a:cubicBezTo>
                      <a:pt x="9440" y="4737"/>
                      <a:pt x="10034" y="-1692"/>
                      <a:pt x="3851" y="4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1" name="Freeform: Shape 2190">
                <a:extLst>
                  <a:ext uri="{FF2B5EF4-FFF2-40B4-BE49-F238E27FC236}">
                    <a16:creationId xmlns:a16="http://schemas.microsoft.com/office/drawing/2014/main" id="{A6DBFD81-6D14-F7EB-6DB2-721D129530CA}"/>
                  </a:ext>
                </a:extLst>
              </p:cNvPr>
              <p:cNvSpPr/>
              <p:nvPr/>
            </p:nvSpPr>
            <p:spPr>
              <a:xfrm>
                <a:off x="7220359" y="6318115"/>
                <a:ext cx="9515" cy="1612"/>
              </a:xfrm>
              <a:custGeom>
                <a:avLst/>
                <a:gdLst>
                  <a:gd name="connsiteX0" fmla="*/ 3955 w 9515"/>
                  <a:gd name="connsiteY0" fmla="*/ 0 h 1612"/>
                  <a:gd name="connsiteX1" fmla="*/ 9515 w 9515"/>
                  <a:gd name="connsiteY1" fmla="*/ 863 h 1612"/>
                  <a:gd name="connsiteX2" fmla="*/ 3955 w 9515"/>
                  <a:gd name="connsiteY2" fmla="*/ 0 h 1612"/>
                </a:gdLst>
                <a:ahLst/>
                <a:cxnLst>
                  <a:cxn ang="0">
                    <a:pos x="connsiteX0" y="connsiteY0"/>
                  </a:cxn>
                  <a:cxn ang="0">
                    <a:pos x="connsiteX1" y="connsiteY1"/>
                  </a:cxn>
                  <a:cxn ang="0">
                    <a:pos x="connsiteX2" y="connsiteY2"/>
                  </a:cxn>
                </a:cxnLst>
                <a:rect l="l" t="t" r="r" b="b"/>
                <a:pathLst>
                  <a:path w="9515" h="1612">
                    <a:moveTo>
                      <a:pt x="3955" y="0"/>
                    </a:moveTo>
                    <a:cubicBezTo>
                      <a:pt x="-7378" y="297"/>
                      <a:pt x="9218" y="2846"/>
                      <a:pt x="9515" y="863"/>
                    </a:cubicBezTo>
                    <a:cubicBezTo>
                      <a:pt x="9030" y="429"/>
                      <a:pt x="6544" y="40"/>
                      <a:pt x="395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2" name="Freeform: Shape 2191">
                <a:extLst>
                  <a:ext uri="{FF2B5EF4-FFF2-40B4-BE49-F238E27FC236}">
                    <a16:creationId xmlns:a16="http://schemas.microsoft.com/office/drawing/2014/main" id="{3E27B62B-3FD5-3A38-779D-85A9974672A7}"/>
                  </a:ext>
                </a:extLst>
              </p:cNvPr>
              <p:cNvSpPr/>
              <p:nvPr/>
            </p:nvSpPr>
            <p:spPr>
              <a:xfrm>
                <a:off x="7110401" y="5154459"/>
                <a:ext cx="8686" cy="4671"/>
              </a:xfrm>
              <a:custGeom>
                <a:avLst/>
                <a:gdLst>
                  <a:gd name="connsiteX0" fmla="*/ 3779 w 8686"/>
                  <a:gd name="connsiteY0" fmla="*/ 351 h 4671"/>
                  <a:gd name="connsiteX1" fmla="*/ 4922 w 8686"/>
                  <a:gd name="connsiteY1" fmla="*/ 4265 h 4671"/>
                  <a:gd name="connsiteX2" fmla="*/ 3779 w 8686"/>
                  <a:gd name="connsiteY2" fmla="*/ 351 h 4671"/>
                </a:gdLst>
                <a:ahLst/>
                <a:cxnLst>
                  <a:cxn ang="0">
                    <a:pos x="connsiteX0" y="connsiteY0"/>
                  </a:cxn>
                  <a:cxn ang="0">
                    <a:pos x="connsiteX1" y="connsiteY1"/>
                  </a:cxn>
                  <a:cxn ang="0">
                    <a:pos x="connsiteX2" y="connsiteY2"/>
                  </a:cxn>
                </a:cxnLst>
                <a:rect l="l" t="t" r="r" b="b"/>
                <a:pathLst>
                  <a:path w="8686" h="4671">
                    <a:moveTo>
                      <a:pt x="3779" y="351"/>
                    </a:moveTo>
                    <a:cubicBezTo>
                      <a:pt x="-1965" y="1945"/>
                      <a:pt x="-822" y="5951"/>
                      <a:pt x="4922" y="4265"/>
                    </a:cubicBezTo>
                    <a:cubicBezTo>
                      <a:pt x="10740" y="2768"/>
                      <a:pt x="9391" y="-1192"/>
                      <a:pt x="3779" y="3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3" name="Freeform: Shape 2192">
                <a:extLst>
                  <a:ext uri="{FF2B5EF4-FFF2-40B4-BE49-F238E27FC236}">
                    <a16:creationId xmlns:a16="http://schemas.microsoft.com/office/drawing/2014/main" id="{64115FC0-0BEE-8121-BE7E-CC8736E24593}"/>
                  </a:ext>
                </a:extLst>
              </p:cNvPr>
              <p:cNvSpPr/>
              <p:nvPr/>
            </p:nvSpPr>
            <p:spPr>
              <a:xfrm>
                <a:off x="7083500" y="4995389"/>
                <a:ext cx="8684" cy="6746"/>
              </a:xfrm>
              <a:custGeom>
                <a:avLst/>
                <a:gdLst>
                  <a:gd name="connsiteX0" fmla="*/ 3997 w 8684"/>
                  <a:gd name="connsiteY0" fmla="*/ 161 h 6746"/>
                  <a:gd name="connsiteX1" fmla="*/ 14 w 8684"/>
                  <a:gd name="connsiteY1" fmla="*/ 4647 h 6746"/>
                  <a:gd name="connsiteX2" fmla="*/ 3997 w 8684"/>
                  <a:gd name="connsiteY2" fmla="*/ 161 h 6746"/>
                </a:gdLst>
                <a:ahLst/>
                <a:cxnLst>
                  <a:cxn ang="0">
                    <a:pos x="connsiteX0" y="connsiteY0"/>
                  </a:cxn>
                  <a:cxn ang="0">
                    <a:pos x="connsiteX1" y="connsiteY1"/>
                  </a:cxn>
                  <a:cxn ang="0">
                    <a:pos x="connsiteX2" y="connsiteY2"/>
                  </a:cxn>
                </a:cxnLst>
                <a:rect l="l" t="t" r="r" b="b"/>
                <a:pathLst>
                  <a:path w="8684" h="6746">
                    <a:moveTo>
                      <a:pt x="3997" y="161"/>
                    </a:moveTo>
                    <a:cubicBezTo>
                      <a:pt x="1608" y="915"/>
                      <a:pt x="-175" y="2961"/>
                      <a:pt x="14" y="4647"/>
                    </a:cubicBezTo>
                    <a:cubicBezTo>
                      <a:pt x="2934" y="11751"/>
                      <a:pt x="15324" y="-1594"/>
                      <a:pt x="3997" y="1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4" name="Freeform: Shape 2193">
                <a:extLst>
                  <a:ext uri="{FF2B5EF4-FFF2-40B4-BE49-F238E27FC236}">
                    <a16:creationId xmlns:a16="http://schemas.microsoft.com/office/drawing/2014/main" id="{5BB17EC6-B11C-474E-72F2-C414F4D1AB24}"/>
                  </a:ext>
                </a:extLst>
              </p:cNvPr>
              <p:cNvSpPr/>
              <p:nvPr/>
            </p:nvSpPr>
            <p:spPr>
              <a:xfrm>
                <a:off x="7147016" y="5419747"/>
                <a:ext cx="8834" cy="20473"/>
              </a:xfrm>
              <a:custGeom>
                <a:avLst/>
                <a:gdLst>
                  <a:gd name="connsiteX0" fmla="*/ 3935 w 8834"/>
                  <a:gd name="connsiteY0" fmla="*/ 61 h 20473"/>
                  <a:gd name="connsiteX1" fmla="*/ 4901 w 8834"/>
                  <a:gd name="connsiteY1" fmla="*/ 20418 h 20473"/>
                  <a:gd name="connsiteX2" fmla="*/ 3935 w 8834"/>
                  <a:gd name="connsiteY2" fmla="*/ 61 h 20473"/>
                </a:gdLst>
                <a:ahLst/>
                <a:cxnLst>
                  <a:cxn ang="0">
                    <a:pos x="connsiteX0" y="connsiteY0"/>
                  </a:cxn>
                  <a:cxn ang="0">
                    <a:pos x="connsiteX1" y="connsiteY1"/>
                  </a:cxn>
                  <a:cxn ang="0">
                    <a:pos x="connsiteX2" y="connsiteY2"/>
                  </a:cxn>
                </a:cxnLst>
                <a:rect l="l" t="t" r="r" b="b"/>
                <a:pathLst>
                  <a:path w="8834" h="20473">
                    <a:moveTo>
                      <a:pt x="3935" y="61"/>
                    </a:moveTo>
                    <a:cubicBezTo>
                      <a:pt x="-1272" y="570"/>
                      <a:pt x="-1666" y="21698"/>
                      <a:pt x="4901" y="20418"/>
                    </a:cubicBezTo>
                    <a:cubicBezTo>
                      <a:pt x="10072" y="19949"/>
                      <a:pt x="10535" y="-1282"/>
                      <a:pt x="3935" y="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5" name="Freeform: Shape 2194">
                <a:extLst>
                  <a:ext uri="{FF2B5EF4-FFF2-40B4-BE49-F238E27FC236}">
                    <a16:creationId xmlns:a16="http://schemas.microsoft.com/office/drawing/2014/main" id="{8BEA9F82-AE5D-92E8-5309-EEDB230C3B6D}"/>
                  </a:ext>
                </a:extLst>
              </p:cNvPr>
              <p:cNvSpPr/>
              <p:nvPr/>
            </p:nvSpPr>
            <p:spPr>
              <a:xfrm>
                <a:off x="7175257" y="6104334"/>
                <a:ext cx="8973" cy="18430"/>
              </a:xfrm>
              <a:custGeom>
                <a:avLst/>
                <a:gdLst>
                  <a:gd name="connsiteX0" fmla="*/ 3942 w 8973"/>
                  <a:gd name="connsiteY0" fmla="*/ 5 h 18430"/>
                  <a:gd name="connsiteX1" fmla="*/ 5034 w 8973"/>
                  <a:gd name="connsiteY1" fmla="*/ 18425 h 18430"/>
                  <a:gd name="connsiteX2" fmla="*/ 3942 w 8973"/>
                  <a:gd name="connsiteY2" fmla="*/ 5 h 18430"/>
                </a:gdLst>
                <a:ahLst/>
                <a:cxnLst>
                  <a:cxn ang="0">
                    <a:pos x="connsiteX0" y="connsiteY0"/>
                  </a:cxn>
                  <a:cxn ang="0">
                    <a:pos x="connsiteX1" y="connsiteY1"/>
                  </a:cxn>
                  <a:cxn ang="0">
                    <a:pos x="connsiteX2" y="connsiteY2"/>
                  </a:cxn>
                </a:cxnLst>
                <a:rect l="l" t="t" r="r" b="b"/>
                <a:pathLst>
                  <a:path w="8973" h="18430">
                    <a:moveTo>
                      <a:pt x="3942" y="5"/>
                    </a:moveTo>
                    <a:cubicBezTo>
                      <a:pt x="-2190" y="-109"/>
                      <a:pt x="-658" y="18785"/>
                      <a:pt x="5034" y="18425"/>
                    </a:cubicBezTo>
                    <a:cubicBezTo>
                      <a:pt x="11286" y="18608"/>
                      <a:pt x="9475" y="-366"/>
                      <a:pt x="3942" y="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6" name="Freeform: Shape 2195">
                <a:extLst>
                  <a:ext uri="{FF2B5EF4-FFF2-40B4-BE49-F238E27FC236}">
                    <a16:creationId xmlns:a16="http://schemas.microsoft.com/office/drawing/2014/main" id="{F8AC7A34-5992-CC44-386F-29CE179DDE45}"/>
                  </a:ext>
                </a:extLst>
              </p:cNvPr>
              <p:cNvSpPr/>
              <p:nvPr/>
            </p:nvSpPr>
            <p:spPr>
              <a:xfrm>
                <a:off x="7986435" y="7525882"/>
                <a:ext cx="13084" cy="5394"/>
              </a:xfrm>
              <a:custGeom>
                <a:avLst/>
                <a:gdLst>
                  <a:gd name="connsiteX0" fmla="*/ 4872 w 13084"/>
                  <a:gd name="connsiteY0" fmla="*/ 6 h 5394"/>
                  <a:gd name="connsiteX1" fmla="*/ 12233 w 13084"/>
                  <a:gd name="connsiteY1" fmla="*/ 4464 h 5394"/>
                  <a:gd name="connsiteX2" fmla="*/ 4872 w 13084"/>
                  <a:gd name="connsiteY2" fmla="*/ 6 h 5394"/>
                </a:gdLst>
                <a:ahLst/>
                <a:cxnLst>
                  <a:cxn ang="0">
                    <a:pos x="connsiteX0" y="connsiteY0"/>
                  </a:cxn>
                  <a:cxn ang="0">
                    <a:pos x="connsiteX1" y="connsiteY1"/>
                  </a:cxn>
                  <a:cxn ang="0">
                    <a:pos x="connsiteX2" y="connsiteY2"/>
                  </a:cxn>
                </a:cxnLst>
                <a:rect l="l" t="t" r="r" b="b"/>
                <a:pathLst>
                  <a:path w="13084" h="5394">
                    <a:moveTo>
                      <a:pt x="4872" y="6"/>
                    </a:moveTo>
                    <a:cubicBezTo>
                      <a:pt x="-7759" y="1087"/>
                      <a:pt x="7626" y="7824"/>
                      <a:pt x="12233" y="4464"/>
                    </a:cubicBezTo>
                    <a:cubicBezTo>
                      <a:pt x="15776" y="1384"/>
                      <a:pt x="7272" y="-108"/>
                      <a:pt x="4872"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7" name="Freeform: Shape 2196">
                <a:extLst>
                  <a:ext uri="{FF2B5EF4-FFF2-40B4-BE49-F238E27FC236}">
                    <a16:creationId xmlns:a16="http://schemas.microsoft.com/office/drawing/2014/main" id="{C2C50BE5-9848-7675-AD7C-8CFDD8AA50A8}"/>
                  </a:ext>
                </a:extLst>
              </p:cNvPr>
              <p:cNvSpPr/>
              <p:nvPr/>
            </p:nvSpPr>
            <p:spPr>
              <a:xfrm>
                <a:off x="6568485" y="5008810"/>
                <a:ext cx="6895" cy="2440"/>
              </a:xfrm>
              <a:custGeom>
                <a:avLst/>
                <a:gdLst>
                  <a:gd name="connsiteX0" fmla="*/ 2878 w 6895"/>
                  <a:gd name="connsiteY0" fmla="*/ 804 h 2440"/>
                  <a:gd name="connsiteX1" fmla="*/ 6896 w 6895"/>
                  <a:gd name="connsiteY1" fmla="*/ 73 h 2440"/>
                  <a:gd name="connsiteX2" fmla="*/ 2878 w 6895"/>
                  <a:gd name="connsiteY2" fmla="*/ 804 h 2440"/>
                </a:gdLst>
                <a:ahLst/>
                <a:cxnLst>
                  <a:cxn ang="0">
                    <a:pos x="connsiteX0" y="connsiteY0"/>
                  </a:cxn>
                  <a:cxn ang="0">
                    <a:pos x="connsiteX1" y="connsiteY1"/>
                  </a:cxn>
                  <a:cxn ang="0">
                    <a:pos x="connsiteX2" y="connsiteY2"/>
                  </a:cxn>
                </a:cxnLst>
                <a:rect l="l" t="t" r="r" b="b"/>
                <a:pathLst>
                  <a:path w="6895" h="2440">
                    <a:moveTo>
                      <a:pt x="2878" y="804"/>
                    </a:moveTo>
                    <a:cubicBezTo>
                      <a:pt x="-4974" y="3736"/>
                      <a:pt x="5587" y="2250"/>
                      <a:pt x="6896" y="73"/>
                    </a:cubicBezTo>
                    <a:cubicBezTo>
                      <a:pt x="5976" y="-219"/>
                      <a:pt x="4124" y="438"/>
                      <a:pt x="2878" y="8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8" name="Freeform: Shape 2197">
                <a:extLst>
                  <a:ext uri="{FF2B5EF4-FFF2-40B4-BE49-F238E27FC236}">
                    <a16:creationId xmlns:a16="http://schemas.microsoft.com/office/drawing/2014/main" id="{D44A36DC-D0A7-6354-AC44-6695CE4C7FA2}"/>
                  </a:ext>
                </a:extLst>
              </p:cNvPr>
              <p:cNvSpPr/>
              <p:nvPr/>
            </p:nvSpPr>
            <p:spPr>
              <a:xfrm>
                <a:off x="7184276" y="6435270"/>
                <a:ext cx="10855" cy="4072"/>
              </a:xfrm>
              <a:custGeom>
                <a:avLst/>
                <a:gdLst>
                  <a:gd name="connsiteX0" fmla="*/ 4439 w 10855"/>
                  <a:gd name="connsiteY0" fmla="*/ 1237 h 4072"/>
                  <a:gd name="connsiteX1" fmla="*/ 6417 w 10855"/>
                  <a:gd name="connsiteY1" fmla="*/ 2825 h 4072"/>
                  <a:gd name="connsiteX2" fmla="*/ 4439 w 10855"/>
                  <a:gd name="connsiteY2" fmla="*/ 1237 h 4072"/>
                </a:gdLst>
                <a:ahLst/>
                <a:cxnLst>
                  <a:cxn ang="0">
                    <a:pos x="connsiteX0" y="connsiteY0"/>
                  </a:cxn>
                  <a:cxn ang="0">
                    <a:pos x="connsiteX1" y="connsiteY1"/>
                  </a:cxn>
                  <a:cxn ang="0">
                    <a:pos x="connsiteX2" y="connsiteY2"/>
                  </a:cxn>
                </a:cxnLst>
                <a:rect l="l" t="t" r="r" b="b"/>
                <a:pathLst>
                  <a:path w="10855" h="4072">
                    <a:moveTo>
                      <a:pt x="4439" y="1237"/>
                    </a:moveTo>
                    <a:cubicBezTo>
                      <a:pt x="-3470" y="4111"/>
                      <a:pt x="450" y="5083"/>
                      <a:pt x="6417" y="2825"/>
                    </a:cubicBezTo>
                    <a:cubicBezTo>
                      <a:pt x="14332" y="-55"/>
                      <a:pt x="10394" y="-992"/>
                      <a:pt x="4439" y="123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9" name="Freeform: Shape 2198">
                <a:extLst>
                  <a:ext uri="{FF2B5EF4-FFF2-40B4-BE49-F238E27FC236}">
                    <a16:creationId xmlns:a16="http://schemas.microsoft.com/office/drawing/2014/main" id="{1952A88B-8705-67FD-705E-AF370F4355C9}"/>
                  </a:ext>
                </a:extLst>
              </p:cNvPr>
              <p:cNvSpPr/>
              <p:nvPr/>
            </p:nvSpPr>
            <p:spPr>
              <a:xfrm>
                <a:off x="7124735" y="6400192"/>
                <a:ext cx="10704" cy="2988"/>
              </a:xfrm>
              <a:custGeom>
                <a:avLst/>
                <a:gdLst>
                  <a:gd name="connsiteX0" fmla="*/ 4464 w 10704"/>
                  <a:gd name="connsiteY0" fmla="*/ 1077 h 2988"/>
                  <a:gd name="connsiteX1" fmla="*/ 10705 w 10704"/>
                  <a:gd name="connsiteY1" fmla="*/ 59 h 2988"/>
                  <a:gd name="connsiteX2" fmla="*/ 4464 w 10704"/>
                  <a:gd name="connsiteY2" fmla="*/ 1077 h 2988"/>
                </a:gdLst>
                <a:ahLst/>
                <a:cxnLst>
                  <a:cxn ang="0">
                    <a:pos x="connsiteX0" y="connsiteY0"/>
                  </a:cxn>
                  <a:cxn ang="0">
                    <a:pos x="connsiteX1" y="connsiteY1"/>
                  </a:cxn>
                  <a:cxn ang="0">
                    <a:pos x="connsiteX2" y="connsiteY2"/>
                  </a:cxn>
                </a:cxnLst>
                <a:rect l="l" t="t" r="r" b="b"/>
                <a:pathLst>
                  <a:path w="10704" h="2988">
                    <a:moveTo>
                      <a:pt x="4464" y="1077"/>
                    </a:moveTo>
                    <a:cubicBezTo>
                      <a:pt x="-8366" y="5048"/>
                      <a:pt x="10522" y="1888"/>
                      <a:pt x="10705" y="59"/>
                    </a:cubicBezTo>
                    <a:cubicBezTo>
                      <a:pt x="10162" y="-169"/>
                      <a:pt x="7373" y="282"/>
                      <a:pt x="4464" y="107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0" name="Freeform: Shape 2199">
                <a:extLst>
                  <a:ext uri="{FF2B5EF4-FFF2-40B4-BE49-F238E27FC236}">
                    <a16:creationId xmlns:a16="http://schemas.microsoft.com/office/drawing/2014/main" id="{A17C2E1D-3F2F-359B-881C-555D2114A1C7}"/>
                  </a:ext>
                </a:extLst>
              </p:cNvPr>
              <p:cNvSpPr/>
              <p:nvPr/>
            </p:nvSpPr>
            <p:spPr>
              <a:xfrm>
                <a:off x="7012844" y="6358080"/>
                <a:ext cx="9884" cy="1225"/>
              </a:xfrm>
              <a:custGeom>
                <a:avLst/>
                <a:gdLst>
                  <a:gd name="connsiteX0" fmla="*/ 4152 w 9884"/>
                  <a:gd name="connsiteY0" fmla="*/ 160 h 1225"/>
                  <a:gd name="connsiteX1" fmla="*/ 9884 w 9884"/>
                  <a:gd name="connsiteY1" fmla="*/ 206 h 1225"/>
                  <a:gd name="connsiteX2" fmla="*/ 4152 w 9884"/>
                  <a:gd name="connsiteY2" fmla="*/ 160 h 1225"/>
                </a:gdLst>
                <a:ahLst/>
                <a:cxnLst>
                  <a:cxn ang="0">
                    <a:pos x="connsiteX0" y="connsiteY0"/>
                  </a:cxn>
                  <a:cxn ang="0">
                    <a:pos x="connsiteX1" y="connsiteY1"/>
                  </a:cxn>
                  <a:cxn ang="0">
                    <a:pos x="connsiteX2" y="connsiteY2"/>
                  </a:cxn>
                </a:cxnLst>
                <a:rect l="l" t="t" r="r" b="b"/>
                <a:pathLst>
                  <a:path w="9884" h="1225">
                    <a:moveTo>
                      <a:pt x="4152" y="160"/>
                    </a:moveTo>
                    <a:cubicBezTo>
                      <a:pt x="-7684" y="1526"/>
                      <a:pt x="9507" y="1617"/>
                      <a:pt x="9884" y="206"/>
                    </a:cubicBezTo>
                    <a:cubicBezTo>
                      <a:pt x="9410" y="-51"/>
                      <a:pt x="6844" y="-69"/>
                      <a:pt x="4152" y="1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1" name="Freeform: Shape 2200">
                <a:extLst>
                  <a:ext uri="{FF2B5EF4-FFF2-40B4-BE49-F238E27FC236}">
                    <a16:creationId xmlns:a16="http://schemas.microsoft.com/office/drawing/2014/main" id="{39BAF271-121A-21F0-5902-325823EF7087}"/>
                  </a:ext>
                </a:extLst>
              </p:cNvPr>
              <p:cNvSpPr/>
              <p:nvPr/>
            </p:nvSpPr>
            <p:spPr>
              <a:xfrm>
                <a:off x="7067096" y="6379799"/>
                <a:ext cx="10279" cy="1910"/>
              </a:xfrm>
              <a:custGeom>
                <a:avLst/>
                <a:gdLst>
                  <a:gd name="connsiteX0" fmla="*/ 4284 w 10279"/>
                  <a:gd name="connsiteY0" fmla="*/ 649 h 1910"/>
                  <a:gd name="connsiteX1" fmla="*/ 10279 w 10279"/>
                  <a:gd name="connsiteY1" fmla="*/ 49 h 1910"/>
                  <a:gd name="connsiteX2" fmla="*/ 4284 w 10279"/>
                  <a:gd name="connsiteY2" fmla="*/ 649 h 1910"/>
                </a:gdLst>
                <a:ahLst/>
                <a:cxnLst>
                  <a:cxn ang="0">
                    <a:pos x="connsiteX0" y="connsiteY0"/>
                  </a:cxn>
                  <a:cxn ang="0">
                    <a:pos x="connsiteX1" y="connsiteY1"/>
                  </a:cxn>
                  <a:cxn ang="0">
                    <a:pos x="connsiteX2" y="connsiteY2"/>
                  </a:cxn>
                </a:cxnLst>
                <a:rect l="l" t="t" r="r" b="b"/>
                <a:pathLst>
                  <a:path w="10279" h="1910">
                    <a:moveTo>
                      <a:pt x="4284" y="649"/>
                    </a:moveTo>
                    <a:cubicBezTo>
                      <a:pt x="-7986" y="3170"/>
                      <a:pt x="9970" y="1347"/>
                      <a:pt x="10279" y="49"/>
                    </a:cubicBezTo>
                    <a:cubicBezTo>
                      <a:pt x="9759" y="-116"/>
                      <a:pt x="7079" y="146"/>
                      <a:pt x="4284" y="6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2" name="Freeform: Shape 2201">
                <a:extLst>
                  <a:ext uri="{FF2B5EF4-FFF2-40B4-BE49-F238E27FC236}">
                    <a16:creationId xmlns:a16="http://schemas.microsoft.com/office/drawing/2014/main" id="{C6DFD714-E2E9-591A-1AA9-8A873D117AF7}"/>
                  </a:ext>
                </a:extLst>
              </p:cNvPr>
              <p:cNvSpPr/>
              <p:nvPr/>
            </p:nvSpPr>
            <p:spPr>
              <a:xfrm>
                <a:off x="7243312" y="6500765"/>
                <a:ext cx="11522" cy="5119"/>
              </a:xfrm>
              <a:custGeom>
                <a:avLst/>
                <a:gdLst>
                  <a:gd name="connsiteX0" fmla="*/ 4891 w 11522"/>
                  <a:gd name="connsiteY0" fmla="*/ 1196 h 5119"/>
                  <a:gd name="connsiteX1" fmla="*/ 11520 w 11522"/>
                  <a:gd name="connsiteY1" fmla="*/ 424 h 5119"/>
                  <a:gd name="connsiteX2" fmla="*/ 4891 w 11522"/>
                  <a:gd name="connsiteY2" fmla="*/ 1196 h 5119"/>
                </a:gdLst>
                <a:ahLst/>
                <a:cxnLst>
                  <a:cxn ang="0">
                    <a:pos x="connsiteX0" y="connsiteY0"/>
                  </a:cxn>
                  <a:cxn ang="0">
                    <a:pos x="connsiteX1" y="connsiteY1"/>
                  </a:cxn>
                  <a:cxn ang="0">
                    <a:pos x="connsiteX2" y="connsiteY2"/>
                  </a:cxn>
                </a:cxnLst>
                <a:rect l="l" t="t" r="r" b="b"/>
                <a:pathLst>
                  <a:path w="11522" h="5119">
                    <a:moveTo>
                      <a:pt x="4891" y="1196"/>
                    </a:moveTo>
                    <a:cubicBezTo>
                      <a:pt x="-9237" y="7894"/>
                      <a:pt x="11760" y="4916"/>
                      <a:pt x="11520" y="424"/>
                    </a:cubicBezTo>
                    <a:cubicBezTo>
                      <a:pt x="10983" y="-365"/>
                      <a:pt x="8017" y="-22"/>
                      <a:pt x="4891" y="11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3" name="Freeform: Shape 2202">
                <a:extLst>
                  <a:ext uri="{FF2B5EF4-FFF2-40B4-BE49-F238E27FC236}">
                    <a16:creationId xmlns:a16="http://schemas.microsoft.com/office/drawing/2014/main" id="{B2999BA5-7465-1766-A548-CB4DF4A781FD}"/>
                  </a:ext>
                </a:extLst>
              </p:cNvPr>
              <p:cNvSpPr/>
              <p:nvPr/>
            </p:nvSpPr>
            <p:spPr>
              <a:xfrm>
                <a:off x="7549075" y="7351551"/>
                <a:ext cx="12738" cy="6214"/>
              </a:xfrm>
              <a:custGeom>
                <a:avLst/>
                <a:gdLst>
                  <a:gd name="connsiteX0" fmla="*/ 5154 w 12738"/>
                  <a:gd name="connsiteY0" fmla="*/ 48 h 6214"/>
                  <a:gd name="connsiteX1" fmla="*/ 7589 w 12738"/>
                  <a:gd name="connsiteY1" fmla="*/ 6168 h 6214"/>
                  <a:gd name="connsiteX2" fmla="*/ 5154 w 12738"/>
                  <a:gd name="connsiteY2" fmla="*/ 48 h 6214"/>
                </a:gdLst>
                <a:ahLst/>
                <a:cxnLst>
                  <a:cxn ang="0">
                    <a:pos x="connsiteX0" y="connsiteY0"/>
                  </a:cxn>
                  <a:cxn ang="0">
                    <a:pos x="connsiteX1" y="connsiteY1"/>
                  </a:cxn>
                  <a:cxn ang="0">
                    <a:pos x="connsiteX2" y="connsiteY2"/>
                  </a:cxn>
                </a:cxnLst>
                <a:rect l="l" t="t" r="r" b="b"/>
                <a:pathLst>
                  <a:path w="12738" h="6214">
                    <a:moveTo>
                      <a:pt x="5154" y="48"/>
                    </a:moveTo>
                    <a:cubicBezTo>
                      <a:pt x="-4150" y="745"/>
                      <a:pt x="674" y="6803"/>
                      <a:pt x="7589" y="6168"/>
                    </a:cubicBezTo>
                    <a:cubicBezTo>
                      <a:pt x="16893" y="5494"/>
                      <a:pt x="12052" y="-598"/>
                      <a:pt x="5154" y="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4" name="Freeform: Shape 2203">
                <a:extLst>
                  <a:ext uri="{FF2B5EF4-FFF2-40B4-BE49-F238E27FC236}">
                    <a16:creationId xmlns:a16="http://schemas.microsoft.com/office/drawing/2014/main" id="{A98F4B8B-4784-480D-2E5A-F46E6A6B9FE1}"/>
                  </a:ext>
                </a:extLst>
              </p:cNvPr>
              <p:cNvSpPr/>
              <p:nvPr/>
            </p:nvSpPr>
            <p:spPr>
              <a:xfrm>
                <a:off x="6963890" y="6318827"/>
                <a:ext cx="9316" cy="1779"/>
              </a:xfrm>
              <a:custGeom>
                <a:avLst/>
                <a:gdLst>
                  <a:gd name="connsiteX0" fmla="*/ 3895 w 9316"/>
                  <a:gd name="connsiteY0" fmla="*/ 20 h 1779"/>
                  <a:gd name="connsiteX1" fmla="*/ 5420 w 9316"/>
                  <a:gd name="connsiteY1" fmla="*/ 1757 h 1779"/>
                  <a:gd name="connsiteX2" fmla="*/ 3895 w 9316"/>
                  <a:gd name="connsiteY2" fmla="*/ 20 h 1779"/>
                </a:gdLst>
                <a:ahLst/>
                <a:cxnLst>
                  <a:cxn ang="0">
                    <a:pos x="connsiteX0" y="connsiteY0"/>
                  </a:cxn>
                  <a:cxn ang="0">
                    <a:pos x="connsiteX1" y="connsiteY1"/>
                  </a:cxn>
                  <a:cxn ang="0">
                    <a:pos x="connsiteX2" y="connsiteY2"/>
                  </a:cxn>
                </a:cxnLst>
                <a:rect l="l" t="t" r="r" b="b"/>
                <a:pathLst>
                  <a:path w="9316" h="1779">
                    <a:moveTo>
                      <a:pt x="3895" y="20"/>
                    </a:moveTo>
                    <a:cubicBezTo>
                      <a:pt x="-3129" y="271"/>
                      <a:pt x="568" y="1997"/>
                      <a:pt x="5420" y="1757"/>
                    </a:cubicBezTo>
                    <a:cubicBezTo>
                      <a:pt x="12456" y="1512"/>
                      <a:pt x="8735" y="-203"/>
                      <a:pt x="3895"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5" name="Freeform: Shape 2204">
                <a:extLst>
                  <a:ext uri="{FF2B5EF4-FFF2-40B4-BE49-F238E27FC236}">
                    <a16:creationId xmlns:a16="http://schemas.microsoft.com/office/drawing/2014/main" id="{8456211B-31A7-AD1C-21C3-A2AFF18301E3}"/>
                  </a:ext>
                </a:extLst>
              </p:cNvPr>
              <p:cNvSpPr/>
              <p:nvPr/>
            </p:nvSpPr>
            <p:spPr>
              <a:xfrm>
                <a:off x="7357419" y="6777707"/>
                <a:ext cx="11749" cy="6824"/>
              </a:xfrm>
              <a:custGeom>
                <a:avLst/>
                <a:gdLst>
                  <a:gd name="connsiteX0" fmla="*/ 4924 w 11749"/>
                  <a:gd name="connsiteY0" fmla="*/ 523 h 6824"/>
                  <a:gd name="connsiteX1" fmla="*/ 6827 w 11749"/>
                  <a:gd name="connsiteY1" fmla="*/ 6306 h 6824"/>
                  <a:gd name="connsiteX2" fmla="*/ 4924 w 11749"/>
                  <a:gd name="connsiteY2" fmla="*/ 523 h 6824"/>
                </a:gdLst>
                <a:ahLst/>
                <a:cxnLst>
                  <a:cxn ang="0">
                    <a:pos x="connsiteX0" y="connsiteY0"/>
                  </a:cxn>
                  <a:cxn ang="0">
                    <a:pos x="connsiteX1" y="connsiteY1"/>
                  </a:cxn>
                  <a:cxn ang="0">
                    <a:pos x="connsiteX2" y="connsiteY2"/>
                  </a:cxn>
                </a:cxnLst>
                <a:rect l="l" t="t" r="r" b="b"/>
                <a:pathLst>
                  <a:path w="11749" h="6824">
                    <a:moveTo>
                      <a:pt x="4924" y="523"/>
                    </a:moveTo>
                    <a:cubicBezTo>
                      <a:pt x="-2911" y="2769"/>
                      <a:pt x="-740" y="8581"/>
                      <a:pt x="6827" y="6306"/>
                    </a:cubicBezTo>
                    <a:cubicBezTo>
                      <a:pt x="14668" y="4084"/>
                      <a:pt x="12479" y="-1769"/>
                      <a:pt x="4924" y="5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6" name="Freeform: Shape 2205">
                <a:extLst>
                  <a:ext uri="{FF2B5EF4-FFF2-40B4-BE49-F238E27FC236}">
                    <a16:creationId xmlns:a16="http://schemas.microsoft.com/office/drawing/2014/main" id="{A619C3E6-E3D8-C530-E0EE-9E0DF6D19E01}"/>
                  </a:ext>
                </a:extLst>
              </p:cNvPr>
              <p:cNvSpPr/>
              <p:nvPr/>
            </p:nvSpPr>
            <p:spPr>
              <a:xfrm>
                <a:off x="7479483" y="7159119"/>
                <a:ext cx="12349" cy="6731"/>
              </a:xfrm>
              <a:custGeom>
                <a:avLst/>
                <a:gdLst>
                  <a:gd name="connsiteX0" fmla="*/ 5081 w 12349"/>
                  <a:gd name="connsiteY0" fmla="*/ 124 h 6731"/>
                  <a:gd name="connsiteX1" fmla="*/ 7270 w 12349"/>
                  <a:gd name="connsiteY1" fmla="*/ 6610 h 6731"/>
                  <a:gd name="connsiteX2" fmla="*/ 5081 w 12349"/>
                  <a:gd name="connsiteY2" fmla="*/ 124 h 6731"/>
                </a:gdLst>
                <a:ahLst/>
                <a:cxnLst>
                  <a:cxn ang="0">
                    <a:pos x="connsiteX0" y="connsiteY0"/>
                  </a:cxn>
                  <a:cxn ang="0">
                    <a:pos x="connsiteX1" y="connsiteY1"/>
                  </a:cxn>
                  <a:cxn ang="0">
                    <a:pos x="connsiteX2" y="connsiteY2"/>
                  </a:cxn>
                </a:cxnLst>
                <a:rect l="l" t="t" r="r" b="b"/>
                <a:pathLst>
                  <a:path w="12349" h="6731">
                    <a:moveTo>
                      <a:pt x="5081" y="124"/>
                    </a:moveTo>
                    <a:cubicBezTo>
                      <a:pt x="-3663" y="1296"/>
                      <a:pt x="80" y="7685"/>
                      <a:pt x="7270" y="6610"/>
                    </a:cubicBezTo>
                    <a:cubicBezTo>
                      <a:pt x="16019" y="5467"/>
                      <a:pt x="12259" y="-968"/>
                      <a:pt x="5081" y="1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7" name="Freeform: Shape 2206">
                <a:extLst>
                  <a:ext uri="{FF2B5EF4-FFF2-40B4-BE49-F238E27FC236}">
                    <a16:creationId xmlns:a16="http://schemas.microsoft.com/office/drawing/2014/main" id="{B4DC0A14-A9C5-ACB3-9505-0E53CAFCF0F0}"/>
                  </a:ext>
                </a:extLst>
              </p:cNvPr>
              <p:cNvSpPr/>
              <p:nvPr/>
            </p:nvSpPr>
            <p:spPr>
              <a:xfrm>
                <a:off x="7300664" y="6617849"/>
                <a:ext cx="11484" cy="6384"/>
              </a:xfrm>
              <a:custGeom>
                <a:avLst/>
                <a:gdLst>
                  <a:gd name="connsiteX0" fmla="*/ 4809 w 11484"/>
                  <a:gd name="connsiteY0" fmla="*/ 841 h 6384"/>
                  <a:gd name="connsiteX1" fmla="*/ 6678 w 11484"/>
                  <a:gd name="connsiteY1" fmla="*/ 5550 h 6384"/>
                  <a:gd name="connsiteX2" fmla="*/ 4809 w 11484"/>
                  <a:gd name="connsiteY2" fmla="*/ 841 h 6384"/>
                </a:gdLst>
                <a:ahLst/>
                <a:cxnLst>
                  <a:cxn ang="0">
                    <a:pos x="connsiteX0" y="connsiteY0"/>
                  </a:cxn>
                  <a:cxn ang="0">
                    <a:pos x="connsiteX1" y="connsiteY1"/>
                  </a:cxn>
                  <a:cxn ang="0">
                    <a:pos x="connsiteX2" y="connsiteY2"/>
                  </a:cxn>
                </a:cxnLst>
                <a:rect l="l" t="t" r="r" b="b"/>
                <a:pathLst>
                  <a:path w="11484" h="6384">
                    <a:moveTo>
                      <a:pt x="4809" y="841"/>
                    </a:moveTo>
                    <a:cubicBezTo>
                      <a:pt x="-2827" y="3573"/>
                      <a:pt x="-746" y="8310"/>
                      <a:pt x="6678" y="5550"/>
                    </a:cubicBezTo>
                    <a:cubicBezTo>
                      <a:pt x="14318" y="2830"/>
                      <a:pt x="12221" y="-1937"/>
                      <a:pt x="4809" y="8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8" name="Freeform: Shape 2207">
                <a:extLst>
                  <a:ext uri="{FF2B5EF4-FFF2-40B4-BE49-F238E27FC236}">
                    <a16:creationId xmlns:a16="http://schemas.microsoft.com/office/drawing/2014/main" id="{F758A636-1823-E338-5AAA-2005BE83A7DB}"/>
                  </a:ext>
                </a:extLst>
              </p:cNvPr>
              <p:cNvSpPr/>
              <p:nvPr/>
            </p:nvSpPr>
            <p:spPr>
              <a:xfrm>
                <a:off x="7416032" y="6963045"/>
                <a:ext cx="12359" cy="6688"/>
              </a:xfrm>
              <a:custGeom>
                <a:avLst/>
                <a:gdLst>
                  <a:gd name="connsiteX0" fmla="*/ 5289 w 12359"/>
                  <a:gd name="connsiteY0" fmla="*/ 225 h 6688"/>
                  <a:gd name="connsiteX1" fmla="*/ 12359 w 12359"/>
                  <a:gd name="connsiteY1" fmla="*/ 2214 h 6688"/>
                  <a:gd name="connsiteX2" fmla="*/ 5289 w 12359"/>
                  <a:gd name="connsiteY2" fmla="*/ 225 h 6688"/>
                </a:gdLst>
                <a:ahLst/>
                <a:cxnLst>
                  <a:cxn ang="0">
                    <a:pos x="connsiteX0" y="connsiteY0"/>
                  </a:cxn>
                  <a:cxn ang="0">
                    <a:pos x="connsiteX1" y="connsiteY1"/>
                  </a:cxn>
                  <a:cxn ang="0">
                    <a:pos x="connsiteX2" y="connsiteY2"/>
                  </a:cxn>
                </a:cxnLst>
                <a:rect l="l" t="t" r="r" b="b"/>
                <a:pathLst>
                  <a:path w="12359" h="6688">
                    <a:moveTo>
                      <a:pt x="5289" y="225"/>
                    </a:moveTo>
                    <a:cubicBezTo>
                      <a:pt x="-9895" y="5151"/>
                      <a:pt x="12451" y="10872"/>
                      <a:pt x="12359" y="2214"/>
                    </a:cubicBezTo>
                    <a:cubicBezTo>
                      <a:pt x="11805" y="442"/>
                      <a:pt x="8644" y="-449"/>
                      <a:pt x="5289" y="2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9" name="Freeform: Shape 2208">
                <a:extLst>
                  <a:ext uri="{FF2B5EF4-FFF2-40B4-BE49-F238E27FC236}">
                    <a16:creationId xmlns:a16="http://schemas.microsoft.com/office/drawing/2014/main" id="{7D3E6B2B-1492-7CCB-2566-B60D27CB986B}"/>
                  </a:ext>
                </a:extLst>
              </p:cNvPr>
              <p:cNvSpPr/>
              <p:nvPr/>
            </p:nvSpPr>
            <p:spPr>
              <a:xfrm>
                <a:off x="6638214" y="4989646"/>
                <a:ext cx="7896" cy="6567"/>
              </a:xfrm>
              <a:custGeom>
                <a:avLst/>
                <a:gdLst>
                  <a:gd name="connsiteX0" fmla="*/ 3330 w 7896"/>
                  <a:gd name="connsiteY0" fmla="*/ 3766 h 6567"/>
                  <a:gd name="connsiteX1" fmla="*/ 7896 w 7896"/>
                  <a:gd name="connsiteY1" fmla="*/ 0 h 6567"/>
                  <a:gd name="connsiteX2" fmla="*/ 3330 w 7896"/>
                  <a:gd name="connsiteY2" fmla="*/ 3766 h 6567"/>
                </a:gdLst>
                <a:ahLst/>
                <a:cxnLst>
                  <a:cxn ang="0">
                    <a:pos x="connsiteX0" y="connsiteY0"/>
                  </a:cxn>
                  <a:cxn ang="0">
                    <a:pos x="connsiteX1" y="connsiteY1"/>
                  </a:cxn>
                  <a:cxn ang="0">
                    <a:pos x="connsiteX2" y="connsiteY2"/>
                  </a:cxn>
                </a:cxnLst>
                <a:rect l="l" t="t" r="r" b="b"/>
                <a:pathLst>
                  <a:path w="7896" h="6567">
                    <a:moveTo>
                      <a:pt x="3330" y="3766"/>
                    </a:moveTo>
                    <a:cubicBezTo>
                      <a:pt x="-6129" y="11693"/>
                      <a:pt x="7530" y="309"/>
                      <a:pt x="7896" y="0"/>
                    </a:cubicBezTo>
                    <a:cubicBezTo>
                      <a:pt x="7513" y="320"/>
                      <a:pt x="5467" y="1995"/>
                      <a:pt x="3330" y="376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0" name="Freeform: Shape 2209">
                <a:extLst>
                  <a:ext uri="{FF2B5EF4-FFF2-40B4-BE49-F238E27FC236}">
                    <a16:creationId xmlns:a16="http://schemas.microsoft.com/office/drawing/2014/main" id="{220B38DE-3038-3FFC-C22C-A22BF378C448}"/>
                  </a:ext>
                </a:extLst>
              </p:cNvPr>
              <p:cNvSpPr/>
              <p:nvPr/>
            </p:nvSpPr>
            <p:spPr>
              <a:xfrm>
                <a:off x="6681074" y="4951076"/>
                <a:ext cx="8281" cy="9732"/>
              </a:xfrm>
              <a:custGeom>
                <a:avLst/>
                <a:gdLst>
                  <a:gd name="connsiteX0" fmla="*/ 3481 w 8281"/>
                  <a:gd name="connsiteY0" fmla="*/ 5412 h 9732"/>
                  <a:gd name="connsiteX1" fmla="*/ 8281 w 8281"/>
                  <a:gd name="connsiteY1" fmla="*/ 0 h 9732"/>
                  <a:gd name="connsiteX2" fmla="*/ 3481 w 8281"/>
                  <a:gd name="connsiteY2" fmla="*/ 5412 h 9732"/>
                </a:gdLst>
                <a:ahLst/>
                <a:cxnLst>
                  <a:cxn ang="0">
                    <a:pos x="connsiteX0" y="connsiteY0"/>
                  </a:cxn>
                  <a:cxn ang="0">
                    <a:pos x="connsiteX1" y="connsiteY1"/>
                  </a:cxn>
                  <a:cxn ang="0">
                    <a:pos x="connsiteX2" y="connsiteY2"/>
                  </a:cxn>
                </a:cxnLst>
                <a:rect l="l" t="t" r="r" b="b"/>
                <a:pathLst>
                  <a:path w="8281" h="9732">
                    <a:moveTo>
                      <a:pt x="3481" y="5412"/>
                    </a:moveTo>
                    <a:cubicBezTo>
                      <a:pt x="-6458" y="17339"/>
                      <a:pt x="8018" y="886"/>
                      <a:pt x="8281" y="0"/>
                    </a:cubicBezTo>
                    <a:cubicBezTo>
                      <a:pt x="7875" y="354"/>
                      <a:pt x="5732" y="2766"/>
                      <a:pt x="3481" y="54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1" name="Freeform: Shape 2210">
                <a:extLst>
                  <a:ext uri="{FF2B5EF4-FFF2-40B4-BE49-F238E27FC236}">
                    <a16:creationId xmlns:a16="http://schemas.microsoft.com/office/drawing/2014/main" id="{7C9EC7B2-734A-1BAB-E9CE-EA672B37475B}"/>
                  </a:ext>
                </a:extLst>
              </p:cNvPr>
              <p:cNvSpPr/>
              <p:nvPr/>
            </p:nvSpPr>
            <p:spPr>
              <a:xfrm>
                <a:off x="6599453" y="5014992"/>
                <a:ext cx="7515" cy="3871"/>
              </a:xfrm>
              <a:custGeom>
                <a:avLst/>
                <a:gdLst>
                  <a:gd name="connsiteX0" fmla="*/ 3218 w 7515"/>
                  <a:gd name="connsiteY0" fmla="*/ 2097 h 3871"/>
                  <a:gd name="connsiteX1" fmla="*/ 7516 w 7515"/>
                  <a:gd name="connsiteY1" fmla="*/ 0 h 3871"/>
                  <a:gd name="connsiteX2" fmla="*/ 3218 w 7515"/>
                  <a:gd name="connsiteY2" fmla="*/ 2097 h 3871"/>
                </a:gdLst>
                <a:ahLst/>
                <a:cxnLst>
                  <a:cxn ang="0">
                    <a:pos x="connsiteX0" y="connsiteY0"/>
                  </a:cxn>
                  <a:cxn ang="0">
                    <a:pos x="connsiteX1" y="connsiteY1"/>
                  </a:cxn>
                  <a:cxn ang="0">
                    <a:pos x="connsiteX2" y="connsiteY2"/>
                  </a:cxn>
                </a:cxnLst>
                <a:rect l="l" t="t" r="r" b="b"/>
                <a:pathLst>
                  <a:path w="7515" h="3871">
                    <a:moveTo>
                      <a:pt x="3218" y="2097"/>
                    </a:moveTo>
                    <a:cubicBezTo>
                      <a:pt x="-5858" y="6904"/>
                      <a:pt x="7104" y="474"/>
                      <a:pt x="7516" y="0"/>
                    </a:cubicBezTo>
                    <a:cubicBezTo>
                      <a:pt x="7184" y="120"/>
                      <a:pt x="5264" y="1052"/>
                      <a:pt x="3218" y="209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2" name="Freeform: Shape 2211">
                <a:extLst>
                  <a:ext uri="{FF2B5EF4-FFF2-40B4-BE49-F238E27FC236}">
                    <a16:creationId xmlns:a16="http://schemas.microsoft.com/office/drawing/2014/main" id="{98126DD9-EF6C-7FD9-6518-4EC79810B091}"/>
                  </a:ext>
                </a:extLst>
              </p:cNvPr>
              <p:cNvSpPr/>
              <p:nvPr/>
            </p:nvSpPr>
            <p:spPr>
              <a:xfrm>
                <a:off x="6924207" y="6133137"/>
                <a:ext cx="8991" cy="14846"/>
              </a:xfrm>
              <a:custGeom>
                <a:avLst/>
                <a:gdLst>
                  <a:gd name="connsiteX0" fmla="*/ 3995 w 8991"/>
                  <a:gd name="connsiteY0" fmla="*/ 63 h 14846"/>
                  <a:gd name="connsiteX1" fmla="*/ 5001 w 8991"/>
                  <a:gd name="connsiteY1" fmla="*/ 14791 h 14846"/>
                  <a:gd name="connsiteX2" fmla="*/ 3995 w 8991"/>
                  <a:gd name="connsiteY2" fmla="*/ 63 h 14846"/>
                </a:gdLst>
                <a:ahLst/>
                <a:cxnLst>
                  <a:cxn ang="0">
                    <a:pos x="connsiteX0" y="connsiteY0"/>
                  </a:cxn>
                  <a:cxn ang="0">
                    <a:pos x="connsiteX1" y="connsiteY1"/>
                  </a:cxn>
                  <a:cxn ang="0">
                    <a:pos x="connsiteX2" y="connsiteY2"/>
                  </a:cxn>
                </a:cxnLst>
                <a:rect l="l" t="t" r="r" b="b"/>
                <a:pathLst>
                  <a:path w="8991" h="14846">
                    <a:moveTo>
                      <a:pt x="3995" y="63"/>
                    </a:moveTo>
                    <a:cubicBezTo>
                      <a:pt x="-1497" y="766"/>
                      <a:pt x="-1480" y="15871"/>
                      <a:pt x="5001" y="14791"/>
                    </a:cubicBezTo>
                    <a:cubicBezTo>
                      <a:pt x="10590" y="14236"/>
                      <a:pt x="10356" y="-1103"/>
                      <a:pt x="3995" y="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3" name="Freeform: Shape 2212">
                <a:extLst>
                  <a:ext uri="{FF2B5EF4-FFF2-40B4-BE49-F238E27FC236}">
                    <a16:creationId xmlns:a16="http://schemas.microsoft.com/office/drawing/2014/main" id="{42A870CB-A6DF-0D97-9A79-9CE60A5D4250}"/>
                  </a:ext>
                </a:extLst>
              </p:cNvPr>
              <p:cNvSpPr/>
              <p:nvPr/>
            </p:nvSpPr>
            <p:spPr>
              <a:xfrm>
                <a:off x="6724536" y="4917511"/>
                <a:ext cx="8710" cy="12857"/>
              </a:xfrm>
              <a:custGeom>
                <a:avLst/>
                <a:gdLst>
                  <a:gd name="connsiteX0" fmla="*/ 3733 w 8710"/>
                  <a:gd name="connsiteY0" fmla="*/ 6709 h 12857"/>
                  <a:gd name="connsiteX1" fmla="*/ 8711 w 8710"/>
                  <a:gd name="connsiteY1" fmla="*/ 0 h 12857"/>
                  <a:gd name="connsiteX2" fmla="*/ 3733 w 8710"/>
                  <a:gd name="connsiteY2" fmla="*/ 6709 h 12857"/>
                </a:gdLst>
                <a:ahLst/>
                <a:cxnLst>
                  <a:cxn ang="0">
                    <a:pos x="connsiteX0" y="connsiteY0"/>
                  </a:cxn>
                  <a:cxn ang="0">
                    <a:pos x="connsiteX1" y="connsiteY1"/>
                  </a:cxn>
                  <a:cxn ang="0">
                    <a:pos x="connsiteX2" y="connsiteY2"/>
                  </a:cxn>
                </a:cxnLst>
                <a:rect l="l" t="t" r="r" b="b"/>
                <a:pathLst>
                  <a:path w="8710" h="12857">
                    <a:moveTo>
                      <a:pt x="3733" y="6709"/>
                    </a:moveTo>
                    <a:cubicBezTo>
                      <a:pt x="-6943" y="23117"/>
                      <a:pt x="8670" y="1675"/>
                      <a:pt x="8711" y="0"/>
                    </a:cubicBezTo>
                    <a:cubicBezTo>
                      <a:pt x="8322" y="229"/>
                      <a:pt x="6093" y="3218"/>
                      <a:pt x="3733" y="67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4" name="Freeform: Shape 2213">
                <a:extLst>
                  <a:ext uri="{FF2B5EF4-FFF2-40B4-BE49-F238E27FC236}">
                    <a16:creationId xmlns:a16="http://schemas.microsoft.com/office/drawing/2014/main" id="{AE9EE055-47AA-47AB-62E0-EC083660CD7D}"/>
                  </a:ext>
                </a:extLst>
              </p:cNvPr>
              <p:cNvSpPr/>
              <p:nvPr/>
            </p:nvSpPr>
            <p:spPr>
              <a:xfrm>
                <a:off x="6765537" y="4907434"/>
                <a:ext cx="8707" cy="14508"/>
              </a:xfrm>
              <a:custGeom>
                <a:avLst/>
                <a:gdLst>
                  <a:gd name="connsiteX0" fmla="*/ 3720 w 8707"/>
                  <a:gd name="connsiteY0" fmla="*/ 7100 h 14508"/>
                  <a:gd name="connsiteX1" fmla="*/ 4989 w 8707"/>
                  <a:gd name="connsiteY1" fmla="*/ 7375 h 14508"/>
                  <a:gd name="connsiteX2" fmla="*/ 3720 w 8707"/>
                  <a:gd name="connsiteY2" fmla="*/ 7100 h 14508"/>
                </a:gdLst>
                <a:ahLst/>
                <a:cxnLst>
                  <a:cxn ang="0">
                    <a:pos x="connsiteX0" y="connsiteY0"/>
                  </a:cxn>
                  <a:cxn ang="0">
                    <a:pos x="connsiteX1" y="connsiteY1"/>
                  </a:cxn>
                  <a:cxn ang="0">
                    <a:pos x="connsiteX2" y="connsiteY2"/>
                  </a:cxn>
                </a:cxnLst>
                <a:rect l="l" t="t" r="r" b="b"/>
                <a:pathLst>
                  <a:path w="8707" h="14508">
                    <a:moveTo>
                      <a:pt x="3720" y="7100"/>
                    </a:moveTo>
                    <a:cubicBezTo>
                      <a:pt x="-2200" y="17084"/>
                      <a:pt x="-514" y="16781"/>
                      <a:pt x="4989" y="7375"/>
                    </a:cubicBezTo>
                    <a:cubicBezTo>
                      <a:pt x="10910" y="-2598"/>
                      <a:pt x="9218" y="-2227"/>
                      <a:pt x="3720" y="71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5" name="Freeform: Shape 2214">
                <a:extLst>
                  <a:ext uri="{FF2B5EF4-FFF2-40B4-BE49-F238E27FC236}">
                    <a16:creationId xmlns:a16="http://schemas.microsoft.com/office/drawing/2014/main" id="{1666B15C-FA95-F02F-883F-575591656EB2}"/>
                  </a:ext>
                </a:extLst>
              </p:cNvPr>
              <p:cNvSpPr/>
              <p:nvPr/>
            </p:nvSpPr>
            <p:spPr>
              <a:xfrm>
                <a:off x="6840642" y="5228611"/>
                <a:ext cx="8852" cy="13972"/>
              </a:xfrm>
              <a:custGeom>
                <a:avLst/>
                <a:gdLst>
                  <a:gd name="connsiteX0" fmla="*/ 4093 w 8852"/>
                  <a:gd name="connsiteY0" fmla="*/ 4392 h 13972"/>
                  <a:gd name="connsiteX1" fmla="*/ 4767 w 8852"/>
                  <a:gd name="connsiteY1" fmla="*/ 9541 h 13972"/>
                  <a:gd name="connsiteX2" fmla="*/ 4093 w 8852"/>
                  <a:gd name="connsiteY2" fmla="*/ 4392 h 13972"/>
                </a:gdLst>
                <a:ahLst/>
                <a:cxnLst>
                  <a:cxn ang="0">
                    <a:pos x="connsiteX0" y="connsiteY0"/>
                  </a:cxn>
                  <a:cxn ang="0">
                    <a:pos x="connsiteX1" y="connsiteY1"/>
                  </a:cxn>
                  <a:cxn ang="0">
                    <a:pos x="connsiteX2" y="connsiteY2"/>
                  </a:cxn>
                </a:cxnLst>
                <a:rect l="l" t="t" r="r" b="b"/>
                <a:pathLst>
                  <a:path w="8852" h="13972">
                    <a:moveTo>
                      <a:pt x="4093" y="4392"/>
                    </a:moveTo>
                    <a:cubicBezTo>
                      <a:pt x="-331" y="10261"/>
                      <a:pt x="-2571" y="19565"/>
                      <a:pt x="4767" y="9541"/>
                    </a:cubicBezTo>
                    <a:cubicBezTo>
                      <a:pt x="9202" y="3729"/>
                      <a:pt x="11402" y="-5569"/>
                      <a:pt x="4093" y="43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6" name="Freeform: Shape 2215">
                <a:extLst>
                  <a:ext uri="{FF2B5EF4-FFF2-40B4-BE49-F238E27FC236}">
                    <a16:creationId xmlns:a16="http://schemas.microsoft.com/office/drawing/2014/main" id="{5CA878D5-4558-D31F-CF48-E39226C9706F}"/>
                  </a:ext>
                </a:extLst>
              </p:cNvPr>
              <p:cNvSpPr/>
              <p:nvPr/>
            </p:nvSpPr>
            <p:spPr>
              <a:xfrm>
                <a:off x="6865253" y="5366254"/>
                <a:ext cx="8868" cy="12337"/>
              </a:xfrm>
              <a:custGeom>
                <a:avLst/>
                <a:gdLst>
                  <a:gd name="connsiteX0" fmla="*/ 3936 w 8868"/>
                  <a:gd name="connsiteY0" fmla="*/ 4348 h 12337"/>
                  <a:gd name="connsiteX1" fmla="*/ 4936 w 8868"/>
                  <a:gd name="connsiteY1" fmla="*/ 7937 h 12337"/>
                  <a:gd name="connsiteX2" fmla="*/ 3936 w 8868"/>
                  <a:gd name="connsiteY2" fmla="*/ 4348 h 12337"/>
                </a:gdLst>
                <a:ahLst/>
                <a:cxnLst>
                  <a:cxn ang="0">
                    <a:pos x="connsiteX0" y="connsiteY0"/>
                  </a:cxn>
                  <a:cxn ang="0">
                    <a:pos x="connsiteX1" y="connsiteY1"/>
                  </a:cxn>
                  <a:cxn ang="0">
                    <a:pos x="connsiteX2" y="connsiteY2"/>
                  </a:cxn>
                </a:cxnLst>
                <a:rect l="l" t="t" r="r" b="b"/>
                <a:pathLst>
                  <a:path w="8868" h="12337">
                    <a:moveTo>
                      <a:pt x="3936" y="4348"/>
                    </a:moveTo>
                    <a:cubicBezTo>
                      <a:pt x="-1002" y="10555"/>
                      <a:pt x="-1956" y="16790"/>
                      <a:pt x="4936" y="7937"/>
                    </a:cubicBezTo>
                    <a:cubicBezTo>
                      <a:pt x="9886" y="1788"/>
                      <a:pt x="10806" y="-4419"/>
                      <a:pt x="3936" y="43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7" name="Freeform: Shape 2216">
                <a:extLst>
                  <a:ext uri="{FF2B5EF4-FFF2-40B4-BE49-F238E27FC236}">
                    <a16:creationId xmlns:a16="http://schemas.microsoft.com/office/drawing/2014/main" id="{CFAA5083-A118-4A18-B806-74F6F95D9E82}"/>
                  </a:ext>
                </a:extLst>
              </p:cNvPr>
              <p:cNvSpPr/>
              <p:nvPr/>
            </p:nvSpPr>
            <p:spPr>
              <a:xfrm>
                <a:off x="6897399" y="5595239"/>
                <a:ext cx="9129" cy="17981"/>
              </a:xfrm>
              <a:custGeom>
                <a:avLst/>
                <a:gdLst>
                  <a:gd name="connsiteX0" fmla="*/ 4115 w 9129"/>
                  <a:gd name="connsiteY0" fmla="*/ 974 h 17981"/>
                  <a:gd name="connsiteX1" fmla="*/ 5012 w 9129"/>
                  <a:gd name="connsiteY1" fmla="*/ 17067 h 17981"/>
                  <a:gd name="connsiteX2" fmla="*/ 4115 w 9129"/>
                  <a:gd name="connsiteY2" fmla="*/ 974 h 17981"/>
                </a:gdLst>
                <a:ahLst/>
                <a:cxnLst>
                  <a:cxn ang="0">
                    <a:pos x="connsiteX0" y="connsiteY0"/>
                  </a:cxn>
                  <a:cxn ang="0">
                    <a:pos x="connsiteX1" y="connsiteY1"/>
                  </a:cxn>
                  <a:cxn ang="0">
                    <a:pos x="connsiteX2" y="connsiteY2"/>
                  </a:cxn>
                </a:cxnLst>
                <a:rect l="l" t="t" r="r" b="b"/>
                <a:pathLst>
                  <a:path w="9129" h="17981">
                    <a:moveTo>
                      <a:pt x="4115" y="974"/>
                    </a:moveTo>
                    <a:cubicBezTo>
                      <a:pt x="371" y="3083"/>
                      <a:pt x="-3263" y="22354"/>
                      <a:pt x="5012" y="17067"/>
                    </a:cubicBezTo>
                    <a:cubicBezTo>
                      <a:pt x="8755" y="15073"/>
                      <a:pt x="12396" y="-4541"/>
                      <a:pt x="4115" y="9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8" name="Freeform: Shape 2217">
                <a:extLst>
                  <a:ext uri="{FF2B5EF4-FFF2-40B4-BE49-F238E27FC236}">
                    <a16:creationId xmlns:a16="http://schemas.microsoft.com/office/drawing/2014/main" id="{B4FEE15D-3359-5851-BA45-30245BABF5A4}"/>
                  </a:ext>
                </a:extLst>
              </p:cNvPr>
              <p:cNvSpPr/>
              <p:nvPr/>
            </p:nvSpPr>
            <p:spPr>
              <a:xfrm>
                <a:off x="6821446" y="5070370"/>
                <a:ext cx="9121" cy="15311"/>
              </a:xfrm>
              <a:custGeom>
                <a:avLst/>
                <a:gdLst>
                  <a:gd name="connsiteX0" fmla="*/ 4252 w 9121"/>
                  <a:gd name="connsiteY0" fmla="*/ 5361 h 15311"/>
                  <a:gd name="connsiteX1" fmla="*/ 11 w 9121"/>
                  <a:gd name="connsiteY1" fmla="*/ 15196 h 15311"/>
                  <a:gd name="connsiteX2" fmla="*/ 4252 w 9121"/>
                  <a:gd name="connsiteY2" fmla="*/ 5361 h 15311"/>
                </a:gdLst>
                <a:ahLst/>
                <a:cxnLst>
                  <a:cxn ang="0">
                    <a:pos x="connsiteX0" y="connsiteY0"/>
                  </a:cxn>
                  <a:cxn ang="0">
                    <a:pos x="connsiteX1" y="connsiteY1"/>
                  </a:cxn>
                  <a:cxn ang="0">
                    <a:pos x="connsiteX2" y="connsiteY2"/>
                  </a:cxn>
                </a:cxnLst>
                <a:rect l="l" t="t" r="r" b="b"/>
                <a:pathLst>
                  <a:path w="9121" h="15311">
                    <a:moveTo>
                      <a:pt x="4252" y="5361"/>
                    </a:moveTo>
                    <a:cubicBezTo>
                      <a:pt x="1737" y="9413"/>
                      <a:pt x="-166" y="13836"/>
                      <a:pt x="11" y="15196"/>
                    </a:cubicBezTo>
                    <a:cubicBezTo>
                      <a:pt x="3503" y="17357"/>
                      <a:pt x="15870" y="-11618"/>
                      <a:pt x="4252" y="53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9" name="Freeform: Shape 2218">
                <a:extLst>
                  <a:ext uri="{FF2B5EF4-FFF2-40B4-BE49-F238E27FC236}">
                    <a16:creationId xmlns:a16="http://schemas.microsoft.com/office/drawing/2014/main" id="{1E96DF99-7967-FE91-8BF6-46AC86CE9BF5}"/>
                  </a:ext>
                </a:extLst>
              </p:cNvPr>
              <p:cNvSpPr/>
              <p:nvPr/>
            </p:nvSpPr>
            <p:spPr>
              <a:xfrm>
                <a:off x="6799159" y="4945639"/>
                <a:ext cx="9169" cy="16004"/>
              </a:xfrm>
              <a:custGeom>
                <a:avLst/>
                <a:gdLst>
                  <a:gd name="connsiteX0" fmla="*/ 4131 w 9169"/>
                  <a:gd name="connsiteY0" fmla="*/ 6631 h 16004"/>
                  <a:gd name="connsiteX1" fmla="*/ 22 w 9169"/>
                  <a:gd name="connsiteY1" fmla="*/ 16004 h 16004"/>
                  <a:gd name="connsiteX2" fmla="*/ 4131 w 9169"/>
                  <a:gd name="connsiteY2" fmla="*/ 6631 h 16004"/>
                </a:gdLst>
                <a:ahLst/>
                <a:cxnLst>
                  <a:cxn ang="0">
                    <a:pos x="connsiteX0" y="connsiteY0"/>
                  </a:cxn>
                  <a:cxn ang="0">
                    <a:pos x="connsiteX1" y="connsiteY1"/>
                  </a:cxn>
                  <a:cxn ang="0">
                    <a:pos x="connsiteX2" y="connsiteY2"/>
                  </a:cxn>
                </a:cxnLst>
                <a:rect l="l" t="t" r="r" b="b"/>
                <a:pathLst>
                  <a:path w="9169" h="16004">
                    <a:moveTo>
                      <a:pt x="4131" y="6631"/>
                    </a:moveTo>
                    <a:cubicBezTo>
                      <a:pt x="1616" y="10974"/>
                      <a:pt x="-224" y="15186"/>
                      <a:pt x="22" y="16004"/>
                    </a:cubicBezTo>
                    <a:cubicBezTo>
                      <a:pt x="3257" y="16129"/>
                      <a:pt x="16178" y="-12600"/>
                      <a:pt x="4131" y="66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0" name="Freeform: Shape 2219">
                <a:extLst>
                  <a:ext uri="{FF2B5EF4-FFF2-40B4-BE49-F238E27FC236}">
                    <a16:creationId xmlns:a16="http://schemas.microsoft.com/office/drawing/2014/main" id="{696FC98A-3B8D-3375-B7EB-27359034144D}"/>
                  </a:ext>
                </a:extLst>
              </p:cNvPr>
              <p:cNvSpPr/>
              <p:nvPr/>
            </p:nvSpPr>
            <p:spPr>
              <a:xfrm>
                <a:off x="7627426" y="7525763"/>
                <a:ext cx="13021" cy="5458"/>
              </a:xfrm>
              <a:custGeom>
                <a:avLst/>
                <a:gdLst>
                  <a:gd name="connsiteX0" fmla="*/ 5036 w 13021"/>
                  <a:gd name="connsiteY0" fmla="*/ 11 h 5458"/>
                  <a:gd name="connsiteX1" fmla="*/ 12031 w 13021"/>
                  <a:gd name="connsiteY1" fmla="*/ 4509 h 5458"/>
                  <a:gd name="connsiteX2" fmla="*/ 5036 w 13021"/>
                  <a:gd name="connsiteY2" fmla="*/ 11 h 5458"/>
                </a:gdLst>
                <a:ahLst/>
                <a:cxnLst>
                  <a:cxn ang="0">
                    <a:pos x="connsiteX0" y="connsiteY0"/>
                  </a:cxn>
                  <a:cxn ang="0">
                    <a:pos x="connsiteX1" y="connsiteY1"/>
                  </a:cxn>
                  <a:cxn ang="0">
                    <a:pos x="connsiteX2" y="connsiteY2"/>
                  </a:cxn>
                </a:cxnLst>
                <a:rect l="l" t="t" r="r" b="b"/>
                <a:pathLst>
                  <a:path w="13021" h="5458">
                    <a:moveTo>
                      <a:pt x="5036" y="11"/>
                    </a:moveTo>
                    <a:cubicBezTo>
                      <a:pt x="-7714" y="1080"/>
                      <a:pt x="7190" y="7932"/>
                      <a:pt x="12031" y="4509"/>
                    </a:cubicBezTo>
                    <a:cubicBezTo>
                      <a:pt x="15871" y="1480"/>
                      <a:pt x="7476" y="-149"/>
                      <a:pt x="5036" y="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1" name="Freeform: Shape 2220">
                <a:extLst>
                  <a:ext uri="{FF2B5EF4-FFF2-40B4-BE49-F238E27FC236}">
                    <a16:creationId xmlns:a16="http://schemas.microsoft.com/office/drawing/2014/main" id="{2BDFC3FD-39CE-D5E5-57A1-D02C58171C44}"/>
                  </a:ext>
                </a:extLst>
              </p:cNvPr>
              <p:cNvSpPr/>
              <p:nvPr/>
            </p:nvSpPr>
            <p:spPr>
              <a:xfrm>
                <a:off x="6372775" y="5082830"/>
                <a:ext cx="6837" cy="3038"/>
              </a:xfrm>
              <a:custGeom>
                <a:avLst/>
                <a:gdLst>
                  <a:gd name="connsiteX0" fmla="*/ 2947 w 6837"/>
                  <a:gd name="connsiteY0" fmla="*/ 736 h 3038"/>
                  <a:gd name="connsiteX1" fmla="*/ 6073 w 6837"/>
                  <a:gd name="connsiteY1" fmla="*/ 1233 h 3038"/>
                  <a:gd name="connsiteX2" fmla="*/ 2947 w 6837"/>
                  <a:gd name="connsiteY2" fmla="*/ 736 h 3038"/>
                </a:gdLst>
                <a:ahLst/>
                <a:cxnLst>
                  <a:cxn ang="0">
                    <a:pos x="connsiteX0" y="connsiteY0"/>
                  </a:cxn>
                  <a:cxn ang="0">
                    <a:pos x="connsiteX1" y="connsiteY1"/>
                  </a:cxn>
                  <a:cxn ang="0">
                    <a:pos x="connsiteX2" y="connsiteY2"/>
                  </a:cxn>
                </a:cxnLst>
                <a:rect l="l" t="t" r="r" b="b"/>
                <a:pathLst>
                  <a:path w="6837" h="3038">
                    <a:moveTo>
                      <a:pt x="2947" y="736"/>
                    </a:moveTo>
                    <a:cubicBezTo>
                      <a:pt x="-4122" y="3788"/>
                      <a:pt x="3404" y="3651"/>
                      <a:pt x="6073" y="1233"/>
                    </a:cubicBezTo>
                    <a:cubicBezTo>
                      <a:pt x="8599" y="-767"/>
                      <a:pt x="4153" y="125"/>
                      <a:pt x="2947" y="7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2" name="Freeform: Shape 2221">
                <a:extLst>
                  <a:ext uri="{FF2B5EF4-FFF2-40B4-BE49-F238E27FC236}">
                    <a16:creationId xmlns:a16="http://schemas.microsoft.com/office/drawing/2014/main" id="{AF049BB8-0920-1FCC-B36A-4107C80C4834}"/>
                  </a:ext>
                </a:extLst>
              </p:cNvPr>
              <p:cNvSpPr/>
              <p:nvPr/>
            </p:nvSpPr>
            <p:spPr>
              <a:xfrm>
                <a:off x="6835840" y="6487858"/>
                <a:ext cx="10734" cy="3681"/>
              </a:xfrm>
              <a:custGeom>
                <a:avLst/>
                <a:gdLst>
                  <a:gd name="connsiteX0" fmla="*/ 4666 w 10734"/>
                  <a:gd name="connsiteY0" fmla="*/ 947 h 3681"/>
                  <a:gd name="connsiteX1" fmla="*/ 10735 w 10734"/>
                  <a:gd name="connsiteY1" fmla="*/ 243 h 3681"/>
                  <a:gd name="connsiteX2" fmla="*/ 4666 w 10734"/>
                  <a:gd name="connsiteY2" fmla="*/ 947 h 3681"/>
                </a:gdLst>
                <a:ahLst/>
                <a:cxnLst>
                  <a:cxn ang="0">
                    <a:pos x="connsiteX0" y="connsiteY0"/>
                  </a:cxn>
                  <a:cxn ang="0">
                    <a:pos x="connsiteX1" y="connsiteY1"/>
                  </a:cxn>
                  <a:cxn ang="0">
                    <a:pos x="connsiteX2" y="connsiteY2"/>
                  </a:cxn>
                </a:cxnLst>
                <a:rect l="l" t="t" r="r" b="b"/>
                <a:pathLst>
                  <a:path w="10734" h="3681">
                    <a:moveTo>
                      <a:pt x="4666" y="947"/>
                    </a:moveTo>
                    <a:cubicBezTo>
                      <a:pt x="-8570" y="5815"/>
                      <a:pt x="10541" y="3296"/>
                      <a:pt x="10735" y="243"/>
                    </a:cubicBezTo>
                    <a:cubicBezTo>
                      <a:pt x="10301" y="-265"/>
                      <a:pt x="7586" y="49"/>
                      <a:pt x="4666" y="9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3" name="Freeform: Shape 2222">
                <a:extLst>
                  <a:ext uri="{FF2B5EF4-FFF2-40B4-BE49-F238E27FC236}">
                    <a16:creationId xmlns:a16="http://schemas.microsoft.com/office/drawing/2014/main" id="{1FCEF6F1-3B79-3A92-30CD-9BA347B2BE9A}"/>
                  </a:ext>
                </a:extLst>
              </p:cNvPr>
              <p:cNvSpPr/>
              <p:nvPr/>
            </p:nvSpPr>
            <p:spPr>
              <a:xfrm>
                <a:off x="6932522" y="6635047"/>
                <a:ext cx="11195" cy="5934"/>
              </a:xfrm>
              <a:custGeom>
                <a:avLst/>
                <a:gdLst>
                  <a:gd name="connsiteX0" fmla="*/ 4791 w 11195"/>
                  <a:gd name="connsiteY0" fmla="*/ 1348 h 5934"/>
                  <a:gd name="connsiteX1" fmla="*/ 6397 w 11195"/>
                  <a:gd name="connsiteY1" fmla="*/ 4594 h 5934"/>
                  <a:gd name="connsiteX2" fmla="*/ 4791 w 11195"/>
                  <a:gd name="connsiteY2" fmla="*/ 1348 h 5934"/>
                </a:gdLst>
                <a:ahLst/>
                <a:cxnLst>
                  <a:cxn ang="0">
                    <a:pos x="connsiteX0" y="connsiteY0"/>
                  </a:cxn>
                  <a:cxn ang="0">
                    <a:pos x="connsiteX1" y="connsiteY1"/>
                  </a:cxn>
                  <a:cxn ang="0">
                    <a:pos x="connsiteX2" y="connsiteY2"/>
                  </a:cxn>
                </a:cxnLst>
                <a:rect l="l" t="t" r="r" b="b"/>
                <a:pathLst>
                  <a:path w="11195" h="5934">
                    <a:moveTo>
                      <a:pt x="4791" y="1348"/>
                    </a:moveTo>
                    <a:cubicBezTo>
                      <a:pt x="-2708" y="4588"/>
                      <a:pt x="-816" y="7834"/>
                      <a:pt x="6397" y="4594"/>
                    </a:cubicBezTo>
                    <a:cubicBezTo>
                      <a:pt x="13906" y="1330"/>
                      <a:pt x="12014" y="-1898"/>
                      <a:pt x="4791" y="13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4" name="Freeform: Shape 2223">
                <a:extLst>
                  <a:ext uri="{FF2B5EF4-FFF2-40B4-BE49-F238E27FC236}">
                    <a16:creationId xmlns:a16="http://schemas.microsoft.com/office/drawing/2014/main" id="{8CDB8396-BD2B-38B5-3032-CC0F348054DD}"/>
                  </a:ext>
                </a:extLst>
              </p:cNvPr>
              <p:cNvSpPr/>
              <p:nvPr/>
            </p:nvSpPr>
            <p:spPr>
              <a:xfrm>
                <a:off x="6746246" y="6384586"/>
                <a:ext cx="9888" cy="2014"/>
              </a:xfrm>
              <a:custGeom>
                <a:avLst/>
                <a:gdLst>
                  <a:gd name="connsiteX0" fmla="*/ 4317 w 9888"/>
                  <a:gd name="connsiteY0" fmla="*/ 126 h 2014"/>
                  <a:gd name="connsiteX1" fmla="*/ 9889 w 9888"/>
                  <a:gd name="connsiteY1" fmla="*/ 520 h 2014"/>
                  <a:gd name="connsiteX2" fmla="*/ 4317 w 9888"/>
                  <a:gd name="connsiteY2" fmla="*/ 126 h 2014"/>
                </a:gdLst>
                <a:ahLst/>
                <a:cxnLst>
                  <a:cxn ang="0">
                    <a:pos x="connsiteX0" y="connsiteY0"/>
                  </a:cxn>
                  <a:cxn ang="0">
                    <a:pos x="connsiteX1" y="connsiteY1"/>
                  </a:cxn>
                  <a:cxn ang="0">
                    <a:pos x="connsiteX2" y="connsiteY2"/>
                  </a:cxn>
                </a:cxnLst>
                <a:rect l="l" t="t" r="r" b="b"/>
                <a:pathLst>
                  <a:path w="9888" h="2014">
                    <a:moveTo>
                      <a:pt x="4317" y="126"/>
                    </a:moveTo>
                    <a:cubicBezTo>
                      <a:pt x="-7804" y="1994"/>
                      <a:pt x="9398" y="3046"/>
                      <a:pt x="9889" y="520"/>
                    </a:cubicBezTo>
                    <a:cubicBezTo>
                      <a:pt x="9500" y="34"/>
                      <a:pt x="7009" y="-143"/>
                      <a:pt x="4317" y="1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5" name="Freeform: Shape 2224">
                <a:extLst>
                  <a:ext uri="{FF2B5EF4-FFF2-40B4-BE49-F238E27FC236}">
                    <a16:creationId xmlns:a16="http://schemas.microsoft.com/office/drawing/2014/main" id="{E8AE10FB-30CC-B853-3484-AC89121451B2}"/>
                  </a:ext>
                </a:extLst>
              </p:cNvPr>
              <p:cNvSpPr/>
              <p:nvPr/>
            </p:nvSpPr>
            <p:spPr>
              <a:xfrm>
                <a:off x="6706491" y="6324276"/>
                <a:ext cx="9530" cy="2278"/>
              </a:xfrm>
              <a:custGeom>
                <a:avLst/>
                <a:gdLst>
                  <a:gd name="connsiteX0" fmla="*/ 4204 w 9530"/>
                  <a:gd name="connsiteY0" fmla="*/ 5 h 2278"/>
                  <a:gd name="connsiteX1" fmla="*/ 9531 w 9530"/>
                  <a:gd name="connsiteY1" fmla="*/ 1022 h 2278"/>
                  <a:gd name="connsiteX2" fmla="*/ 4204 w 9530"/>
                  <a:gd name="connsiteY2" fmla="*/ 5 h 2278"/>
                </a:gdLst>
                <a:ahLst/>
                <a:cxnLst>
                  <a:cxn ang="0">
                    <a:pos x="connsiteX0" y="connsiteY0"/>
                  </a:cxn>
                  <a:cxn ang="0">
                    <a:pos x="connsiteX1" y="connsiteY1"/>
                  </a:cxn>
                  <a:cxn ang="0">
                    <a:pos x="connsiteX2" y="connsiteY2"/>
                  </a:cxn>
                </a:cxnLst>
                <a:rect l="l" t="t" r="r" b="b"/>
                <a:pathLst>
                  <a:path w="9530" h="2278">
                    <a:moveTo>
                      <a:pt x="4204" y="5"/>
                    </a:moveTo>
                    <a:cubicBezTo>
                      <a:pt x="-7529" y="1000"/>
                      <a:pt x="8959" y="3937"/>
                      <a:pt x="9531" y="1022"/>
                    </a:cubicBezTo>
                    <a:cubicBezTo>
                      <a:pt x="9188" y="405"/>
                      <a:pt x="6805" y="-52"/>
                      <a:pt x="4204" y="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6" name="Freeform: Shape 2225">
                <a:extLst>
                  <a:ext uri="{FF2B5EF4-FFF2-40B4-BE49-F238E27FC236}">
                    <a16:creationId xmlns:a16="http://schemas.microsoft.com/office/drawing/2014/main" id="{0308F7D9-FE60-4BA6-45D7-5CEF60A8BB23}"/>
                  </a:ext>
                </a:extLst>
              </p:cNvPr>
              <p:cNvSpPr/>
              <p:nvPr/>
            </p:nvSpPr>
            <p:spPr>
              <a:xfrm>
                <a:off x="6981470" y="6745608"/>
                <a:ext cx="11495" cy="6296"/>
              </a:xfrm>
              <a:custGeom>
                <a:avLst/>
                <a:gdLst>
                  <a:gd name="connsiteX0" fmla="*/ 4928 w 11495"/>
                  <a:gd name="connsiteY0" fmla="*/ 1104 h 6296"/>
                  <a:gd name="connsiteX1" fmla="*/ 6563 w 11495"/>
                  <a:gd name="connsiteY1" fmla="*/ 5207 h 6296"/>
                  <a:gd name="connsiteX2" fmla="*/ 4928 w 11495"/>
                  <a:gd name="connsiteY2" fmla="*/ 1104 h 6296"/>
                </a:gdLst>
                <a:ahLst/>
                <a:cxnLst>
                  <a:cxn ang="0">
                    <a:pos x="connsiteX0" y="connsiteY0"/>
                  </a:cxn>
                  <a:cxn ang="0">
                    <a:pos x="connsiteX1" y="connsiteY1"/>
                  </a:cxn>
                  <a:cxn ang="0">
                    <a:pos x="connsiteX2" y="connsiteY2"/>
                  </a:cxn>
                </a:cxnLst>
                <a:rect l="l" t="t" r="r" b="b"/>
                <a:pathLst>
                  <a:path w="11495" h="6296">
                    <a:moveTo>
                      <a:pt x="4928" y="1104"/>
                    </a:moveTo>
                    <a:cubicBezTo>
                      <a:pt x="-2650" y="4104"/>
                      <a:pt x="-1004" y="8310"/>
                      <a:pt x="6563" y="5207"/>
                    </a:cubicBezTo>
                    <a:cubicBezTo>
                      <a:pt x="14147" y="2212"/>
                      <a:pt x="12500" y="-2034"/>
                      <a:pt x="4928" y="11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7" name="Freeform: Shape 2226">
                <a:extLst>
                  <a:ext uri="{FF2B5EF4-FFF2-40B4-BE49-F238E27FC236}">
                    <a16:creationId xmlns:a16="http://schemas.microsoft.com/office/drawing/2014/main" id="{8434DC4A-596B-2364-09CF-8B3374A7A4AC}"/>
                  </a:ext>
                </a:extLst>
              </p:cNvPr>
              <p:cNvSpPr/>
              <p:nvPr/>
            </p:nvSpPr>
            <p:spPr>
              <a:xfrm>
                <a:off x="6789695" y="6435761"/>
                <a:ext cx="10296" cy="2602"/>
              </a:xfrm>
              <a:custGeom>
                <a:avLst/>
                <a:gdLst>
                  <a:gd name="connsiteX0" fmla="*/ 4474 w 10296"/>
                  <a:gd name="connsiteY0" fmla="*/ 500 h 2602"/>
                  <a:gd name="connsiteX1" fmla="*/ 10297 w 10296"/>
                  <a:gd name="connsiteY1" fmla="*/ 289 h 2602"/>
                  <a:gd name="connsiteX2" fmla="*/ 4474 w 10296"/>
                  <a:gd name="connsiteY2" fmla="*/ 500 h 2602"/>
                </a:gdLst>
                <a:ahLst/>
                <a:cxnLst>
                  <a:cxn ang="0">
                    <a:pos x="connsiteX0" y="connsiteY0"/>
                  </a:cxn>
                  <a:cxn ang="0">
                    <a:pos x="connsiteX1" y="connsiteY1"/>
                  </a:cxn>
                  <a:cxn ang="0">
                    <a:pos x="connsiteX2" y="connsiteY2"/>
                  </a:cxn>
                </a:cxnLst>
                <a:rect l="l" t="t" r="r" b="b"/>
                <a:pathLst>
                  <a:path w="10296" h="2602">
                    <a:moveTo>
                      <a:pt x="4474" y="500"/>
                    </a:moveTo>
                    <a:cubicBezTo>
                      <a:pt x="-8157" y="3746"/>
                      <a:pt x="9931" y="2883"/>
                      <a:pt x="10297" y="289"/>
                    </a:cubicBezTo>
                    <a:cubicBezTo>
                      <a:pt x="9886" y="-168"/>
                      <a:pt x="7280" y="-71"/>
                      <a:pt x="4474" y="5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8" name="Freeform: Shape 2227">
                <a:extLst>
                  <a:ext uri="{FF2B5EF4-FFF2-40B4-BE49-F238E27FC236}">
                    <a16:creationId xmlns:a16="http://schemas.microsoft.com/office/drawing/2014/main" id="{C2C8446A-E701-7DD5-818E-DEB47C443DC5}"/>
                  </a:ext>
                </a:extLst>
              </p:cNvPr>
              <p:cNvSpPr/>
              <p:nvPr/>
            </p:nvSpPr>
            <p:spPr>
              <a:xfrm>
                <a:off x="7200358" y="7367767"/>
                <a:ext cx="12976" cy="5468"/>
              </a:xfrm>
              <a:custGeom>
                <a:avLst/>
                <a:gdLst>
                  <a:gd name="connsiteX0" fmla="*/ 5536 w 12976"/>
                  <a:gd name="connsiteY0" fmla="*/ 17 h 5468"/>
                  <a:gd name="connsiteX1" fmla="*/ 12977 w 12976"/>
                  <a:gd name="connsiteY1" fmla="*/ 2422 h 5468"/>
                  <a:gd name="connsiteX2" fmla="*/ 5536 w 12976"/>
                  <a:gd name="connsiteY2" fmla="*/ 17 h 5468"/>
                </a:gdLst>
                <a:ahLst/>
                <a:cxnLst>
                  <a:cxn ang="0">
                    <a:pos x="connsiteX0" y="connsiteY0"/>
                  </a:cxn>
                  <a:cxn ang="0">
                    <a:pos x="connsiteX1" y="connsiteY1"/>
                  </a:cxn>
                  <a:cxn ang="0">
                    <a:pos x="connsiteX2" y="connsiteY2"/>
                  </a:cxn>
                </a:cxnLst>
                <a:rect l="l" t="t" r="r" b="b"/>
                <a:pathLst>
                  <a:path w="12976" h="5468">
                    <a:moveTo>
                      <a:pt x="5536" y="17"/>
                    </a:moveTo>
                    <a:cubicBezTo>
                      <a:pt x="-10260" y="2366"/>
                      <a:pt x="12743" y="9487"/>
                      <a:pt x="12977" y="2422"/>
                    </a:cubicBezTo>
                    <a:cubicBezTo>
                      <a:pt x="12389" y="925"/>
                      <a:pt x="9057" y="-149"/>
                      <a:pt x="5536"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9" name="Freeform: Shape 2228">
                <a:extLst>
                  <a:ext uri="{FF2B5EF4-FFF2-40B4-BE49-F238E27FC236}">
                    <a16:creationId xmlns:a16="http://schemas.microsoft.com/office/drawing/2014/main" id="{37090863-CBBF-D2B3-4DC6-E42309481E22}"/>
                  </a:ext>
                </a:extLst>
              </p:cNvPr>
              <p:cNvSpPr/>
              <p:nvPr/>
            </p:nvSpPr>
            <p:spPr>
              <a:xfrm>
                <a:off x="7139324" y="7201855"/>
                <a:ext cx="12643" cy="5672"/>
              </a:xfrm>
              <a:custGeom>
                <a:avLst/>
                <a:gdLst>
                  <a:gd name="connsiteX0" fmla="*/ 5460 w 12643"/>
                  <a:gd name="connsiteY0" fmla="*/ 113 h 5672"/>
                  <a:gd name="connsiteX1" fmla="*/ 12643 w 12643"/>
                  <a:gd name="connsiteY1" fmla="*/ 2079 h 5672"/>
                  <a:gd name="connsiteX2" fmla="*/ 5460 w 12643"/>
                  <a:gd name="connsiteY2" fmla="*/ 113 h 5672"/>
                </a:gdLst>
                <a:ahLst/>
                <a:cxnLst>
                  <a:cxn ang="0">
                    <a:pos x="connsiteX0" y="connsiteY0"/>
                  </a:cxn>
                  <a:cxn ang="0">
                    <a:pos x="connsiteX1" y="connsiteY1"/>
                  </a:cxn>
                  <a:cxn ang="0">
                    <a:pos x="connsiteX2" y="connsiteY2"/>
                  </a:cxn>
                </a:cxnLst>
                <a:rect l="l" t="t" r="r" b="b"/>
                <a:pathLst>
                  <a:path w="12643" h="5672">
                    <a:moveTo>
                      <a:pt x="5460" y="113"/>
                    </a:moveTo>
                    <a:cubicBezTo>
                      <a:pt x="-10073" y="3759"/>
                      <a:pt x="12455" y="9463"/>
                      <a:pt x="12643" y="2079"/>
                    </a:cubicBezTo>
                    <a:cubicBezTo>
                      <a:pt x="12106" y="554"/>
                      <a:pt x="8894" y="-327"/>
                      <a:pt x="5460" y="1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0" name="Freeform: Shape 2229">
                <a:extLst>
                  <a:ext uri="{FF2B5EF4-FFF2-40B4-BE49-F238E27FC236}">
                    <a16:creationId xmlns:a16="http://schemas.microsoft.com/office/drawing/2014/main" id="{57E21614-FE1B-FC2D-9D56-BCD4ED1BD0B2}"/>
                  </a:ext>
                </a:extLst>
              </p:cNvPr>
              <p:cNvSpPr/>
              <p:nvPr/>
            </p:nvSpPr>
            <p:spPr>
              <a:xfrm>
                <a:off x="7031440" y="6882074"/>
                <a:ext cx="11743" cy="6280"/>
              </a:xfrm>
              <a:custGeom>
                <a:avLst/>
                <a:gdLst>
                  <a:gd name="connsiteX0" fmla="*/ 5027 w 11743"/>
                  <a:gd name="connsiteY0" fmla="*/ 717 h 6280"/>
                  <a:gd name="connsiteX1" fmla="*/ 6708 w 11743"/>
                  <a:gd name="connsiteY1" fmla="*/ 5575 h 6280"/>
                  <a:gd name="connsiteX2" fmla="*/ 5027 w 11743"/>
                  <a:gd name="connsiteY2" fmla="*/ 717 h 6280"/>
                </a:gdLst>
                <a:ahLst/>
                <a:cxnLst>
                  <a:cxn ang="0">
                    <a:pos x="connsiteX0" y="connsiteY0"/>
                  </a:cxn>
                  <a:cxn ang="0">
                    <a:pos x="connsiteX1" y="connsiteY1"/>
                  </a:cxn>
                  <a:cxn ang="0">
                    <a:pos x="connsiteX2" y="connsiteY2"/>
                  </a:cxn>
                </a:cxnLst>
                <a:rect l="l" t="t" r="r" b="b"/>
                <a:pathLst>
                  <a:path w="11743" h="6280">
                    <a:moveTo>
                      <a:pt x="5027" y="717"/>
                    </a:moveTo>
                    <a:cubicBezTo>
                      <a:pt x="-2779" y="3197"/>
                      <a:pt x="-933" y="8107"/>
                      <a:pt x="6708" y="5575"/>
                    </a:cubicBezTo>
                    <a:cubicBezTo>
                      <a:pt x="14526" y="3106"/>
                      <a:pt x="12680" y="-1849"/>
                      <a:pt x="5027" y="7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1" name="Freeform: Shape 2230">
                <a:extLst>
                  <a:ext uri="{FF2B5EF4-FFF2-40B4-BE49-F238E27FC236}">
                    <a16:creationId xmlns:a16="http://schemas.microsoft.com/office/drawing/2014/main" id="{6DD80CF0-9A15-1C0D-1DA5-1B702E616D7B}"/>
                  </a:ext>
                </a:extLst>
              </p:cNvPr>
              <p:cNvSpPr/>
              <p:nvPr/>
            </p:nvSpPr>
            <p:spPr>
              <a:xfrm>
                <a:off x="7083672" y="7037034"/>
                <a:ext cx="12010" cy="6087"/>
              </a:xfrm>
              <a:custGeom>
                <a:avLst/>
                <a:gdLst>
                  <a:gd name="connsiteX0" fmla="*/ 5111 w 12010"/>
                  <a:gd name="connsiteY0" fmla="*/ 388 h 6087"/>
                  <a:gd name="connsiteX1" fmla="*/ 6894 w 12010"/>
                  <a:gd name="connsiteY1" fmla="*/ 5709 h 6087"/>
                  <a:gd name="connsiteX2" fmla="*/ 5111 w 12010"/>
                  <a:gd name="connsiteY2" fmla="*/ 388 h 6087"/>
                </a:gdLst>
                <a:ahLst/>
                <a:cxnLst>
                  <a:cxn ang="0">
                    <a:pos x="connsiteX0" y="connsiteY0"/>
                  </a:cxn>
                  <a:cxn ang="0">
                    <a:pos x="connsiteX1" y="connsiteY1"/>
                  </a:cxn>
                  <a:cxn ang="0">
                    <a:pos x="connsiteX2" y="connsiteY2"/>
                  </a:cxn>
                </a:cxnLst>
                <a:rect l="l" t="t" r="r" b="b"/>
                <a:pathLst>
                  <a:path w="12010" h="6087">
                    <a:moveTo>
                      <a:pt x="5111" y="388"/>
                    </a:moveTo>
                    <a:cubicBezTo>
                      <a:pt x="-3096" y="2274"/>
                      <a:pt x="-622" y="7532"/>
                      <a:pt x="6894" y="5709"/>
                    </a:cubicBezTo>
                    <a:cubicBezTo>
                      <a:pt x="15112" y="3846"/>
                      <a:pt x="12632" y="-1470"/>
                      <a:pt x="5111" y="38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2" name="Freeform: Shape 2231">
                <a:extLst>
                  <a:ext uri="{FF2B5EF4-FFF2-40B4-BE49-F238E27FC236}">
                    <a16:creationId xmlns:a16="http://schemas.microsoft.com/office/drawing/2014/main" id="{E20DE3B2-0107-7AAD-FD92-A8050C78014C}"/>
                  </a:ext>
                </a:extLst>
              </p:cNvPr>
              <p:cNvSpPr/>
              <p:nvPr/>
            </p:nvSpPr>
            <p:spPr>
              <a:xfrm>
                <a:off x="6883695" y="6550959"/>
                <a:ext cx="11160" cy="4812"/>
              </a:xfrm>
              <a:custGeom>
                <a:avLst/>
                <a:gdLst>
                  <a:gd name="connsiteX0" fmla="*/ 4862 w 11160"/>
                  <a:gd name="connsiteY0" fmla="*/ 1265 h 4812"/>
                  <a:gd name="connsiteX1" fmla="*/ 11160 w 11160"/>
                  <a:gd name="connsiteY1" fmla="*/ 311 h 4812"/>
                  <a:gd name="connsiteX2" fmla="*/ 4862 w 11160"/>
                  <a:gd name="connsiteY2" fmla="*/ 1265 h 4812"/>
                </a:gdLst>
                <a:ahLst/>
                <a:cxnLst>
                  <a:cxn ang="0">
                    <a:pos x="connsiteX0" y="connsiteY0"/>
                  </a:cxn>
                  <a:cxn ang="0">
                    <a:pos x="connsiteX1" y="connsiteY1"/>
                  </a:cxn>
                  <a:cxn ang="0">
                    <a:pos x="connsiteX2" y="connsiteY2"/>
                  </a:cxn>
                </a:cxnLst>
                <a:rect l="l" t="t" r="r" b="b"/>
                <a:pathLst>
                  <a:path w="11160" h="4812">
                    <a:moveTo>
                      <a:pt x="4862" y="1265"/>
                    </a:moveTo>
                    <a:cubicBezTo>
                      <a:pt x="-8979" y="7694"/>
                      <a:pt x="11126" y="4151"/>
                      <a:pt x="11160" y="311"/>
                    </a:cubicBezTo>
                    <a:cubicBezTo>
                      <a:pt x="10720" y="-352"/>
                      <a:pt x="7897" y="82"/>
                      <a:pt x="4862" y="1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3" name="Freeform: Shape 2232">
                <a:extLst>
                  <a:ext uri="{FF2B5EF4-FFF2-40B4-BE49-F238E27FC236}">
                    <a16:creationId xmlns:a16="http://schemas.microsoft.com/office/drawing/2014/main" id="{D5A18DCC-9AFD-0265-E065-6B7A6480CCF9}"/>
                  </a:ext>
                </a:extLst>
              </p:cNvPr>
              <p:cNvSpPr/>
              <p:nvPr/>
            </p:nvSpPr>
            <p:spPr>
              <a:xfrm>
                <a:off x="6547147" y="5425834"/>
                <a:ext cx="9331" cy="18074"/>
              </a:xfrm>
              <a:custGeom>
                <a:avLst/>
                <a:gdLst>
                  <a:gd name="connsiteX0" fmla="*/ 4209 w 9331"/>
                  <a:gd name="connsiteY0" fmla="*/ 8033 h 18074"/>
                  <a:gd name="connsiteX1" fmla="*/ 20 w 9331"/>
                  <a:gd name="connsiteY1" fmla="*/ 18075 h 18074"/>
                  <a:gd name="connsiteX2" fmla="*/ 4209 w 9331"/>
                  <a:gd name="connsiteY2" fmla="*/ 8033 h 18074"/>
                </a:gdLst>
                <a:ahLst/>
                <a:cxnLst>
                  <a:cxn ang="0">
                    <a:pos x="connsiteX0" y="connsiteY0"/>
                  </a:cxn>
                  <a:cxn ang="0">
                    <a:pos x="connsiteX1" y="connsiteY1"/>
                  </a:cxn>
                  <a:cxn ang="0">
                    <a:pos x="connsiteX2" y="connsiteY2"/>
                  </a:cxn>
                </a:cxnLst>
                <a:rect l="l" t="t" r="r" b="b"/>
                <a:pathLst>
                  <a:path w="9331" h="18074">
                    <a:moveTo>
                      <a:pt x="4209" y="8033"/>
                    </a:moveTo>
                    <a:cubicBezTo>
                      <a:pt x="1660" y="12954"/>
                      <a:pt x="-215" y="17434"/>
                      <a:pt x="20" y="18075"/>
                    </a:cubicBezTo>
                    <a:cubicBezTo>
                      <a:pt x="3037" y="17269"/>
                      <a:pt x="16582" y="-14432"/>
                      <a:pt x="4209" y="80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4" name="Freeform: Shape 2233">
                <a:extLst>
                  <a:ext uri="{FF2B5EF4-FFF2-40B4-BE49-F238E27FC236}">
                    <a16:creationId xmlns:a16="http://schemas.microsoft.com/office/drawing/2014/main" id="{A3929BB3-01A6-4431-BF52-F2ECBF0889E4}"/>
                  </a:ext>
                </a:extLst>
              </p:cNvPr>
              <p:cNvSpPr/>
              <p:nvPr/>
            </p:nvSpPr>
            <p:spPr>
              <a:xfrm>
                <a:off x="6519724" y="5363233"/>
                <a:ext cx="8776" cy="16530"/>
              </a:xfrm>
              <a:custGeom>
                <a:avLst/>
                <a:gdLst>
                  <a:gd name="connsiteX0" fmla="*/ 3896 w 8776"/>
                  <a:gd name="connsiteY0" fmla="*/ 7238 h 16530"/>
                  <a:gd name="connsiteX1" fmla="*/ 4874 w 8776"/>
                  <a:gd name="connsiteY1" fmla="*/ 9318 h 16530"/>
                  <a:gd name="connsiteX2" fmla="*/ 3896 w 8776"/>
                  <a:gd name="connsiteY2" fmla="*/ 7238 h 16530"/>
                </a:gdLst>
                <a:ahLst/>
                <a:cxnLst>
                  <a:cxn ang="0">
                    <a:pos x="connsiteX0" y="connsiteY0"/>
                  </a:cxn>
                  <a:cxn ang="0">
                    <a:pos x="connsiteX1" y="connsiteY1"/>
                  </a:cxn>
                  <a:cxn ang="0">
                    <a:pos x="connsiteX2" y="connsiteY2"/>
                  </a:cxn>
                </a:cxnLst>
                <a:rect l="l" t="t" r="r" b="b"/>
                <a:pathLst>
                  <a:path w="8776" h="16530">
                    <a:moveTo>
                      <a:pt x="3896" y="7238"/>
                    </a:moveTo>
                    <a:cubicBezTo>
                      <a:pt x="-1413" y="16948"/>
                      <a:pt x="-1493" y="21166"/>
                      <a:pt x="4874" y="9318"/>
                    </a:cubicBezTo>
                    <a:cubicBezTo>
                      <a:pt x="10194" y="-466"/>
                      <a:pt x="10269" y="-4615"/>
                      <a:pt x="3896" y="72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5" name="Freeform: Shape 2234">
                <a:extLst>
                  <a:ext uri="{FF2B5EF4-FFF2-40B4-BE49-F238E27FC236}">
                    <a16:creationId xmlns:a16="http://schemas.microsoft.com/office/drawing/2014/main" id="{0046A9F4-07B4-46E0-EE93-AD4259D30DC9}"/>
                  </a:ext>
                </a:extLst>
              </p:cNvPr>
              <p:cNvSpPr/>
              <p:nvPr/>
            </p:nvSpPr>
            <p:spPr>
              <a:xfrm>
                <a:off x="6456622" y="5244628"/>
                <a:ext cx="8334" cy="11107"/>
              </a:xfrm>
              <a:custGeom>
                <a:avLst/>
                <a:gdLst>
                  <a:gd name="connsiteX0" fmla="*/ 3607 w 8334"/>
                  <a:gd name="connsiteY0" fmla="*/ 4702 h 11107"/>
                  <a:gd name="connsiteX1" fmla="*/ 36 w 8334"/>
                  <a:gd name="connsiteY1" fmla="*/ 11103 h 11107"/>
                  <a:gd name="connsiteX2" fmla="*/ 3607 w 8334"/>
                  <a:gd name="connsiteY2" fmla="*/ 4702 h 11107"/>
                </a:gdLst>
                <a:ahLst/>
                <a:cxnLst>
                  <a:cxn ang="0">
                    <a:pos x="connsiteX0" y="connsiteY0"/>
                  </a:cxn>
                  <a:cxn ang="0">
                    <a:pos x="connsiteX1" y="connsiteY1"/>
                  </a:cxn>
                  <a:cxn ang="0">
                    <a:pos x="connsiteX2" y="connsiteY2"/>
                  </a:cxn>
                </a:cxnLst>
                <a:rect l="l" t="t" r="r" b="b"/>
                <a:pathLst>
                  <a:path w="8334" h="11107">
                    <a:moveTo>
                      <a:pt x="3607" y="4702"/>
                    </a:moveTo>
                    <a:cubicBezTo>
                      <a:pt x="1339" y="7691"/>
                      <a:pt x="-262" y="10554"/>
                      <a:pt x="36" y="11103"/>
                    </a:cubicBezTo>
                    <a:cubicBezTo>
                      <a:pt x="2973" y="11446"/>
                      <a:pt x="14809" y="-8928"/>
                      <a:pt x="3607" y="47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6" name="Freeform: Shape 2235">
                <a:extLst>
                  <a:ext uri="{FF2B5EF4-FFF2-40B4-BE49-F238E27FC236}">
                    <a16:creationId xmlns:a16="http://schemas.microsoft.com/office/drawing/2014/main" id="{1FBA74AF-3D66-64B2-D43A-33D4C3A574B2}"/>
                  </a:ext>
                </a:extLst>
              </p:cNvPr>
              <p:cNvSpPr/>
              <p:nvPr/>
            </p:nvSpPr>
            <p:spPr>
              <a:xfrm>
                <a:off x="6488796" y="5302366"/>
                <a:ext cx="8761" cy="14503"/>
              </a:xfrm>
              <a:custGeom>
                <a:avLst/>
                <a:gdLst>
                  <a:gd name="connsiteX0" fmla="*/ 3820 w 8761"/>
                  <a:gd name="connsiteY0" fmla="*/ 6382 h 14503"/>
                  <a:gd name="connsiteX1" fmla="*/ 32 w 8761"/>
                  <a:gd name="connsiteY1" fmla="*/ 14504 h 14503"/>
                  <a:gd name="connsiteX2" fmla="*/ 3820 w 8761"/>
                  <a:gd name="connsiteY2" fmla="*/ 6382 h 14503"/>
                </a:gdLst>
                <a:ahLst/>
                <a:cxnLst>
                  <a:cxn ang="0">
                    <a:pos x="connsiteX0" y="connsiteY0"/>
                  </a:cxn>
                  <a:cxn ang="0">
                    <a:pos x="connsiteX1" y="connsiteY1"/>
                  </a:cxn>
                  <a:cxn ang="0">
                    <a:pos x="connsiteX2" y="connsiteY2"/>
                  </a:cxn>
                </a:cxnLst>
                <a:rect l="l" t="t" r="r" b="b"/>
                <a:pathLst>
                  <a:path w="8761" h="14503">
                    <a:moveTo>
                      <a:pt x="3820" y="6382"/>
                    </a:moveTo>
                    <a:cubicBezTo>
                      <a:pt x="1437" y="10309"/>
                      <a:pt x="-255" y="13938"/>
                      <a:pt x="32" y="14504"/>
                    </a:cubicBezTo>
                    <a:cubicBezTo>
                      <a:pt x="3083" y="14206"/>
                      <a:pt x="15565" y="-11643"/>
                      <a:pt x="3820" y="63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7" name="Freeform: Shape 2236">
                <a:extLst>
                  <a:ext uri="{FF2B5EF4-FFF2-40B4-BE49-F238E27FC236}">
                    <a16:creationId xmlns:a16="http://schemas.microsoft.com/office/drawing/2014/main" id="{642B75FB-ED7F-434F-8C87-D435BC262A1B}"/>
                  </a:ext>
                </a:extLst>
              </p:cNvPr>
              <p:cNvSpPr/>
              <p:nvPr/>
            </p:nvSpPr>
            <p:spPr>
              <a:xfrm>
                <a:off x="6425131" y="5189100"/>
                <a:ext cx="7898" cy="7661"/>
              </a:xfrm>
              <a:custGeom>
                <a:avLst/>
                <a:gdLst>
                  <a:gd name="connsiteX0" fmla="*/ 3427 w 7898"/>
                  <a:gd name="connsiteY0" fmla="*/ 2983 h 7661"/>
                  <a:gd name="connsiteX1" fmla="*/ 32 w 7898"/>
                  <a:gd name="connsiteY1" fmla="*/ 7612 h 7661"/>
                  <a:gd name="connsiteX2" fmla="*/ 3427 w 7898"/>
                  <a:gd name="connsiteY2" fmla="*/ 2983 h 7661"/>
                </a:gdLst>
                <a:ahLst/>
                <a:cxnLst>
                  <a:cxn ang="0">
                    <a:pos x="connsiteX0" y="connsiteY0"/>
                  </a:cxn>
                  <a:cxn ang="0">
                    <a:pos x="connsiteX1" y="connsiteY1"/>
                  </a:cxn>
                  <a:cxn ang="0">
                    <a:pos x="connsiteX2" y="connsiteY2"/>
                  </a:cxn>
                </a:cxnLst>
                <a:rect l="l" t="t" r="r" b="b"/>
                <a:pathLst>
                  <a:path w="7898" h="7661">
                    <a:moveTo>
                      <a:pt x="3427" y="2983"/>
                    </a:moveTo>
                    <a:cubicBezTo>
                      <a:pt x="1278" y="5012"/>
                      <a:pt x="-242" y="7086"/>
                      <a:pt x="32" y="7612"/>
                    </a:cubicBezTo>
                    <a:cubicBezTo>
                      <a:pt x="2729" y="8612"/>
                      <a:pt x="14068" y="-6121"/>
                      <a:pt x="3427" y="298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8" name="Freeform: Shape 2237">
                <a:extLst>
                  <a:ext uri="{FF2B5EF4-FFF2-40B4-BE49-F238E27FC236}">
                    <a16:creationId xmlns:a16="http://schemas.microsoft.com/office/drawing/2014/main" id="{E87F0B31-5CA0-FAA1-94A2-09A70DC44E9F}"/>
                  </a:ext>
                </a:extLst>
              </p:cNvPr>
              <p:cNvSpPr/>
              <p:nvPr/>
            </p:nvSpPr>
            <p:spPr>
              <a:xfrm>
                <a:off x="6672420" y="6198451"/>
                <a:ext cx="9252" cy="9078"/>
              </a:xfrm>
              <a:custGeom>
                <a:avLst/>
                <a:gdLst>
                  <a:gd name="connsiteX0" fmla="*/ 4151 w 9252"/>
                  <a:gd name="connsiteY0" fmla="*/ 32 h 9078"/>
                  <a:gd name="connsiteX1" fmla="*/ 25 w 9252"/>
                  <a:gd name="connsiteY1" fmla="*/ 5581 h 9078"/>
                  <a:gd name="connsiteX2" fmla="*/ 4151 w 9252"/>
                  <a:gd name="connsiteY2" fmla="*/ 32 h 9078"/>
                </a:gdLst>
                <a:ahLst/>
                <a:cxnLst>
                  <a:cxn ang="0">
                    <a:pos x="connsiteX0" y="connsiteY0"/>
                  </a:cxn>
                  <a:cxn ang="0">
                    <a:pos x="connsiteX1" y="connsiteY1"/>
                  </a:cxn>
                  <a:cxn ang="0">
                    <a:pos x="connsiteX2" y="connsiteY2"/>
                  </a:cxn>
                </a:cxnLst>
                <a:rect l="l" t="t" r="r" b="b"/>
                <a:pathLst>
                  <a:path w="9252" h="9078">
                    <a:moveTo>
                      <a:pt x="4151" y="32"/>
                    </a:moveTo>
                    <a:cubicBezTo>
                      <a:pt x="1608" y="700"/>
                      <a:pt x="-238" y="3204"/>
                      <a:pt x="25" y="5581"/>
                    </a:cubicBezTo>
                    <a:cubicBezTo>
                      <a:pt x="3522" y="16200"/>
                      <a:pt x="16233" y="-831"/>
                      <a:pt x="4151" y="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9" name="Freeform: Shape 2238">
                <a:extLst>
                  <a:ext uri="{FF2B5EF4-FFF2-40B4-BE49-F238E27FC236}">
                    <a16:creationId xmlns:a16="http://schemas.microsoft.com/office/drawing/2014/main" id="{DC6B92CB-5EF4-3947-D640-5A9DB5992C4D}"/>
                  </a:ext>
                </a:extLst>
              </p:cNvPr>
              <p:cNvSpPr/>
              <p:nvPr/>
            </p:nvSpPr>
            <p:spPr>
              <a:xfrm>
                <a:off x="6396500" y="5135394"/>
                <a:ext cx="7269" cy="4758"/>
              </a:xfrm>
              <a:custGeom>
                <a:avLst/>
                <a:gdLst>
                  <a:gd name="connsiteX0" fmla="*/ 3191 w 7269"/>
                  <a:gd name="connsiteY0" fmla="*/ 1481 h 4758"/>
                  <a:gd name="connsiteX1" fmla="*/ 4077 w 7269"/>
                  <a:gd name="connsiteY1" fmla="*/ 3270 h 4758"/>
                  <a:gd name="connsiteX2" fmla="*/ 3191 w 7269"/>
                  <a:gd name="connsiteY2" fmla="*/ 1481 h 4758"/>
                </a:gdLst>
                <a:ahLst/>
                <a:cxnLst>
                  <a:cxn ang="0">
                    <a:pos x="connsiteX0" y="connsiteY0"/>
                  </a:cxn>
                  <a:cxn ang="0">
                    <a:pos x="connsiteX1" y="connsiteY1"/>
                  </a:cxn>
                  <a:cxn ang="0">
                    <a:pos x="connsiteX2" y="connsiteY2"/>
                  </a:cxn>
                </a:cxnLst>
                <a:rect l="l" t="t" r="r" b="b"/>
                <a:pathLst>
                  <a:path w="7269" h="4758">
                    <a:moveTo>
                      <a:pt x="3191" y="1481"/>
                    </a:moveTo>
                    <a:cubicBezTo>
                      <a:pt x="-1535" y="4248"/>
                      <a:pt x="-821" y="6271"/>
                      <a:pt x="4077" y="3270"/>
                    </a:cubicBezTo>
                    <a:cubicBezTo>
                      <a:pt x="8803" y="447"/>
                      <a:pt x="8094" y="-1473"/>
                      <a:pt x="3191" y="14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0" name="Freeform: Shape 2239">
                <a:extLst>
                  <a:ext uri="{FF2B5EF4-FFF2-40B4-BE49-F238E27FC236}">
                    <a16:creationId xmlns:a16="http://schemas.microsoft.com/office/drawing/2014/main" id="{7DEF67A9-BA9C-1152-26F4-E09B615E4F6C}"/>
                  </a:ext>
                </a:extLst>
              </p:cNvPr>
              <p:cNvSpPr/>
              <p:nvPr/>
            </p:nvSpPr>
            <p:spPr>
              <a:xfrm>
                <a:off x="6570036" y="5518309"/>
                <a:ext cx="9249" cy="16928"/>
              </a:xfrm>
              <a:custGeom>
                <a:avLst/>
                <a:gdLst>
                  <a:gd name="connsiteX0" fmla="*/ 4266 w 9249"/>
                  <a:gd name="connsiteY0" fmla="*/ 6855 h 16928"/>
                  <a:gd name="connsiteX1" fmla="*/ 14 w 9249"/>
                  <a:gd name="connsiteY1" fmla="*/ 16925 h 16928"/>
                  <a:gd name="connsiteX2" fmla="*/ 4266 w 9249"/>
                  <a:gd name="connsiteY2" fmla="*/ 6855 h 16928"/>
                </a:gdLst>
                <a:ahLst/>
                <a:cxnLst>
                  <a:cxn ang="0">
                    <a:pos x="connsiteX0" y="connsiteY0"/>
                  </a:cxn>
                  <a:cxn ang="0">
                    <a:pos x="connsiteX1" y="connsiteY1"/>
                  </a:cxn>
                  <a:cxn ang="0">
                    <a:pos x="connsiteX2" y="connsiteY2"/>
                  </a:cxn>
                </a:cxnLst>
                <a:rect l="l" t="t" r="r" b="b"/>
                <a:pathLst>
                  <a:path w="9249" h="16928">
                    <a:moveTo>
                      <a:pt x="4266" y="6855"/>
                    </a:moveTo>
                    <a:cubicBezTo>
                      <a:pt x="1722" y="11444"/>
                      <a:pt x="-181" y="15942"/>
                      <a:pt x="14" y="16925"/>
                    </a:cubicBezTo>
                    <a:cubicBezTo>
                      <a:pt x="3300" y="17291"/>
                      <a:pt x="16238" y="-13245"/>
                      <a:pt x="4266" y="68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1" name="Freeform: Shape 2240">
                <a:extLst>
                  <a:ext uri="{FF2B5EF4-FFF2-40B4-BE49-F238E27FC236}">
                    <a16:creationId xmlns:a16="http://schemas.microsoft.com/office/drawing/2014/main" id="{C6492861-C6F1-D5AE-E646-A1DA5799F82E}"/>
                  </a:ext>
                </a:extLst>
              </p:cNvPr>
              <p:cNvSpPr/>
              <p:nvPr/>
            </p:nvSpPr>
            <p:spPr>
              <a:xfrm>
                <a:off x="6616390" y="5734884"/>
                <a:ext cx="9174" cy="13954"/>
              </a:xfrm>
              <a:custGeom>
                <a:avLst/>
                <a:gdLst>
                  <a:gd name="connsiteX0" fmla="*/ 4100 w 9174"/>
                  <a:gd name="connsiteY0" fmla="*/ 5708 h 13954"/>
                  <a:gd name="connsiteX1" fmla="*/ 25 w 9174"/>
                  <a:gd name="connsiteY1" fmla="*/ 13949 h 13954"/>
                  <a:gd name="connsiteX2" fmla="*/ 4100 w 9174"/>
                  <a:gd name="connsiteY2" fmla="*/ 5708 h 13954"/>
                </a:gdLst>
                <a:ahLst/>
                <a:cxnLst>
                  <a:cxn ang="0">
                    <a:pos x="connsiteX0" y="connsiteY0"/>
                  </a:cxn>
                  <a:cxn ang="0">
                    <a:pos x="connsiteX1" y="connsiteY1"/>
                  </a:cxn>
                  <a:cxn ang="0">
                    <a:pos x="connsiteX2" y="connsiteY2"/>
                  </a:cxn>
                </a:cxnLst>
                <a:rect l="l" t="t" r="r" b="b"/>
                <a:pathLst>
                  <a:path w="9174" h="13954">
                    <a:moveTo>
                      <a:pt x="4100" y="5708"/>
                    </a:moveTo>
                    <a:cubicBezTo>
                      <a:pt x="1591" y="9485"/>
                      <a:pt x="-238" y="13172"/>
                      <a:pt x="25" y="13949"/>
                    </a:cubicBezTo>
                    <a:cubicBezTo>
                      <a:pt x="3340" y="14406"/>
                      <a:pt x="16176" y="-11026"/>
                      <a:pt x="4100" y="57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2" name="Freeform: Shape 2241">
                <a:extLst>
                  <a:ext uri="{FF2B5EF4-FFF2-40B4-BE49-F238E27FC236}">
                    <a16:creationId xmlns:a16="http://schemas.microsoft.com/office/drawing/2014/main" id="{6F71C2DB-F084-CD13-06CE-6C307F01FF30}"/>
                  </a:ext>
                </a:extLst>
              </p:cNvPr>
              <p:cNvSpPr/>
              <p:nvPr/>
            </p:nvSpPr>
            <p:spPr>
              <a:xfrm>
                <a:off x="6591323" y="5632367"/>
                <a:ext cx="9162" cy="15348"/>
              </a:xfrm>
              <a:custGeom>
                <a:avLst/>
                <a:gdLst>
                  <a:gd name="connsiteX0" fmla="*/ 4209 w 9162"/>
                  <a:gd name="connsiteY0" fmla="*/ 5983 h 15348"/>
                  <a:gd name="connsiteX1" fmla="*/ 15 w 9162"/>
                  <a:gd name="connsiteY1" fmla="*/ 15327 h 15348"/>
                  <a:gd name="connsiteX2" fmla="*/ 4209 w 9162"/>
                  <a:gd name="connsiteY2" fmla="*/ 5983 h 15348"/>
                </a:gdLst>
                <a:ahLst/>
                <a:cxnLst>
                  <a:cxn ang="0">
                    <a:pos x="connsiteX0" y="connsiteY0"/>
                  </a:cxn>
                  <a:cxn ang="0">
                    <a:pos x="connsiteX1" y="connsiteY1"/>
                  </a:cxn>
                  <a:cxn ang="0">
                    <a:pos x="connsiteX2" y="connsiteY2"/>
                  </a:cxn>
                </a:cxnLst>
                <a:rect l="l" t="t" r="r" b="b"/>
                <a:pathLst>
                  <a:path w="9162" h="15348">
                    <a:moveTo>
                      <a:pt x="4209" y="5983"/>
                    </a:moveTo>
                    <a:cubicBezTo>
                      <a:pt x="1689" y="10121"/>
                      <a:pt x="-185" y="14304"/>
                      <a:pt x="15" y="15327"/>
                    </a:cubicBezTo>
                    <a:cubicBezTo>
                      <a:pt x="3387" y="16236"/>
                      <a:pt x="16045" y="-11951"/>
                      <a:pt x="4209" y="598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3" name="Freeform: Shape 2242">
                <a:extLst>
                  <a:ext uri="{FF2B5EF4-FFF2-40B4-BE49-F238E27FC236}">
                    <a16:creationId xmlns:a16="http://schemas.microsoft.com/office/drawing/2014/main" id="{BE8887E7-4D8D-1CD7-4F9C-9C31E89689A5}"/>
                  </a:ext>
                </a:extLst>
              </p:cNvPr>
              <p:cNvSpPr/>
              <p:nvPr/>
            </p:nvSpPr>
            <p:spPr>
              <a:xfrm>
                <a:off x="6646124" y="5877329"/>
                <a:ext cx="9059" cy="13850"/>
              </a:xfrm>
              <a:custGeom>
                <a:avLst/>
                <a:gdLst>
                  <a:gd name="connsiteX0" fmla="*/ 4090 w 9059"/>
                  <a:gd name="connsiteY0" fmla="*/ 2222 h 13850"/>
                  <a:gd name="connsiteX1" fmla="*/ 4964 w 9059"/>
                  <a:gd name="connsiteY1" fmla="*/ 11720 h 13850"/>
                  <a:gd name="connsiteX2" fmla="*/ 4090 w 9059"/>
                  <a:gd name="connsiteY2" fmla="*/ 2222 h 13850"/>
                </a:gdLst>
                <a:ahLst/>
                <a:cxnLst>
                  <a:cxn ang="0">
                    <a:pos x="connsiteX0" y="connsiteY0"/>
                  </a:cxn>
                  <a:cxn ang="0">
                    <a:pos x="connsiteX1" y="connsiteY1"/>
                  </a:cxn>
                  <a:cxn ang="0">
                    <a:pos x="connsiteX2" y="connsiteY2"/>
                  </a:cxn>
                </a:cxnLst>
                <a:rect l="l" t="t" r="r" b="b"/>
                <a:pathLst>
                  <a:path w="9059" h="13850">
                    <a:moveTo>
                      <a:pt x="4090" y="2222"/>
                    </a:moveTo>
                    <a:cubicBezTo>
                      <a:pt x="78" y="5679"/>
                      <a:pt x="-2997" y="18967"/>
                      <a:pt x="4964" y="11720"/>
                    </a:cubicBezTo>
                    <a:cubicBezTo>
                      <a:pt x="8993" y="8371"/>
                      <a:pt x="12051" y="-5287"/>
                      <a:pt x="4090" y="22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4" name="Freeform: Shape 2243">
                <a:extLst>
                  <a:ext uri="{FF2B5EF4-FFF2-40B4-BE49-F238E27FC236}">
                    <a16:creationId xmlns:a16="http://schemas.microsoft.com/office/drawing/2014/main" id="{9DF7085F-B6D9-CC5E-3450-B15E4FA06E09}"/>
                  </a:ext>
                </a:extLst>
              </p:cNvPr>
              <p:cNvSpPr/>
              <p:nvPr/>
            </p:nvSpPr>
            <p:spPr>
              <a:xfrm>
                <a:off x="7268398" y="7526223"/>
                <a:ext cx="12918" cy="5193"/>
              </a:xfrm>
              <a:custGeom>
                <a:avLst/>
                <a:gdLst>
                  <a:gd name="connsiteX0" fmla="*/ 5156 w 12918"/>
                  <a:gd name="connsiteY0" fmla="*/ 14 h 5193"/>
                  <a:gd name="connsiteX1" fmla="*/ 11819 w 12918"/>
                  <a:gd name="connsiteY1" fmla="*/ 4283 h 5193"/>
                  <a:gd name="connsiteX2" fmla="*/ 5156 w 12918"/>
                  <a:gd name="connsiteY2" fmla="*/ 14 h 5193"/>
                </a:gdLst>
                <a:ahLst/>
                <a:cxnLst>
                  <a:cxn ang="0">
                    <a:pos x="connsiteX0" y="connsiteY0"/>
                  </a:cxn>
                  <a:cxn ang="0">
                    <a:pos x="connsiteX1" y="connsiteY1"/>
                  </a:cxn>
                  <a:cxn ang="0">
                    <a:pos x="connsiteX2" y="connsiteY2"/>
                  </a:cxn>
                </a:cxnLst>
                <a:rect l="l" t="t" r="r" b="b"/>
                <a:pathLst>
                  <a:path w="12918" h="5193">
                    <a:moveTo>
                      <a:pt x="5156" y="14"/>
                    </a:moveTo>
                    <a:cubicBezTo>
                      <a:pt x="-7669" y="1020"/>
                      <a:pt x="6865" y="7558"/>
                      <a:pt x="11819" y="4283"/>
                    </a:cubicBezTo>
                    <a:cubicBezTo>
                      <a:pt x="15883" y="1420"/>
                      <a:pt x="7545" y="-169"/>
                      <a:pt x="5156" y="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5" name="Freeform: Shape 2244">
                <a:extLst>
                  <a:ext uri="{FF2B5EF4-FFF2-40B4-BE49-F238E27FC236}">
                    <a16:creationId xmlns:a16="http://schemas.microsoft.com/office/drawing/2014/main" id="{97C2B4D6-B062-DE0F-2C2C-3662695E1285}"/>
                  </a:ext>
                </a:extLst>
              </p:cNvPr>
              <p:cNvSpPr/>
              <p:nvPr/>
            </p:nvSpPr>
            <p:spPr>
              <a:xfrm>
                <a:off x="6177065" y="5144530"/>
                <a:ext cx="6857" cy="2542"/>
              </a:xfrm>
              <a:custGeom>
                <a:avLst/>
                <a:gdLst>
                  <a:gd name="connsiteX0" fmla="*/ 3039 w 6857"/>
                  <a:gd name="connsiteY0" fmla="*/ 233 h 2542"/>
                  <a:gd name="connsiteX1" fmla="*/ 6028 w 6857"/>
                  <a:gd name="connsiteY1" fmla="*/ 1525 h 2542"/>
                  <a:gd name="connsiteX2" fmla="*/ 3039 w 6857"/>
                  <a:gd name="connsiteY2" fmla="*/ 233 h 2542"/>
                </a:gdLst>
                <a:ahLst/>
                <a:cxnLst>
                  <a:cxn ang="0">
                    <a:pos x="connsiteX0" y="connsiteY0"/>
                  </a:cxn>
                  <a:cxn ang="0">
                    <a:pos x="connsiteX1" y="connsiteY1"/>
                  </a:cxn>
                  <a:cxn ang="0">
                    <a:pos x="connsiteX2" y="connsiteY2"/>
                  </a:cxn>
                </a:cxnLst>
                <a:rect l="l" t="t" r="r" b="b"/>
                <a:pathLst>
                  <a:path w="6857" h="2542">
                    <a:moveTo>
                      <a:pt x="3039" y="233"/>
                    </a:moveTo>
                    <a:cubicBezTo>
                      <a:pt x="-4048" y="2010"/>
                      <a:pt x="3090" y="3679"/>
                      <a:pt x="6028" y="1525"/>
                    </a:cubicBezTo>
                    <a:cubicBezTo>
                      <a:pt x="8639" y="-162"/>
                      <a:pt x="4376" y="-201"/>
                      <a:pt x="3039" y="2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6" name="Freeform: Shape 2245">
                <a:extLst>
                  <a:ext uri="{FF2B5EF4-FFF2-40B4-BE49-F238E27FC236}">
                    <a16:creationId xmlns:a16="http://schemas.microsoft.com/office/drawing/2014/main" id="{707C6D61-CFF8-823D-3193-48A0AC89CD6A}"/>
                  </a:ext>
                </a:extLst>
              </p:cNvPr>
              <p:cNvSpPr/>
              <p:nvPr/>
            </p:nvSpPr>
            <p:spPr>
              <a:xfrm>
                <a:off x="6585684" y="6649410"/>
                <a:ext cx="10911" cy="3822"/>
              </a:xfrm>
              <a:custGeom>
                <a:avLst/>
                <a:gdLst>
                  <a:gd name="connsiteX0" fmla="*/ 4900 w 10911"/>
                  <a:gd name="connsiteY0" fmla="*/ 449 h 3822"/>
                  <a:gd name="connsiteX1" fmla="*/ 10912 w 10911"/>
                  <a:gd name="connsiteY1" fmla="*/ 717 h 3822"/>
                  <a:gd name="connsiteX2" fmla="*/ 4900 w 10911"/>
                  <a:gd name="connsiteY2" fmla="*/ 449 h 3822"/>
                </a:gdLst>
                <a:ahLst/>
                <a:cxnLst>
                  <a:cxn ang="0">
                    <a:pos x="connsiteX0" y="connsiteY0"/>
                  </a:cxn>
                  <a:cxn ang="0">
                    <a:pos x="connsiteX1" y="connsiteY1"/>
                  </a:cxn>
                  <a:cxn ang="0">
                    <a:pos x="connsiteX2" y="connsiteY2"/>
                  </a:cxn>
                </a:cxnLst>
                <a:rect l="l" t="t" r="r" b="b"/>
                <a:pathLst>
                  <a:path w="10911" h="3822">
                    <a:moveTo>
                      <a:pt x="4900" y="449"/>
                    </a:moveTo>
                    <a:cubicBezTo>
                      <a:pt x="-8776" y="4690"/>
                      <a:pt x="10472" y="5101"/>
                      <a:pt x="10912" y="717"/>
                    </a:cubicBezTo>
                    <a:cubicBezTo>
                      <a:pt x="10563" y="-128"/>
                      <a:pt x="7866" y="-237"/>
                      <a:pt x="4900" y="4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7" name="Freeform: Shape 2246">
                <a:extLst>
                  <a:ext uri="{FF2B5EF4-FFF2-40B4-BE49-F238E27FC236}">
                    <a16:creationId xmlns:a16="http://schemas.microsoft.com/office/drawing/2014/main" id="{B85849C2-42E1-B1FC-DA12-C2DB923C96B7}"/>
                  </a:ext>
                </a:extLst>
              </p:cNvPr>
              <p:cNvSpPr/>
              <p:nvPr/>
            </p:nvSpPr>
            <p:spPr>
              <a:xfrm>
                <a:off x="6548777" y="6562009"/>
                <a:ext cx="10534" cy="3227"/>
              </a:xfrm>
              <a:custGeom>
                <a:avLst/>
                <a:gdLst>
                  <a:gd name="connsiteX0" fmla="*/ 4733 w 10534"/>
                  <a:gd name="connsiteY0" fmla="*/ 285 h 3227"/>
                  <a:gd name="connsiteX1" fmla="*/ 10534 w 10534"/>
                  <a:gd name="connsiteY1" fmla="*/ 719 h 3227"/>
                  <a:gd name="connsiteX2" fmla="*/ 4733 w 10534"/>
                  <a:gd name="connsiteY2" fmla="*/ 285 h 3227"/>
                </a:gdLst>
                <a:ahLst/>
                <a:cxnLst>
                  <a:cxn ang="0">
                    <a:pos x="connsiteX0" y="connsiteY0"/>
                  </a:cxn>
                  <a:cxn ang="0">
                    <a:pos x="connsiteX1" y="connsiteY1"/>
                  </a:cxn>
                  <a:cxn ang="0">
                    <a:pos x="connsiteX2" y="connsiteY2"/>
                  </a:cxn>
                </a:cxnLst>
                <a:rect l="l" t="t" r="r" b="b"/>
                <a:pathLst>
                  <a:path w="10534" h="3227">
                    <a:moveTo>
                      <a:pt x="4733" y="285"/>
                    </a:moveTo>
                    <a:cubicBezTo>
                      <a:pt x="-8440" y="3594"/>
                      <a:pt x="10008" y="4606"/>
                      <a:pt x="10534" y="719"/>
                    </a:cubicBezTo>
                    <a:cubicBezTo>
                      <a:pt x="10202" y="-35"/>
                      <a:pt x="7602" y="-224"/>
                      <a:pt x="4733" y="2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8" name="Freeform: Shape 2247">
                <a:extLst>
                  <a:ext uri="{FF2B5EF4-FFF2-40B4-BE49-F238E27FC236}">
                    <a16:creationId xmlns:a16="http://schemas.microsoft.com/office/drawing/2014/main" id="{3333BE5F-F356-CE73-E8AF-DAE904EEAC96}"/>
                  </a:ext>
                </a:extLst>
              </p:cNvPr>
              <p:cNvSpPr/>
              <p:nvPr/>
            </p:nvSpPr>
            <p:spPr>
              <a:xfrm>
                <a:off x="6449535" y="6327767"/>
                <a:ext cx="9494" cy="2649"/>
              </a:xfrm>
              <a:custGeom>
                <a:avLst/>
                <a:gdLst>
                  <a:gd name="connsiteX0" fmla="*/ 4311 w 9494"/>
                  <a:gd name="connsiteY0" fmla="*/ 0 h 2649"/>
                  <a:gd name="connsiteX1" fmla="*/ 9495 w 9494"/>
                  <a:gd name="connsiteY1" fmla="*/ 1298 h 2649"/>
                  <a:gd name="connsiteX2" fmla="*/ 4311 w 9494"/>
                  <a:gd name="connsiteY2" fmla="*/ 0 h 2649"/>
                </a:gdLst>
                <a:ahLst/>
                <a:cxnLst>
                  <a:cxn ang="0">
                    <a:pos x="connsiteX0" y="connsiteY0"/>
                  </a:cxn>
                  <a:cxn ang="0">
                    <a:pos x="connsiteX1" y="connsiteY1"/>
                  </a:cxn>
                  <a:cxn ang="0">
                    <a:pos x="connsiteX2" y="connsiteY2"/>
                  </a:cxn>
                </a:cxnLst>
                <a:rect l="l" t="t" r="r" b="b"/>
                <a:pathLst>
                  <a:path w="9494" h="2649">
                    <a:moveTo>
                      <a:pt x="4311" y="0"/>
                    </a:moveTo>
                    <a:cubicBezTo>
                      <a:pt x="-7536" y="846"/>
                      <a:pt x="8706" y="4635"/>
                      <a:pt x="9495" y="1298"/>
                    </a:cubicBezTo>
                    <a:cubicBezTo>
                      <a:pt x="9220" y="578"/>
                      <a:pt x="6894" y="0"/>
                      <a:pt x="431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9" name="Freeform: Shape 2248">
                <a:extLst>
                  <a:ext uri="{FF2B5EF4-FFF2-40B4-BE49-F238E27FC236}">
                    <a16:creationId xmlns:a16="http://schemas.microsoft.com/office/drawing/2014/main" id="{8759F1B2-0ECE-0965-CAD9-FD448D0ACC3A}"/>
                  </a:ext>
                </a:extLst>
              </p:cNvPr>
              <p:cNvSpPr/>
              <p:nvPr/>
            </p:nvSpPr>
            <p:spPr>
              <a:xfrm>
                <a:off x="6513594" y="6481951"/>
                <a:ext cx="10157" cy="2754"/>
              </a:xfrm>
              <a:custGeom>
                <a:avLst/>
                <a:gdLst>
                  <a:gd name="connsiteX0" fmla="*/ 4574 w 10157"/>
                  <a:gd name="connsiteY0" fmla="*/ 110 h 2754"/>
                  <a:gd name="connsiteX1" fmla="*/ 10157 w 10157"/>
                  <a:gd name="connsiteY1" fmla="*/ 847 h 2754"/>
                  <a:gd name="connsiteX2" fmla="*/ 4574 w 10157"/>
                  <a:gd name="connsiteY2" fmla="*/ 110 h 2754"/>
                </a:gdLst>
                <a:ahLst/>
                <a:cxnLst>
                  <a:cxn ang="0">
                    <a:pos x="connsiteX0" y="connsiteY0"/>
                  </a:cxn>
                  <a:cxn ang="0">
                    <a:pos x="connsiteX1" y="connsiteY1"/>
                  </a:cxn>
                  <a:cxn ang="0">
                    <a:pos x="connsiteX2" y="connsiteY2"/>
                  </a:cxn>
                </a:cxnLst>
                <a:rect l="l" t="t" r="r" b="b"/>
                <a:pathLst>
                  <a:path w="10157" h="2754">
                    <a:moveTo>
                      <a:pt x="4574" y="110"/>
                    </a:moveTo>
                    <a:cubicBezTo>
                      <a:pt x="-8102" y="2350"/>
                      <a:pt x="9523" y="4367"/>
                      <a:pt x="10157" y="847"/>
                    </a:cubicBezTo>
                    <a:cubicBezTo>
                      <a:pt x="9843" y="138"/>
                      <a:pt x="7340" y="-187"/>
                      <a:pt x="4574" y="1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0" name="Freeform: Shape 2249">
                <a:extLst>
                  <a:ext uri="{FF2B5EF4-FFF2-40B4-BE49-F238E27FC236}">
                    <a16:creationId xmlns:a16="http://schemas.microsoft.com/office/drawing/2014/main" id="{BCFC52F4-87C4-8D5B-D213-3E6F57EF610F}"/>
                  </a:ext>
                </a:extLst>
              </p:cNvPr>
              <p:cNvSpPr/>
              <p:nvPr/>
            </p:nvSpPr>
            <p:spPr>
              <a:xfrm>
                <a:off x="6624281" y="6748192"/>
                <a:ext cx="10901" cy="4548"/>
              </a:xfrm>
              <a:custGeom>
                <a:avLst/>
                <a:gdLst>
                  <a:gd name="connsiteX0" fmla="*/ 4804 w 10901"/>
                  <a:gd name="connsiteY0" fmla="*/ 531 h 4548"/>
                  <a:gd name="connsiteX1" fmla="*/ 6096 w 10901"/>
                  <a:gd name="connsiteY1" fmla="*/ 4033 h 4548"/>
                  <a:gd name="connsiteX2" fmla="*/ 4804 w 10901"/>
                  <a:gd name="connsiteY2" fmla="*/ 531 h 4548"/>
                </a:gdLst>
                <a:ahLst/>
                <a:cxnLst>
                  <a:cxn ang="0">
                    <a:pos x="connsiteX0" y="connsiteY0"/>
                  </a:cxn>
                  <a:cxn ang="0">
                    <a:pos x="connsiteX1" y="connsiteY1"/>
                  </a:cxn>
                  <a:cxn ang="0">
                    <a:pos x="connsiteX2" y="connsiteY2"/>
                  </a:cxn>
                </a:cxnLst>
                <a:rect l="l" t="t" r="r" b="b"/>
                <a:pathLst>
                  <a:path w="10901" h="4548">
                    <a:moveTo>
                      <a:pt x="4804" y="531"/>
                    </a:moveTo>
                    <a:cubicBezTo>
                      <a:pt x="-2665" y="2393"/>
                      <a:pt x="-796" y="5857"/>
                      <a:pt x="6096" y="4033"/>
                    </a:cubicBezTo>
                    <a:cubicBezTo>
                      <a:pt x="13554" y="2142"/>
                      <a:pt x="11714" y="-1327"/>
                      <a:pt x="4804" y="5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1" name="Freeform: Shape 2250">
                <a:extLst>
                  <a:ext uri="{FF2B5EF4-FFF2-40B4-BE49-F238E27FC236}">
                    <a16:creationId xmlns:a16="http://schemas.microsoft.com/office/drawing/2014/main" id="{F295ECD0-2586-EA20-0D81-611F48087AD2}"/>
                  </a:ext>
                </a:extLst>
              </p:cNvPr>
              <p:cNvSpPr/>
              <p:nvPr/>
            </p:nvSpPr>
            <p:spPr>
              <a:xfrm>
                <a:off x="6852700" y="7379677"/>
                <a:ext cx="12548" cy="4848"/>
              </a:xfrm>
              <a:custGeom>
                <a:avLst/>
                <a:gdLst>
                  <a:gd name="connsiteX0" fmla="*/ 5380 w 12548"/>
                  <a:gd name="connsiteY0" fmla="*/ 22 h 4848"/>
                  <a:gd name="connsiteX1" fmla="*/ 7168 w 12548"/>
                  <a:gd name="connsiteY1" fmla="*/ 4828 h 4848"/>
                  <a:gd name="connsiteX2" fmla="*/ 5380 w 12548"/>
                  <a:gd name="connsiteY2" fmla="*/ 22 h 4848"/>
                </a:gdLst>
                <a:ahLst/>
                <a:cxnLst>
                  <a:cxn ang="0">
                    <a:pos x="connsiteX0" y="connsiteY0"/>
                  </a:cxn>
                  <a:cxn ang="0">
                    <a:pos x="connsiteX1" y="connsiteY1"/>
                  </a:cxn>
                  <a:cxn ang="0">
                    <a:pos x="connsiteX2" y="connsiteY2"/>
                  </a:cxn>
                </a:cxnLst>
                <a:rect l="l" t="t" r="r" b="b"/>
                <a:pathLst>
                  <a:path w="12548" h="4848">
                    <a:moveTo>
                      <a:pt x="5380" y="22"/>
                    </a:moveTo>
                    <a:cubicBezTo>
                      <a:pt x="-3804" y="371"/>
                      <a:pt x="105" y="5200"/>
                      <a:pt x="7168" y="4828"/>
                    </a:cubicBezTo>
                    <a:cubicBezTo>
                      <a:pt x="16353" y="4486"/>
                      <a:pt x="12443" y="-366"/>
                      <a:pt x="5380"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2" name="Freeform: Shape 2251">
                <a:extLst>
                  <a:ext uri="{FF2B5EF4-FFF2-40B4-BE49-F238E27FC236}">
                    <a16:creationId xmlns:a16="http://schemas.microsoft.com/office/drawing/2014/main" id="{C5080E9B-B237-A49F-E64F-47482D310D2D}"/>
                  </a:ext>
                </a:extLst>
              </p:cNvPr>
              <p:cNvSpPr/>
              <p:nvPr/>
            </p:nvSpPr>
            <p:spPr>
              <a:xfrm>
                <a:off x="6800745" y="7236319"/>
                <a:ext cx="12164" cy="4781"/>
              </a:xfrm>
              <a:custGeom>
                <a:avLst/>
                <a:gdLst>
                  <a:gd name="connsiteX0" fmla="*/ 5259 w 12164"/>
                  <a:gd name="connsiteY0" fmla="*/ 70 h 4781"/>
                  <a:gd name="connsiteX1" fmla="*/ 6916 w 12164"/>
                  <a:gd name="connsiteY1" fmla="*/ 4716 h 4781"/>
                  <a:gd name="connsiteX2" fmla="*/ 5259 w 12164"/>
                  <a:gd name="connsiteY2" fmla="*/ 70 h 4781"/>
                </a:gdLst>
                <a:ahLst/>
                <a:cxnLst>
                  <a:cxn ang="0">
                    <a:pos x="connsiteX0" y="connsiteY0"/>
                  </a:cxn>
                  <a:cxn ang="0">
                    <a:pos x="connsiteX1" y="connsiteY1"/>
                  </a:cxn>
                  <a:cxn ang="0">
                    <a:pos x="connsiteX2" y="connsiteY2"/>
                  </a:cxn>
                </a:cxnLst>
                <a:rect l="l" t="t" r="r" b="b"/>
                <a:pathLst>
                  <a:path w="12164" h="4781">
                    <a:moveTo>
                      <a:pt x="5259" y="70"/>
                    </a:moveTo>
                    <a:cubicBezTo>
                      <a:pt x="-3514" y="768"/>
                      <a:pt x="-159" y="5380"/>
                      <a:pt x="6916" y="4716"/>
                    </a:cubicBezTo>
                    <a:cubicBezTo>
                      <a:pt x="15672" y="4019"/>
                      <a:pt x="12323" y="-621"/>
                      <a:pt x="5259" y="7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3" name="Freeform: Shape 2252">
                <a:extLst>
                  <a:ext uri="{FF2B5EF4-FFF2-40B4-BE49-F238E27FC236}">
                    <a16:creationId xmlns:a16="http://schemas.microsoft.com/office/drawing/2014/main" id="{D66112AA-4326-0EC3-6CEA-2624B44213A1}"/>
                  </a:ext>
                </a:extLst>
              </p:cNvPr>
              <p:cNvSpPr/>
              <p:nvPr/>
            </p:nvSpPr>
            <p:spPr>
              <a:xfrm>
                <a:off x="6752588" y="7099068"/>
                <a:ext cx="11829" cy="4749"/>
              </a:xfrm>
              <a:custGeom>
                <a:avLst/>
                <a:gdLst>
                  <a:gd name="connsiteX0" fmla="*/ 5148 w 11829"/>
                  <a:gd name="connsiteY0" fmla="*/ 179 h 4749"/>
                  <a:gd name="connsiteX1" fmla="*/ 6691 w 11829"/>
                  <a:gd name="connsiteY1" fmla="*/ 4580 h 4749"/>
                  <a:gd name="connsiteX2" fmla="*/ 5148 w 11829"/>
                  <a:gd name="connsiteY2" fmla="*/ 179 h 4749"/>
                </a:gdLst>
                <a:ahLst/>
                <a:cxnLst>
                  <a:cxn ang="0">
                    <a:pos x="connsiteX0" y="connsiteY0"/>
                  </a:cxn>
                  <a:cxn ang="0">
                    <a:pos x="connsiteX1" y="connsiteY1"/>
                  </a:cxn>
                  <a:cxn ang="0">
                    <a:pos x="connsiteX2" y="connsiteY2"/>
                  </a:cxn>
                </a:cxnLst>
                <a:rect l="l" t="t" r="r" b="b"/>
                <a:pathLst>
                  <a:path w="11829" h="4749">
                    <a:moveTo>
                      <a:pt x="5148" y="179"/>
                    </a:moveTo>
                    <a:cubicBezTo>
                      <a:pt x="-3219" y="1327"/>
                      <a:pt x="-430" y="5654"/>
                      <a:pt x="6691" y="4580"/>
                    </a:cubicBezTo>
                    <a:cubicBezTo>
                      <a:pt x="15040" y="3431"/>
                      <a:pt x="12263" y="-930"/>
                      <a:pt x="5148" y="17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4" name="Freeform: Shape 2253">
                <a:extLst>
                  <a:ext uri="{FF2B5EF4-FFF2-40B4-BE49-F238E27FC236}">
                    <a16:creationId xmlns:a16="http://schemas.microsoft.com/office/drawing/2014/main" id="{71FACFFC-5422-2029-8F8F-9EBD93FB3F6C}"/>
                  </a:ext>
                </a:extLst>
              </p:cNvPr>
              <p:cNvSpPr/>
              <p:nvPr/>
            </p:nvSpPr>
            <p:spPr>
              <a:xfrm>
                <a:off x="6664612" y="6853880"/>
                <a:ext cx="11587" cy="4389"/>
              </a:xfrm>
              <a:custGeom>
                <a:avLst/>
                <a:gdLst>
                  <a:gd name="connsiteX0" fmla="*/ 5176 w 11587"/>
                  <a:gd name="connsiteY0" fmla="*/ 456 h 4389"/>
                  <a:gd name="connsiteX1" fmla="*/ 11587 w 11587"/>
                  <a:gd name="connsiteY1" fmla="*/ 902 h 4389"/>
                  <a:gd name="connsiteX2" fmla="*/ 5176 w 11587"/>
                  <a:gd name="connsiteY2" fmla="*/ 456 h 4389"/>
                </a:gdLst>
                <a:ahLst/>
                <a:cxnLst>
                  <a:cxn ang="0">
                    <a:pos x="connsiteX0" y="connsiteY0"/>
                  </a:cxn>
                  <a:cxn ang="0">
                    <a:pos x="connsiteX1" y="connsiteY1"/>
                  </a:cxn>
                  <a:cxn ang="0">
                    <a:pos x="connsiteX2" y="connsiteY2"/>
                  </a:cxn>
                </a:cxnLst>
                <a:rect l="l" t="t" r="r" b="b"/>
                <a:pathLst>
                  <a:path w="11587" h="4389">
                    <a:moveTo>
                      <a:pt x="5176" y="456"/>
                    </a:moveTo>
                    <a:cubicBezTo>
                      <a:pt x="-9324" y="5137"/>
                      <a:pt x="11205" y="6068"/>
                      <a:pt x="11587" y="902"/>
                    </a:cubicBezTo>
                    <a:cubicBezTo>
                      <a:pt x="11205" y="-104"/>
                      <a:pt x="8330" y="-292"/>
                      <a:pt x="5176" y="45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5" name="Freeform: Shape 2254">
                <a:extLst>
                  <a:ext uri="{FF2B5EF4-FFF2-40B4-BE49-F238E27FC236}">
                    <a16:creationId xmlns:a16="http://schemas.microsoft.com/office/drawing/2014/main" id="{5E2C913B-4DC6-07E5-ABC9-3018B0EAA797}"/>
                  </a:ext>
                </a:extLst>
              </p:cNvPr>
              <p:cNvSpPr/>
              <p:nvPr/>
            </p:nvSpPr>
            <p:spPr>
              <a:xfrm>
                <a:off x="6707268" y="6970696"/>
                <a:ext cx="11886" cy="4520"/>
              </a:xfrm>
              <a:custGeom>
                <a:avLst/>
                <a:gdLst>
                  <a:gd name="connsiteX0" fmla="*/ 5297 w 11886"/>
                  <a:gd name="connsiteY0" fmla="*/ 295 h 4520"/>
                  <a:gd name="connsiteX1" fmla="*/ 11886 w 11886"/>
                  <a:gd name="connsiteY1" fmla="*/ 1198 h 4520"/>
                  <a:gd name="connsiteX2" fmla="*/ 5297 w 11886"/>
                  <a:gd name="connsiteY2" fmla="*/ 295 h 4520"/>
                </a:gdLst>
                <a:ahLst/>
                <a:cxnLst>
                  <a:cxn ang="0">
                    <a:pos x="connsiteX0" y="connsiteY0"/>
                  </a:cxn>
                  <a:cxn ang="0">
                    <a:pos x="connsiteX1" y="connsiteY1"/>
                  </a:cxn>
                  <a:cxn ang="0">
                    <a:pos x="connsiteX2" y="connsiteY2"/>
                  </a:cxn>
                </a:cxnLst>
                <a:rect l="l" t="t" r="r" b="b"/>
                <a:pathLst>
                  <a:path w="11886" h="4520">
                    <a:moveTo>
                      <a:pt x="5297" y="295"/>
                    </a:moveTo>
                    <a:cubicBezTo>
                      <a:pt x="-9540" y="4461"/>
                      <a:pt x="11457" y="6833"/>
                      <a:pt x="11886" y="1198"/>
                    </a:cubicBezTo>
                    <a:cubicBezTo>
                      <a:pt x="11486" y="66"/>
                      <a:pt x="8531" y="-328"/>
                      <a:pt x="5297" y="29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6" name="Freeform: Shape 2255">
                <a:extLst>
                  <a:ext uri="{FF2B5EF4-FFF2-40B4-BE49-F238E27FC236}">
                    <a16:creationId xmlns:a16="http://schemas.microsoft.com/office/drawing/2014/main" id="{A2B8EF9E-0CA3-0D40-6B4E-8462C9CFBC62}"/>
                  </a:ext>
                </a:extLst>
              </p:cNvPr>
              <p:cNvSpPr/>
              <p:nvPr/>
            </p:nvSpPr>
            <p:spPr>
              <a:xfrm>
                <a:off x="6480630" y="6405169"/>
                <a:ext cx="9494" cy="2600"/>
              </a:xfrm>
              <a:custGeom>
                <a:avLst/>
                <a:gdLst>
                  <a:gd name="connsiteX0" fmla="*/ 4214 w 9494"/>
                  <a:gd name="connsiteY0" fmla="*/ 36 h 2600"/>
                  <a:gd name="connsiteX1" fmla="*/ 5277 w 9494"/>
                  <a:gd name="connsiteY1" fmla="*/ 2562 h 2600"/>
                  <a:gd name="connsiteX2" fmla="*/ 4214 w 9494"/>
                  <a:gd name="connsiteY2" fmla="*/ 36 h 2600"/>
                </a:gdLst>
                <a:ahLst/>
                <a:cxnLst>
                  <a:cxn ang="0">
                    <a:pos x="connsiteX0" y="connsiteY0"/>
                  </a:cxn>
                  <a:cxn ang="0">
                    <a:pos x="connsiteX1" y="connsiteY1"/>
                  </a:cxn>
                  <a:cxn ang="0">
                    <a:pos x="connsiteX2" y="connsiteY2"/>
                  </a:cxn>
                </a:cxnLst>
                <a:rect l="l" t="t" r="r" b="b"/>
                <a:pathLst>
                  <a:path w="9494" h="2600">
                    <a:moveTo>
                      <a:pt x="4214" y="36"/>
                    </a:moveTo>
                    <a:cubicBezTo>
                      <a:pt x="-2666" y="396"/>
                      <a:pt x="-261" y="2940"/>
                      <a:pt x="5277" y="2562"/>
                    </a:cubicBezTo>
                    <a:cubicBezTo>
                      <a:pt x="12164" y="2179"/>
                      <a:pt x="9752" y="-329"/>
                      <a:pt x="4214" y="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7" name="Freeform: Shape 2256">
                <a:extLst>
                  <a:ext uri="{FF2B5EF4-FFF2-40B4-BE49-F238E27FC236}">
                    <a16:creationId xmlns:a16="http://schemas.microsoft.com/office/drawing/2014/main" id="{7FFA6CC6-FC40-48AE-E55C-8B1D1BE499F8}"/>
                  </a:ext>
                </a:extLst>
              </p:cNvPr>
              <p:cNvSpPr/>
              <p:nvPr/>
            </p:nvSpPr>
            <p:spPr>
              <a:xfrm>
                <a:off x="6235115" y="5491636"/>
                <a:ext cx="7783" cy="7601"/>
              </a:xfrm>
              <a:custGeom>
                <a:avLst/>
                <a:gdLst>
                  <a:gd name="connsiteX0" fmla="*/ 3533 w 7783"/>
                  <a:gd name="connsiteY0" fmla="*/ 1467 h 7601"/>
                  <a:gd name="connsiteX1" fmla="*/ 4248 w 7783"/>
                  <a:gd name="connsiteY1" fmla="*/ 6160 h 7601"/>
                  <a:gd name="connsiteX2" fmla="*/ 3533 w 7783"/>
                  <a:gd name="connsiteY2" fmla="*/ 1467 h 7601"/>
                </a:gdLst>
                <a:ahLst/>
                <a:cxnLst>
                  <a:cxn ang="0">
                    <a:pos x="connsiteX0" y="connsiteY0"/>
                  </a:cxn>
                  <a:cxn ang="0">
                    <a:pos x="connsiteX1" y="connsiteY1"/>
                  </a:cxn>
                  <a:cxn ang="0">
                    <a:pos x="connsiteX2" y="connsiteY2"/>
                  </a:cxn>
                </a:cxnLst>
                <a:rect l="l" t="t" r="r" b="b"/>
                <a:pathLst>
                  <a:path w="7783" h="7601">
                    <a:moveTo>
                      <a:pt x="3533" y="1467"/>
                    </a:moveTo>
                    <a:cubicBezTo>
                      <a:pt x="-662" y="4188"/>
                      <a:pt x="-1925" y="10406"/>
                      <a:pt x="4248" y="6160"/>
                    </a:cubicBezTo>
                    <a:cubicBezTo>
                      <a:pt x="8408" y="3376"/>
                      <a:pt x="9745" y="-2819"/>
                      <a:pt x="3533" y="14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8" name="Freeform: Shape 2257">
                <a:extLst>
                  <a:ext uri="{FF2B5EF4-FFF2-40B4-BE49-F238E27FC236}">
                    <a16:creationId xmlns:a16="http://schemas.microsoft.com/office/drawing/2014/main" id="{4919D74C-09F6-95EC-9D4A-517C903F1934}"/>
                  </a:ext>
                </a:extLst>
              </p:cNvPr>
              <p:cNvSpPr/>
              <p:nvPr/>
            </p:nvSpPr>
            <p:spPr>
              <a:xfrm>
                <a:off x="6278597" y="5749627"/>
                <a:ext cx="8586" cy="10159"/>
              </a:xfrm>
              <a:custGeom>
                <a:avLst/>
                <a:gdLst>
                  <a:gd name="connsiteX0" fmla="*/ 3930 w 8586"/>
                  <a:gd name="connsiteY0" fmla="*/ 3497 h 10159"/>
                  <a:gd name="connsiteX1" fmla="*/ 16 w 8586"/>
                  <a:gd name="connsiteY1" fmla="*/ 10001 h 10159"/>
                  <a:gd name="connsiteX2" fmla="*/ 3930 w 8586"/>
                  <a:gd name="connsiteY2" fmla="*/ 3497 h 10159"/>
                </a:gdLst>
                <a:ahLst/>
                <a:cxnLst>
                  <a:cxn ang="0">
                    <a:pos x="connsiteX0" y="connsiteY0"/>
                  </a:cxn>
                  <a:cxn ang="0">
                    <a:pos x="connsiteX1" y="connsiteY1"/>
                  </a:cxn>
                  <a:cxn ang="0">
                    <a:pos x="connsiteX2" y="connsiteY2"/>
                  </a:cxn>
                </a:cxnLst>
                <a:rect l="l" t="t" r="r" b="b"/>
                <a:pathLst>
                  <a:path w="8586" h="10159">
                    <a:moveTo>
                      <a:pt x="3930" y="3497"/>
                    </a:moveTo>
                    <a:cubicBezTo>
                      <a:pt x="1570" y="6154"/>
                      <a:pt x="-184" y="9035"/>
                      <a:pt x="16" y="10001"/>
                    </a:cubicBezTo>
                    <a:cubicBezTo>
                      <a:pt x="3165" y="12115"/>
                      <a:pt x="15052" y="-7813"/>
                      <a:pt x="3930" y="349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9" name="Freeform: Shape 2258">
                <a:extLst>
                  <a:ext uri="{FF2B5EF4-FFF2-40B4-BE49-F238E27FC236}">
                    <a16:creationId xmlns:a16="http://schemas.microsoft.com/office/drawing/2014/main" id="{10021EA3-198E-80DE-2A8E-8273E5B1B2E9}"/>
                  </a:ext>
                </a:extLst>
              </p:cNvPr>
              <p:cNvSpPr/>
              <p:nvPr/>
            </p:nvSpPr>
            <p:spPr>
              <a:xfrm>
                <a:off x="6256921" y="5629655"/>
                <a:ext cx="8101" cy="9219"/>
              </a:xfrm>
              <a:custGeom>
                <a:avLst/>
                <a:gdLst>
                  <a:gd name="connsiteX0" fmla="*/ 3683 w 8101"/>
                  <a:gd name="connsiteY0" fmla="*/ 2443 h 9219"/>
                  <a:gd name="connsiteX1" fmla="*/ 4415 w 8101"/>
                  <a:gd name="connsiteY1" fmla="*/ 6821 h 9219"/>
                  <a:gd name="connsiteX2" fmla="*/ 3683 w 8101"/>
                  <a:gd name="connsiteY2" fmla="*/ 2443 h 9219"/>
                </a:gdLst>
                <a:ahLst/>
                <a:cxnLst>
                  <a:cxn ang="0">
                    <a:pos x="connsiteX0" y="connsiteY0"/>
                  </a:cxn>
                  <a:cxn ang="0">
                    <a:pos x="connsiteX1" y="connsiteY1"/>
                  </a:cxn>
                  <a:cxn ang="0">
                    <a:pos x="connsiteX2" y="connsiteY2"/>
                  </a:cxn>
                </a:cxnLst>
                <a:rect l="l" t="t" r="r" b="b"/>
                <a:pathLst>
                  <a:path w="8101" h="9219">
                    <a:moveTo>
                      <a:pt x="3683" y="2443"/>
                    </a:moveTo>
                    <a:cubicBezTo>
                      <a:pt x="-597" y="6198"/>
                      <a:pt x="-2089" y="12787"/>
                      <a:pt x="4415" y="6821"/>
                    </a:cubicBezTo>
                    <a:cubicBezTo>
                      <a:pt x="8673" y="2998"/>
                      <a:pt x="10216" y="-3598"/>
                      <a:pt x="3683" y="24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0" name="Freeform: Shape 2259">
                <a:extLst>
                  <a:ext uri="{FF2B5EF4-FFF2-40B4-BE49-F238E27FC236}">
                    <a16:creationId xmlns:a16="http://schemas.microsoft.com/office/drawing/2014/main" id="{DA11F171-36F6-CEAC-00A3-615B2664D6EC}"/>
                  </a:ext>
                </a:extLst>
              </p:cNvPr>
              <p:cNvSpPr/>
              <p:nvPr/>
            </p:nvSpPr>
            <p:spPr>
              <a:xfrm>
                <a:off x="6194361" y="5231510"/>
                <a:ext cx="7173" cy="4131"/>
              </a:xfrm>
              <a:custGeom>
                <a:avLst/>
                <a:gdLst>
                  <a:gd name="connsiteX0" fmla="*/ 3276 w 7173"/>
                  <a:gd name="connsiteY0" fmla="*/ 286 h 4131"/>
                  <a:gd name="connsiteX1" fmla="*/ 3899 w 7173"/>
                  <a:gd name="connsiteY1" fmla="*/ 3852 h 4131"/>
                  <a:gd name="connsiteX2" fmla="*/ 3276 w 7173"/>
                  <a:gd name="connsiteY2" fmla="*/ 286 h 4131"/>
                </a:gdLst>
                <a:ahLst/>
                <a:cxnLst>
                  <a:cxn ang="0">
                    <a:pos x="connsiteX0" y="connsiteY0"/>
                  </a:cxn>
                  <a:cxn ang="0">
                    <a:pos x="connsiteX1" y="connsiteY1"/>
                  </a:cxn>
                  <a:cxn ang="0">
                    <a:pos x="connsiteX2" y="connsiteY2"/>
                  </a:cxn>
                </a:cxnLst>
                <a:rect l="l" t="t" r="r" b="b"/>
                <a:pathLst>
                  <a:path w="7173" h="4131">
                    <a:moveTo>
                      <a:pt x="3276" y="286"/>
                    </a:moveTo>
                    <a:cubicBezTo>
                      <a:pt x="-1330" y="1418"/>
                      <a:pt x="-1039" y="5178"/>
                      <a:pt x="3899" y="3852"/>
                    </a:cubicBezTo>
                    <a:cubicBezTo>
                      <a:pt x="8477" y="2669"/>
                      <a:pt x="8242" y="-1051"/>
                      <a:pt x="3276" y="28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1" name="Freeform: Shape 2260">
                <a:extLst>
                  <a:ext uri="{FF2B5EF4-FFF2-40B4-BE49-F238E27FC236}">
                    <a16:creationId xmlns:a16="http://schemas.microsoft.com/office/drawing/2014/main" id="{D3346901-98C7-AC46-B9CD-6C98E0D787AA}"/>
                  </a:ext>
                </a:extLst>
              </p:cNvPr>
              <p:cNvSpPr/>
              <p:nvPr/>
            </p:nvSpPr>
            <p:spPr>
              <a:xfrm>
                <a:off x="6420965" y="6248632"/>
                <a:ext cx="9272" cy="3737"/>
              </a:xfrm>
              <a:custGeom>
                <a:avLst/>
                <a:gdLst>
                  <a:gd name="connsiteX0" fmla="*/ 4243 w 9272"/>
                  <a:gd name="connsiteY0" fmla="*/ 58 h 3737"/>
                  <a:gd name="connsiteX1" fmla="*/ 9272 w 9272"/>
                  <a:gd name="connsiteY1" fmla="*/ 1452 h 3737"/>
                  <a:gd name="connsiteX2" fmla="*/ 4243 w 9272"/>
                  <a:gd name="connsiteY2" fmla="*/ 58 h 3737"/>
                </a:gdLst>
                <a:ahLst/>
                <a:cxnLst>
                  <a:cxn ang="0">
                    <a:pos x="connsiteX0" y="connsiteY0"/>
                  </a:cxn>
                  <a:cxn ang="0">
                    <a:pos x="connsiteX1" y="connsiteY1"/>
                  </a:cxn>
                  <a:cxn ang="0">
                    <a:pos x="connsiteX2" y="connsiteY2"/>
                  </a:cxn>
                </a:cxnLst>
                <a:rect l="l" t="t" r="r" b="b"/>
                <a:pathLst>
                  <a:path w="9272" h="3737">
                    <a:moveTo>
                      <a:pt x="4243" y="58"/>
                    </a:moveTo>
                    <a:cubicBezTo>
                      <a:pt x="-7427" y="2309"/>
                      <a:pt x="8604" y="6276"/>
                      <a:pt x="9272" y="1452"/>
                    </a:cubicBezTo>
                    <a:cubicBezTo>
                      <a:pt x="9032" y="429"/>
                      <a:pt x="6781" y="-200"/>
                      <a:pt x="4243" y="5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2" name="Freeform: Shape 2261">
                <a:extLst>
                  <a:ext uri="{FF2B5EF4-FFF2-40B4-BE49-F238E27FC236}">
                    <a16:creationId xmlns:a16="http://schemas.microsoft.com/office/drawing/2014/main" id="{552F1155-1052-6421-631B-E634348AD7D3}"/>
                  </a:ext>
                </a:extLst>
              </p:cNvPr>
              <p:cNvSpPr/>
              <p:nvPr/>
            </p:nvSpPr>
            <p:spPr>
              <a:xfrm>
                <a:off x="6214018" y="5353095"/>
                <a:ext cx="7454" cy="5796"/>
              </a:xfrm>
              <a:custGeom>
                <a:avLst/>
                <a:gdLst>
                  <a:gd name="connsiteX0" fmla="*/ 3387 w 7454"/>
                  <a:gd name="connsiteY0" fmla="*/ 694 h 5796"/>
                  <a:gd name="connsiteX1" fmla="*/ 4067 w 7454"/>
                  <a:gd name="connsiteY1" fmla="*/ 5111 h 5796"/>
                  <a:gd name="connsiteX2" fmla="*/ 3387 w 7454"/>
                  <a:gd name="connsiteY2" fmla="*/ 694 h 5796"/>
                </a:gdLst>
                <a:ahLst/>
                <a:cxnLst>
                  <a:cxn ang="0">
                    <a:pos x="connsiteX0" y="connsiteY0"/>
                  </a:cxn>
                  <a:cxn ang="0">
                    <a:pos x="connsiteX1" y="connsiteY1"/>
                  </a:cxn>
                  <a:cxn ang="0">
                    <a:pos x="connsiteX2" y="connsiteY2"/>
                  </a:cxn>
                </a:cxnLst>
                <a:rect l="l" t="t" r="r" b="b"/>
                <a:pathLst>
                  <a:path w="7454" h="5796">
                    <a:moveTo>
                      <a:pt x="3387" y="694"/>
                    </a:moveTo>
                    <a:cubicBezTo>
                      <a:pt x="-962" y="2517"/>
                      <a:pt x="-1522" y="7632"/>
                      <a:pt x="4067" y="5111"/>
                    </a:cubicBezTo>
                    <a:cubicBezTo>
                      <a:pt x="8382" y="3231"/>
                      <a:pt x="9011" y="-1838"/>
                      <a:pt x="3387" y="6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3" name="Freeform: Shape 2262">
                <a:extLst>
                  <a:ext uri="{FF2B5EF4-FFF2-40B4-BE49-F238E27FC236}">
                    <a16:creationId xmlns:a16="http://schemas.microsoft.com/office/drawing/2014/main" id="{5DF902D2-3F99-2A81-BD5F-645549FCC054}"/>
                  </a:ext>
                </a:extLst>
              </p:cNvPr>
              <p:cNvSpPr/>
              <p:nvPr/>
            </p:nvSpPr>
            <p:spPr>
              <a:xfrm>
                <a:off x="6300336" y="5830376"/>
                <a:ext cx="8831" cy="10001"/>
              </a:xfrm>
              <a:custGeom>
                <a:avLst/>
                <a:gdLst>
                  <a:gd name="connsiteX0" fmla="*/ 4006 w 8831"/>
                  <a:gd name="connsiteY0" fmla="*/ 4222 h 10001"/>
                  <a:gd name="connsiteX1" fmla="*/ 17 w 8831"/>
                  <a:gd name="connsiteY1" fmla="*/ 9994 h 10001"/>
                  <a:gd name="connsiteX2" fmla="*/ 4006 w 8831"/>
                  <a:gd name="connsiteY2" fmla="*/ 4222 h 10001"/>
                </a:gdLst>
                <a:ahLst/>
                <a:cxnLst>
                  <a:cxn ang="0">
                    <a:pos x="connsiteX0" y="connsiteY0"/>
                  </a:cxn>
                  <a:cxn ang="0">
                    <a:pos x="connsiteX1" y="connsiteY1"/>
                  </a:cxn>
                  <a:cxn ang="0">
                    <a:pos x="connsiteX2" y="connsiteY2"/>
                  </a:cxn>
                </a:cxnLst>
                <a:rect l="l" t="t" r="r" b="b"/>
                <a:pathLst>
                  <a:path w="8831" h="10001">
                    <a:moveTo>
                      <a:pt x="4006" y="4222"/>
                    </a:moveTo>
                    <a:cubicBezTo>
                      <a:pt x="1588" y="6936"/>
                      <a:pt x="-194" y="9479"/>
                      <a:pt x="17" y="9994"/>
                    </a:cubicBezTo>
                    <a:cubicBezTo>
                      <a:pt x="2811" y="10422"/>
                      <a:pt x="15705" y="-8066"/>
                      <a:pt x="4006" y="42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4" name="Freeform: Shape 2263">
                <a:extLst>
                  <a:ext uri="{FF2B5EF4-FFF2-40B4-BE49-F238E27FC236}">
                    <a16:creationId xmlns:a16="http://schemas.microsoft.com/office/drawing/2014/main" id="{8C6C8B72-7B4C-779D-8DE5-141F0442CF13}"/>
                  </a:ext>
                </a:extLst>
              </p:cNvPr>
              <p:cNvSpPr/>
              <p:nvPr/>
            </p:nvSpPr>
            <p:spPr>
              <a:xfrm>
                <a:off x="6369266" y="6043889"/>
                <a:ext cx="9026" cy="7694"/>
              </a:xfrm>
              <a:custGeom>
                <a:avLst/>
                <a:gdLst>
                  <a:gd name="connsiteX0" fmla="*/ 4067 w 9026"/>
                  <a:gd name="connsiteY0" fmla="*/ 2849 h 7694"/>
                  <a:gd name="connsiteX1" fmla="*/ 21 w 9026"/>
                  <a:gd name="connsiteY1" fmla="*/ 7599 h 7694"/>
                  <a:gd name="connsiteX2" fmla="*/ 4067 w 9026"/>
                  <a:gd name="connsiteY2" fmla="*/ 2849 h 7694"/>
                </a:gdLst>
                <a:ahLst/>
                <a:cxnLst>
                  <a:cxn ang="0">
                    <a:pos x="connsiteX0" y="connsiteY0"/>
                  </a:cxn>
                  <a:cxn ang="0">
                    <a:pos x="connsiteX1" y="connsiteY1"/>
                  </a:cxn>
                  <a:cxn ang="0">
                    <a:pos x="connsiteX2" y="connsiteY2"/>
                  </a:cxn>
                </a:cxnLst>
                <a:rect l="l" t="t" r="r" b="b"/>
                <a:pathLst>
                  <a:path w="9026" h="7694">
                    <a:moveTo>
                      <a:pt x="4067" y="2849"/>
                    </a:moveTo>
                    <a:cubicBezTo>
                      <a:pt x="1593" y="4890"/>
                      <a:pt x="-219" y="6987"/>
                      <a:pt x="21" y="7599"/>
                    </a:cubicBezTo>
                    <a:cubicBezTo>
                      <a:pt x="2919" y="9021"/>
                      <a:pt x="16052" y="-6100"/>
                      <a:pt x="4067" y="28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5" name="Freeform: Shape 2264">
                <a:extLst>
                  <a:ext uri="{FF2B5EF4-FFF2-40B4-BE49-F238E27FC236}">
                    <a16:creationId xmlns:a16="http://schemas.microsoft.com/office/drawing/2014/main" id="{26594F49-C029-FBB9-83B7-F263A92A9E46}"/>
                  </a:ext>
                </a:extLst>
              </p:cNvPr>
              <p:cNvSpPr/>
              <p:nvPr/>
            </p:nvSpPr>
            <p:spPr>
              <a:xfrm>
                <a:off x="6395527" y="6116901"/>
                <a:ext cx="9162" cy="7189"/>
              </a:xfrm>
              <a:custGeom>
                <a:avLst/>
                <a:gdLst>
                  <a:gd name="connsiteX0" fmla="*/ 4163 w 9162"/>
                  <a:gd name="connsiteY0" fmla="*/ 1715 h 7189"/>
                  <a:gd name="connsiteX1" fmla="*/ 20 w 9162"/>
                  <a:gd name="connsiteY1" fmla="*/ 6618 h 7189"/>
                  <a:gd name="connsiteX2" fmla="*/ 4163 w 9162"/>
                  <a:gd name="connsiteY2" fmla="*/ 1715 h 7189"/>
                </a:gdLst>
                <a:ahLst/>
                <a:cxnLst>
                  <a:cxn ang="0">
                    <a:pos x="connsiteX0" y="connsiteY0"/>
                  </a:cxn>
                  <a:cxn ang="0">
                    <a:pos x="connsiteX1" y="connsiteY1"/>
                  </a:cxn>
                  <a:cxn ang="0">
                    <a:pos x="connsiteX2" y="connsiteY2"/>
                  </a:cxn>
                </a:cxnLst>
                <a:rect l="l" t="t" r="r" b="b"/>
                <a:pathLst>
                  <a:path w="9162" h="7189">
                    <a:moveTo>
                      <a:pt x="4163" y="1715"/>
                    </a:moveTo>
                    <a:cubicBezTo>
                      <a:pt x="1643" y="3400"/>
                      <a:pt x="-214" y="5566"/>
                      <a:pt x="20" y="6618"/>
                    </a:cubicBezTo>
                    <a:cubicBezTo>
                      <a:pt x="3260" y="10259"/>
                      <a:pt x="16136" y="-4960"/>
                      <a:pt x="4163" y="171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6" name="Freeform: Shape 2265">
                <a:extLst>
                  <a:ext uri="{FF2B5EF4-FFF2-40B4-BE49-F238E27FC236}">
                    <a16:creationId xmlns:a16="http://schemas.microsoft.com/office/drawing/2014/main" id="{FF3AC803-C9BA-9CD3-32F1-6E52DC45B57B}"/>
                  </a:ext>
                </a:extLst>
              </p:cNvPr>
              <p:cNvSpPr/>
              <p:nvPr/>
            </p:nvSpPr>
            <p:spPr>
              <a:xfrm>
                <a:off x="6345067" y="5971227"/>
                <a:ext cx="8636" cy="8316"/>
              </a:xfrm>
              <a:custGeom>
                <a:avLst/>
                <a:gdLst>
                  <a:gd name="connsiteX0" fmla="*/ 3937 w 8636"/>
                  <a:gd name="connsiteY0" fmla="*/ 2947 h 8316"/>
                  <a:gd name="connsiteX1" fmla="*/ 4697 w 8636"/>
                  <a:gd name="connsiteY1" fmla="*/ 5445 h 8316"/>
                  <a:gd name="connsiteX2" fmla="*/ 3937 w 8636"/>
                  <a:gd name="connsiteY2" fmla="*/ 2947 h 8316"/>
                </a:gdLst>
                <a:ahLst/>
                <a:cxnLst>
                  <a:cxn ang="0">
                    <a:pos x="connsiteX0" y="connsiteY0"/>
                  </a:cxn>
                  <a:cxn ang="0">
                    <a:pos x="connsiteX1" y="connsiteY1"/>
                  </a:cxn>
                  <a:cxn ang="0">
                    <a:pos x="connsiteX2" y="connsiteY2"/>
                  </a:cxn>
                </a:cxnLst>
                <a:rect l="l" t="t" r="r" b="b"/>
                <a:pathLst>
                  <a:path w="8636" h="8316">
                    <a:moveTo>
                      <a:pt x="3937" y="2947"/>
                    </a:moveTo>
                    <a:cubicBezTo>
                      <a:pt x="-1224" y="7445"/>
                      <a:pt x="-1652" y="11074"/>
                      <a:pt x="4697" y="5445"/>
                    </a:cubicBezTo>
                    <a:cubicBezTo>
                      <a:pt x="9841" y="907"/>
                      <a:pt x="10309" y="-2830"/>
                      <a:pt x="3937" y="29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7" name="Freeform: Shape 2266">
                <a:extLst>
                  <a:ext uri="{FF2B5EF4-FFF2-40B4-BE49-F238E27FC236}">
                    <a16:creationId xmlns:a16="http://schemas.microsoft.com/office/drawing/2014/main" id="{020CA263-416B-0E84-B686-68336C4EE2DE}"/>
                  </a:ext>
                </a:extLst>
              </p:cNvPr>
              <p:cNvSpPr/>
              <p:nvPr/>
            </p:nvSpPr>
            <p:spPr>
              <a:xfrm>
                <a:off x="6322637" y="5895726"/>
                <a:ext cx="8894" cy="9448"/>
              </a:xfrm>
              <a:custGeom>
                <a:avLst/>
                <a:gdLst>
                  <a:gd name="connsiteX0" fmla="*/ 4067 w 8894"/>
                  <a:gd name="connsiteY0" fmla="*/ 3685 h 9448"/>
                  <a:gd name="connsiteX1" fmla="*/ 15 w 8894"/>
                  <a:gd name="connsiteY1" fmla="*/ 9400 h 9448"/>
                  <a:gd name="connsiteX2" fmla="*/ 4067 w 8894"/>
                  <a:gd name="connsiteY2" fmla="*/ 3685 h 9448"/>
                </a:gdLst>
                <a:ahLst/>
                <a:cxnLst>
                  <a:cxn ang="0">
                    <a:pos x="connsiteX0" y="connsiteY0"/>
                  </a:cxn>
                  <a:cxn ang="0">
                    <a:pos x="connsiteX1" y="connsiteY1"/>
                  </a:cxn>
                  <a:cxn ang="0">
                    <a:pos x="connsiteX2" y="connsiteY2"/>
                  </a:cxn>
                </a:cxnLst>
                <a:rect l="l" t="t" r="r" b="b"/>
                <a:pathLst>
                  <a:path w="8894" h="9448">
                    <a:moveTo>
                      <a:pt x="4067" y="3685"/>
                    </a:moveTo>
                    <a:cubicBezTo>
                      <a:pt x="1627" y="6223"/>
                      <a:pt x="-185" y="8749"/>
                      <a:pt x="15" y="9400"/>
                    </a:cubicBezTo>
                    <a:cubicBezTo>
                      <a:pt x="2930" y="10497"/>
                      <a:pt x="15748" y="-7517"/>
                      <a:pt x="4067" y="36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8" name="Freeform: Shape 2267">
                <a:extLst>
                  <a:ext uri="{FF2B5EF4-FFF2-40B4-BE49-F238E27FC236}">
                    <a16:creationId xmlns:a16="http://schemas.microsoft.com/office/drawing/2014/main" id="{B0C60E8D-121D-E53D-6B0E-1CEC71E4078C}"/>
                  </a:ext>
                </a:extLst>
              </p:cNvPr>
              <p:cNvSpPr/>
              <p:nvPr/>
            </p:nvSpPr>
            <p:spPr>
              <a:xfrm>
                <a:off x="6909270" y="7526460"/>
                <a:ext cx="12954" cy="5100"/>
              </a:xfrm>
              <a:custGeom>
                <a:avLst/>
                <a:gdLst>
                  <a:gd name="connsiteX0" fmla="*/ 5411 w 12954"/>
                  <a:gd name="connsiteY0" fmla="*/ 0 h 5100"/>
                  <a:gd name="connsiteX1" fmla="*/ 12955 w 12954"/>
                  <a:gd name="connsiteY1" fmla="*/ 2440 h 5100"/>
                  <a:gd name="connsiteX2" fmla="*/ 5411 w 12954"/>
                  <a:gd name="connsiteY2" fmla="*/ 0 h 5100"/>
                </a:gdLst>
                <a:ahLst/>
                <a:cxnLst>
                  <a:cxn ang="0">
                    <a:pos x="connsiteX0" y="connsiteY0"/>
                  </a:cxn>
                  <a:cxn ang="0">
                    <a:pos x="connsiteX1" y="connsiteY1"/>
                  </a:cxn>
                  <a:cxn ang="0">
                    <a:pos x="connsiteX2" y="connsiteY2"/>
                  </a:cxn>
                </a:cxnLst>
                <a:rect l="l" t="t" r="r" b="b"/>
                <a:pathLst>
                  <a:path w="12954" h="5100">
                    <a:moveTo>
                      <a:pt x="5411" y="0"/>
                    </a:moveTo>
                    <a:cubicBezTo>
                      <a:pt x="-9585" y="1012"/>
                      <a:pt x="11155" y="9224"/>
                      <a:pt x="12955" y="2440"/>
                    </a:cubicBezTo>
                    <a:cubicBezTo>
                      <a:pt x="11795" y="497"/>
                      <a:pt x="7897" y="52"/>
                      <a:pt x="541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9" name="Freeform: Shape 2268">
                <a:extLst>
                  <a:ext uri="{FF2B5EF4-FFF2-40B4-BE49-F238E27FC236}">
                    <a16:creationId xmlns:a16="http://schemas.microsoft.com/office/drawing/2014/main" id="{46F1123A-B79C-590B-B3C3-93FC252F2717}"/>
                  </a:ext>
                </a:extLst>
              </p:cNvPr>
              <p:cNvSpPr/>
              <p:nvPr/>
            </p:nvSpPr>
            <p:spPr>
              <a:xfrm>
                <a:off x="5981564" y="5172274"/>
                <a:ext cx="6361" cy="3250"/>
              </a:xfrm>
              <a:custGeom>
                <a:avLst/>
                <a:gdLst>
                  <a:gd name="connsiteX0" fmla="*/ 2961 w 6361"/>
                  <a:gd name="connsiteY0" fmla="*/ 669 h 3250"/>
                  <a:gd name="connsiteX1" fmla="*/ 3401 w 6361"/>
                  <a:gd name="connsiteY1" fmla="*/ 2561 h 3250"/>
                  <a:gd name="connsiteX2" fmla="*/ 2961 w 6361"/>
                  <a:gd name="connsiteY2" fmla="*/ 669 h 3250"/>
                </a:gdLst>
                <a:ahLst/>
                <a:cxnLst>
                  <a:cxn ang="0">
                    <a:pos x="connsiteX0" y="connsiteY0"/>
                  </a:cxn>
                  <a:cxn ang="0">
                    <a:pos x="connsiteX1" y="connsiteY1"/>
                  </a:cxn>
                  <a:cxn ang="0">
                    <a:pos x="connsiteX2" y="connsiteY2"/>
                  </a:cxn>
                </a:cxnLst>
                <a:rect l="l" t="t" r="r" b="b"/>
                <a:pathLst>
                  <a:path w="6361" h="3250">
                    <a:moveTo>
                      <a:pt x="2961" y="669"/>
                    </a:moveTo>
                    <a:cubicBezTo>
                      <a:pt x="-1160" y="1932"/>
                      <a:pt x="-948" y="4475"/>
                      <a:pt x="3401" y="2561"/>
                    </a:cubicBezTo>
                    <a:cubicBezTo>
                      <a:pt x="7533" y="1309"/>
                      <a:pt x="7298" y="-1200"/>
                      <a:pt x="2961" y="66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0" name="Freeform: Shape 2269">
                <a:extLst>
                  <a:ext uri="{FF2B5EF4-FFF2-40B4-BE49-F238E27FC236}">
                    <a16:creationId xmlns:a16="http://schemas.microsoft.com/office/drawing/2014/main" id="{A6DD13BE-A195-CF30-9105-EF0F9A1E0865}"/>
                  </a:ext>
                </a:extLst>
              </p:cNvPr>
              <p:cNvSpPr/>
              <p:nvPr/>
            </p:nvSpPr>
            <p:spPr>
              <a:xfrm>
                <a:off x="6358136" y="6880127"/>
                <a:ext cx="10889" cy="3619"/>
              </a:xfrm>
              <a:custGeom>
                <a:avLst/>
                <a:gdLst>
                  <a:gd name="connsiteX0" fmla="*/ 4904 w 10889"/>
                  <a:gd name="connsiteY0" fmla="*/ 7 h 3619"/>
                  <a:gd name="connsiteX1" fmla="*/ 5984 w 10889"/>
                  <a:gd name="connsiteY1" fmla="*/ 3613 h 3619"/>
                  <a:gd name="connsiteX2" fmla="*/ 4904 w 10889"/>
                  <a:gd name="connsiteY2" fmla="*/ 7 h 3619"/>
                </a:gdLst>
                <a:ahLst/>
                <a:cxnLst>
                  <a:cxn ang="0">
                    <a:pos x="connsiteX0" y="connsiteY0"/>
                  </a:cxn>
                  <a:cxn ang="0">
                    <a:pos x="connsiteX1" y="connsiteY1"/>
                  </a:cxn>
                  <a:cxn ang="0">
                    <a:pos x="connsiteX2" y="connsiteY2"/>
                  </a:cxn>
                </a:cxnLst>
                <a:rect l="l" t="t" r="r" b="b"/>
                <a:pathLst>
                  <a:path w="10889" h="3619">
                    <a:moveTo>
                      <a:pt x="4904" y="7"/>
                    </a:moveTo>
                    <a:cubicBezTo>
                      <a:pt x="-2954" y="120"/>
                      <a:pt x="-456" y="3801"/>
                      <a:pt x="5984" y="3613"/>
                    </a:cubicBezTo>
                    <a:cubicBezTo>
                      <a:pt x="13848" y="3504"/>
                      <a:pt x="11339" y="-177"/>
                      <a:pt x="4904"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1" name="Freeform: Shape 2270">
                <a:extLst>
                  <a:ext uri="{FF2B5EF4-FFF2-40B4-BE49-F238E27FC236}">
                    <a16:creationId xmlns:a16="http://schemas.microsoft.com/office/drawing/2014/main" id="{5F929B97-41AD-AC54-46FE-58F93A6DAA74}"/>
                  </a:ext>
                </a:extLst>
              </p:cNvPr>
              <p:cNvSpPr/>
              <p:nvPr/>
            </p:nvSpPr>
            <p:spPr>
              <a:xfrm>
                <a:off x="6296504" y="6672941"/>
                <a:ext cx="10592" cy="3171"/>
              </a:xfrm>
              <a:custGeom>
                <a:avLst/>
                <a:gdLst>
                  <a:gd name="connsiteX0" fmla="*/ 4872 w 10592"/>
                  <a:gd name="connsiteY0" fmla="*/ 2 h 3171"/>
                  <a:gd name="connsiteX1" fmla="*/ 10592 w 10592"/>
                  <a:gd name="connsiteY1" fmla="*/ 1504 h 3171"/>
                  <a:gd name="connsiteX2" fmla="*/ 4872 w 10592"/>
                  <a:gd name="connsiteY2" fmla="*/ 2 h 3171"/>
                </a:gdLst>
                <a:ahLst/>
                <a:cxnLst>
                  <a:cxn ang="0">
                    <a:pos x="connsiteX0" y="connsiteY0"/>
                  </a:cxn>
                  <a:cxn ang="0">
                    <a:pos x="connsiteX1" y="connsiteY1"/>
                  </a:cxn>
                  <a:cxn ang="0">
                    <a:pos x="connsiteX2" y="connsiteY2"/>
                  </a:cxn>
                </a:cxnLst>
                <a:rect l="l" t="t" r="r" b="b"/>
                <a:pathLst>
                  <a:path w="10592" h="3171">
                    <a:moveTo>
                      <a:pt x="4872" y="2"/>
                    </a:moveTo>
                    <a:cubicBezTo>
                      <a:pt x="-8433" y="1179"/>
                      <a:pt x="9627" y="5516"/>
                      <a:pt x="10592" y="1504"/>
                    </a:cubicBezTo>
                    <a:cubicBezTo>
                      <a:pt x="10329" y="636"/>
                      <a:pt x="7769" y="-38"/>
                      <a:pt x="4872"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2" name="Freeform: Shape 2271">
                <a:extLst>
                  <a:ext uri="{FF2B5EF4-FFF2-40B4-BE49-F238E27FC236}">
                    <a16:creationId xmlns:a16="http://schemas.microsoft.com/office/drawing/2014/main" id="{0A44516C-BB4D-DFC8-5D62-4BE562694878}"/>
                  </a:ext>
                </a:extLst>
              </p:cNvPr>
              <p:cNvSpPr/>
              <p:nvPr/>
            </p:nvSpPr>
            <p:spPr>
              <a:xfrm>
                <a:off x="6217207" y="6419091"/>
                <a:ext cx="9401" cy="3340"/>
              </a:xfrm>
              <a:custGeom>
                <a:avLst/>
                <a:gdLst>
                  <a:gd name="connsiteX0" fmla="*/ 4296 w 9401"/>
                  <a:gd name="connsiteY0" fmla="*/ 363 h 3340"/>
                  <a:gd name="connsiteX1" fmla="*/ 5107 w 9401"/>
                  <a:gd name="connsiteY1" fmla="*/ 2968 h 3340"/>
                  <a:gd name="connsiteX2" fmla="*/ 4296 w 9401"/>
                  <a:gd name="connsiteY2" fmla="*/ 363 h 3340"/>
                </a:gdLst>
                <a:ahLst/>
                <a:cxnLst>
                  <a:cxn ang="0">
                    <a:pos x="connsiteX0" y="connsiteY0"/>
                  </a:cxn>
                  <a:cxn ang="0">
                    <a:pos x="connsiteX1" y="connsiteY1"/>
                  </a:cxn>
                  <a:cxn ang="0">
                    <a:pos x="connsiteX2" y="connsiteY2"/>
                  </a:cxn>
                </a:cxnLst>
                <a:rect l="l" t="t" r="r" b="b"/>
                <a:pathLst>
                  <a:path w="9401" h="3340">
                    <a:moveTo>
                      <a:pt x="4296" y="363"/>
                    </a:moveTo>
                    <a:cubicBezTo>
                      <a:pt x="-2111" y="1706"/>
                      <a:pt x="-945" y="4306"/>
                      <a:pt x="5107" y="2968"/>
                    </a:cubicBezTo>
                    <a:cubicBezTo>
                      <a:pt x="11531" y="1654"/>
                      <a:pt x="10325" y="-958"/>
                      <a:pt x="4296" y="3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3" name="Freeform: Shape 2272">
                <a:extLst>
                  <a:ext uri="{FF2B5EF4-FFF2-40B4-BE49-F238E27FC236}">
                    <a16:creationId xmlns:a16="http://schemas.microsoft.com/office/drawing/2014/main" id="{F1D17ADF-2437-27C0-2B81-5980C9657BD5}"/>
                  </a:ext>
                </a:extLst>
              </p:cNvPr>
              <p:cNvSpPr/>
              <p:nvPr/>
            </p:nvSpPr>
            <p:spPr>
              <a:xfrm>
                <a:off x="6242022" y="6499016"/>
                <a:ext cx="10004" cy="2952"/>
              </a:xfrm>
              <a:custGeom>
                <a:avLst/>
                <a:gdLst>
                  <a:gd name="connsiteX0" fmla="*/ 4627 w 10004"/>
                  <a:gd name="connsiteY0" fmla="*/ 167 h 2952"/>
                  <a:gd name="connsiteX1" fmla="*/ 10005 w 10004"/>
                  <a:gd name="connsiteY1" fmla="*/ 825 h 2952"/>
                  <a:gd name="connsiteX2" fmla="*/ 4627 w 10004"/>
                  <a:gd name="connsiteY2" fmla="*/ 167 h 2952"/>
                </a:gdLst>
                <a:ahLst/>
                <a:cxnLst>
                  <a:cxn ang="0">
                    <a:pos x="connsiteX0" y="connsiteY0"/>
                  </a:cxn>
                  <a:cxn ang="0">
                    <a:pos x="connsiteX1" y="connsiteY1"/>
                  </a:cxn>
                  <a:cxn ang="0">
                    <a:pos x="connsiteX2" y="connsiteY2"/>
                  </a:cxn>
                </a:cxnLst>
                <a:rect l="l" t="t" r="r" b="b"/>
                <a:pathLst>
                  <a:path w="10004" h="2952">
                    <a:moveTo>
                      <a:pt x="4627" y="167"/>
                    </a:moveTo>
                    <a:cubicBezTo>
                      <a:pt x="-8038" y="2905"/>
                      <a:pt x="9227" y="4454"/>
                      <a:pt x="10005" y="825"/>
                    </a:cubicBezTo>
                    <a:cubicBezTo>
                      <a:pt x="9770" y="82"/>
                      <a:pt x="7364" y="-216"/>
                      <a:pt x="4627" y="1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4" name="Freeform: Shape 2273">
                <a:extLst>
                  <a:ext uri="{FF2B5EF4-FFF2-40B4-BE49-F238E27FC236}">
                    <a16:creationId xmlns:a16="http://schemas.microsoft.com/office/drawing/2014/main" id="{84D9A0BA-E700-654D-9808-EF2AA03407C5}"/>
                  </a:ext>
                </a:extLst>
              </p:cNvPr>
              <p:cNvSpPr/>
              <p:nvPr/>
            </p:nvSpPr>
            <p:spPr>
              <a:xfrm>
                <a:off x="6268692" y="6582613"/>
                <a:ext cx="9956" cy="2991"/>
              </a:xfrm>
              <a:custGeom>
                <a:avLst/>
                <a:gdLst>
                  <a:gd name="connsiteX0" fmla="*/ 4526 w 9956"/>
                  <a:gd name="connsiteY0" fmla="*/ 66 h 2991"/>
                  <a:gd name="connsiteX1" fmla="*/ 5429 w 9956"/>
                  <a:gd name="connsiteY1" fmla="*/ 2924 h 2991"/>
                  <a:gd name="connsiteX2" fmla="*/ 4526 w 9956"/>
                  <a:gd name="connsiteY2" fmla="*/ 66 h 2991"/>
                </a:gdLst>
                <a:ahLst/>
                <a:cxnLst>
                  <a:cxn ang="0">
                    <a:pos x="connsiteX0" y="connsiteY0"/>
                  </a:cxn>
                  <a:cxn ang="0">
                    <a:pos x="connsiteX1" y="connsiteY1"/>
                  </a:cxn>
                  <a:cxn ang="0">
                    <a:pos x="connsiteX2" y="connsiteY2"/>
                  </a:cxn>
                </a:cxnLst>
                <a:rect l="l" t="t" r="r" b="b"/>
                <a:pathLst>
                  <a:path w="9956" h="2991">
                    <a:moveTo>
                      <a:pt x="4526" y="66"/>
                    </a:moveTo>
                    <a:cubicBezTo>
                      <a:pt x="-2526" y="615"/>
                      <a:pt x="-646" y="3461"/>
                      <a:pt x="5429" y="2924"/>
                    </a:cubicBezTo>
                    <a:cubicBezTo>
                      <a:pt x="12498" y="2410"/>
                      <a:pt x="10584" y="-471"/>
                      <a:pt x="4526" y="6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5" name="Freeform: Shape 2274">
                <a:extLst>
                  <a:ext uri="{FF2B5EF4-FFF2-40B4-BE49-F238E27FC236}">
                    <a16:creationId xmlns:a16="http://schemas.microsoft.com/office/drawing/2014/main" id="{FB973DA1-EBD4-63D0-0672-8C6753784893}"/>
                  </a:ext>
                </a:extLst>
              </p:cNvPr>
              <p:cNvSpPr/>
              <p:nvPr/>
            </p:nvSpPr>
            <p:spPr>
              <a:xfrm>
                <a:off x="6326514" y="6772956"/>
                <a:ext cx="10567" cy="3512"/>
              </a:xfrm>
              <a:custGeom>
                <a:avLst/>
                <a:gdLst>
                  <a:gd name="connsiteX0" fmla="*/ 4774 w 10567"/>
                  <a:gd name="connsiteY0" fmla="*/ 5 h 3512"/>
                  <a:gd name="connsiteX1" fmla="*/ 5791 w 10567"/>
                  <a:gd name="connsiteY1" fmla="*/ 3508 h 3512"/>
                  <a:gd name="connsiteX2" fmla="*/ 4774 w 10567"/>
                  <a:gd name="connsiteY2" fmla="*/ 5 h 3512"/>
                </a:gdLst>
                <a:ahLst/>
                <a:cxnLst>
                  <a:cxn ang="0">
                    <a:pos x="connsiteX0" y="connsiteY0"/>
                  </a:cxn>
                  <a:cxn ang="0">
                    <a:pos x="connsiteX1" y="connsiteY1"/>
                  </a:cxn>
                  <a:cxn ang="0">
                    <a:pos x="connsiteX2" y="connsiteY2"/>
                  </a:cxn>
                </a:cxnLst>
                <a:rect l="l" t="t" r="r" b="b"/>
                <a:pathLst>
                  <a:path w="10567" h="3512">
                    <a:moveTo>
                      <a:pt x="4774" y="5"/>
                    </a:moveTo>
                    <a:cubicBezTo>
                      <a:pt x="-2850" y="73"/>
                      <a:pt x="-467" y="3657"/>
                      <a:pt x="5791" y="3508"/>
                    </a:cubicBezTo>
                    <a:cubicBezTo>
                      <a:pt x="13426" y="3433"/>
                      <a:pt x="11026" y="-144"/>
                      <a:pt x="4774" y="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6" name="Freeform: Shape 2275">
                <a:extLst>
                  <a:ext uri="{FF2B5EF4-FFF2-40B4-BE49-F238E27FC236}">
                    <a16:creationId xmlns:a16="http://schemas.microsoft.com/office/drawing/2014/main" id="{CE313815-4218-0560-3C2B-2ACC84DE7FDC}"/>
                  </a:ext>
                </a:extLst>
              </p:cNvPr>
              <p:cNvSpPr/>
              <p:nvPr/>
            </p:nvSpPr>
            <p:spPr>
              <a:xfrm>
                <a:off x="6391619" y="6992787"/>
                <a:ext cx="11241" cy="3854"/>
              </a:xfrm>
              <a:custGeom>
                <a:avLst/>
                <a:gdLst>
                  <a:gd name="connsiteX0" fmla="*/ 5048 w 11241"/>
                  <a:gd name="connsiteY0" fmla="*/ 7 h 3854"/>
                  <a:gd name="connsiteX1" fmla="*/ 6197 w 11241"/>
                  <a:gd name="connsiteY1" fmla="*/ 3847 h 3854"/>
                  <a:gd name="connsiteX2" fmla="*/ 5048 w 11241"/>
                  <a:gd name="connsiteY2" fmla="*/ 7 h 3854"/>
                </a:gdLst>
                <a:ahLst/>
                <a:cxnLst>
                  <a:cxn ang="0">
                    <a:pos x="connsiteX0" y="connsiteY0"/>
                  </a:cxn>
                  <a:cxn ang="0">
                    <a:pos x="connsiteX1" y="connsiteY1"/>
                  </a:cxn>
                  <a:cxn ang="0">
                    <a:pos x="connsiteX2" y="connsiteY2"/>
                  </a:cxn>
                </a:cxnLst>
                <a:rect l="l" t="t" r="r" b="b"/>
                <a:pathLst>
                  <a:path w="11241" h="3854">
                    <a:moveTo>
                      <a:pt x="5048" y="7"/>
                    </a:moveTo>
                    <a:cubicBezTo>
                      <a:pt x="-3073" y="127"/>
                      <a:pt x="-438" y="4041"/>
                      <a:pt x="6197" y="3847"/>
                    </a:cubicBezTo>
                    <a:cubicBezTo>
                      <a:pt x="14318" y="3727"/>
                      <a:pt x="11672" y="-188"/>
                      <a:pt x="5048"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7" name="Freeform: Shape 2276">
                <a:extLst>
                  <a:ext uri="{FF2B5EF4-FFF2-40B4-BE49-F238E27FC236}">
                    <a16:creationId xmlns:a16="http://schemas.microsoft.com/office/drawing/2014/main" id="{BD1FF709-A2A9-CD8A-B029-1DFCD3173687}"/>
                  </a:ext>
                </a:extLst>
              </p:cNvPr>
              <p:cNvSpPr/>
              <p:nvPr/>
            </p:nvSpPr>
            <p:spPr>
              <a:xfrm>
                <a:off x="5994961" y="5259552"/>
                <a:ext cx="7119" cy="4635"/>
              </a:xfrm>
              <a:custGeom>
                <a:avLst/>
                <a:gdLst>
                  <a:gd name="connsiteX0" fmla="*/ 3325 w 7119"/>
                  <a:gd name="connsiteY0" fmla="*/ 419 h 4635"/>
                  <a:gd name="connsiteX1" fmla="*/ 3794 w 7119"/>
                  <a:gd name="connsiteY1" fmla="*/ 4209 h 4635"/>
                  <a:gd name="connsiteX2" fmla="*/ 3325 w 7119"/>
                  <a:gd name="connsiteY2" fmla="*/ 419 h 4635"/>
                </a:gdLst>
                <a:ahLst/>
                <a:cxnLst>
                  <a:cxn ang="0">
                    <a:pos x="connsiteX0" y="connsiteY0"/>
                  </a:cxn>
                  <a:cxn ang="0">
                    <a:pos x="connsiteX1" y="connsiteY1"/>
                  </a:cxn>
                  <a:cxn ang="0">
                    <a:pos x="connsiteX2" y="connsiteY2"/>
                  </a:cxn>
                </a:cxnLst>
                <a:rect l="l" t="t" r="r" b="b"/>
                <a:pathLst>
                  <a:path w="7119" h="4635">
                    <a:moveTo>
                      <a:pt x="3325" y="419"/>
                    </a:moveTo>
                    <a:cubicBezTo>
                      <a:pt x="-972" y="1808"/>
                      <a:pt x="-1401" y="5969"/>
                      <a:pt x="3794" y="4209"/>
                    </a:cubicBezTo>
                    <a:cubicBezTo>
                      <a:pt x="8114" y="2843"/>
                      <a:pt x="8497" y="-1324"/>
                      <a:pt x="3325" y="4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8" name="Freeform: Shape 2277">
                <a:extLst>
                  <a:ext uri="{FF2B5EF4-FFF2-40B4-BE49-F238E27FC236}">
                    <a16:creationId xmlns:a16="http://schemas.microsoft.com/office/drawing/2014/main" id="{A4FEC607-0E7B-6836-14CA-7FB68E39C231}"/>
                  </a:ext>
                </a:extLst>
              </p:cNvPr>
              <p:cNvSpPr/>
              <p:nvPr/>
            </p:nvSpPr>
            <p:spPr>
              <a:xfrm>
                <a:off x="6506205" y="7378730"/>
                <a:ext cx="12466" cy="4721"/>
              </a:xfrm>
              <a:custGeom>
                <a:avLst/>
                <a:gdLst>
                  <a:gd name="connsiteX0" fmla="*/ 5529 w 12466"/>
                  <a:gd name="connsiteY0" fmla="*/ 9 h 4721"/>
                  <a:gd name="connsiteX1" fmla="*/ 6934 w 12466"/>
                  <a:gd name="connsiteY1" fmla="*/ 4713 h 4721"/>
                  <a:gd name="connsiteX2" fmla="*/ 5529 w 12466"/>
                  <a:gd name="connsiteY2" fmla="*/ 9 h 4721"/>
                </a:gdLst>
                <a:ahLst/>
                <a:cxnLst>
                  <a:cxn ang="0">
                    <a:pos x="connsiteX0" y="connsiteY0"/>
                  </a:cxn>
                  <a:cxn ang="0">
                    <a:pos x="connsiteX1" y="connsiteY1"/>
                  </a:cxn>
                  <a:cxn ang="0">
                    <a:pos x="connsiteX2" y="connsiteY2"/>
                  </a:cxn>
                </a:cxnLst>
                <a:rect l="l" t="t" r="r" b="b"/>
                <a:pathLst>
                  <a:path w="12466" h="4721">
                    <a:moveTo>
                      <a:pt x="5529" y="9"/>
                    </a:moveTo>
                    <a:cubicBezTo>
                      <a:pt x="-3501" y="175"/>
                      <a:pt x="-341" y="4958"/>
                      <a:pt x="6934" y="4713"/>
                    </a:cubicBezTo>
                    <a:cubicBezTo>
                      <a:pt x="15976" y="4547"/>
                      <a:pt x="12798" y="-237"/>
                      <a:pt x="5529"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9" name="Freeform: Shape 2278">
                <a:extLst>
                  <a:ext uri="{FF2B5EF4-FFF2-40B4-BE49-F238E27FC236}">
                    <a16:creationId xmlns:a16="http://schemas.microsoft.com/office/drawing/2014/main" id="{72A68484-F529-6A16-7661-D654C2AECCAB}"/>
                  </a:ext>
                </a:extLst>
              </p:cNvPr>
              <p:cNvSpPr/>
              <p:nvPr/>
            </p:nvSpPr>
            <p:spPr>
              <a:xfrm>
                <a:off x="6427248" y="7112886"/>
                <a:ext cx="11624" cy="4118"/>
              </a:xfrm>
              <a:custGeom>
                <a:avLst/>
                <a:gdLst>
                  <a:gd name="connsiteX0" fmla="*/ 5201 w 11624"/>
                  <a:gd name="connsiteY0" fmla="*/ 8 h 4118"/>
                  <a:gd name="connsiteX1" fmla="*/ 6425 w 11624"/>
                  <a:gd name="connsiteY1" fmla="*/ 4111 h 4118"/>
                  <a:gd name="connsiteX2" fmla="*/ 5201 w 11624"/>
                  <a:gd name="connsiteY2" fmla="*/ 8 h 4118"/>
                </a:gdLst>
                <a:ahLst/>
                <a:cxnLst>
                  <a:cxn ang="0">
                    <a:pos x="connsiteX0" y="connsiteY0"/>
                  </a:cxn>
                  <a:cxn ang="0">
                    <a:pos x="connsiteX1" y="connsiteY1"/>
                  </a:cxn>
                  <a:cxn ang="0">
                    <a:pos x="connsiteX2" y="connsiteY2"/>
                  </a:cxn>
                </a:cxnLst>
                <a:rect l="l" t="t" r="r" b="b"/>
                <a:pathLst>
                  <a:path w="11624" h="4118">
                    <a:moveTo>
                      <a:pt x="5201" y="8"/>
                    </a:moveTo>
                    <a:cubicBezTo>
                      <a:pt x="-3205" y="140"/>
                      <a:pt x="-411" y="4323"/>
                      <a:pt x="6425" y="4111"/>
                    </a:cubicBezTo>
                    <a:cubicBezTo>
                      <a:pt x="14831" y="3980"/>
                      <a:pt x="12031" y="-204"/>
                      <a:pt x="5201"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0" name="Freeform: Shape 2279">
                <a:extLst>
                  <a:ext uri="{FF2B5EF4-FFF2-40B4-BE49-F238E27FC236}">
                    <a16:creationId xmlns:a16="http://schemas.microsoft.com/office/drawing/2014/main" id="{2398B57E-A14A-7EA0-A01E-A06C07EEAF22}"/>
                  </a:ext>
                </a:extLst>
              </p:cNvPr>
              <p:cNvSpPr/>
              <p:nvPr/>
            </p:nvSpPr>
            <p:spPr>
              <a:xfrm>
                <a:off x="6465344" y="7241256"/>
                <a:ext cx="12028" cy="4405"/>
              </a:xfrm>
              <a:custGeom>
                <a:avLst/>
                <a:gdLst>
                  <a:gd name="connsiteX0" fmla="*/ 5361 w 12028"/>
                  <a:gd name="connsiteY0" fmla="*/ 8 h 4405"/>
                  <a:gd name="connsiteX1" fmla="*/ 6670 w 12028"/>
                  <a:gd name="connsiteY1" fmla="*/ 4398 h 4405"/>
                  <a:gd name="connsiteX2" fmla="*/ 5361 w 12028"/>
                  <a:gd name="connsiteY2" fmla="*/ 8 h 4405"/>
                </a:gdLst>
                <a:ahLst/>
                <a:cxnLst>
                  <a:cxn ang="0">
                    <a:pos x="connsiteX0" y="connsiteY0"/>
                  </a:cxn>
                  <a:cxn ang="0">
                    <a:pos x="connsiteX1" y="connsiteY1"/>
                  </a:cxn>
                  <a:cxn ang="0">
                    <a:pos x="connsiteX2" y="connsiteY2"/>
                  </a:cxn>
                </a:cxnLst>
                <a:rect l="l" t="t" r="r" b="b"/>
                <a:pathLst>
                  <a:path w="12028" h="4405">
                    <a:moveTo>
                      <a:pt x="5361" y="8"/>
                    </a:moveTo>
                    <a:cubicBezTo>
                      <a:pt x="-3349" y="157"/>
                      <a:pt x="-377" y="4620"/>
                      <a:pt x="6670" y="4398"/>
                    </a:cubicBezTo>
                    <a:cubicBezTo>
                      <a:pt x="15379" y="4249"/>
                      <a:pt x="12402" y="-214"/>
                      <a:pt x="5361"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1" name="Freeform: Shape 2280">
                <a:extLst>
                  <a:ext uri="{FF2B5EF4-FFF2-40B4-BE49-F238E27FC236}">
                    <a16:creationId xmlns:a16="http://schemas.microsoft.com/office/drawing/2014/main" id="{5774B167-24A2-5522-E058-B4D43F80002D}"/>
                  </a:ext>
                </a:extLst>
              </p:cNvPr>
              <p:cNvSpPr/>
              <p:nvPr/>
            </p:nvSpPr>
            <p:spPr>
              <a:xfrm>
                <a:off x="6024648" y="5548512"/>
                <a:ext cx="7367" cy="5286"/>
              </a:xfrm>
              <a:custGeom>
                <a:avLst/>
                <a:gdLst>
                  <a:gd name="connsiteX0" fmla="*/ 3425 w 7367"/>
                  <a:gd name="connsiteY0" fmla="*/ 21 h 5286"/>
                  <a:gd name="connsiteX1" fmla="*/ 3940 w 7367"/>
                  <a:gd name="connsiteY1" fmla="*/ 5268 h 5286"/>
                  <a:gd name="connsiteX2" fmla="*/ 3425 w 7367"/>
                  <a:gd name="connsiteY2" fmla="*/ 21 h 5286"/>
                </a:gdLst>
                <a:ahLst/>
                <a:cxnLst>
                  <a:cxn ang="0">
                    <a:pos x="connsiteX0" y="connsiteY0"/>
                  </a:cxn>
                  <a:cxn ang="0">
                    <a:pos x="connsiteX1" y="connsiteY1"/>
                  </a:cxn>
                  <a:cxn ang="0">
                    <a:pos x="connsiteX2" y="connsiteY2"/>
                  </a:cxn>
                </a:cxnLst>
                <a:rect l="l" t="t" r="r" b="b"/>
                <a:pathLst>
                  <a:path w="7367" h="5286">
                    <a:moveTo>
                      <a:pt x="3425" y="21"/>
                    </a:moveTo>
                    <a:cubicBezTo>
                      <a:pt x="-1547" y="341"/>
                      <a:pt x="-872" y="5645"/>
                      <a:pt x="3940" y="5268"/>
                    </a:cubicBezTo>
                    <a:cubicBezTo>
                      <a:pt x="8929" y="4982"/>
                      <a:pt x="8226" y="-379"/>
                      <a:pt x="3425"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2" name="Freeform: Shape 2281">
                <a:extLst>
                  <a:ext uri="{FF2B5EF4-FFF2-40B4-BE49-F238E27FC236}">
                    <a16:creationId xmlns:a16="http://schemas.microsoft.com/office/drawing/2014/main" id="{D12B7492-BA9D-DCA4-F46A-3BD9E4DA268D}"/>
                  </a:ext>
                </a:extLst>
              </p:cNvPr>
              <p:cNvSpPr/>
              <p:nvPr/>
            </p:nvSpPr>
            <p:spPr>
              <a:xfrm>
                <a:off x="6073794" y="5912609"/>
                <a:ext cx="7809" cy="2316"/>
              </a:xfrm>
              <a:custGeom>
                <a:avLst/>
                <a:gdLst>
                  <a:gd name="connsiteX0" fmla="*/ 3616 w 7809"/>
                  <a:gd name="connsiteY0" fmla="*/ 233 h 2316"/>
                  <a:gd name="connsiteX1" fmla="*/ 4188 w 7809"/>
                  <a:gd name="connsiteY1" fmla="*/ 2095 h 2316"/>
                  <a:gd name="connsiteX2" fmla="*/ 3616 w 7809"/>
                  <a:gd name="connsiteY2" fmla="*/ 233 h 2316"/>
                </a:gdLst>
                <a:ahLst/>
                <a:cxnLst>
                  <a:cxn ang="0">
                    <a:pos x="connsiteX0" y="connsiteY0"/>
                  </a:cxn>
                  <a:cxn ang="0">
                    <a:pos x="connsiteX1" y="connsiteY1"/>
                  </a:cxn>
                  <a:cxn ang="0">
                    <a:pos x="connsiteX2" y="connsiteY2"/>
                  </a:cxn>
                </a:cxnLst>
                <a:rect l="l" t="t" r="r" b="b"/>
                <a:pathLst>
                  <a:path w="7809" h="2316">
                    <a:moveTo>
                      <a:pt x="3616" y="233"/>
                    </a:moveTo>
                    <a:cubicBezTo>
                      <a:pt x="-2161" y="-700"/>
                      <a:pt x="-298" y="1427"/>
                      <a:pt x="4188" y="2095"/>
                    </a:cubicBezTo>
                    <a:cubicBezTo>
                      <a:pt x="9966" y="2999"/>
                      <a:pt x="8120" y="884"/>
                      <a:pt x="3616" y="2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3" name="Freeform: Shape 2282">
                <a:extLst>
                  <a:ext uri="{FF2B5EF4-FFF2-40B4-BE49-F238E27FC236}">
                    <a16:creationId xmlns:a16="http://schemas.microsoft.com/office/drawing/2014/main" id="{FA1EED77-C79D-BE89-D333-EB498607BCCA}"/>
                  </a:ext>
                </a:extLst>
              </p:cNvPr>
              <p:cNvSpPr/>
              <p:nvPr/>
            </p:nvSpPr>
            <p:spPr>
              <a:xfrm>
                <a:off x="6056688" y="5832418"/>
                <a:ext cx="7897" cy="3867"/>
              </a:xfrm>
              <a:custGeom>
                <a:avLst/>
                <a:gdLst>
                  <a:gd name="connsiteX0" fmla="*/ 3709 w 7897"/>
                  <a:gd name="connsiteY0" fmla="*/ 53 h 3867"/>
                  <a:gd name="connsiteX1" fmla="*/ 7898 w 7897"/>
                  <a:gd name="connsiteY1" fmla="*/ 2539 h 3867"/>
                  <a:gd name="connsiteX2" fmla="*/ 3709 w 7897"/>
                  <a:gd name="connsiteY2" fmla="*/ 53 h 3867"/>
                </a:gdLst>
                <a:ahLst/>
                <a:cxnLst>
                  <a:cxn ang="0">
                    <a:pos x="connsiteX0" y="connsiteY0"/>
                  </a:cxn>
                  <a:cxn ang="0">
                    <a:pos x="connsiteX1" y="connsiteY1"/>
                  </a:cxn>
                  <a:cxn ang="0">
                    <a:pos x="connsiteX2" y="connsiteY2"/>
                  </a:cxn>
                </a:cxnLst>
                <a:rect l="l" t="t" r="r" b="b"/>
                <a:pathLst>
                  <a:path w="7897" h="3867">
                    <a:moveTo>
                      <a:pt x="3709" y="53"/>
                    </a:moveTo>
                    <a:cubicBezTo>
                      <a:pt x="-6213" y="-696"/>
                      <a:pt x="6789" y="6825"/>
                      <a:pt x="7898" y="2539"/>
                    </a:cubicBezTo>
                    <a:cubicBezTo>
                      <a:pt x="7749" y="1550"/>
                      <a:pt x="5869" y="436"/>
                      <a:pt x="3709" y="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4" name="Freeform: Shape 2283">
                <a:extLst>
                  <a:ext uri="{FF2B5EF4-FFF2-40B4-BE49-F238E27FC236}">
                    <a16:creationId xmlns:a16="http://schemas.microsoft.com/office/drawing/2014/main" id="{B40389FA-D089-FABA-E9A8-14E7596AD7D3}"/>
                  </a:ext>
                </a:extLst>
              </p:cNvPr>
              <p:cNvSpPr/>
              <p:nvPr/>
            </p:nvSpPr>
            <p:spPr>
              <a:xfrm>
                <a:off x="6091064" y="5974128"/>
                <a:ext cx="8044" cy="2398"/>
              </a:xfrm>
              <a:custGeom>
                <a:avLst/>
                <a:gdLst>
                  <a:gd name="connsiteX0" fmla="*/ 3732 w 8044"/>
                  <a:gd name="connsiteY0" fmla="*/ 121 h 2398"/>
                  <a:gd name="connsiteX1" fmla="*/ 4309 w 8044"/>
                  <a:gd name="connsiteY1" fmla="*/ 2287 h 2398"/>
                  <a:gd name="connsiteX2" fmla="*/ 3732 w 8044"/>
                  <a:gd name="connsiteY2" fmla="*/ 121 h 2398"/>
                </a:gdLst>
                <a:ahLst/>
                <a:cxnLst>
                  <a:cxn ang="0">
                    <a:pos x="connsiteX0" y="connsiteY0"/>
                  </a:cxn>
                  <a:cxn ang="0">
                    <a:pos x="connsiteX1" y="connsiteY1"/>
                  </a:cxn>
                  <a:cxn ang="0">
                    <a:pos x="connsiteX2" y="connsiteY2"/>
                  </a:cxn>
                </a:cxnLst>
                <a:rect l="l" t="t" r="r" b="b"/>
                <a:pathLst>
                  <a:path w="8044" h="2398">
                    <a:moveTo>
                      <a:pt x="3732" y="121"/>
                    </a:moveTo>
                    <a:cubicBezTo>
                      <a:pt x="-2149" y="-559"/>
                      <a:pt x="-406" y="1819"/>
                      <a:pt x="4309" y="2287"/>
                    </a:cubicBezTo>
                    <a:cubicBezTo>
                      <a:pt x="10190" y="2933"/>
                      <a:pt x="8458" y="596"/>
                      <a:pt x="3732" y="1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5" name="Freeform: Shape 2284">
                <a:extLst>
                  <a:ext uri="{FF2B5EF4-FFF2-40B4-BE49-F238E27FC236}">
                    <a16:creationId xmlns:a16="http://schemas.microsoft.com/office/drawing/2014/main" id="{8C8C1BD4-260B-2B7C-6442-E610DFF69EAD}"/>
                  </a:ext>
                </a:extLst>
              </p:cNvPr>
              <p:cNvSpPr/>
              <p:nvPr/>
            </p:nvSpPr>
            <p:spPr>
              <a:xfrm>
                <a:off x="6009448" y="5392874"/>
                <a:ext cx="7247" cy="5221"/>
              </a:xfrm>
              <a:custGeom>
                <a:avLst/>
                <a:gdLst>
                  <a:gd name="connsiteX0" fmla="*/ 3378 w 7247"/>
                  <a:gd name="connsiteY0" fmla="*/ 160 h 5221"/>
                  <a:gd name="connsiteX1" fmla="*/ 3869 w 7247"/>
                  <a:gd name="connsiteY1" fmla="*/ 5063 h 5221"/>
                  <a:gd name="connsiteX2" fmla="*/ 3378 w 7247"/>
                  <a:gd name="connsiteY2" fmla="*/ 160 h 5221"/>
                </a:gdLst>
                <a:ahLst/>
                <a:cxnLst>
                  <a:cxn ang="0">
                    <a:pos x="connsiteX0" y="connsiteY0"/>
                  </a:cxn>
                  <a:cxn ang="0">
                    <a:pos x="connsiteX1" y="connsiteY1"/>
                  </a:cxn>
                  <a:cxn ang="0">
                    <a:pos x="connsiteX2" y="connsiteY2"/>
                  </a:cxn>
                </a:cxnLst>
                <a:rect l="l" t="t" r="r" b="b"/>
                <a:pathLst>
                  <a:path w="7247" h="5221">
                    <a:moveTo>
                      <a:pt x="3378" y="160"/>
                    </a:moveTo>
                    <a:cubicBezTo>
                      <a:pt x="-1149" y="1074"/>
                      <a:pt x="-1263" y="6178"/>
                      <a:pt x="3869" y="5063"/>
                    </a:cubicBezTo>
                    <a:cubicBezTo>
                      <a:pt x="8418" y="4183"/>
                      <a:pt x="8487" y="-966"/>
                      <a:pt x="3378" y="1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6" name="Freeform: Shape 2285">
                <a:extLst>
                  <a:ext uri="{FF2B5EF4-FFF2-40B4-BE49-F238E27FC236}">
                    <a16:creationId xmlns:a16="http://schemas.microsoft.com/office/drawing/2014/main" id="{61D33F39-0DF2-FEA4-FF71-7D59A84AA968}"/>
                  </a:ext>
                </a:extLst>
              </p:cNvPr>
              <p:cNvSpPr/>
              <p:nvPr/>
            </p:nvSpPr>
            <p:spPr>
              <a:xfrm>
                <a:off x="6040306" y="5702878"/>
                <a:ext cx="7757" cy="4922"/>
              </a:xfrm>
              <a:custGeom>
                <a:avLst/>
                <a:gdLst>
                  <a:gd name="connsiteX0" fmla="*/ 3649 w 7757"/>
                  <a:gd name="connsiteY0" fmla="*/ 0 h 4922"/>
                  <a:gd name="connsiteX1" fmla="*/ 7758 w 7757"/>
                  <a:gd name="connsiteY1" fmla="*/ 2755 h 4922"/>
                  <a:gd name="connsiteX2" fmla="*/ 3649 w 7757"/>
                  <a:gd name="connsiteY2" fmla="*/ 0 h 4922"/>
                </a:gdLst>
                <a:ahLst/>
                <a:cxnLst>
                  <a:cxn ang="0">
                    <a:pos x="connsiteX0" y="connsiteY0"/>
                  </a:cxn>
                  <a:cxn ang="0">
                    <a:pos x="connsiteX1" y="connsiteY1"/>
                  </a:cxn>
                  <a:cxn ang="0">
                    <a:pos x="connsiteX2" y="connsiteY2"/>
                  </a:cxn>
                </a:cxnLst>
                <a:rect l="l" t="t" r="r" b="b"/>
                <a:pathLst>
                  <a:path w="7757" h="4922">
                    <a:moveTo>
                      <a:pt x="3649" y="0"/>
                    </a:moveTo>
                    <a:cubicBezTo>
                      <a:pt x="-6124" y="411"/>
                      <a:pt x="6712" y="8767"/>
                      <a:pt x="7758" y="2755"/>
                    </a:cubicBezTo>
                    <a:cubicBezTo>
                      <a:pt x="7604" y="1429"/>
                      <a:pt x="5769" y="194"/>
                      <a:pt x="364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7" name="Freeform: Shape 2286">
                <a:extLst>
                  <a:ext uri="{FF2B5EF4-FFF2-40B4-BE49-F238E27FC236}">
                    <a16:creationId xmlns:a16="http://schemas.microsoft.com/office/drawing/2014/main" id="{E2BEBE2D-10F3-E2E2-6518-0DB79741F46F}"/>
                  </a:ext>
                </a:extLst>
              </p:cNvPr>
              <p:cNvSpPr/>
              <p:nvPr/>
            </p:nvSpPr>
            <p:spPr>
              <a:xfrm>
                <a:off x="6148333" y="6177775"/>
                <a:ext cx="9070" cy="2712"/>
              </a:xfrm>
              <a:custGeom>
                <a:avLst/>
                <a:gdLst>
                  <a:gd name="connsiteX0" fmla="*/ 4224 w 9070"/>
                  <a:gd name="connsiteY0" fmla="*/ 8 h 2712"/>
                  <a:gd name="connsiteX1" fmla="*/ 9071 w 9070"/>
                  <a:gd name="connsiteY1" fmla="*/ 1190 h 2712"/>
                  <a:gd name="connsiteX2" fmla="*/ 4224 w 9070"/>
                  <a:gd name="connsiteY2" fmla="*/ 8 h 2712"/>
                </a:gdLst>
                <a:ahLst/>
                <a:cxnLst>
                  <a:cxn ang="0">
                    <a:pos x="connsiteX0" y="connsiteY0"/>
                  </a:cxn>
                  <a:cxn ang="0">
                    <a:pos x="connsiteX1" y="connsiteY1"/>
                  </a:cxn>
                  <a:cxn ang="0">
                    <a:pos x="connsiteX2" y="connsiteY2"/>
                  </a:cxn>
                </a:cxnLst>
                <a:rect l="l" t="t" r="r" b="b"/>
                <a:pathLst>
                  <a:path w="9070" h="2712">
                    <a:moveTo>
                      <a:pt x="4224" y="8"/>
                    </a:moveTo>
                    <a:cubicBezTo>
                      <a:pt x="-7246" y="1288"/>
                      <a:pt x="8179" y="4660"/>
                      <a:pt x="9071" y="1190"/>
                    </a:cubicBezTo>
                    <a:cubicBezTo>
                      <a:pt x="8876" y="459"/>
                      <a:pt x="6705" y="-72"/>
                      <a:pt x="4224"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8" name="Freeform: Shape 2287">
                <a:extLst>
                  <a:ext uri="{FF2B5EF4-FFF2-40B4-BE49-F238E27FC236}">
                    <a16:creationId xmlns:a16="http://schemas.microsoft.com/office/drawing/2014/main" id="{57222778-9970-A63F-26F8-EA55DBFE10BD}"/>
                  </a:ext>
                </a:extLst>
              </p:cNvPr>
              <p:cNvSpPr/>
              <p:nvPr/>
            </p:nvSpPr>
            <p:spPr>
              <a:xfrm>
                <a:off x="6193421" y="6340035"/>
                <a:ext cx="9156" cy="3531"/>
              </a:xfrm>
              <a:custGeom>
                <a:avLst/>
                <a:gdLst>
                  <a:gd name="connsiteX0" fmla="*/ 4193 w 9156"/>
                  <a:gd name="connsiteY0" fmla="*/ 442 h 3531"/>
                  <a:gd name="connsiteX1" fmla="*/ 4964 w 9156"/>
                  <a:gd name="connsiteY1" fmla="*/ 3072 h 3531"/>
                  <a:gd name="connsiteX2" fmla="*/ 4193 w 9156"/>
                  <a:gd name="connsiteY2" fmla="*/ 442 h 3531"/>
                </a:gdLst>
                <a:ahLst/>
                <a:cxnLst>
                  <a:cxn ang="0">
                    <a:pos x="connsiteX0" y="connsiteY0"/>
                  </a:cxn>
                  <a:cxn ang="0">
                    <a:pos x="connsiteX1" y="connsiteY1"/>
                  </a:cxn>
                  <a:cxn ang="0">
                    <a:pos x="connsiteX2" y="connsiteY2"/>
                  </a:cxn>
                </a:cxnLst>
                <a:rect l="l" t="t" r="r" b="b"/>
                <a:pathLst>
                  <a:path w="9156" h="3531">
                    <a:moveTo>
                      <a:pt x="4193" y="442"/>
                    </a:moveTo>
                    <a:cubicBezTo>
                      <a:pt x="-1962" y="1940"/>
                      <a:pt x="-1031" y="4603"/>
                      <a:pt x="4964" y="3072"/>
                    </a:cubicBezTo>
                    <a:cubicBezTo>
                      <a:pt x="11142" y="1609"/>
                      <a:pt x="10159" y="-1055"/>
                      <a:pt x="4193" y="44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9" name="Freeform: Shape 2288">
                <a:extLst>
                  <a:ext uri="{FF2B5EF4-FFF2-40B4-BE49-F238E27FC236}">
                    <a16:creationId xmlns:a16="http://schemas.microsoft.com/office/drawing/2014/main" id="{CA7F7219-8E5A-51AD-488C-441161A15413}"/>
                  </a:ext>
                </a:extLst>
              </p:cNvPr>
              <p:cNvSpPr/>
              <p:nvPr/>
            </p:nvSpPr>
            <p:spPr>
              <a:xfrm>
                <a:off x="6170516" y="6263330"/>
                <a:ext cx="8947" cy="3452"/>
              </a:xfrm>
              <a:custGeom>
                <a:avLst/>
                <a:gdLst>
                  <a:gd name="connsiteX0" fmla="*/ 4101 w 8947"/>
                  <a:gd name="connsiteY0" fmla="*/ 361 h 3452"/>
                  <a:gd name="connsiteX1" fmla="*/ 4850 w 8947"/>
                  <a:gd name="connsiteY1" fmla="*/ 3065 h 3452"/>
                  <a:gd name="connsiteX2" fmla="*/ 4101 w 8947"/>
                  <a:gd name="connsiteY2" fmla="*/ 361 h 3452"/>
                </a:gdLst>
                <a:ahLst/>
                <a:cxnLst>
                  <a:cxn ang="0">
                    <a:pos x="connsiteX0" y="connsiteY0"/>
                  </a:cxn>
                  <a:cxn ang="0">
                    <a:pos x="connsiteX1" y="connsiteY1"/>
                  </a:cxn>
                  <a:cxn ang="0">
                    <a:pos x="connsiteX2" y="connsiteY2"/>
                  </a:cxn>
                </a:cxnLst>
                <a:rect l="l" t="t" r="r" b="b"/>
                <a:pathLst>
                  <a:path w="8947" h="3452">
                    <a:moveTo>
                      <a:pt x="4101" y="361"/>
                    </a:moveTo>
                    <a:cubicBezTo>
                      <a:pt x="-1922" y="1699"/>
                      <a:pt x="-1003" y="4470"/>
                      <a:pt x="4850" y="3065"/>
                    </a:cubicBezTo>
                    <a:cubicBezTo>
                      <a:pt x="10891" y="1733"/>
                      <a:pt x="9925" y="-976"/>
                      <a:pt x="4101" y="3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0" name="Freeform: Shape 2289">
                <a:extLst>
                  <a:ext uri="{FF2B5EF4-FFF2-40B4-BE49-F238E27FC236}">
                    <a16:creationId xmlns:a16="http://schemas.microsoft.com/office/drawing/2014/main" id="{EA5B678C-9BDD-D843-D221-586CF5808B2E}"/>
                  </a:ext>
                </a:extLst>
              </p:cNvPr>
              <p:cNvSpPr/>
              <p:nvPr/>
            </p:nvSpPr>
            <p:spPr>
              <a:xfrm>
                <a:off x="6108627" y="6041972"/>
                <a:ext cx="8605" cy="2343"/>
              </a:xfrm>
              <a:custGeom>
                <a:avLst/>
                <a:gdLst>
                  <a:gd name="connsiteX0" fmla="*/ 4039 w 8605"/>
                  <a:gd name="connsiteY0" fmla="*/ 0 h 2343"/>
                  <a:gd name="connsiteX1" fmla="*/ 8605 w 8605"/>
                  <a:gd name="connsiteY1" fmla="*/ 1320 h 2343"/>
                  <a:gd name="connsiteX2" fmla="*/ 4039 w 8605"/>
                  <a:gd name="connsiteY2" fmla="*/ 0 h 2343"/>
                </a:gdLst>
                <a:ahLst/>
                <a:cxnLst>
                  <a:cxn ang="0">
                    <a:pos x="connsiteX0" y="connsiteY0"/>
                  </a:cxn>
                  <a:cxn ang="0">
                    <a:pos x="connsiteX1" y="connsiteY1"/>
                  </a:cxn>
                  <a:cxn ang="0">
                    <a:pos x="connsiteX2" y="connsiteY2"/>
                  </a:cxn>
                </a:cxnLst>
                <a:rect l="l" t="t" r="r" b="b"/>
                <a:pathLst>
                  <a:path w="8605" h="2343">
                    <a:moveTo>
                      <a:pt x="4039" y="0"/>
                    </a:moveTo>
                    <a:cubicBezTo>
                      <a:pt x="-6854" y="240"/>
                      <a:pt x="7628" y="4149"/>
                      <a:pt x="8605" y="1320"/>
                    </a:cubicBezTo>
                    <a:cubicBezTo>
                      <a:pt x="8434" y="697"/>
                      <a:pt x="6388" y="103"/>
                      <a:pt x="403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1" name="Freeform: Shape 2290">
                <a:extLst>
                  <a:ext uri="{FF2B5EF4-FFF2-40B4-BE49-F238E27FC236}">
                    <a16:creationId xmlns:a16="http://schemas.microsoft.com/office/drawing/2014/main" id="{48FA437D-A21F-B66C-731B-678137E9E5AC}"/>
                  </a:ext>
                </a:extLst>
              </p:cNvPr>
              <p:cNvSpPr/>
              <p:nvPr/>
            </p:nvSpPr>
            <p:spPr>
              <a:xfrm>
                <a:off x="6127553" y="6110151"/>
                <a:ext cx="8870" cy="2221"/>
              </a:xfrm>
              <a:custGeom>
                <a:avLst/>
                <a:gdLst>
                  <a:gd name="connsiteX0" fmla="*/ 4150 w 8870"/>
                  <a:gd name="connsiteY0" fmla="*/ 0 h 2221"/>
                  <a:gd name="connsiteX1" fmla="*/ 8871 w 8870"/>
                  <a:gd name="connsiteY1" fmla="*/ 1081 h 2221"/>
                  <a:gd name="connsiteX2" fmla="*/ 4150 w 8870"/>
                  <a:gd name="connsiteY2" fmla="*/ 0 h 2221"/>
                </a:gdLst>
                <a:ahLst/>
                <a:cxnLst>
                  <a:cxn ang="0">
                    <a:pos x="connsiteX0" y="connsiteY0"/>
                  </a:cxn>
                  <a:cxn ang="0">
                    <a:pos x="connsiteX1" y="connsiteY1"/>
                  </a:cxn>
                  <a:cxn ang="0">
                    <a:pos x="connsiteX2" y="connsiteY2"/>
                  </a:cxn>
                </a:cxnLst>
                <a:rect l="l" t="t" r="r" b="b"/>
                <a:pathLst>
                  <a:path w="8870" h="2221">
                    <a:moveTo>
                      <a:pt x="4150" y="0"/>
                    </a:moveTo>
                    <a:cubicBezTo>
                      <a:pt x="-7085" y="766"/>
                      <a:pt x="7951" y="3869"/>
                      <a:pt x="8871" y="1081"/>
                    </a:cubicBezTo>
                    <a:cubicBezTo>
                      <a:pt x="8694" y="481"/>
                      <a:pt x="6579" y="-6"/>
                      <a:pt x="415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2" name="Freeform: Shape 2291">
                <a:extLst>
                  <a:ext uri="{FF2B5EF4-FFF2-40B4-BE49-F238E27FC236}">
                    <a16:creationId xmlns:a16="http://schemas.microsoft.com/office/drawing/2014/main" id="{C37BD5AA-7C21-23F3-9758-C00E3400695A}"/>
                  </a:ext>
                </a:extLst>
              </p:cNvPr>
              <p:cNvSpPr/>
              <p:nvPr/>
            </p:nvSpPr>
            <p:spPr>
              <a:xfrm>
                <a:off x="6550367" y="7526124"/>
                <a:ext cx="12804" cy="5248"/>
              </a:xfrm>
              <a:custGeom>
                <a:avLst/>
                <a:gdLst>
                  <a:gd name="connsiteX0" fmla="*/ 5486 w 12804"/>
                  <a:gd name="connsiteY0" fmla="*/ 22 h 5248"/>
                  <a:gd name="connsiteX1" fmla="*/ 11424 w 12804"/>
                  <a:gd name="connsiteY1" fmla="*/ 4325 h 5248"/>
                  <a:gd name="connsiteX2" fmla="*/ 5486 w 12804"/>
                  <a:gd name="connsiteY2" fmla="*/ 22 h 5248"/>
                </a:gdLst>
                <a:ahLst/>
                <a:cxnLst>
                  <a:cxn ang="0">
                    <a:pos x="connsiteX0" y="connsiteY0"/>
                  </a:cxn>
                  <a:cxn ang="0">
                    <a:pos x="connsiteX1" y="connsiteY1"/>
                  </a:cxn>
                  <a:cxn ang="0">
                    <a:pos x="connsiteX2" y="connsiteY2"/>
                  </a:cxn>
                </a:cxnLst>
                <a:rect l="l" t="t" r="r" b="b"/>
                <a:pathLst>
                  <a:path w="12804" h="5248">
                    <a:moveTo>
                      <a:pt x="5486" y="22"/>
                    </a:moveTo>
                    <a:cubicBezTo>
                      <a:pt x="-7510" y="901"/>
                      <a:pt x="5949" y="7674"/>
                      <a:pt x="11424" y="4325"/>
                    </a:cubicBezTo>
                    <a:cubicBezTo>
                      <a:pt x="15978" y="1633"/>
                      <a:pt x="8017" y="-224"/>
                      <a:pt x="5486"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3" name="Freeform: Shape 2292">
                <a:extLst>
                  <a:ext uri="{FF2B5EF4-FFF2-40B4-BE49-F238E27FC236}">
                    <a16:creationId xmlns:a16="http://schemas.microsoft.com/office/drawing/2014/main" id="{2EFF8252-5247-8A14-62AD-87A9DE66FED8}"/>
                  </a:ext>
                </a:extLst>
              </p:cNvPr>
              <p:cNvSpPr/>
              <p:nvPr/>
            </p:nvSpPr>
            <p:spPr>
              <a:xfrm>
                <a:off x="5785573" y="5306656"/>
                <a:ext cx="6732" cy="6356"/>
              </a:xfrm>
              <a:custGeom>
                <a:avLst/>
                <a:gdLst>
                  <a:gd name="connsiteX0" fmla="*/ 3361 w 6732"/>
                  <a:gd name="connsiteY0" fmla="*/ 2218 h 6356"/>
                  <a:gd name="connsiteX1" fmla="*/ 1104 w 6732"/>
                  <a:gd name="connsiteY1" fmla="*/ 6019 h 6356"/>
                  <a:gd name="connsiteX2" fmla="*/ 3361 w 6732"/>
                  <a:gd name="connsiteY2" fmla="*/ 2218 h 6356"/>
                </a:gdLst>
                <a:ahLst/>
                <a:cxnLst>
                  <a:cxn ang="0">
                    <a:pos x="connsiteX0" y="connsiteY0"/>
                  </a:cxn>
                  <a:cxn ang="0">
                    <a:pos x="connsiteX1" y="connsiteY1"/>
                  </a:cxn>
                  <a:cxn ang="0">
                    <a:pos x="connsiteX2" y="connsiteY2"/>
                  </a:cxn>
                </a:cxnLst>
                <a:rect l="l" t="t" r="r" b="b"/>
                <a:pathLst>
                  <a:path w="6732" h="6356">
                    <a:moveTo>
                      <a:pt x="3361" y="2218"/>
                    </a:moveTo>
                    <a:cubicBezTo>
                      <a:pt x="2384" y="2990"/>
                      <a:pt x="-2022" y="7630"/>
                      <a:pt x="1104" y="6019"/>
                    </a:cubicBezTo>
                    <a:cubicBezTo>
                      <a:pt x="4264" y="4510"/>
                      <a:pt x="10682" y="-3937"/>
                      <a:pt x="3361" y="22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4" name="Freeform: Shape 2293">
                <a:extLst>
                  <a:ext uri="{FF2B5EF4-FFF2-40B4-BE49-F238E27FC236}">
                    <a16:creationId xmlns:a16="http://schemas.microsoft.com/office/drawing/2014/main" id="{7B04AD3F-DE60-1127-CAD1-566BB7A22AA6}"/>
                  </a:ext>
                </a:extLst>
              </p:cNvPr>
              <p:cNvSpPr/>
              <p:nvPr/>
            </p:nvSpPr>
            <p:spPr>
              <a:xfrm>
                <a:off x="6010015" y="6687925"/>
                <a:ext cx="10582" cy="2579"/>
              </a:xfrm>
              <a:custGeom>
                <a:avLst/>
                <a:gdLst>
                  <a:gd name="connsiteX0" fmla="*/ 4999 w 10582"/>
                  <a:gd name="connsiteY0" fmla="*/ 70 h 2579"/>
                  <a:gd name="connsiteX1" fmla="*/ 10583 w 10582"/>
                  <a:gd name="connsiteY1" fmla="*/ 893 h 2579"/>
                  <a:gd name="connsiteX2" fmla="*/ 4999 w 10582"/>
                  <a:gd name="connsiteY2" fmla="*/ 70 h 2579"/>
                </a:gdLst>
                <a:ahLst/>
                <a:cxnLst>
                  <a:cxn ang="0">
                    <a:pos x="connsiteX0" y="connsiteY0"/>
                  </a:cxn>
                  <a:cxn ang="0">
                    <a:pos x="connsiteX1" y="connsiteY1"/>
                  </a:cxn>
                  <a:cxn ang="0">
                    <a:pos x="connsiteX2" y="connsiteY2"/>
                  </a:cxn>
                </a:cxnLst>
                <a:rect l="l" t="t" r="r" b="b"/>
                <a:pathLst>
                  <a:path w="10582" h="2579">
                    <a:moveTo>
                      <a:pt x="4999" y="70"/>
                    </a:moveTo>
                    <a:cubicBezTo>
                      <a:pt x="-8511" y="1996"/>
                      <a:pt x="9525" y="4168"/>
                      <a:pt x="10583" y="893"/>
                    </a:cubicBezTo>
                    <a:cubicBezTo>
                      <a:pt x="10394" y="207"/>
                      <a:pt x="7897" y="-164"/>
                      <a:pt x="4999" y="7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5" name="Freeform: Shape 2294">
                <a:extLst>
                  <a:ext uri="{FF2B5EF4-FFF2-40B4-BE49-F238E27FC236}">
                    <a16:creationId xmlns:a16="http://schemas.microsoft.com/office/drawing/2014/main" id="{985404C4-F224-13EF-A325-ACCAA4781EDC}"/>
                  </a:ext>
                </a:extLst>
              </p:cNvPr>
              <p:cNvSpPr/>
              <p:nvPr/>
            </p:nvSpPr>
            <p:spPr>
              <a:xfrm>
                <a:off x="6031398" y="6774130"/>
                <a:ext cx="10888" cy="3336"/>
              </a:xfrm>
              <a:custGeom>
                <a:avLst/>
                <a:gdLst>
                  <a:gd name="connsiteX0" fmla="*/ 5121 w 10888"/>
                  <a:gd name="connsiteY0" fmla="*/ 1 h 3336"/>
                  <a:gd name="connsiteX1" fmla="*/ 10888 w 10888"/>
                  <a:gd name="connsiteY1" fmla="*/ 1596 h 3336"/>
                  <a:gd name="connsiteX2" fmla="*/ 5121 w 10888"/>
                  <a:gd name="connsiteY2" fmla="*/ 1 h 3336"/>
                </a:gdLst>
                <a:ahLst/>
                <a:cxnLst>
                  <a:cxn ang="0">
                    <a:pos x="connsiteX0" y="connsiteY0"/>
                  </a:cxn>
                  <a:cxn ang="0">
                    <a:pos x="connsiteX1" y="connsiteY1"/>
                  </a:cxn>
                  <a:cxn ang="0">
                    <a:pos x="connsiteX2" y="connsiteY2"/>
                  </a:cxn>
                </a:cxnLst>
                <a:rect l="l" t="t" r="r" b="b"/>
                <a:pathLst>
                  <a:path w="10888" h="3336">
                    <a:moveTo>
                      <a:pt x="5121" y="1"/>
                    </a:moveTo>
                    <a:cubicBezTo>
                      <a:pt x="-8697" y="1190"/>
                      <a:pt x="9694" y="5814"/>
                      <a:pt x="10888" y="1596"/>
                    </a:cubicBezTo>
                    <a:cubicBezTo>
                      <a:pt x="10682" y="681"/>
                      <a:pt x="8099" y="-33"/>
                      <a:pt x="5121"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6" name="Freeform: Shape 2295">
                <a:extLst>
                  <a:ext uri="{FF2B5EF4-FFF2-40B4-BE49-F238E27FC236}">
                    <a16:creationId xmlns:a16="http://schemas.microsoft.com/office/drawing/2014/main" id="{5F174A20-20BC-FD95-CB2E-6EEF8777EDFE}"/>
                  </a:ext>
                </a:extLst>
              </p:cNvPr>
              <p:cNvSpPr/>
              <p:nvPr/>
            </p:nvSpPr>
            <p:spPr>
              <a:xfrm>
                <a:off x="5953925" y="6510846"/>
                <a:ext cx="9356" cy="4653"/>
              </a:xfrm>
              <a:custGeom>
                <a:avLst/>
                <a:gdLst>
                  <a:gd name="connsiteX0" fmla="*/ 4391 w 9356"/>
                  <a:gd name="connsiteY0" fmla="*/ 1390 h 4653"/>
                  <a:gd name="connsiteX1" fmla="*/ 4968 w 9356"/>
                  <a:gd name="connsiteY1" fmla="*/ 3265 h 4653"/>
                  <a:gd name="connsiteX2" fmla="*/ 4391 w 9356"/>
                  <a:gd name="connsiteY2" fmla="*/ 1390 h 4653"/>
                </a:gdLst>
                <a:ahLst/>
                <a:cxnLst>
                  <a:cxn ang="0">
                    <a:pos x="connsiteX0" y="connsiteY0"/>
                  </a:cxn>
                  <a:cxn ang="0">
                    <a:pos x="connsiteX1" y="connsiteY1"/>
                  </a:cxn>
                  <a:cxn ang="0">
                    <a:pos x="connsiteX2" y="connsiteY2"/>
                  </a:cxn>
                </a:cxnLst>
                <a:rect l="l" t="t" r="r" b="b"/>
                <a:pathLst>
                  <a:path w="9356" h="4653">
                    <a:moveTo>
                      <a:pt x="4391" y="1390"/>
                    </a:moveTo>
                    <a:cubicBezTo>
                      <a:pt x="-1684" y="4076"/>
                      <a:pt x="-1421" y="6139"/>
                      <a:pt x="4968" y="3265"/>
                    </a:cubicBezTo>
                    <a:cubicBezTo>
                      <a:pt x="11049" y="608"/>
                      <a:pt x="10769" y="-1501"/>
                      <a:pt x="4391" y="139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7" name="Freeform: Shape 2296">
                <a:extLst>
                  <a:ext uri="{FF2B5EF4-FFF2-40B4-BE49-F238E27FC236}">
                    <a16:creationId xmlns:a16="http://schemas.microsoft.com/office/drawing/2014/main" id="{347CC021-8FFE-39C5-23CD-043C43EBF5EA}"/>
                  </a:ext>
                </a:extLst>
              </p:cNvPr>
              <p:cNvSpPr/>
              <p:nvPr/>
            </p:nvSpPr>
            <p:spPr>
              <a:xfrm>
                <a:off x="5971639" y="6565581"/>
                <a:ext cx="9622" cy="3606"/>
              </a:xfrm>
              <a:custGeom>
                <a:avLst/>
                <a:gdLst>
                  <a:gd name="connsiteX0" fmla="*/ 4507 w 9622"/>
                  <a:gd name="connsiteY0" fmla="*/ 925 h 3606"/>
                  <a:gd name="connsiteX1" fmla="*/ 5113 w 9622"/>
                  <a:gd name="connsiteY1" fmla="*/ 2685 h 3606"/>
                  <a:gd name="connsiteX2" fmla="*/ 4507 w 9622"/>
                  <a:gd name="connsiteY2" fmla="*/ 925 h 3606"/>
                </a:gdLst>
                <a:ahLst/>
                <a:cxnLst>
                  <a:cxn ang="0">
                    <a:pos x="connsiteX0" y="connsiteY0"/>
                  </a:cxn>
                  <a:cxn ang="0">
                    <a:pos x="connsiteX1" y="connsiteY1"/>
                  </a:cxn>
                  <a:cxn ang="0">
                    <a:pos x="connsiteX2" y="connsiteY2"/>
                  </a:cxn>
                </a:cxnLst>
                <a:rect l="l" t="t" r="r" b="b"/>
                <a:pathLst>
                  <a:path w="9622" h="3606">
                    <a:moveTo>
                      <a:pt x="4507" y="925"/>
                    </a:moveTo>
                    <a:cubicBezTo>
                      <a:pt x="-1922" y="2977"/>
                      <a:pt x="-1253" y="4754"/>
                      <a:pt x="5113" y="2685"/>
                    </a:cubicBezTo>
                    <a:cubicBezTo>
                      <a:pt x="11554" y="667"/>
                      <a:pt x="10868" y="-1167"/>
                      <a:pt x="4507" y="9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8" name="Freeform: Shape 2297">
                <a:extLst>
                  <a:ext uri="{FF2B5EF4-FFF2-40B4-BE49-F238E27FC236}">
                    <a16:creationId xmlns:a16="http://schemas.microsoft.com/office/drawing/2014/main" id="{54DE2854-47CA-2766-DB14-2E03CF9C7C4B}"/>
                  </a:ext>
                </a:extLst>
              </p:cNvPr>
              <p:cNvSpPr/>
              <p:nvPr/>
            </p:nvSpPr>
            <p:spPr>
              <a:xfrm>
                <a:off x="5990340" y="6621522"/>
                <a:ext cx="9902" cy="2783"/>
              </a:xfrm>
              <a:custGeom>
                <a:avLst/>
                <a:gdLst>
                  <a:gd name="connsiteX0" fmla="*/ 4631 w 9902"/>
                  <a:gd name="connsiteY0" fmla="*/ 414 h 2783"/>
                  <a:gd name="connsiteX1" fmla="*/ 5271 w 9902"/>
                  <a:gd name="connsiteY1" fmla="*/ 2374 h 2783"/>
                  <a:gd name="connsiteX2" fmla="*/ 4631 w 9902"/>
                  <a:gd name="connsiteY2" fmla="*/ 414 h 2783"/>
                </a:gdLst>
                <a:ahLst/>
                <a:cxnLst>
                  <a:cxn ang="0">
                    <a:pos x="connsiteX0" y="connsiteY0"/>
                  </a:cxn>
                  <a:cxn ang="0">
                    <a:pos x="connsiteX1" y="connsiteY1"/>
                  </a:cxn>
                  <a:cxn ang="0">
                    <a:pos x="connsiteX2" y="connsiteY2"/>
                  </a:cxn>
                </a:cxnLst>
                <a:rect l="l" t="t" r="r" b="b"/>
                <a:pathLst>
                  <a:path w="9902" h="2783">
                    <a:moveTo>
                      <a:pt x="4631" y="414"/>
                    </a:moveTo>
                    <a:cubicBezTo>
                      <a:pt x="-2141" y="1706"/>
                      <a:pt x="-1107" y="3631"/>
                      <a:pt x="5271" y="2374"/>
                    </a:cubicBezTo>
                    <a:cubicBezTo>
                      <a:pt x="12049" y="1117"/>
                      <a:pt x="11003" y="-866"/>
                      <a:pt x="4631" y="4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9" name="Freeform: Shape 2298">
                <a:extLst>
                  <a:ext uri="{FF2B5EF4-FFF2-40B4-BE49-F238E27FC236}">
                    <a16:creationId xmlns:a16="http://schemas.microsoft.com/office/drawing/2014/main" id="{A7C2A726-CD75-99C9-A46E-A4C3C2B19D57}"/>
                  </a:ext>
                </a:extLst>
              </p:cNvPr>
              <p:cNvSpPr/>
              <p:nvPr/>
            </p:nvSpPr>
            <p:spPr>
              <a:xfrm>
                <a:off x="6159213" y="7378739"/>
                <a:ext cx="12809" cy="4766"/>
              </a:xfrm>
              <a:custGeom>
                <a:avLst/>
                <a:gdLst>
                  <a:gd name="connsiteX0" fmla="*/ 5963 w 12809"/>
                  <a:gd name="connsiteY0" fmla="*/ 0 h 4766"/>
                  <a:gd name="connsiteX1" fmla="*/ 12809 w 12809"/>
                  <a:gd name="connsiteY1" fmla="*/ 2349 h 4766"/>
                  <a:gd name="connsiteX2" fmla="*/ 5963 w 12809"/>
                  <a:gd name="connsiteY2" fmla="*/ 0 h 4766"/>
                </a:gdLst>
                <a:ahLst/>
                <a:cxnLst>
                  <a:cxn ang="0">
                    <a:pos x="connsiteX0" y="connsiteY0"/>
                  </a:cxn>
                  <a:cxn ang="0">
                    <a:pos x="connsiteX1" y="connsiteY1"/>
                  </a:cxn>
                  <a:cxn ang="0">
                    <a:pos x="connsiteX2" y="connsiteY2"/>
                  </a:cxn>
                </a:cxnLst>
                <a:rect l="l" t="t" r="r" b="b"/>
                <a:pathLst>
                  <a:path w="12809" h="4766">
                    <a:moveTo>
                      <a:pt x="5963" y="0"/>
                    </a:moveTo>
                    <a:cubicBezTo>
                      <a:pt x="-10205" y="1445"/>
                      <a:pt x="11483" y="8361"/>
                      <a:pt x="12809" y="2349"/>
                    </a:cubicBezTo>
                    <a:cubicBezTo>
                      <a:pt x="12529" y="1051"/>
                      <a:pt x="9466" y="0"/>
                      <a:pt x="596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0" name="Freeform: Shape 2299">
                <a:extLst>
                  <a:ext uri="{FF2B5EF4-FFF2-40B4-BE49-F238E27FC236}">
                    <a16:creationId xmlns:a16="http://schemas.microsoft.com/office/drawing/2014/main" id="{519512A2-D2A8-0FD1-BE8F-F718C37E55C3}"/>
                  </a:ext>
                </a:extLst>
              </p:cNvPr>
              <p:cNvSpPr/>
              <p:nvPr/>
            </p:nvSpPr>
            <p:spPr>
              <a:xfrm>
                <a:off x="6054193" y="6880134"/>
                <a:ext cx="11210" cy="3659"/>
              </a:xfrm>
              <a:custGeom>
                <a:avLst/>
                <a:gdLst>
                  <a:gd name="connsiteX0" fmla="*/ 5267 w 11210"/>
                  <a:gd name="connsiteY0" fmla="*/ 0 h 3659"/>
                  <a:gd name="connsiteX1" fmla="*/ 11211 w 11210"/>
                  <a:gd name="connsiteY1" fmla="*/ 1805 h 3659"/>
                  <a:gd name="connsiteX2" fmla="*/ 5267 w 11210"/>
                  <a:gd name="connsiteY2" fmla="*/ 0 h 3659"/>
                </a:gdLst>
                <a:ahLst/>
                <a:cxnLst>
                  <a:cxn ang="0">
                    <a:pos x="connsiteX0" y="connsiteY0"/>
                  </a:cxn>
                  <a:cxn ang="0">
                    <a:pos x="connsiteX1" y="connsiteY1"/>
                  </a:cxn>
                  <a:cxn ang="0">
                    <a:pos x="connsiteX2" y="connsiteY2"/>
                  </a:cxn>
                </a:cxnLst>
                <a:rect l="l" t="t" r="r" b="b"/>
                <a:pathLst>
                  <a:path w="11210" h="3659">
                    <a:moveTo>
                      <a:pt x="5267" y="0"/>
                    </a:moveTo>
                    <a:cubicBezTo>
                      <a:pt x="-8946" y="1148"/>
                      <a:pt x="9971" y="6401"/>
                      <a:pt x="11211" y="1805"/>
                    </a:cubicBezTo>
                    <a:cubicBezTo>
                      <a:pt x="10993" y="811"/>
                      <a:pt x="8336" y="0"/>
                      <a:pt x="526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1" name="Freeform: Shape 2300">
                <a:extLst>
                  <a:ext uri="{FF2B5EF4-FFF2-40B4-BE49-F238E27FC236}">
                    <a16:creationId xmlns:a16="http://schemas.microsoft.com/office/drawing/2014/main" id="{F06A52C0-1454-7F61-3E49-37D589673411}"/>
                  </a:ext>
                </a:extLst>
              </p:cNvPr>
              <p:cNvSpPr/>
              <p:nvPr/>
            </p:nvSpPr>
            <p:spPr>
              <a:xfrm>
                <a:off x="6130127" y="7241264"/>
                <a:ext cx="12371" cy="4451"/>
              </a:xfrm>
              <a:custGeom>
                <a:avLst/>
                <a:gdLst>
                  <a:gd name="connsiteX0" fmla="*/ 5777 w 12371"/>
                  <a:gd name="connsiteY0" fmla="*/ 0 h 4451"/>
                  <a:gd name="connsiteX1" fmla="*/ 12372 w 12371"/>
                  <a:gd name="connsiteY1" fmla="*/ 2195 h 4451"/>
                  <a:gd name="connsiteX2" fmla="*/ 5777 w 12371"/>
                  <a:gd name="connsiteY2" fmla="*/ 0 h 4451"/>
                </a:gdLst>
                <a:ahLst/>
                <a:cxnLst>
                  <a:cxn ang="0">
                    <a:pos x="connsiteX0" y="connsiteY0"/>
                  </a:cxn>
                  <a:cxn ang="0">
                    <a:pos x="connsiteX1" y="connsiteY1"/>
                  </a:cxn>
                  <a:cxn ang="0">
                    <a:pos x="connsiteX2" y="connsiteY2"/>
                  </a:cxn>
                </a:cxnLst>
                <a:rect l="l" t="t" r="r" b="b"/>
                <a:pathLst>
                  <a:path w="12371" h="4451">
                    <a:moveTo>
                      <a:pt x="5777" y="0"/>
                    </a:moveTo>
                    <a:cubicBezTo>
                      <a:pt x="-9860" y="1366"/>
                      <a:pt x="11057" y="7801"/>
                      <a:pt x="12372" y="2195"/>
                    </a:cubicBezTo>
                    <a:cubicBezTo>
                      <a:pt x="12115" y="983"/>
                      <a:pt x="9160" y="0"/>
                      <a:pt x="577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2" name="Freeform: Shape 2301">
                <a:extLst>
                  <a:ext uri="{FF2B5EF4-FFF2-40B4-BE49-F238E27FC236}">
                    <a16:creationId xmlns:a16="http://schemas.microsoft.com/office/drawing/2014/main" id="{D0301C03-4574-026D-2355-B5884F5D55EA}"/>
                  </a:ext>
                </a:extLst>
              </p:cNvPr>
              <p:cNvSpPr/>
              <p:nvPr/>
            </p:nvSpPr>
            <p:spPr>
              <a:xfrm>
                <a:off x="6078005" y="6992794"/>
                <a:ext cx="11572" cy="3894"/>
              </a:xfrm>
              <a:custGeom>
                <a:avLst/>
                <a:gdLst>
                  <a:gd name="connsiteX0" fmla="*/ 5429 w 11572"/>
                  <a:gd name="connsiteY0" fmla="*/ 0 h 3894"/>
                  <a:gd name="connsiteX1" fmla="*/ 11573 w 11572"/>
                  <a:gd name="connsiteY1" fmla="*/ 1920 h 3894"/>
                  <a:gd name="connsiteX2" fmla="*/ 5429 w 11572"/>
                  <a:gd name="connsiteY2" fmla="*/ 0 h 3894"/>
                </a:gdLst>
                <a:ahLst/>
                <a:cxnLst>
                  <a:cxn ang="0">
                    <a:pos x="connsiteX0" y="connsiteY0"/>
                  </a:cxn>
                  <a:cxn ang="0">
                    <a:pos x="connsiteX1" y="connsiteY1"/>
                  </a:cxn>
                  <a:cxn ang="0">
                    <a:pos x="connsiteX2" y="connsiteY2"/>
                  </a:cxn>
                </a:cxnLst>
                <a:rect l="l" t="t" r="r" b="b"/>
                <a:pathLst>
                  <a:path w="11572" h="3894">
                    <a:moveTo>
                      <a:pt x="5429" y="0"/>
                    </a:moveTo>
                    <a:cubicBezTo>
                      <a:pt x="-9230" y="1211"/>
                      <a:pt x="10298" y="6818"/>
                      <a:pt x="11573" y="1920"/>
                    </a:cubicBezTo>
                    <a:cubicBezTo>
                      <a:pt x="11344" y="863"/>
                      <a:pt x="8595" y="0"/>
                      <a:pt x="542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3" name="Freeform: Shape 2302">
                <a:extLst>
                  <a:ext uri="{FF2B5EF4-FFF2-40B4-BE49-F238E27FC236}">
                    <a16:creationId xmlns:a16="http://schemas.microsoft.com/office/drawing/2014/main" id="{0BA90604-6BB3-D904-A602-F00BAE758572}"/>
                  </a:ext>
                </a:extLst>
              </p:cNvPr>
              <p:cNvSpPr/>
              <p:nvPr/>
            </p:nvSpPr>
            <p:spPr>
              <a:xfrm>
                <a:off x="6103187" y="7112894"/>
                <a:ext cx="11953" cy="4158"/>
              </a:xfrm>
              <a:custGeom>
                <a:avLst/>
                <a:gdLst>
                  <a:gd name="connsiteX0" fmla="*/ 5599 w 11953"/>
                  <a:gd name="connsiteY0" fmla="*/ 0 h 4158"/>
                  <a:gd name="connsiteX1" fmla="*/ 11954 w 11953"/>
                  <a:gd name="connsiteY1" fmla="*/ 2052 h 4158"/>
                  <a:gd name="connsiteX2" fmla="*/ 5599 w 11953"/>
                  <a:gd name="connsiteY2" fmla="*/ 0 h 4158"/>
                </a:gdLst>
                <a:ahLst/>
                <a:cxnLst>
                  <a:cxn ang="0">
                    <a:pos x="connsiteX0" y="connsiteY0"/>
                  </a:cxn>
                  <a:cxn ang="0">
                    <a:pos x="connsiteX1" y="connsiteY1"/>
                  </a:cxn>
                  <a:cxn ang="0">
                    <a:pos x="connsiteX2" y="connsiteY2"/>
                  </a:cxn>
                </a:cxnLst>
                <a:rect l="l" t="t" r="r" b="b"/>
                <a:pathLst>
                  <a:path w="11953" h="4158">
                    <a:moveTo>
                      <a:pt x="5599" y="0"/>
                    </a:moveTo>
                    <a:cubicBezTo>
                      <a:pt x="-9535" y="1286"/>
                      <a:pt x="10662" y="7281"/>
                      <a:pt x="11954" y="2052"/>
                    </a:cubicBezTo>
                    <a:cubicBezTo>
                      <a:pt x="11714" y="920"/>
                      <a:pt x="8874" y="0"/>
                      <a:pt x="559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4" name="Freeform: Shape 2303">
                <a:extLst>
                  <a:ext uri="{FF2B5EF4-FFF2-40B4-BE49-F238E27FC236}">
                    <a16:creationId xmlns:a16="http://schemas.microsoft.com/office/drawing/2014/main" id="{B8741F94-36B2-B5F3-7EE0-CFA4074B5511}"/>
                  </a:ext>
                </a:extLst>
              </p:cNvPr>
              <p:cNvSpPr/>
              <p:nvPr/>
            </p:nvSpPr>
            <p:spPr>
              <a:xfrm>
                <a:off x="5877367" y="6019458"/>
                <a:ext cx="8477" cy="3327"/>
              </a:xfrm>
              <a:custGeom>
                <a:avLst/>
                <a:gdLst>
                  <a:gd name="connsiteX0" fmla="*/ 4099 w 8477"/>
                  <a:gd name="connsiteY0" fmla="*/ 25 h 3327"/>
                  <a:gd name="connsiteX1" fmla="*/ 8477 w 8477"/>
                  <a:gd name="connsiteY1" fmla="*/ 2134 h 3327"/>
                  <a:gd name="connsiteX2" fmla="*/ 4099 w 8477"/>
                  <a:gd name="connsiteY2" fmla="*/ 25 h 3327"/>
                </a:gdLst>
                <a:ahLst/>
                <a:cxnLst>
                  <a:cxn ang="0">
                    <a:pos x="connsiteX0" y="connsiteY0"/>
                  </a:cxn>
                  <a:cxn ang="0">
                    <a:pos x="connsiteX1" y="connsiteY1"/>
                  </a:cxn>
                  <a:cxn ang="0">
                    <a:pos x="connsiteX2" y="connsiteY2"/>
                  </a:cxn>
                </a:cxnLst>
                <a:rect l="l" t="t" r="r" b="b"/>
                <a:pathLst>
                  <a:path w="8477" h="3327">
                    <a:moveTo>
                      <a:pt x="4099" y="25"/>
                    </a:moveTo>
                    <a:cubicBezTo>
                      <a:pt x="-6719" y="-443"/>
                      <a:pt x="7146" y="5883"/>
                      <a:pt x="8477" y="2134"/>
                    </a:cubicBezTo>
                    <a:cubicBezTo>
                      <a:pt x="8386" y="1276"/>
                      <a:pt x="6425" y="334"/>
                      <a:pt x="4099" y="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5" name="Freeform: Shape 2304">
                <a:extLst>
                  <a:ext uri="{FF2B5EF4-FFF2-40B4-BE49-F238E27FC236}">
                    <a16:creationId xmlns:a16="http://schemas.microsoft.com/office/drawing/2014/main" id="{742069EE-1C74-7D81-F67D-BC301631E5A7}"/>
                  </a:ext>
                </a:extLst>
              </p:cNvPr>
              <p:cNvSpPr/>
              <p:nvPr/>
            </p:nvSpPr>
            <p:spPr>
              <a:xfrm>
                <a:off x="5819845" y="5575544"/>
                <a:ext cx="7272" cy="3810"/>
              </a:xfrm>
              <a:custGeom>
                <a:avLst/>
                <a:gdLst>
                  <a:gd name="connsiteX0" fmla="*/ 3426 w 7272"/>
                  <a:gd name="connsiteY0" fmla="*/ 136 h 3810"/>
                  <a:gd name="connsiteX1" fmla="*/ 3843 w 7272"/>
                  <a:gd name="connsiteY1" fmla="*/ 3685 h 3810"/>
                  <a:gd name="connsiteX2" fmla="*/ 3426 w 7272"/>
                  <a:gd name="connsiteY2" fmla="*/ 136 h 3810"/>
                </a:gdLst>
                <a:ahLst/>
                <a:cxnLst>
                  <a:cxn ang="0">
                    <a:pos x="connsiteX0" y="connsiteY0"/>
                  </a:cxn>
                  <a:cxn ang="0">
                    <a:pos x="connsiteX1" y="connsiteY1"/>
                  </a:cxn>
                  <a:cxn ang="0">
                    <a:pos x="connsiteX2" y="connsiteY2"/>
                  </a:cxn>
                </a:cxnLst>
                <a:rect l="l" t="t" r="r" b="b"/>
                <a:pathLst>
                  <a:path w="7272" h="3810">
                    <a:moveTo>
                      <a:pt x="3426" y="136"/>
                    </a:moveTo>
                    <a:cubicBezTo>
                      <a:pt x="-1306" y="913"/>
                      <a:pt x="-1107" y="4525"/>
                      <a:pt x="3843" y="3685"/>
                    </a:cubicBezTo>
                    <a:cubicBezTo>
                      <a:pt x="8586" y="2965"/>
                      <a:pt x="8375" y="-750"/>
                      <a:pt x="3426" y="1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6" name="Freeform: Shape 2305">
                <a:extLst>
                  <a:ext uri="{FF2B5EF4-FFF2-40B4-BE49-F238E27FC236}">
                    <a16:creationId xmlns:a16="http://schemas.microsoft.com/office/drawing/2014/main" id="{ACF60D6D-74A4-D7EC-51BC-226270E6C0BD}"/>
                  </a:ext>
                </a:extLst>
              </p:cNvPr>
              <p:cNvSpPr/>
              <p:nvPr/>
            </p:nvSpPr>
            <p:spPr>
              <a:xfrm>
                <a:off x="5832416" y="5681416"/>
                <a:ext cx="7621" cy="3512"/>
              </a:xfrm>
              <a:custGeom>
                <a:avLst/>
                <a:gdLst>
                  <a:gd name="connsiteX0" fmla="*/ 3627 w 7621"/>
                  <a:gd name="connsiteY0" fmla="*/ 2 h 3512"/>
                  <a:gd name="connsiteX1" fmla="*/ 7621 w 7621"/>
                  <a:gd name="connsiteY1" fmla="*/ 2128 h 3512"/>
                  <a:gd name="connsiteX2" fmla="*/ 3627 w 7621"/>
                  <a:gd name="connsiteY2" fmla="*/ 2 h 3512"/>
                </a:gdLst>
                <a:ahLst/>
                <a:cxnLst>
                  <a:cxn ang="0">
                    <a:pos x="connsiteX0" y="connsiteY0"/>
                  </a:cxn>
                  <a:cxn ang="0">
                    <a:pos x="connsiteX1" y="connsiteY1"/>
                  </a:cxn>
                  <a:cxn ang="0">
                    <a:pos x="connsiteX2" y="connsiteY2"/>
                  </a:cxn>
                </a:cxnLst>
                <a:rect l="l" t="t" r="r" b="b"/>
                <a:pathLst>
                  <a:path w="7621" h="3512">
                    <a:moveTo>
                      <a:pt x="3627" y="2"/>
                    </a:moveTo>
                    <a:cubicBezTo>
                      <a:pt x="-6032" y="-135"/>
                      <a:pt x="6536" y="6243"/>
                      <a:pt x="7621" y="2128"/>
                    </a:cubicBezTo>
                    <a:cubicBezTo>
                      <a:pt x="7501" y="1191"/>
                      <a:pt x="5713" y="242"/>
                      <a:pt x="3627"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7" name="Freeform: Shape 2306">
                <a:extLst>
                  <a:ext uri="{FF2B5EF4-FFF2-40B4-BE49-F238E27FC236}">
                    <a16:creationId xmlns:a16="http://schemas.microsoft.com/office/drawing/2014/main" id="{A642C8B2-3C8E-E78C-4CDF-DC7E80B95DB7}"/>
                  </a:ext>
                </a:extLst>
              </p:cNvPr>
              <p:cNvSpPr/>
              <p:nvPr/>
            </p:nvSpPr>
            <p:spPr>
              <a:xfrm>
                <a:off x="5845318" y="5775285"/>
                <a:ext cx="7506" cy="3777"/>
              </a:xfrm>
              <a:custGeom>
                <a:avLst/>
                <a:gdLst>
                  <a:gd name="connsiteX0" fmla="*/ 3544 w 7506"/>
                  <a:gd name="connsiteY0" fmla="*/ 494 h 3777"/>
                  <a:gd name="connsiteX1" fmla="*/ 3961 w 7506"/>
                  <a:gd name="connsiteY1" fmla="*/ 3277 h 3777"/>
                  <a:gd name="connsiteX2" fmla="*/ 3544 w 7506"/>
                  <a:gd name="connsiteY2" fmla="*/ 494 h 3777"/>
                </a:gdLst>
                <a:ahLst/>
                <a:cxnLst>
                  <a:cxn ang="0">
                    <a:pos x="connsiteX0" y="connsiteY0"/>
                  </a:cxn>
                  <a:cxn ang="0">
                    <a:pos x="connsiteX1" y="connsiteY1"/>
                  </a:cxn>
                  <a:cxn ang="0">
                    <a:pos x="connsiteX2" y="connsiteY2"/>
                  </a:cxn>
                </a:cxnLst>
                <a:rect l="l" t="t" r="r" b="b"/>
                <a:pathLst>
                  <a:path w="7506" h="3777">
                    <a:moveTo>
                      <a:pt x="3544" y="494"/>
                    </a:moveTo>
                    <a:cubicBezTo>
                      <a:pt x="-2171" y="-1243"/>
                      <a:pt x="-188" y="2065"/>
                      <a:pt x="3961" y="3277"/>
                    </a:cubicBezTo>
                    <a:cubicBezTo>
                      <a:pt x="9676" y="5037"/>
                      <a:pt x="7699" y="1677"/>
                      <a:pt x="3544" y="4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8" name="Freeform: Shape 2307">
                <a:extLst>
                  <a:ext uri="{FF2B5EF4-FFF2-40B4-BE49-F238E27FC236}">
                    <a16:creationId xmlns:a16="http://schemas.microsoft.com/office/drawing/2014/main" id="{5C81148F-5C2C-2FF5-5B9F-FAC218CD901B}"/>
                  </a:ext>
                </a:extLst>
              </p:cNvPr>
              <p:cNvSpPr/>
              <p:nvPr/>
            </p:nvSpPr>
            <p:spPr>
              <a:xfrm>
                <a:off x="5795896" y="5375825"/>
                <a:ext cx="7293" cy="6061"/>
              </a:xfrm>
              <a:custGeom>
                <a:avLst/>
                <a:gdLst>
                  <a:gd name="connsiteX0" fmla="*/ 3457 w 7293"/>
                  <a:gd name="connsiteY0" fmla="*/ 1709 h 6061"/>
                  <a:gd name="connsiteX1" fmla="*/ 5 w 7293"/>
                  <a:gd name="connsiteY1" fmla="*/ 5796 h 6061"/>
                  <a:gd name="connsiteX2" fmla="*/ 3457 w 7293"/>
                  <a:gd name="connsiteY2" fmla="*/ 1709 h 6061"/>
                </a:gdLst>
                <a:ahLst/>
                <a:cxnLst>
                  <a:cxn ang="0">
                    <a:pos x="connsiteX0" y="connsiteY0"/>
                  </a:cxn>
                  <a:cxn ang="0">
                    <a:pos x="connsiteX1" y="connsiteY1"/>
                  </a:cxn>
                  <a:cxn ang="0">
                    <a:pos x="connsiteX2" y="connsiteY2"/>
                  </a:cxn>
                </a:cxnLst>
                <a:rect l="l" t="t" r="r" b="b"/>
                <a:pathLst>
                  <a:path w="7293" h="6061">
                    <a:moveTo>
                      <a:pt x="3457" y="1709"/>
                    </a:moveTo>
                    <a:cubicBezTo>
                      <a:pt x="1451" y="3212"/>
                      <a:pt x="-98" y="5047"/>
                      <a:pt x="5" y="5796"/>
                    </a:cubicBezTo>
                    <a:cubicBezTo>
                      <a:pt x="2245" y="8002"/>
                      <a:pt x="12886" y="-4400"/>
                      <a:pt x="3457" y="17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9" name="Freeform: Shape 2308">
                <a:extLst>
                  <a:ext uri="{FF2B5EF4-FFF2-40B4-BE49-F238E27FC236}">
                    <a16:creationId xmlns:a16="http://schemas.microsoft.com/office/drawing/2014/main" id="{9D4CC3E3-1574-0C27-06B0-08B4B234A6CE}"/>
                  </a:ext>
                </a:extLst>
              </p:cNvPr>
              <p:cNvSpPr/>
              <p:nvPr/>
            </p:nvSpPr>
            <p:spPr>
              <a:xfrm>
                <a:off x="5807429" y="5469675"/>
                <a:ext cx="7395" cy="4910"/>
              </a:xfrm>
              <a:custGeom>
                <a:avLst/>
                <a:gdLst>
                  <a:gd name="connsiteX0" fmla="*/ 3491 w 7395"/>
                  <a:gd name="connsiteY0" fmla="*/ 751 h 4910"/>
                  <a:gd name="connsiteX1" fmla="*/ 5 w 7395"/>
                  <a:gd name="connsiteY1" fmla="*/ 4197 h 4910"/>
                  <a:gd name="connsiteX2" fmla="*/ 3491 w 7395"/>
                  <a:gd name="connsiteY2" fmla="*/ 751 h 4910"/>
                </a:gdLst>
                <a:ahLst/>
                <a:cxnLst>
                  <a:cxn ang="0">
                    <a:pos x="connsiteX0" y="connsiteY0"/>
                  </a:cxn>
                  <a:cxn ang="0">
                    <a:pos x="connsiteX1" y="connsiteY1"/>
                  </a:cxn>
                  <a:cxn ang="0">
                    <a:pos x="connsiteX2" y="connsiteY2"/>
                  </a:cxn>
                </a:cxnLst>
                <a:rect l="l" t="t" r="r" b="b"/>
                <a:pathLst>
                  <a:path w="7395" h="4910">
                    <a:moveTo>
                      <a:pt x="3491" y="751"/>
                    </a:moveTo>
                    <a:cubicBezTo>
                      <a:pt x="1463" y="1740"/>
                      <a:pt x="-103" y="3283"/>
                      <a:pt x="5" y="4197"/>
                    </a:cubicBezTo>
                    <a:cubicBezTo>
                      <a:pt x="2228" y="7661"/>
                      <a:pt x="13098" y="-2815"/>
                      <a:pt x="3491" y="7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0" name="Freeform: Shape 2309">
                <a:extLst>
                  <a:ext uri="{FF2B5EF4-FFF2-40B4-BE49-F238E27FC236}">
                    <a16:creationId xmlns:a16="http://schemas.microsoft.com/office/drawing/2014/main" id="{D961FD7D-36D9-2DAA-F896-EE6AC9563696}"/>
                  </a:ext>
                </a:extLst>
              </p:cNvPr>
              <p:cNvSpPr/>
              <p:nvPr/>
            </p:nvSpPr>
            <p:spPr>
              <a:xfrm>
                <a:off x="5867729" y="5925261"/>
                <a:ext cx="8170" cy="3768"/>
              </a:xfrm>
              <a:custGeom>
                <a:avLst/>
                <a:gdLst>
                  <a:gd name="connsiteX0" fmla="*/ 3953 w 8170"/>
                  <a:gd name="connsiteY0" fmla="*/ 336 h 3768"/>
                  <a:gd name="connsiteX1" fmla="*/ 8171 w 8170"/>
                  <a:gd name="connsiteY1" fmla="*/ 2954 h 3768"/>
                  <a:gd name="connsiteX2" fmla="*/ 3953 w 8170"/>
                  <a:gd name="connsiteY2" fmla="*/ 336 h 3768"/>
                </a:gdLst>
                <a:ahLst/>
                <a:cxnLst>
                  <a:cxn ang="0">
                    <a:pos x="connsiteX0" y="connsiteY0"/>
                  </a:cxn>
                  <a:cxn ang="0">
                    <a:pos x="connsiteX1" y="connsiteY1"/>
                  </a:cxn>
                  <a:cxn ang="0">
                    <a:pos x="connsiteX2" y="connsiteY2"/>
                  </a:cxn>
                </a:cxnLst>
                <a:rect l="l" t="t" r="r" b="b"/>
                <a:pathLst>
                  <a:path w="8170" h="3768">
                    <a:moveTo>
                      <a:pt x="3953" y="336"/>
                    </a:moveTo>
                    <a:cubicBezTo>
                      <a:pt x="-6409" y="-1692"/>
                      <a:pt x="6708" y="6257"/>
                      <a:pt x="8171" y="2954"/>
                    </a:cubicBezTo>
                    <a:cubicBezTo>
                      <a:pt x="8079" y="2137"/>
                      <a:pt x="6193" y="965"/>
                      <a:pt x="3953" y="3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1" name="Freeform: Shape 2310">
                <a:extLst>
                  <a:ext uri="{FF2B5EF4-FFF2-40B4-BE49-F238E27FC236}">
                    <a16:creationId xmlns:a16="http://schemas.microsoft.com/office/drawing/2014/main" id="{4CE56291-B0FB-A9A8-F163-A423BA840FDD}"/>
                  </a:ext>
                </a:extLst>
              </p:cNvPr>
              <p:cNvSpPr/>
              <p:nvPr/>
            </p:nvSpPr>
            <p:spPr>
              <a:xfrm>
                <a:off x="5903789" y="6199913"/>
                <a:ext cx="8713" cy="4995"/>
              </a:xfrm>
              <a:custGeom>
                <a:avLst/>
                <a:gdLst>
                  <a:gd name="connsiteX0" fmla="*/ 4092 w 8713"/>
                  <a:gd name="connsiteY0" fmla="*/ 90 h 4995"/>
                  <a:gd name="connsiteX1" fmla="*/ 4624 w 8713"/>
                  <a:gd name="connsiteY1" fmla="*/ 4897 h 4995"/>
                  <a:gd name="connsiteX2" fmla="*/ 4092 w 8713"/>
                  <a:gd name="connsiteY2" fmla="*/ 90 h 4995"/>
                </a:gdLst>
                <a:ahLst/>
                <a:cxnLst>
                  <a:cxn ang="0">
                    <a:pos x="connsiteX0" y="connsiteY0"/>
                  </a:cxn>
                  <a:cxn ang="0">
                    <a:pos x="connsiteX1" y="connsiteY1"/>
                  </a:cxn>
                  <a:cxn ang="0">
                    <a:pos x="connsiteX2" y="connsiteY2"/>
                  </a:cxn>
                </a:cxnLst>
                <a:rect l="l" t="t" r="r" b="b"/>
                <a:pathLst>
                  <a:path w="8713" h="4995">
                    <a:moveTo>
                      <a:pt x="4092" y="90"/>
                    </a:moveTo>
                    <a:cubicBezTo>
                      <a:pt x="-1652" y="764"/>
                      <a:pt x="-1234" y="5753"/>
                      <a:pt x="4624" y="4897"/>
                    </a:cubicBezTo>
                    <a:cubicBezTo>
                      <a:pt x="10356" y="4142"/>
                      <a:pt x="9956" y="-716"/>
                      <a:pt x="4092" y="9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2" name="Freeform: Shape 2311">
                <a:extLst>
                  <a:ext uri="{FF2B5EF4-FFF2-40B4-BE49-F238E27FC236}">
                    <a16:creationId xmlns:a16="http://schemas.microsoft.com/office/drawing/2014/main" id="{B667A761-D878-8989-CCE9-1FDED2ECFEBE}"/>
                  </a:ext>
                </a:extLst>
              </p:cNvPr>
              <p:cNvSpPr/>
              <p:nvPr/>
            </p:nvSpPr>
            <p:spPr>
              <a:xfrm>
                <a:off x="5919976" y="6357106"/>
                <a:ext cx="9187" cy="6461"/>
              </a:xfrm>
              <a:custGeom>
                <a:avLst/>
                <a:gdLst>
                  <a:gd name="connsiteX0" fmla="*/ 4306 w 9187"/>
                  <a:gd name="connsiteY0" fmla="*/ 866 h 6461"/>
                  <a:gd name="connsiteX1" fmla="*/ 9 w 9187"/>
                  <a:gd name="connsiteY1" fmla="*/ 5415 h 6461"/>
                  <a:gd name="connsiteX2" fmla="*/ 4306 w 9187"/>
                  <a:gd name="connsiteY2" fmla="*/ 866 h 6461"/>
                </a:gdLst>
                <a:ahLst/>
                <a:cxnLst>
                  <a:cxn ang="0">
                    <a:pos x="connsiteX0" y="connsiteY0"/>
                  </a:cxn>
                  <a:cxn ang="0">
                    <a:pos x="connsiteX1" y="connsiteY1"/>
                  </a:cxn>
                  <a:cxn ang="0">
                    <a:pos x="connsiteX2" y="connsiteY2"/>
                  </a:cxn>
                </a:cxnLst>
                <a:rect l="l" t="t" r="r" b="b"/>
                <a:pathLst>
                  <a:path w="9187" h="6461">
                    <a:moveTo>
                      <a:pt x="4306" y="866"/>
                    </a:moveTo>
                    <a:cubicBezTo>
                      <a:pt x="1780" y="2089"/>
                      <a:pt x="-146" y="4135"/>
                      <a:pt x="9" y="5415"/>
                    </a:cubicBezTo>
                    <a:cubicBezTo>
                      <a:pt x="2838" y="10250"/>
                      <a:pt x="16268" y="-3489"/>
                      <a:pt x="4306" y="86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3" name="Freeform: Shape 2312">
                <a:extLst>
                  <a:ext uri="{FF2B5EF4-FFF2-40B4-BE49-F238E27FC236}">
                    <a16:creationId xmlns:a16="http://schemas.microsoft.com/office/drawing/2014/main" id="{E9A35DA9-DDD0-CE4A-6972-24CA949C675A}"/>
                  </a:ext>
                </a:extLst>
              </p:cNvPr>
              <p:cNvSpPr/>
              <p:nvPr/>
            </p:nvSpPr>
            <p:spPr>
              <a:xfrm>
                <a:off x="5936802" y="6447962"/>
                <a:ext cx="9447" cy="5665"/>
              </a:xfrm>
              <a:custGeom>
                <a:avLst/>
                <a:gdLst>
                  <a:gd name="connsiteX0" fmla="*/ 4426 w 9447"/>
                  <a:gd name="connsiteY0" fmla="*/ 1712 h 5665"/>
                  <a:gd name="connsiteX1" fmla="*/ 8 w 9447"/>
                  <a:gd name="connsiteY1" fmla="*/ 5450 h 5665"/>
                  <a:gd name="connsiteX2" fmla="*/ 4426 w 9447"/>
                  <a:gd name="connsiteY2" fmla="*/ 1712 h 5665"/>
                </a:gdLst>
                <a:ahLst/>
                <a:cxnLst>
                  <a:cxn ang="0">
                    <a:pos x="connsiteX0" y="connsiteY0"/>
                  </a:cxn>
                  <a:cxn ang="0">
                    <a:pos x="connsiteX1" y="connsiteY1"/>
                  </a:cxn>
                  <a:cxn ang="0">
                    <a:pos x="connsiteX2" y="connsiteY2"/>
                  </a:cxn>
                </a:cxnLst>
                <a:rect l="l" t="t" r="r" b="b"/>
                <a:pathLst>
                  <a:path w="9447" h="5665">
                    <a:moveTo>
                      <a:pt x="4426" y="1712"/>
                    </a:moveTo>
                    <a:cubicBezTo>
                      <a:pt x="1837" y="3141"/>
                      <a:pt x="-141" y="4821"/>
                      <a:pt x="8" y="5450"/>
                    </a:cubicBezTo>
                    <a:cubicBezTo>
                      <a:pt x="2482" y="7359"/>
                      <a:pt x="16913" y="-4231"/>
                      <a:pt x="4426" y="17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4" name="Freeform: Shape 2313">
                <a:extLst>
                  <a:ext uri="{FF2B5EF4-FFF2-40B4-BE49-F238E27FC236}">
                    <a16:creationId xmlns:a16="http://schemas.microsoft.com/office/drawing/2014/main" id="{9AF412B3-1A49-C786-DFC7-C1F44E5B9C90}"/>
                  </a:ext>
                </a:extLst>
              </p:cNvPr>
              <p:cNvSpPr/>
              <p:nvPr/>
            </p:nvSpPr>
            <p:spPr>
              <a:xfrm>
                <a:off x="5857470" y="5845936"/>
                <a:ext cx="7902" cy="3795"/>
              </a:xfrm>
              <a:custGeom>
                <a:avLst/>
                <a:gdLst>
                  <a:gd name="connsiteX0" fmla="*/ 3788 w 7902"/>
                  <a:gd name="connsiteY0" fmla="*/ 834 h 3795"/>
                  <a:gd name="connsiteX1" fmla="*/ 7903 w 7902"/>
                  <a:gd name="connsiteY1" fmla="*/ 3463 h 3795"/>
                  <a:gd name="connsiteX2" fmla="*/ 3788 w 7902"/>
                  <a:gd name="connsiteY2" fmla="*/ 834 h 3795"/>
                </a:gdLst>
                <a:ahLst/>
                <a:cxnLst>
                  <a:cxn ang="0">
                    <a:pos x="connsiteX0" y="connsiteY0"/>
                  </a:cxn>
                  <a:cxn ang="0">
                    <a:pos x="connsiteX1" y="connsiteY1"/>
                  </a:cxn>
                  <a:cxn ang="0">
                    <a:pos x="connsiteX2" y="connsiteY2"/>
                  </a:cxn>
                </a:cxnLst>
                <a:rect l="l" t="t" r="r" b="b"/>
                <a:pathLst>
                  <a:path w="7902" h="3795">
                    <a:moveTo>
                      <a:pt x="3788" y="834"/>
                    </a:moveTo>
                    <a:cubicBezTo>
                      <a:pt x="-6173" y="-2526"/>
                      <a:pt x="6503" y="5486"/>
                      <a:pt x="7903" y="3463"/>
                    </a:cubicBezTo>
                    <a:cubicBezTo>
                      <a:pt x="7794" y="2874"/>
                      <a:pt x="5954" y="1703"/>
                      <a:pt x="3788" y="8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5" name="Freeform: Shape 2314">
                <a:extLst>
                  <a:ext uri="{FF2B5EF4-FFF2-40B4-BE49-F238E27FC236}">
                    <a16:creationId xmlns:a16="http://schemas.microsoft.com/office/drawing/2014/main" id="{6F38546F-BB38-E135-8F53-763AB747A006}"/>
                  </a:ext>
                </a:extLst>
              </p:cNvPr>
              <p:cNvSpPr/>
              <p:nvPr/>
            </p:nvSpPr>
            <p:spPr>
              <a:xfrm>
                <a:off x="5888615" y="6107426"/>
                <a:ext cx="8778" cy="2609"/>
              </a:xfrm>
              <a:custGeom>
                <a:avLst/>
                <a:gdLst>
                  <a:gd name="connsiteX0" fmla="*/ 4212 w 8778"/>
                  <a:gd name="connsiteY0" fmla="*/ 0 h 2609"/>
                  <a:gd name="connsiteX1" fmla="*/ 8779 w 8778"/>
                  <a:gd name="connsiteY1" fmla="*/ 1372 h 2609"/>
                  <a:gd name="connsiteX2" fmla="*/ 4212 w 8778"/>
                  <a:gd name="connsiteY2" fmla="*/ 0 h 2609"/>
                </a:gdLst>
                <a:ahLst/>
                <a:cxnLst>
                  <a:cxn ang="0">
                    <a:pos x="connsiteX0" y="connsiteY0"/>
                  </a:cxn>
                  <a:cxn ang="0">
                    <a:pos x="connsiteX1" y="connsiteY1"/>
                  </a:cxn>
                  <a:cxn ang="0">
                    <a:pos x="connsiteX2" y="connsiteY2"/>
                  </a:cxn>
                </a:cxnLst>
                <a:rect l="l" t="t" r="r" b="b"/>
                <a:pathLst>
                  <a:path w="8778" h="2609">
                    <a:moveTo>
                      <a:pt x="4212" y="0"/>
                    </a:moveTo>
                    <a:cubicBezTo>
                      <a:pt x="-7023" y="617"/>
                      <a:pt x="7647" y="4578"/>
                      <a:pt x="8779" y="1372"/>
                    </a:cubicBezTo>
                    <a:cubicBezTo>
                      <a:pt x="8659" y="668"/>
                      <a:pt x="6619" y="52"/>
                      <a:pt x="421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6" name="Freeform: Shape 2315">
                <a:extLst>
                  <a:ext uri="{FF2B5EF4-FFF2-40B4-BE49-F238E27FC236}">
                    <a16:creationId xmlns:a16="http://schemas.microsoft.com/office/drawing/2014/main" id="{989A0639-5A7E-FD10-E804-B88D890E8B9B}"/>
                  </a:ext>
                </a:extLst>
              </p:cNvPr>
              <p:cNvSpPr/>
              <p:nvPr/>
            </p:nvSpPr>
            <p:spPr>
              <a:xfrm>
                <a:off x="6191344" y="7526121"/>
                <a:ext cx="12743" cy="5254"/>
              </a:xfrm>
              <a:custGeom>
                <a:avLst/>
                <a:gdLst>
                  <a:gd name="connsiteX0" fmla="*/ 5641 w 12743"/>
                  <a:gd name="connsiteY0" fmla="*/ 25 h 5254"/>
                  <a:gd name="connsiteX1" fmla="*/ 11224 w 12743"/>
                  <a:gd name="connsiteY1" fmla="*/ 4328 h 5254"/>
                  <a:gd name="connsiteX2" fmla="*/ 5641 w 12743"/>
                  <a:gd name="connsiteY2" fmla="*/ 25 h 5254"/>
                </a:gdLst>
                <a:ahLst/>
                <a:cxnLst>
                  <a:cxn ang="0">
                    <a:pos x="connsiteX0" y="connsiteY0"/>
                  </a:cxn>
                  <a:cxn ang="0">
                    <a:pos x="connsiteX1" y="connsiteY1"/>
                  </a:cxn>
                  <a:cxn ang="0">
                    <a:pos x="connsiteX2" y="connsiteY2"/>
                  </a:cxn>
                </a:cxnLst>
                <a:rect l="l" t="t" r="r" b="b"/>
                <a:pathLst>
                  <a:path w="12743" h="5254">
                    <a:moveTo>
                      <a:pt x="5641" y="25"/>
                    </a:moveTo>
                    <a:cubicBezTo>
                      <a:pt x="-7401" y="842"/>
                      <a:pt x="5481" y="7701"/>
                      <a:pt x="11224" y="4328"/>
                    </a:cubicBezTo>
                    <a:cubicBezTo>
                      <a:pt x="15991" y="1728"/>
                      <a:pt x="8253" y="-249"/>
                      <a:pt x="5641" y="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7" name="Freeform: Shape 2316">
                <a:extLst>
                  <a:ext uri="{FF2B5EF4-FFF2-40B4-BE49-F238E27FC236}">
                    <a16:creationId xmlns:a16="http://schemas.microsoft.com/office/drawing/2014/main" id="{FAC8328D-F326-B5F7-339E-C8BBEB383318}"/>
                  </a:ext>
                </a:extLst>
              </p:cNvPr>
              <p:cNvSpPr/>
              <p:nvPr/>
            </p:nvSpPr>
            <p:spPr>
              <a:xfrm>
                <a:off x="5590606" y="5489649"/>
                <a:ext cx="5718" cy="5312"/>
              </a:xfrm>
              <a:custGeom>
                <a:avLst/>
                <a:gdLst>
                  <a:gd name="connsiteX0" fmla="*/ 2739 w 5718"/>
                  <a:gd name="connsiteY0" fmla="*/ 2065 h 5312"/>
                  <a:gd name="connsiteX1" fmla="*/ 241 w 5718"/>
                  <a:gd name="connsiteY1" fmla="*/ 4414 h 5312"/>
                  <a:gd name="connsiteX2" fmla="*/ 2739 w 5718"/>
                  <a:gd name="connsiteY2" fmla="*/ 2065 h 5312"/>
                </a:gdLst>
                <a:ahLst/>
                <a:cxnLst>
                  <a:cxn ang="0">
                    <a:pos x="connsiteX0" y="connsiteY0"/>
                  </a:cxn>
                  <a:cxn ang="0">
                    <a:pos x="connsiteX1" y="connsiteY1"/>
                  </a:cxn>
                  <a:cxn ang="0">
                    <a:pos x="connsiteX2" y="connsiteY2"/>
                  </a:cxn>
                </a:cxnLst>
                <a:rect l="l" t="t" r="r" b="b"/>
                <a:pathLst>
                  <a:path w="5718" h="5312">
                    <a:moveTo>
                      <a:pt x="2739" y="2065"/>
                    </a:moveTo>
                    <a:cubicBezTo>
                      <a:pt x="1795" y="2877"/>
                      <a:pt x="887" y="3734"/>
                      <a:pt x="241" y="4414"/>
                    </a:cubicBezTo>
                    <a:cubicBezTo>
                      <a:pt x="-1925" y="8866"/>
                      <a:pt x="11448" y="-5050"/>
                      <a:pt x="2739" y="20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8" name="Freeform: Shape 2317">
                <a:extLst>
                  <a:ext uri="{FF2B5EF4-FFF2-40B4-BE49-F238E27FC236}">
                    <a16:creationId xmlns:a16="http://schemas.microsoft.com/office/drawing/2014/main" id="{B2C85912-C637-90F8-C4F8-1F22B1D259FB}"/>
                  </a:ext>
                </a:extLst>
              </p:cNvPr>
              <p:cNvSpPr/>
              <p:nvPr/>
            </p:nvSpPr>
            <p:spPr>
              <a:xfrm>
                <a:off x="5723779" y="6711615"/>
                <a:ext cx="10166" cy="1796"/>
              </a:xfrm>
              <a:custGeom>
                <a:avLst/>
                <a:gdLst>
                  <a:gd name="connsiteX0" fmla="*/ 4874 w 10166"/>
                  <a:gd name="connsiteY0" fmla="*/ 109 h 1796"/>
                  <a:gd name="connsiteX1" fmla="*/ 5286 w 10166"/>
                  <a:gd name="connsiteY1" fmla="*/ 1697 h 1796"/>
                  <a:gd name="connsiteX2" fmla="*/ 4874 w 10166"/>
                  <a:gd name="connsiteY2" fmla="*/ 109 h 1796"/>
                </a:gdLst>
                <a:ahLst/>
                <a:cxnLst>
                  <a:cxn ang="0">
                    <a:pos x="connsiteX0" y="connsiteY0"/>
                  </a:cxn>
                  <a:cxn ang="0">
                    <a:pos x="connsiteX1" y="connsiteY1"/>
                  </a:cxn>
                  <a:cxn ang="0">
                    <a:pos x="connsiteX2" y="connsiteY2"/>
                  </a:cxn>
                </a:cxnLst>
                <a:rect l="l" t="t" r="r" b="b"/>
                <a:pathLst>
                  <a:path w="10166" h="1796">
                    <a:moveTo>
                      <a:pt x="4874" y="109"/>
                    </a:moveTo>
                    <a:cubicBezTo>
                      <a:pt x="-2110" y="612"/>
                      <a:pt x="-1247" y="2206"/>
                      <a:pt x="5286" y="1697"/>
                    </a:cubicBezTo>
                    <a:cubicBezTo>
                      <a:pt x="12281" y="1206"/>
                      <a:pt x="11412" y="-434"/>
                      <a:pt x="4874" y="1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9" name="Freeform: Shape 2318">
                <a:extLst>
                  <a:ext uri="{FF2B5EF4-FFF2-40B4-BE49-F238E27FC236}">
                    <a16:creationId xmlns:a16="http://schemas.microsoft.com/office/drawing/2014/main" id="{9389A1AB-CB70-105C-4F8B-BBC2918826CD}"/>
                  </a:ext>
                </a:extLst>
              </p:cNvPr>
              <p:cNvSpPr/>
              <p:nvPr/>
            </p:nvSpPr>
            <p:spPr>
              <a:xfrm>
                <a:off x="5736501" y="6777240"/>
                <a:ext cx="10873" cy="2898"/>
              </a:xfrm>
              <a:custGeom>
                <a:avLst/>
                <a:gdLst>
                  <a:gd name="connsiteX0" fmla="*/ 5250 w 10873"/>
                  <a:gd name="connsiteY0" fmla="*/ 1 h 2898"/>
                  <a:gd name="connsiteX1" fmla="*/ 10873 w 10873"/>
                  <a:gd name="connsiteY1" fmla="*/ 1384 h 2898"/>
                  <a:gd name="connsiteX2" fmla="*/ 5250 w 10873"/>
                  <a:gd name="connsiteY2" fmla="*/ 1 h 2898"/>
                </a:gdLst>
                <a:ahLst/>
                <a:cxnLst>
                  <a:cxn ang="0">
                    <a:pos x="connsiteX0" y="connsiteY0"/>
                  </a:cxn>
                  <a:cxn ang="0">
                    <a:pos x="connsiteX1" y="connsiteY1"/>
                  </a:cxn>
                  <a:cxn ang="0">
                    <a:pos x="connsiteX2" y="connsiteY2"/>
                  </a:cxn>
                </a:cxnLst>
                <a:rect l="l" t="t" r="r" b="b"/>
                <a:pathLst>
                  <a:path w="10873" h="2898">
                    <a:moveTo>
                      <a:pt x="5250" y="1"/>
                    </a:moveTo>
                    <a:cubicBezTo>
                      <a:pt x="-8735" y="1075"/>
                      <a:pt x="9490" y="5036"/>
                      <a:pt x="10873" y="1384"/>
                    </a:cubicBezTo>
                    <a:cubicBezTo>
                      <a:pt x="10748" y="590"/>
                      <a:pt x="8227" y="-28"/>
                      <a:pt x="5250"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0" name="Freeform: Shape 2319">
                <a:extLst>
                  <a:ext uri="{FF2B5EF4-FFF2-40B4-BE49-F238E27FC236}">
                    <a16:creationId xmlns:a16="http://schemas.microsoft.com/office/drawing/2014/main" id="{4955415A-FD61-6C15-92F7-426DF2D3F0CC}"/>
                  </a:ext>
                </a:extLst>
              </p:cNvPr>
              <p:cNvSpPr/>
              <p:nvPr/>
            </p:nvSpPr>
            <p:spPr>
              <a:xfrm>
                <a:off x="5711988" y="6676037"/>
                <a:ext cx="9856" cy="1963"/>
              </a:xfrm>
              <a:custGeom>
                <a:avLst/>
                <a:gdLst>
                  <a:gd name="connsiteX0" fmla="*/ 4737 w 9856"/>
                  <a:gd name="connsiteY0" fmla="*/ 569 h 1963"/>
                  <a:gd name="connsiteX1" fmla="*/ 5114 w 9856"/>
                  <a:gd name="connsiteY1" fmla="*/ 1409 h 1963"/>
                  <a:gd name="connsiteX2" fmla="*/ 4737 w 9856"/>
                  <a:gd name="connsiteY2" fmla="*/ 569 h 1963"/>
                </a:gdLst>
                <a:ahLst/>
                <a:cxnLst>
                  <a:cxn ang="0">
                    <a:pos x="connsiteX0" y="connsiteY0"/>
                  </a:cxn>
                  <a:cxn ang="0">
                    <a:pos x="connsiteX1" y="connsiteY1"/>
                  </a:cxn>
                  <a:cxn ang="0">
                    <a:pos x="connsiteX2" y="connsiteY2"/>
                  </a:cxn>
                </a:cxnLst>
                <a:rect l="l" t="t" r="r" b="b"/>
                <a:pathLst>
                  <a:path w="9856" h="1963">
                    <a:moveTo>
                      <a:pt x="4737" y="569"/>
                    </a:moveTo>
                    <a:cubicBezTo>
                      <a:pt x="-2023" y="1769"/>
                      <a:pt x="-1235" y="2546"/>
                      <a:pt x="5114" y="1409"/>
                    </a:cubicBezTo>
                    <a:cubicBezTo>
                      <a:pt x="11887" y="226"/>
                      <a:pt x="11087" y="-609"/>
                      <a:pt x="4737" y="56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1" name="Freeform: Shape 2320">
                <a:extLst>
                  <a:ext uri="{FF2B5EF4-FFF2-40B4-BE49-F238E27FC236}">
                    <a16:creationId xmlns:a16="http://schemas.microsoft.com/office/drawing/2014/main" id="{2210AD65-6B24-391B-A08E-160E9FD5FD8A}"/>
                  </a:ext>
                </a:extLst>
              </p:cNvPr>
              <p:cNvSpPr/>
              <p:nvPr/>
            </p:nvSpPr>
            <p:spPr>
              <a:xfrm>
                <a:off x="5701034" y="6654788"/>
                <a:ext cx="9583" cy="2978"/>
              </a:xfrm>
              <a:custGeom>
                <a:avLst/>
                <a:gdLst>
                  <a:gd name="connsiteX0" fmla="*/ 4610 w 9583"/>
                  <a:gd name="connsiteY0" fmla="*/ 1187 h 2978"/>
                  <a:gd name="connsiteX1" fmla="*/ 4965 w 9583"/>
                  <a:gd name="connsiteY1" fmla="*/ 1804 h 2978"/>
                  <a:gd name="connsiteX2" fmla="*/ 4610 w 9583"/>
                  <a:gd name="connsiteY2" fmla="*/ 1187 h 2978"/>
                </a:gdLst>
                <a:ahLst/>
                <a:cxnLst>
                  <a:cxn ang="0">
                    <a:pos x="connsiteX0" y="connsiteY0"/>
                  </a:cxn>
                  <a:cxn ang="0">
                    <a:pos x="connsiteX1" y="connsiteY1"/>
                  </a:cxn>
                  <a:cxn ang="0">
                    <a:pos x="connsiteX2" y="connsiteY2"/>
                  </a:cxn>
                </a:cxnLst>
                <a:rect l="l" t="t" r="r" b="b"/>
                <a:pathLst>
                  <a:path w="9583" h="2978">
                    <a:moveTo>
                      <a:pt x="4610" y="1187"/>
                    </a:moveTo>
                    <a:cubicBezTo>
                      <a:pt x="-1870" y="3153"/>
                      <a:pt x="-1305" y="3706"/>
                      <a:pt x="4965" y="1804"/>
                    </a:cubicBezTo>
                    <a:cubicBezTo>
                      <a:pt x="11463" y="-145"/>
                      <a:pt x="10885" y="-756"/>
                      <a:pt x="4610" y="11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2" name="Freeform: Shape 2321">
                <a:extLst>
                  <a:ext uri="{FF2B5EF4-FFF2-40B4-BE49-F238E27FC236}">
                    <a16:creationId xmlns:a16="http://schemas.microsoft.com/office/drawing/2014/main" id="{6229A525-6E57-8D3E-ECF8-219E114CAD51}"/>
                  </a:ext>
                </a:extLst>
              </p:cNvPr>
              <p:cNvSpPr/>
              <p:nvPr/>
            </p:nvSpPr>
            <p:spPr>
              <a:xfrm>
                <a:off x="5779614" y="7112891"/>
                <a:ext cx="11530" cy="4108"/>
              </a:xfrm>
              <a:custGeom>
                <a:avLst/>
                <a:gdLst>
                  <a:gd name="connsiteX0" fmla="*/ 5509 w 11530"/>
                  <a:gd name="connsiteY0" fmla="*/ 3 h 4108"/>
                  <a:gd name="connsiteX1" fmla="*/ 6018 w 11530"/>
                  <a:gd name="connsiteY1" fmla="*/ 4106 h 4108"/>
                  <a:gd name="connsiteX2" fmla="*/ 5509 w 11530"/>
                  <a:gd name="connsiteY2" fmla="*/ 3 h 4108"/>
                </a:gdLst>
                <a:ahLst/>
                <a:cxnLst>
                  <a:cxn ang="0">
                    <a:pos x="connsiteX0" y="connsiteY0"/>
                  </a:cxn>
                  <a:cxn ang="0">
                    <a:pos x="connsiteX1" y="connsiteY1"/>
                  </a:cxn>
                  <a:cxn ang="0">
                    <a:pos x="connsiteX2" y="connsiteY2"/>
                  </a:cxn>
                </a:cxnLst>
                <a:rect l="l" t="t" r="r" b="b"/>
                <a:pathLst>
                  <a:path w="11530" h="4108">
                    <a:moveTo>
                      <a:pt x="5509" y="3"/>
                    </a:moveTo>
                    <a:cubicBezTo>
                      <a:pt x="-2487" y="26"/>
                      <a:pt x="-1309" y="4226"/>
                      <a:pt x="6018" y="4106"/>
                    </a:cubicBezTo>
                    <a:cubicBezTo>
                      <a:pt x="14024" y="4083"/>
                      <a:pt x="12835" y="-123"/>
                      <a:pt x="5509"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3" name="Freeform: Shape 2322">
                <a:extLst>
                  <a:ext uri="{FF2B5EF4-FFF2-40B4-BE49-F238E27FC236}">
                    <a16:creationId xmlns:a16="http://schemas.microsoft.com/office/drawing/2014/main" id="{609C4C2D-2F70-DCEE-9D93-3B0548A7DE5C}"/>
                  </a:ext>
                </a:extLst>
              </p:cNvPr>
              <p:cNvSpPr/>
              <p:nvPr/>
            </p:nvSpPr>
            <p:spPr>
              <a:xfrm>
                <a:off x="5812488" y="7378739"/>
                <a:ext cx="12777" cy="4762"/>
              </a:xfrm>
              <a:custGeom>
                <a:avLst/>
                <a:gdLst>
                  <a:gd name="connsiteX0" fmla="*/ 6125 w 12777"/>
                  <a:gd name="connsiteY0" fmla="*/ 0 h 4762"/>
                  <a:gd name="connsiteX1" fmla="*/ 12777 w 12777"/>
                  <a:gd name="connsiteY1" fmla="*/ 2349 h 4762"/>
                  <a:gd name="connsiteX2" fmla="*/ 6125 w 12777"/>
                  <a:gd name="connsiteY2" fmla="*/ 0 h 4762"/>
                </a:gdLst>
                <a:ahLst/>
                <a:cxnLst>
                  <a:cxn ang="0">
                    <a:pos x="connsiteX0" y="connsiteY0"/>
                  </a:cxn>
                  <a:cxn ang="0">
                    <a:pos x="connsiteX1" y="connsiteY1"/>
                  </a:cxn>
                  <a:cxn ang="0">
                    <a:pos x="connsiteX2" y="connsiteY2"/>
                  </a:cxn>
                </a:cxnLst>
                <a:rect l="l" t="t" r="r" b="b"/>
                <a:pathLst>
                  <a:path w="12777" h="4762">
                    <a:moveTo>
                      <a:pt x="6125" y="0"/>
                    </a:moveTo>
                    <a:cubicBezTo>
                      <a:pt x="-10209" y="1463"/>
                      <a:pt x="11108" y="8344"/>
                      <a:pt x="12777" y="2349"/>
                    </a:cubicBezTo>
                    <a:cubicBezTo>
                      <a:pt x="12606" y="1051"/>
                      <a:pt x="9628" y="0"/>
                      <a:pt x="612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4" name="Freeform: Shape 2323">
                <a:extLst>
                  <a:ext uri="{FF2B5EF4-FFF2-40B4-BE49-F238E27FC236}">
                    <a16:creationId xmlns:a16="http://schemas.microsoft.com/office/drawing/2014/main" id="{FCC5E122-D991-5320-3B86-328608CAA393}"/>
                  </a:ext>
                </a:extLst>
              </p:cNvPr>
              <p:cNvSpPr/>
              <p:nvPr/>
            </p:nvSpPr>
            <p:spPr>
              <a:xfrm>
                <a:off x="5690636" y="6632316"/>
                <a:ext cx="9324" cy="4093"/>
              </a:xfrm>
              <a:custGeom>
                <a:avLst/>
                <a:gdLst>
                  <a:gd name="connsiteX0" fmla="*/ 4486 w 9324"/>
                  <a:gd name="connsiteY0" fmla="*/ 1592 h 4093"/>
                  <a:gd name="connsiteX1" fmla="*/ 4829 w 9324"/>
                  <a:gd name="connsiteY1" fmla="*/ 2512 h 4093"/>
                  <a:gd name="connsiteX2" fmla="*/ 4486 w 9324"/>
                  <a:gd name="connsiteY2" fmla="*/ 1592 h 4093"/>
                </a:gdLst>
                <a:ahLst/>
                <a:cxnLst>
                  <a:cxn ang="0">
                    <a:pos x="connsiteX0" y="connsiteY0"/>
                  </a:cxn>
                  <a:cxn ang="0">
                    <a:pos x="connsiteX1" y="connsiteY1"/>
                  </a:cxn>
                  <a:cxn ang="0">
                    <a:pos x="connsiteX2" y="connsiteY2"/>
                  </a:cxn>
                </a:cxnLst>
                <a:rect l="l" t="t" r="r" b="b"/>
                <a:pathLst>
                  <a:path w="9324" h="4093">
                    <a:moveTo>
                      <a:pt x="4486" y="1592"/>
                    </a:moveTo>
                    <a:cubicBezTo>
                      <a:pt x="-1697" y="4216"/>
                      <a:pt x="-1400" y="5170"/>
                      <a:pt x="4829" y="2512"/>
                    </a:cubicBezTo>
                    <a:cubicBezTo>
                      <a:pt x="11030" y="-99"/>
                      <a:pt x="10721" y="-1099"/>
                      <a:pt x="4486" y="15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5" name="Freeform: Shape 2324">
                <a:extLst>
                  <a:ext uri="{FF2B5EF4-FFF2-40B4-BE49-F238E27FC236}">
                    <a16:creationId xmlns:a16="http://schemas.microsoft.com/office/drawing/2014/main" id="{F60BD10C-F6A7-51E8-4199-06660C6502DD}"/>
                  </a:ext>
                </a:extLst>
              </p:cNvPr>
              <p:cNvSpPr/>
              <p:nvPr/>
            </p:nvSpPr>
            <p:spPr>
              <a:xfrm>
                <a:off x="5795411" y="7241262"/>
                <a:ext cx="11937" cy="4395"/>
              </a:xfrm>
              <a:custGeom>
                <a:avLst/>
                <a:gdLst>
                  <a:gd name="connsiteX0" fmla="*/ 5690 w 11937"/>
                  <a:gd name="connsiteY0" fmla="*/ 3 h 4395"/>
                  <a:gd name="connsiteX1" fmla="*/ 6239 w 11937"/>
                  <a:gd name="connsiteY1" fmla="*/ 4392 h 4395"/>
                  <a:gd name="connsiteX2" fmla="*/ 5690 w 11937"/>
                  <a:gd name="connsiteY2" fmla="*/ 3 h 4395"/>
                </a:gdLst>
                <a:ahLst/>
                <a:cxnLst>
                  <a:cxn ang="0">
                    <a:pos x="connsiteX0" y="connsiteY0"/>
                  </a:cxn>
                  <a:cxn ang="0">
                    <a:pos x="connsiteX1" y="connsiteY1"/>
                  </a:cxn>
                  <a:cxn ang="0">
                    <a:pos x="connsiteX2" y="connsiteY2"/>
                  </a:cxn>
                </a:cxnLst>
                <a:rect l="l" t="t" r="r" b="b"/>
                <a:pathLst>
                  <a:path w="11937" h="4395">
                    <a:moveTo>
                      <a:pt x="5690" y="3"/>
                    </a:moveTo>
                    <a:cubicBezTo>
                      <a:pt x="-2597" y="31"/>
                      <a:pt x="-1328" y="4523"/>
                      <a:pt x="6239" y="4392"/>
                    </a:cubicBezTo>
                    <a:cubicBezTo>
                      <a:pt x="14543" y="4364"/>
                      <a:pt x="13263" y="-128"/>
                      <a:pt x="5690"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6" name="Freeform: Shape 2325">
                <a:extLst>
                  <a:ext uri="{FF2B5EF4-FFF2-40B4-BE49-F238E27FC236}">
                    <a16:creationId xmlns:a16="http://schemas.microsoft.com/office/drawing/2014/main" id="{65BD7369-C393-FDE7-6E8C-6CA7313DF0BD}"/>
                  </a:ext>
                </a:extLst>
              </p:cNvPr>
              <p:cNvSpPr/>
              <p:nvPr/>
            </p:nvSpPr>
            <p:spPr>
              <a:xfrm>
                <a:off x="5764865" y="6992791"/>
                <a:ext cx="11159" cy="3845"/>
              </a:xfrm>
              <a:custGeom>
                <a:avLst/>
                <a:gdLst>
                  <a:gd name="connsiteX0" fmla="*/ 5335 w 11159"/>
                  <a:gd name="connsiteY0" fmla="*/ 2 h 3845"/>
                  <a:gd name="connsiteX1" fmla="*/ 5815 w 11159"/>
                  <a:gd name="connsiteY1" fmla="*/ 3843 h 3845"/>
                  <a:gd name="connsiteX2" fmla="*/ 5335 w 11159"/>
                  <a:gd name="connsiteY2" fmla="*/ 2 h 3845"/>
                </a:gdLst>
                <a:ahLst/>
                <a:cxnLst>
                  <a:cxn ang="0">
                    <a:pos x="connsiteX0" y="connsiteY0"/>
                  </a:cxn>
                  <a:cxn ang="0">
                    <a:pos x="connsiteX1" y="connsiteY1"/>
                  </a:cxn>
                  <a:cxn ang="0">
                    <a:pos x="connsiteX2" y="connsiteY2"/>
                  </a:cxn>
                </a:cxnLst>
                <a:rect l="l" t="t" r="r" b="b"/>
                <a:pathLst>
                  <a:path w="11159" h="3845">
                    <a:moveTo>
                      <a:pt x="5335" y="2"/>
                    </a:moveTo>
                    <a:cubicBezTo>
                      <a:pt x="-2397" y="19"/>
                      <a:pt x="-1277" y="3963"/>
                      <a:pt x="5815" y="3843"/>
                    </a:cubicBezTo>
                    <a:cubicBezTo>
                      <a:pt x="13565" y="3825"/>
                      <a:pt x="12433" y="-112"/>
                      <a:pt x="5335"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7" name="Freeform: Shape 2326">
                <a:extLst>
                  <a:ext uri="{FF2B5EF4-FFF2-40B4-BE49-F238E27FC236}">
                    <a16:creationId xmlns:a16="http://schemas.microsoft.com/office/drawing/2014/main" id="{4E50E208-739D-09FB-23E5-329235CA5395}"/>
                  </a:ext>
                </a:extLst>
              </p:cNvPr>
              <p:cNvSpPr/>
              <p:nvPr/>
            </p:nvSpPr>
            <p:spPr>
              <a:xfrm>
                <a:off x="5750476" y="6880134"/>
                <a:ext cx="11192" cy="3657"/>
              </a:xfrm>
              <a:custGeom>
                <a:avLst/>
                <a:gdLst>
                  <a:gd name="connsiteX0" fmla="*/ 5397 w 11192"/>
                  <a:gd name="connsiteY0" fmla="*/ 0 h 3657"/>
                  <a:gd name="connsiteX1" fmla="*/ 11192 w 11192"/>
                  <a:gd name="connsiteY1" fmla="*/ 1805 h 3657"/>
                  <a:gd name="connsiteX2" fmla="*/ 5397 w 11192"/>
                  <a:gd name="connsiteY2" fmla="*/ 0 h 3657"/>
                </a:gdLst>
                <a:ahLst/>
                <a:cxnLst>
                  <a:cxn ang="0">
                    <a:pos x="connsiteX0" y="connsiteY0"/>
                  </a:cxn>
                  <a:cxn ang="0">
                    <a:pos x="connsiteX1" y="connsiteY1"/>
                  </a:cxn>
                  <a:cxn ang="0">
                    <a:pos x="connsiteX2" y="connsiteY2"/>
                  </a:cxn>
                </a:cxnLst>
                <a:rect l="l" t="t" r="r" b="b"/>
                <a:pathLst>
                  <a:path w="11192" h="3657">
                    <a:moveTo>
                      <a:pt x="5397" y="0"/>
                    </a:moveTo>
                    <a:cubicBezTo>
                      <a:pt x="-8959" y="1166"/>
                      <a:pt x="9700" y="6389"/>
                      <a:pt x="11192" y="1805"/>
                    </a:cubicBezTo>
                    <a:cubicBezTo>
                      <a:pt x="11061" y="811"/>
                      <a:pt x="8466" y="0"/>
                      <a:pt x="539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8" name="Freeform: Shape 2327">
                <a:extLst>
                  <a:ext uri="{FF2B5EF4-FFF2-40B4-BE49-F238E27FC236}">
                    <a16:creationId xmlns:a16="http://schemas.microsoft.com/office/drawing/2014/main" id="{A8B02346-E5D1-AC85-E984-B62F1E65E204}"/>
                  </a:ext>
                </a:extLst>
              </p:cNvPr>
              <p:cNvSpPr/>
              <p:nvPr/>
            </p:nvSpPr>
            <p:spPr>
              <a:xfrm>
                <a:off x="5670028" y="6481059"/>
                <a:ext cx="8943" cy="8214"/>
              </a:xfrm>
              <a:custGeom>
                <a:avLst/>
                <a:gdLst>
                  <a:gd name="connsiteX0" fmla="*/ 4298 w 8943"/>
                  <a:gd name="connsiteY0" fmla="*/ 545 h 8214"/>
                  <a:gd name="connsiteX1" fmla="*/ 4641 w 8943"/>
                  <a:gd name="connsiteY1" fmla="*/ 7643 h 8214"/>
                  <a:gd name="connsiteX2" fmla="*/ 4298 w 8943"/>
                  <a:gd name="connsiteY2" fmla="*/ 545 h 8214"/>
                </a:gdLst>
                <a:ahLst/>
                <a:cxnLst>
                  <a:cxn ang="0">
                    <a:pos x="connsiteX0" y="connsiteY0"/>
                  </a:cxn>
                  <a:cxn ang="0">
                    <a:pos x="connsiteX1" y="connsiteY1"/>
                  </a:cxn>
                  <a:cxn ang="0">
                    <a:pos x="connsiteX2" y="connsiteY2"/>
                  </a:cxn>
                </a:cxnLst>
                <a:rect l="l" t="t" r="r" b="b"/>
                <a:pathLst>
                  <a:path w="8943" h="8214">
                    <a:moveTo>
                      <a:pt x="4298" y="545"/>
                    </a:moveTo>
                    <a:cubicBezTo>
                      <a:pt x="-537" y="2259"/>
                      <a:pt x="-2395" y="10420"/>
                      <a:pt x="4641" y="7643"/>
                    </a:cubicBezTo>
                    <a:cubicBezTo>
                      <a:pt x="9504" y="5883"/>
                      <a:pt x="11322" y="-2141"/>
                      <a:pt x="4298" y="5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9" name="Freeform: Shape 2328">
                <a:extLst>
                  <a:ext uri="{FF2B5EF4-FFF2-40B4-BE49-F238E27FC236}">
                    <a16:creationId xmlns:a16="http://schemas.microsoft.com/office/drawing/2014/main" id="{9C9862C2-F3AD-0269-46A3-658954F41814}"/>
                  </a:ext>
                </a:extLst>
              </p:cNvPr>
              <p:cNvSpPr/>
              <p:nvPr/>
            </p:nvSpPr>
            <p:spPr>
              <a:xfrm>
                <a:off x="5616097" y="5612799"/>
                <a:ext cx="7245" cy="1920"/>
              </a:xfrm>
              <a:custGeom>
                <a:avLst/>
                <a:gdLst>
                  <a:gd name="connsiteX0" fmla="*/ 3456 w 7245"/>
                  <a:gd name="connsiteY0" fmla="*/ 245 h 1920"/>
                  <a:gd name="connsiteX1" fmla="*/ 3787 w 7245"/>
                  <a:gd name="connsiteY1" fmla="*/ 1696 h 1920"/>
                  <a:gd name="connsiteX2" fmla="*/ 3456 w 7245"/>
                  <a:gd name="connsiteY2" fmla="*/ 245 h 1920"/>
                </a:gdLst>
                <a:ahLst/>
                <a:cxnLst>
                  <a:cxn ang="0">
                    <a:pos x="connsiteX0" y="connsiteY0"/>
                  </a:cxn>
                  <a:cxn ang="0">
                    <a:pos x="connsiteX1" y="connsiteY1"/>
                  </a:cxn>
                  <a:cxn ang="0">
                    <a:pos x="connsiteX2" y="connsiteY2"/>
                  </a:cxn>
                </a:cxnLst>
                <a:rect l="l" t="t" r="r" b="b"/>
                <a:pathLst>
                  <a:path w="7245" h="1920">
                    <a:moveTo>
                      <a:pt x="3456" y="245"/>
                    </a:moveTo>
                    <a:cubicBezTo>
                      <a:pt x="-1436" y="1045"/>
                      <a:pt x="-962" y="2474"/>
                      <a:pt x="3787" y="1696"/>
                    </a:cubicBezTo>
                    <a:cubicBezTo>
                      <a:pt x="8685" y="936"/>
                      <a:pt x="8205" y="-595"/>
                      <a:pt x="3456" y="2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0" name="Freeform: Shape 2329">
                <a:extLst>
                  <a:ext uri="{FF2B5EF4-FFF2-40B4-BE49-F238E27FC236}">
                    <a16:creationId xmlns:a16="http://schemas.microsoft.com/office/drawing/2014/main" id="{8E50B096-D5D9-C4F7-203D-5D2538F4803D}"/>
                  </a:ext>
                </a:extLst>
              </p:cNvPr>
              <p:cNvSpPr/>
              <p:nvPr/>
            </p:nvSpPr>
            <p:spPr>
              <a:xfrm>
                <a:off x="5635533" y="5704179"/>
                <a:ext cx="7480" cy="2897"/>
              </a:xfrm>
              <a:custGeom>
                <a:avLst/>
                <a:gdLst>
                  <a:gd name="connsiteX0" fmla="*/ 3588 w 7480"/>
                  <a:gd name="connsiteY0" fmla="*/ 654 h 2897"/>
                  <a:gd name="connsiteX1" fmla="*/ 3885 w 7480"/>
                  <a:gd name="connsiteY1" fmla="*/ 2231 h 2897"/>
                  <a:gd name="connsiteX2" fmla="*/ 3588 w 7480"/>
                  <a:gd name="connsiteY2" fmla="*/ 654 h 2897"/>
                </a:gdLst>
                <a:ahLst/>
                <a:cxnLst>
                  <a:cxn ang="0">
                    <a:pos x="connsiteX0" y="connsiteY0"/>
                  </a:cxn>
                  <a:cxn ang="0">
                    <a:pos x="connsiteX1" y="connsiteY1"/>
                  </a:cxn>
                  <a:cxn ang="0">
                    <a:pos x="connsiteX2" y="connsiteY2"/>
                  </a:cxn>
                </a:cxnLst>
                <a:rect l="l" t="t" r="r" b="b"/>
                <a:pathLst>
                  <a:path w="7480" h="2897">
                    <a:moveTo>
                      <a:pt x="3588" y="654"/>
                    </a:moveTo>
                    <a:cubicBezTo>
                      <a:pt x="-1910" y="-1027"/>
                      <a:pt x="-510" y="911"/>
                      <a:pt x="3885" y="2231"/>
                    </a:cubicBezTo>
                    <a:cubicBezTo>
                      <a:pt x="9395" y="3951"/>
                      <a:pt x="7989" y="1951"/>
                      <a:pt x="3588" y="65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1" name="Freeform: Shape 2330">
                <a:extLst>
                  <a:ext uri="{FF2B5EF4-FFF2-40B4-BE49-F238E27FC236}">
                    <a16:creationId xmlns:a16="http://schemas.microsoft.com/office/drawing/2014/main" id="{C80B216B-A8F4-82EB-B003-6AB533868FD5}"/>
                  </a:ext>
                </a:extLst>
              </p:cNvPr>
              <p:cNvSpPr/>
              <p:nvPr/>
            </p:nvSpPr>
            <p:spPr>
              <a:xfrm>
                <a:off x="5626053" y="5657834"/>
                <a:ext cx="7357" cy="1757"/>
              </a:xfrm>
              <a:custGeom>
                <a:avLst/>
                <a:gdLst>
                  <a:gd name="connsiteX0" fmla="*/ 3513 w 7357"/>
                  <a:gd name="connsiteY0" fmla="*/ 113 h 1757"/>
                  <a:gd name="connsiteX1" fmla="*/ 3838 w 7357"/>
                  <a:gd name="connsiteY1" fmla="*/ 1633 h 1757"/>
                  <a:gd name="connsiteX2" fmla="*/ 3513 w 7357"/>
                  <a:gd name="connsiteY2" fmla="*/ 113 h 1757"/>
                </a:gdLst>
                <a:ahLst/>
                <a:cxnLst>
                  <a:cxn ang="0">
                    <a:pos x="connsiteX0" y="connsiteY0"/>
                  </a:cxn>
                  <a:cxn ang="0">
                    <a:pos x="connsiteX1" y="connsiteY1"/>
                  </a:cxn>
                  <a:cxn ang="0">
                    <a:pos x="connsiteX2" y="connsiteY2"/>
                  </a:cxn>
                </a:cxnLst>
                <a:rect l="l" t="t" r="r" b="b"/>
                <a:pathLst>
                  <a:path w="7357" h="1757">
                    <a:moveTo>
                      <a:pt x="3513" y="113"/>
                    </a:moveTo>
                    <a:cubicBezTo>
                      <a:pt x="-1751" y="-436"/>
                      <a:pt x="-648" y="1170"/>
                      <a:pt x="3838" y="1633"/>
                    </a:cubicBezTo>
                    <a:cubicBezTo>
                      <a:pt x="9114" y="2227"/>
                      <a:pt x="8005" y="530"/>
                      <a:pt x="3513" y="1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2" name="Freeform: Shape 2331">
                <a:extLst>
                  <a:ext uri="{FF2B5EF4-FFF2-40B4-BE49-F238E27FC236}">
                    <a16:creationId xmlns:a16="http://schemas.microsoft.com/office/drawing/2014/main" id="{16E88710-1945-C60D-7849-A502FF470D7C}"/>
                  </a:ext>
                </a:extLst>
              </p:cNvPr>
              <p:cNvSpPr/>
              <p:nvPr/>
            </p:nvSpPr>
            <p:spPr>
              <a:xfrm>
                <a:off x="5606205" y="5569109"/>
                <a:ext cx="7431" cy="3647"/>
              </a:xfrm>
              <a:custGeom>
                <a:avLst/>
                <a:gdLst>
                  <a:gd name="connsiteX0" fmla="*/ 3530 w 7431"/>
                  <a:gd name="connsiteY0" fmla="*/ 1164 h 3647"/>
                  <a:gd name="connsiteX1" fmla="*/ 3 w 7431"/>
                  <a:gd name="connsiteY1" fmla="*/ 3530 h 3647"/>
                  <a:gd name="connsiteX2" fmla="*/ 3530 w 7431"/>
                  <a:gd name="connsiteY2" fmla="*/ 1164 h 3647"/>
                </a:gdLst>
                <a:ahLst/>
                <a:cxnLst>
                  <a:cxn ang="0">
                    <a:pos x="connsiteX0" y="connsiteY0"/>
                  </a:cxn>
                  <a:cxn ang="0">
                    <a:pos x="connsiteX1" y="connsiteY1"/>
                  </a:cxn>
                  <a:cxn ang="0">
                    <a:pos x="connsiteX2" y="connsiteY2"/>
                  </a:cxn>
                </a:cxnLst>
                <a:rect l="l" t="t" r="r" b="b"/>
                <a:pathLst>
                  <a:path w="7431" h="3647">
                    <a:moveTo>
                      <a:pt x="3530" y="1164"/>
                    </a:moveTo>
                    <a:cubicBezTo>
                      <a:pt x="1495" y="2101"/>
                      <a:pt x="-82" y="3158"/>
                      <a:pt x="3" y="3530"/>
                    </a:cubicBezTo>
                    <a:cubicBezTo>
                      <a:pt x="1741" y="4655"/>
                      <a:pt x="13354" y="-2780"/>
                      <a:pt x="3530" y="11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3" name="Freeform: Shape 2332">
                <a:extLst>
                  <a:ext uri="{FF2B5EF4-FFF2-40B4-BE49-F238E27FC236}">
                    <a16:creationId xmlns:a16="http://schemas.microsoft.com/office/drawing/2014/main" id="{3F4A74E7-7C21-7F28-75FD-235BE0251CAE}"/>
                  </a:ext>
                </a:extLst>
              </p:cNvPr>
              <p:cNvSpPr/>
              <p:nvPr/>
            </p:nvSpPr>
            <p:spPr>
              <a:xfrm>
                <a:off x="5680324" y="6592724"/>
                <a:ext cx="9468" cy="5197"/>
              </a:xfrm>
              <a:custGeom>
                <a:avLst/>
                <a:gdLst>
                  <a:gd name="connsiteX0" fmla="*/ 4524 w 9468"/>
                  <a:gd name="connsiteY0" fmla="*/ 1773 h 5197"/>
                  <a:gd name="connsiteX1" fmla="*/ 3 w 9468"/>
                  <a:gd name="connsiteY1" fmla="*/ 5083 h 5197"/>
                  <a:gd name="connsiteX2" fmla="*/ 4524 w 9468"/>
                  <a:gd name="connsiteY2" fmla="*/ 1773 h 5197"/>
                </a:gdLst>
                <a:ahLst/>
                <a:cxnLst>
                  <a:cxn ang="0">
                    <a:pos x="connsiteX0" y="connsiteY0"/>
                  </a:cxn>
                  <a:cxn ang="0">
                    <a:pos x="connsiteX1" y="connsiteY1"/>
                  </a:cxn>
                  <a:cxn ang="0">
                    <a:pos x="connsiteX2" y="connsiteY2"/>
                  </a:cxn>
                </a:cxnLst>
                <a:rect l="l" t="t" r="r" b="b"/>
                <a:pathLst>
                  <a:path w="9468" h="5197">
                    <a:moveTo>
                      <a:pt x="4524" y="1773"/>
                    </a:moveTo>
                    <a:cubicBezTo>
                      <a:pt x="1935" y="3122"/>
                      <a:pt x="-88" y="4602"/>
                      <a:pt x="3" y="5083"/>
                    </a:cubicBezTo>
                    <a:cubicBezTo>
                      <a:pt x="2129" y="6392"/>
                      <a:pt x="17028" y="-4033"/>
                      <a:pt x="4524" y="177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4" name="Freeform: Shape 2333">
                <a:extLst>
                  <a:ext uri="{FF2B5EF4-FFF2-40B4-BE49-F238E27FC236}">
                    <a16:creationId xmlns:a16="http://schemas.microsoft.com/office/drawing/2014/main" id="{C8A416AD-B7CD-8A65-103B-45116C15D995}"/>
                  </a:ext>
                </a:extLst>
              </p:cNvPr>
              <p:cNvSpPr/>
              <p:nvPr/>
            </p:nvSpPr>
            <p:spPr>
              <a:xfrm>
                <a:off x="5597279" y="5527708"/>
                <a:ext cx="7338" cy="5321"/>
              </a:xfrm>
              <a:custGeom>
                <a:avLst/>
                <a:gdLst>
                  <a:gd name="connsiteX0" fmla="*/ 3500 w 7338"/>
                  <a:gd name="connsiteY0" fmla="*/ 2074 h 5321"/>
                  <a:gd name="connsiteX1" fmla="*/ 3 w 7338"/>
                  <a:gd name="connsiteY1" fmla="*/ 5291 h 5321"/>
                  <a:gd name="connsiteX2" fmla="*/ 3500 w 7338"/>
                  <a:gd name="connsiteY2" fmla="*/ 2074 h 5321"/>
                </a:gdLst>
                <a:ahLst/>
                <a:cxnLst>
                  <a:cxn ang="0">
                    <a:pos x="connsiteX0" y="connsiteY0"/>
                  </a:cxn>
                  <a:cxn ang="0">
                    <a:pos x="connsiteX1" y="connsiteY1"/>
                  </a:cxn>
                  <a:cxn ang="0">
                    <a:pos x="connsiteX2" y="connsiteY2"/>
                  </a:cxn>
                </a:cxnLst>
                <a:rect l="l" t="t" r="r" b="b"/>
                <a:pathLst>
                  <a:path w="7338" h="5321">
                    <a:moveTo>
                      <a:pt x="3500" y="2074"/>
                    </a:moveTo>
                    <a:cubicBezTo>
                      <a:pt x="1494" y="3502"/>
                      <a:pt x="-72" y="4937"/>
                      <a:pt x="3" y="5291"/>
                    </a:cubicBezTo>
                    <a:cubicBezTo>
                      <a:pt x="1757" y="5943"/>
                      <a:pt x="13158" y="-4241"/>
                      <a:pt x="3500" y="20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5" name="Freeform: Shape 2334">
                <a:extLst>
                  <a:ext uri="{FF2B5EF4-FFF2-40B4-BE49-F238E27FC236}">
                    <a16:creationId xmlns:a16="http://schemas.microsoft.com/office/drawing/2014/main" id="{201FD170-D5CF-9AA8-F4A6-E453EB0962C5}"/>
                  </a:ext>
                </a:extLst>
              </p:cNvPr>
              <p:cNvSpPr/>
              <p:nvPr/>
            </p:nvSpPr>
            <p:spPr>
              <a:xfrm>
                <a:off x="5646530" y="5861302"/>
                <a:ext cx="7897" cy="4540"/>
              </a:xfrm>
              <a:custGeom>
                <a:avLst/>
                <a:gdLst>
                  <a:gd name="connsiteX0" fmla="*/ 3919 w 7897"/>
                  <a:gd name="connsiteY0" fmla="*/ 275 h 4540"/>
                  <a:gd name="connsiteX1" fmla="*/ 3976 w 7897"/>
                  <a:gd name="connsiteY1" fmla="*/ 4271 h 4540"/>
                  <a:gd name="connsiteX2" fmla="*/ 3919 w 7897"/>
                  <a:gd name="connsiteY2" fmla="*/ 275 h 4540"/>
                </a:gdLst>
                <a:ahLst/>
                <a:cxnLst>
                  <a:cxn ang="0">
                    <a:pos x="connsiteX0" y="connsiteY0"/>
                  </a:cxn>
                  <a:cxn ang="0">
                    <a:pos x="connsiteX1" y="connsiteY1"/>
                  </a:cxn>
                  <a:cxn ang="0">
                    <a:pos x="connsiteX2" y="connsiteY2"/>
                  </a:cxn>
                </a:cxnLst>
                <a:rect l="l" t="t" r="r" b="b"/>
                <a:pathLst>
                  <a:path w="7897" h="4540">
                    <a:moveTo>
                      <a:pt x="3919" y="275"/>
                    </a:moveTo>
                    <a:cubicBezTo>
                      <a:pt x="-1910" y="-1130"/>
                      <a:pt x="-682" y="3253"/>
                      <a:pt x="3976" y="4271"/>
                    </a:cubicBezTo>
                    <a:cubicBezTo>
                      <a:pt x="9817" y="5653"/>
                      <a:pt x="8571" y="1316"/>
                      <a:pt x="3919" y="2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6" name="Freeform: Shape 2335">
                <a:extLst>
                  <a:ext uri="{FF2B5EF4-FFF2-40B4-BE49-F238E27FC236}">
                    <a16:creationId xmlns:a16="http://schemas.microsoft.com/office/drawing/2014/main" id="{009ACB07-0C5D-044E-AB06-EF673BEC8A16}"/>
                  </a:ext>
                </a:extLst>
              </p:cNvPr>
              <p:cNvSpPr/>
              <p:nvPr/>
            </p:nvSpPr>
            <p:spPr>
              <a:xfrm>
                <a:off x="5647796" y="5988009"/>
                <a:ext cx="8436" cy="4332"/>
              </a:xfrm>
              <a:custGeom>
                <a:avLst/>
                <a:gdLst>
                  <a:gd name="connsiteX0" fmla="*/ 4207 w 8436"/>
                  <a:gd name="connsiteY0" fmla="*/ 2 h 4332"/>
                  <a:gd name="connsiteX1" fmla="*/ 8436 w 8436"/>
                  <a:gd name="connsiteY1" fmla="*/ 2602 h 4332"/>
                  <a:gd name="connsiteX2" fmla="*/ 4207 w 8436"/>
                  <a:gd name="connsiteY2" fmla="*/ 2 h 4332"/>
                </a:gdLst>
                <a:ahLst/>
                <a:cxnLst>
                  <a:cxn ang="0">
                    <a:pos x="connsiteX0" y="connsiteY0"/>
                  </a:cxn>
                  <a:cxn ang="0">
                    <a:pos x="connsiteX1" y="connsiteY1"/>
                  </a:cxn>
                  <a:cxn ang="0">
                    <a:pos x="connsiteX2" y="connsiteY2"/>
                  </a:cxn>
                </a:cxnLst>
                <a:rect l="l" t="t" r="r" b="b"/>
                <a:pathLst>
                  <a:path w="8436" h="4332">
                    <a:moveTo>
                      <a:pt x="4207" y="2"/>
                    </a:moveTo>
                    <a:cubicBezTo>
                      <a:pt x="-6669" y="-130"/>
                      <a:pt x="6784" y="7711"/>
                      <a:pt x="8436" y="2602"/>
                    </a:cubicBezTo>
                    <a:cubicBezTo>
                      <a:pt x="8419" y="1459"/>
                      <a:pt x="6527" y="293"/>
                      <a:pt x="4207"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7" name="Freeform: Shape 2336">
                <a:extLst>
                  <a:ext uri="{FF2B5EF4-FFF2-40B4-BE49-F238E27FC236}">
                    <a16:creationId xmlns:a16="http://schemas.microsoft.com/office/drawing/2014/main" id="{2A88F9A5-1C77-EE7B-90A0-A0CCCDD347E3}"/>
                  </a:ext>
                </a:extLst>
              </p:cNvPr>
              <p:cNvSpPr/>
              <p:nvPr/>
            </p:nvSpPr>
            <p:spPr>
              <a:xfrm>
                <a:off x="5651417" y="6102091"/>
                <a:ext cx="8432" cy="3142"/>
              </a:xfrm>
              <a:custGeom>
                <a:avLst/>
                <a:gdLst>
                  <a:gd name="connsiteX0" fmla="*/ 4118 w 8432"/>
                  <a:gd name="connsiteY0" fmla="*/ 3 h 3142"/>
                  <a:gd name="connsiteX1" fmla="*/ 4312 w 8432"/>
                  <a:gd name="connsiteY1" fmla="*/ 3140 h 3142"/>
                  <a:gd name="connsiteX2" fmla="*/ 4118 w 8432"/>
                  <a:gd name="connsiteY2" fmla="*/ 3 h 3142"/>
                </a:gdLst>
                <a:ahLst/>
                <a:cxnLst>
                  <a:cxn ang="0">
                    <a:pos x="connsiteX0" y="connsiteY0"/>
                  </a:cxn>
                  <a:cxn ang="0">
                    <a:pos x="connsiteX1" y="connsiteY1"/>
                  </a:cxn>
                  <a:cxn ang="0">
                    <a:pos x="connsiteX2" y="connsiteY2"/>
                  </a:cxn>
                </a:cxnLst>
                <a:rect l="l" t="t" r="r" b="b"/>
                <a:pathLst>
                  <a:path w="8432" h="3142">
                    <a:moveTo>
                      <a:pt x="4118" y="3"/>
                    </a:moveTo>
                    <a:cubicBezTo>
                      <a:pt x="-1648" y="-106"/>
                      <a:pt x="-1151" y="3129"/>
                      <a:pt x="4312" y="3140"/>
                    </a:cubicBezTo>
                    <a:cubicBezTo>
                      <a:pt x="10096" y="3243"/>
                      <a:pt x="9570" y="37"/>
                      <a:pt x="4118"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8" name="Freeform: Shape 2337">
                <a:extLst>
                  <a:ext uri="{FF2B5EF4-FFF2-40B4-BE49-F238E27FC236}">
                    <a16:creationId xmlns:a16="http://schemas.microsoft.com/office/drawing/2014/main" id="{FBBA42E1-DC15-3634-FC59-4ADE610C0836}"/>
                  </a:ext>
                </a:extLst>
              </p:cNvPr>
              <p:cNvSpPr/>
              <p:nvPr/>
            </p:nvSpPr>
            <p:spPr>
              <a:xfrm>
                <a:off x="5660013" y="6233122"/>
                <a:ext cx="8931" cy="7710"/>
              </a:xfrm>
              <a:custGeom>
                <a:avLst/>
                <a:gdLst>
                  <a:gd name="connsiteX0" fmla="*/ 4289 w 8931"/>
                  <a:gd name="connsiteY0" fmla="*/ 0 h 7710"/>
                  <a:gd name="connsiteX1" fmla="*/ 3 w 8931"/>
                  <a:gd name="connsiteY1" fmla="*/ 4315 h 7710"/>
                  <a:gd name="connsiteX2" fmla="*/ 4289 w 8931"/>
                  <a:gd name="connsiteY2" fmla="*/ 0 h 7710"/>
                </a:gdLst>
                <a:ahLst/>
                <a:cxnLst>
                  <a:cxn ang="0">
                    <a:pos x="connsiteX0" y="connsiteY0"/>
                  </a:cxn>
                  <a:cxn ang="0">
                    <a:pos x="connsiteX1" y="connsiteY1"/>
                  </a:cxn>
                  <a:cxn ang="0">
                    <a:pos x="connsiteX2" y="connsiteY2"/>
                  </a:cxn>
                </a:cxnLst>
                <a:rect l="l" t="t" r="r" b="b"/>
                <a:pathLst>
                  <a:path w="8931" h="7710">
                    <a:moveTo>
                      <a:pt x="4289" y="0"/>
                    </a:moveTo>
                    <a:cubicBezTo>
                      <a:pt x="1832" y="303"/>
                      <a:pt x="-83" y="2223"/>
                      <a:pt x="3" y="4315"/>
                    </a:cubicBezTo>
                    <a:cubicBezTo>
                      <a:pt x="2380" y="13824"/>
                      <a:pt x="15891" y="383"/>
                      <a:pt x="428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9" name="Freeform: Shape 2338">
                <a:extLst>
                  <a:ext uri="{FF2B5EF4-FFF2-40B4-BE49-F238E27FC236}">
                    <a16:creationId xmlns:a16="http://schemas.microsoft.com/office/drawing/2014/main" id="{62C3C4D9-35C8-BDDA-985F-5E14725A07A8}"/>
                  </a:ext>
                </a:extLst>
              </p:cNvPr>
              <p:cNvSpPr/>
              <p:nvPr/>
            </p:nvSpPr>
            <p:spPr>
              <a:xfrm>
                <a:off x="5643392" y="5758300"/>
                <a:ext cx="7651" cy="3952"/>
              </a:xfrm>
              <a:custGeom>
                <a:avLst/>
                <a:gdLst>
                  <a:gd name="connsiteX0" fmla="*/ 3736 w 7651"/>
                  <a:gd name="connsiteY0" fmla="*/ 665 h 3952"/>
                  <a:gd name="connsiteX1" fmla="*/ 3913 w 7651"/>
                  <a:gd name="connsiteY1" fmla="*/ 3294 h 3952"/>
                  <a:gd name="connsiteX2" fmla="*/ 3736 w 7651"/>
                  <a:gd name="connsiteY2" fmla="*/ 665 h 3952"/>
                </a:gdLst>
                <a:ahLst/>
                <a:cxnLst>
                  <a:cxn ang="0">
                    <a:pos x="connsiteX0" y="connsiteY0"/>
                  </a:cxn>
                  <a:cxn ang="0">
                    <a:pos x="connsiteX1" y="connsiteY1"/>
                  </a:cxn>
                  <a:cxn ang="0">
                    <a:pos x="connsiteX2" y="connsiteY2"/>
                  </a:cxn>
                </a:cxnLst>
                <a:rect l="l" t="t" r="r" b="b"/>
                <a:pathLst>
                  <a:path w="7651" h="3952">
                    <a:moveTo>
                      <a:pt x="3736" y="665"/>
                    </a:moveTo>
                    <a:cubicBezTo>
                      <a:pt x="-2008" y="-1381"/>
                      <a:pt x="-470" y="1813"/>
                      <a:pt x="3913" y="3294"/>
                    </a:cubicBezTo>
                    <a:cubicBezTo>
                      <a:pt x="9662" y="5322"/>
                      <a:pt x="8119" y="2156"/>
                      <a:pt x="3736" y="6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0" name="Freeform: Shape 2339">
                <a:extLst>
                  <a:ext uri="{FF2B5EF4-FFF2-40B4-BE49-F238E27FC236}">
                    <a16:creationId xmlns:a16="http://schemas.microsoft.com/office/drawing/2014/main" id="{F312924F-D612-F2DF-C7D5-75CAE547E104}"/>
                  </a:ext>
                </a:extLst>
              </p:cNvPr>
              <p:cNvSpPr/>
              <p:nvPr/>
            </p:nvSpPr>
            <p:spPr>
              <a:xfrm>
                <a:off x="5832325" y="7526117"/>
                <a:ext cx="12678" cy="5261"/>
              </a:xfrm>
              <a:custGeom>
                <a:avLst/>
                <a:gdLst>
                  <a:gd name="connsiteX0" fmla="*/ 5793 w 12678"/>
                  <a:gd name="connsiteY0" fmla="*/ 29 h 5261"/>
                  <a:gd name="connsiteX1" fmla="*/ 11028 w 12678"/>
                  <a:gd name="connsiteY1" fmla="*/ 4332 h 5261"/>
                  <a:gd name="connsiteX2" fmla="*/ 5793 w 12678"/>
                  <a:gd name="connsiteY2" fmla="*/ 29 h 5261"/>
                </a:gdLst>
                <a:ahLst/>
                <a:cxnLst>
                  <a:cxn ang="0">
                    <a:pos x="connsiteX0" y="connsiteY0"/>
                  </a:cxn>
                  <a:cxn ang="0">
                    <a:pos x="connsiteX1" y="connsiteY1"/>
                  </a:cxn>
                  <a:cxn ang="0">
                    <a:pos x="connsiteX2" y="connsiteY2"/>
                  </a:cxn>
                </a:cxnLst>
                <a:rect l="l" t="t" r="r" b="b"/>
                <a:pathLst>
                  <a:path w="12678" h="5261">
                    <a:moveTo>
                      <a:pt x="5793" y="29"/>
                    </a:moveTo>
                    <a:cubicBezTo>
                      <a:pt x="-7271" y="778"/>
                      <a:pt x="5004" y="7728"/>
                      <a:pt x="11028" y="4332"/>
                    </a:cubicBezTo>
                    <a:cubicBezTo>
                      <a:pt x="15966" y="1818"/>
                      <a:pt x="8513" y="-274"/>
                      <a:pt x="5793"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1" name="Freeform: Shape 2340">
                <a:extLst>
                  <a:ext uri="{FF2B5EF4-FFF2-40B4-BE49-F238E27FC236}">
                    <a16:creationId xmlns:a16="http://schemas.microsoft.com/office/drawing/2014/main" id="{E9B06948-273F-F1C8-78C3-1638547739F2}"/>
                  </a:ext>
                </a:extLst>
              </p:cNvPr>
              <p:cNvSpPr/>
              <p:nvPr/>
            </p:nvSpPr>
            <p:spPr>
              <a:xfrm>
                <a:off x="5394278" y="5607099"/>
                <a:ext cx="6722" cy="2000"/>
              </a:xfrm>
              <a:custGeom>
                <a:avLst/>
                <a:gdLst>
                  <a:gd name="connsiteX0" fmla="*/ 3470 w 6722"/>
                  <a:gd name="connsiteY0" fmla="*/ 356 h 2000"/>
                  <a:gd name="connsiteX1" fmla="*/ 1013 w 6722"/>
                  <a:gd name="connsiteY1" fmla="*/ 1990 h 2000"/>
                  <a:gd name="connsiteX2" fmla="*/ 3470 w 6722"/>
                  <a:gd name="connsiteY2" fmla="*/ 356 h 2000"/>
                </a:gdLst>
                <a:ahLst/>
                <a:cxnLst>
                  <a:cxn ang="0">
                    <a:pos x="connsiteX0" y="connsiteY0"/>
                  </a:cxn>
                  <a:cxn ang="0">
                    <a:pos x="connsiteX1" y="connsiteY1"/>
                  </a:cxn>
                  <a:cxn ang="0">
                    <a:pos x="connsiteX2" y="connsiteY2"/>
                  </a:cxn>
                </a:cxnLst>
                <a:rect l="l" t="t" r="r" b="b"/>
                <a:pathLst>
                  <a:path w="6722" h="2000">
                    <a:moveTo>
                      <a:pt x="3470" y="356"/>
                    </a:moveTo>
                    <a:cubicBezTo>
                      <a:pt x="2367" y="510"/>
                      <a:pt x="-1930" y="1922"/>
                      <a:pt x="1013" y="1990"/>
                    </a:cubicBezTo>
                    <a:cubicBezTo>
                      <a:pt x="4019" y="2202"/>
                      <a:pt x="10717" y="-1056"/>
                      <a:pt x="3470" y="35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2" name="Freeform: Shape 2341">
                <a:extLst>
                  <a:ext uri="{FF2B5EF4-FFF2-40B4-BE49-F238E27FC236}">
                    <a16:creationId xmlns:a16="http://schemas.microsoft.com/office/drawing/2014/main" id="{A7B438A9-EC14-A09F-392F-C7B92C4BC148}"/>
                  </a:ext>
                </a:extLst>
              </p:cNvPr>
              <p:cNvSpPr/>
              <p:nvPr/>
            </p:nvSpPr>
            <p:spPr>
              <a:xfrm>
                <a:off x="5433615" y="6709083"/>
                <a:ext cx="9841" cy="317"/>
              </a:xfrm>
              <a:custGeom>
                <a:avLst/>
                <a:gdLst>
                  <a:gd name="connsiteX0" fmla="*/ 4864 w 9841"/>
                  <a:gd name="connsiteY0" fmla="*/ 149 h 317"/>
                  <a:gd name="connsiteX1" fmla="*/ 4984 w 9841"/>
                  <a:gd name="connsiteY1" fmla="*/ 189 h 317"/>
                  <a:gd name="connsiteX2" fmla="*/ 4864 w 9841"/>
                  <a:gd name="connsiteY2" fmla="*/ 149 h 317"/>
                </a:gdLst>
                <a:ahLst/>
                <a:cxnLst>
                  <a:cxn ang="0">
                    <a:pos x="connsiteX0" y="connsiteY0"/>
                  </a:cxn>
                  <a:cxn ang="0">
                    <a:pos x="connsiteX1" y="connsiteY1"/>
                  </a:cxn>
                  <a:cxn ang="0">
                    <a:pos x="connsiteX2" y="connsiteY2"/>
                  </a:cxn>
                </a:cxnLst>
                <a:rect l="l" t="t" r="r" b="b"/>
                <a:pathLst>
                  <a:path w="9841" h="317">
                    <a:moveTo>
                      <a:pt x="4864" y="149"/>
                    </a:moveTo>
                    <a:cubicBezTo>
                      <a:pt x="-1777" y="355"/>
                      <a:pt x="-1503" y="378"/>
                      <a:pt x="4984" y="189"/>
                    </a:cubicBezTo>
                    <a:cubicBezTo>
                      <a:pt x="11619" y="-28"/>
                      <a:pt x="11339" y="-80"/>
                      <a:pt x="4864" y="1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3" name="Freeform: Shape 2342">
                <a:extLst>
                  <a:ext uri="{FF2B5EF4-FFF2-40B4-BE49-F238E27FC236}">
                    <a16:creationId xmlns:a16="http://schemas.microsoft.com/office/drawing/2014/main" id="{D2C0D471-5B59-BE6B-9312-EC00BB278947}"/>
                  </a:ext>
                </a:extLst>
              </p:cNvPr>
              <p:cNvSpPr/>
              <p:nvPr/>
            </p:nvSpPr>
            <p:spPr>
              <a:xfrm>
                <a:off x="5423973" y="6688057"/>
                <a:ext cx="9095" cy="2112"/>
              </a:xfrm>
              <a:custGeom>
                <a:avLst/>
                <a:gdLst>
                  <a:gd name="connsiteX0" fmla="*/ 4488 w 9095"/>
                  <a:gd name="connsiteY0" fmla="*/ 309 h 2112"/>
                  <a:gd name="connsiteX1" fmla="*/ 4608 w 9095"/>
                  <a:gd name="connsiteY1" fmla="*/ 1818 h 2112"/>
                  <a:gd name="connsiteX2" fmla="*/ 4488 w 9095"/>
                  <a:gd name="connsiteY2" fmla="*/ 309 h 2112"/>
                </a:gdLst>
                <a:ahLst/>
                <a:cxnLst>
                  <a:cxn ang="0">
                    <a:pos x="connsiteX0" y="connsiteY0"/>
                  </a:cxn>
                  <a:cxn ang="0">
                    <a:pos x="connsiteX1" y="connsiteY1"/>
                  </a:cxn>
                  <a:cxn ang="0">
                    <a:pos x="connsiteX2" y="connsiteY2"/>
                  </a:cxn>
                </a:cxnLst>
                <a:rect l="l" t="t" r="r" b="b"/>
                <a:pathLst>
                  <a:path w="9095" h="2112">
                    <a:moveTo>
                      <a:pt x="4488" y="309"/>
                    </a:moveTo>
                    <a:cubicBezTo>
                      <a:pt x="-1502" y="1178"/>
                      <a:pt x="-1530" y="2773"/>
                      <a:pt x="4608" y="1818"/>
                    </a:cubicBezTo>
                    <a:cubicBezTo>
                      <a:pt x="10591" y="921"/>
                      <a:pt x="10631" y="-674"/>
                      <a:pt x="4488" y="3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4" name="Freeform: Shape 2343">
                <a:extLst>
                  <a:ext uri="{FF2B5EF4-FFF2-40B4-BE49-F238E27FC236}">
                    <a16:creationId xmlns:a16="http://schemas.microsoft.com/office/drawing/2014/main" id="{37312576-9FA3-7C1D-D837-9C482D87224F}"/>
                  </a:ext>
                </a:extLst>
              </p:cNvPr>
              <p:cNvSpPr/>
              <p:nvPr/>
            </p:nvSpPr>
            <p:spPr>
              <a:xfrm>
                <a:off x="5441829" y="6777576"/>
                <a:ext cx="10476" cy="2758"/>
              </a:xfrm>
              <a:custGeom>
                <a:avLst/>
                <a:gdLst>
                  <a:gd name="connsiteX0" fmla="*/ 5154 w 10476"/>
                  <a:gd name="connsiteY0" fmla="*/ 2 h 2758"/>
                  <a:gd name="connsiteX1" fmla="*/ 5331 w 10476"/>
                  <a:gd name="connsiteY1" fmla="*/ 2757 h 2758"/>
                  <a:gd name="connsiteX2" fmla="*/ 5154 w 10476"/>
                  <a:gd name="connsiteY2" fmla="*/ 2 h 2758"/>
                </a:gdLst>
                <a:ahLst/>
                <a:cxnLst>
                  <a:cxn ang="0">
                    <a:pos x="connsiteX0" y="connsiteY0"/>
                  </a:cxn>
                  <a:cxn ang="0">
                    <a:pos x="connsiteX1" y="connsiteY1"/>
                  </a:cxn>
                  <a:cxn ang="0">
                    <a:pos x="connsiteX2" y="connsiteY2"/>
                  </a:cxn>
                </a:cxnLst>
                <a:rect l="l" t="t" r="r" b="b"/>
                <a:pathLst>
                  <a:path w="10476" h="2758">
                    <a:moveTo>
                      <a:pt x="5154" y="2"/>
                    </a:moveTo>
                    <a:cubicBezTo>
                      <a:pt x="-1972" y="-89"/>
                      <a:pt x="-1515" y="2757"/>
                      <a:pt x="5331" y="2757"/>
                    </a:cubicBezTo>
                    <a:cubicBezTo>
                      <a:pt x="12441" y="2820"/>
                      <a:pt x="11995" y="-15"/>
                      <a:pt x="5154"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5" name="Freeform: Shape 2344">
                <a:extLst>
                  <a:ext uri="{FF2B5EF4-FFF2-40B4-BE49-F238E27FC236}">
                    <a16:creationId xmlns:a16="http://schemas.microsoft.com/office/drawing/2014/main" id="{5ECF9184-B768-59D4-965F-46BBF735F515}"/>
                  </a:ext>
                </a:extLst>
              </p:cNvPr>
              <p:cNvSpPr/>
              <p:nvPr/>
            </p:nvSpPr>
            <p:spPr>
              <a:xfrm>
                <a:off x="5427334" y="6713739"/>
                <a:ext cx="9309" cy="1313"/>
              </a:xfrm>
              <a:custGeom>
                <a:avLst/>
                <a:gdLst>
                  <a:gd name="connsiteX0" fmla="*/ 4601 w 9309"/>
                  <a:gd name="connsiteY0" fmla="*/ 529 h 1313"/>
                  <a:gd name="connsiteX1" fmla="*/ 4710 w 9309"/>
                  <a:gd name="connsiteY1" fmla="*/ 809 h 1313"/>
                  <a:gd name="connsiteX2" fmla="*/ 4601 w 9309"/>
                  <a:gd name="connsiteY2" fmla="*/ 529 h 1313"/>
                </a:gdLst>
                <a:ahLst/>
                <a:cxnLst>
                  <a:cxn ang="0">
                    <a:pos x="connsiteX0" y="connsiteY0"/>
                  </a:cxn>
                  <a:cxn ang="0">
                    <a:pos x="connsiteX1" y="connsiteY1"/>
                  </a:cxn>
                  <a:cxn ang="0">
                    <a:pos x="connsiteX2" y="connsiteY2"/>
                  </a:cxn>
                </a:cxnLst>
                <a:rect l="l" t="t" r="r" b="b"/>
                <a:pathLst>
                  <a:path w="9309" h="1313">
                    <a:moveTo>
                      <a:pt x="4601" y="529"/>
                    </a:moveTo>
                    <a:cubicBezTo>
                      <a:pt x="-1651" y="1368"/>
                      <a:pt x="-1451" y="1643"/>
                      <a:pt x="4710" y="809"/>
                    </a:cubicBezTo>
                    <a:cubicBezTo>
                      <a:pt x="10962" y="-54"/>
                      <a:pt x="10756" y="-346"/>
                      <a:pt x="4601" y="5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6" name="Freeform: Shape 2345">
                <a:extLst>
                  <a:ext uri="{FF2B5EF4-FFF2-40B4-BE49-F238E27FC236}">
                    <a16:creationId xmlns:a16="http://schemas.microsoft.com/office/drawing/2014/main" id="{951D1730-6B5D-0005-F411-0D8253A7B30A}"/>
                  </a:ext>
                </a:extLst>
              </p:cNvPr>
              <p:cNvSpPr/>
              <p:nvPr/>
            </p:nvSpPr>
            <p:spPr>
              <a:xfrm>
                <a:off x="5430415" y="6713216"/>
                <a:ext cx="9571" cy="871"/>
              </a:xfrm>
              <a:custGeom>
                <a:avLst/>
                <a:gdLst>
                  <a:gd name="connsiteX0" fmla="*/ 4732 w 9571"/>
                  <a:gd name="connsiteY0" fmla="*/ 548 h 871"/>
                  <a:gd name="connsiteX1" fmla="*/ 4841 w 9571"/>
                  <a:gd name="connsiteY1" fmla="*/ 342 h 871"/>
                  <a:gd name="connsiteX2" fmla="*/ 4732 w 9571"/>
                  <a:gd name="connsiteY2" fmla="*/ 548 h 871"/>
                </a:gdLst>
                <a:ahLst/>
                <a:cxnLst>
                  <a:cxn ang="0">
                    <a:pos x="connsiteX0" y="connsiteY0"/>
                  </a:cxn>
                  <a:cxn ang="0">
                    <a:pos x="connsiteX1" y="connsiteY1"/>
                  </a:cxn>
                  <a:cxn ang="0">
                    <a:pos x="connsiteX2" y="connsiteY2"/>
                  </a:cxn>
                </a:cxnLst>
                <a:rect l="l" t="t" r="r" b="b"/>
                <a:pathLst>
                  <a:path w="9571" h="871">
                    <a:moveTo>
                      <a:pt x="4732" y="548"/>
                    </a:moveTo>
                    <a:cubicBezTo>
                      <a:pt x="-1726" y="1114"/>
                      <a:pt x="-1463" y="868"/>
                      <a:pt x="4841" y="342"/>
                    </a:cubicBezTo>
                    <a:cubicBezTo>
                      <a:pt x="11305" y="-240"/>
                      <a:pt x="11025" y="-18"/>
                      <a:pt x="4732" y="5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7" name="Freeform: Shape 2346">
                <a:extLst>
                  <a:ext uri="{FF2B5EF4-FFF2-40B4-BE49-F238E27FC236}">
                    <a16:creationId xmlns:a16="http://schemas.microsoft.com/office/drawing/2014/main" id="{F690FB5F-9D7C-7F93-7B78-370711F93AD5}"/>
                  </a:ext>
                </a:extLst>
              </p:cNvPr>
              <p:cNvSpPr/>
              <p:nvPr/>
            </p:nvSpPr>
            <p:spPr>
              <a:xfrm>
                <a:off x="5451472" y="6992793"/>
                <a:ext cx="11147" cy="3842"/>
              </a:xfrm>
              <a:custGeom>
                <a:avLst/>
                <a:gdLst>
                  <a:gd name="connsiteX0" fmla="*/ 5501 w 11147"/>
                  <a:gd name="connsiteY0" fmla="*/ 1 h 3842"/>
                  <a:gd name="connsiteX1" fmla="*/ 5650 w 11147"/>
                  <a:gd name="connsiteY1" fmla="*/ 3841 h 3842"/>
                  <a:gd name="connsiteX2" fmla="*/ 5501 w 11147"/>
                  <a:gd name="connsiteY2" fmla="*/ 1 h 3842"/>
                </a:gdLst>
                <a:ahLst/>
                <a:cxnLst>
                  <a:cxn ang="0">
                    <a:pos x="connsiteX0" y="connsiteY0"/>
                  </a:cxn>
                  <a:cxn ang="0">
                    <a:pos x="connsiteX1" y="connsiteY1"/>
                  </a:cxn>
                  <a:cxn ang="0">
                    <a:pos x="connsiteX2" y="connsiteY2"/>
                  </a:cxn>
                </a:cxnLst>
                <a:rect l="l" t="t" r="r" b="b"/>
                <a:pathLst>
                  <a:path w="11147" h="3842">
                    <a:moveTo>
                      <a:pt x="5501" y="1"/>
                    </a:moveTo>
                    <a:cubicBezTo>
                      <a:pt x="-2025" y="-28"/>
                      <a:pt x="-1688" y="3915"/>
                      <a:pt x="5650" y="3841"/>
                    </a:cubicBezTo>
                    <a:cubicBezTo>
                      <a:pt x="13176" y="3876"/>
                      <a:pt x="12828" y="-68"/>
                      <a:pt x="5501"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8" name="Freeform: Shape 2347">
                <a:extLst>
                  <a:ext uri="{FF2B5EF4-FFF2-40B4-BE49-F238E27FC236}">
                    <a16:creationId xmlns:a16="http://schemas.microsoft.com/office/drawing/2014/main" id="{AFBF31C8-C10D-6466-F5E1-B4D3200E06FE}"/>
                  </a:ext>
                </a:extLst>
              </p:cNvPr>
              <p:cNvSpPr/>
              <p:nvPr/>
            </p:nvSpPr>
            <p:spPr>
              <a:xfrm>
                <a:off x="5465990" y="7378738"/>
                <a:ext cx="12334" cy="4706"/>
              </a:xfrm>
              <a:custGeom>
                <a:avLst/>
                <a:gdLst>
                  <a:gd name="connsiteX0" fmla="*/ 6065 w 12334"/>
                  <a:gd name="connsiteY0" fmla="*/ 1 h 4706"/>
                  <a:gd name="connsiteX1" fmla="*/ 6276 w 12334"/>
                  <a:gd name="connsiteY1" fmla="*/ 4705 h 4706"/>
                  <a:gd name="connsiteX2" fmla="*/ 6065 w 12334"/>
                  <a:gd name="connsiteY2" fmla="*/ 1 h 4706"/>
                </a:gdLst>
                <a:ahLst/>
                <a:cxnLst>
                  <a:cxn ang="0">
                    <a:pos x="connsiteX0" y="connsiteY0"/>
                  </a:cxn>
                  <a:cxn ang="0">
                    <a:pos x="connsiteX1" y="connsiteY1"/>
                  </a:cxn>
                  <a:cxn ang="0">
                    <a:pos x="connsiteX2" y="connsiteY2"/>
                  </a:cxn>
                </a:cxnLst>
                <a:rect l="l" t="t" r="r" b="b"/>
                <a:pathLst>
                  <a:path w="12334" h="4706">
                    <a:moveTo>
                      <a:pt x="6065" y="1"/>
                    </a:moveTo>
                    <a:cubicBezTo>
                      <a:pt x="-2290" y="-27"/>
                      <a:pt x="-1816" y="4796"/>
                      <a:pt x="6276" y="4705"/>
                    </a:cubicBezTo>
                    <a:cubicBezTo>
                      <a:pt x="14637" y="4727"/>
                      <a:pt x="14134" y="-90"/>
                      <a:pt x="6065"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9" name="Freeform: Shape 2348">
                <a:extLst>
                  <a:ext uri="{FF2B5EF4-FFF2-40B4-BE49-F238E27FC236}">
                    <a16:creationId xmlns:a16="http://schemas.microsoft.com/office/drawing/2014/main" id="{8E2C52D4-FA74-EE63-608A-460ED31C2C85}"/>
                  </a:ext>
                </a:extLst>
              </p:cNvPr>
              <p:cNvSpPr/>
              <p:nvPr/>
            </p:nvSpPr>
            <p:spPr>
              <a:xfrm>
                <a:off x="5460431" y="7241263"/>
                <a:ext cx="11917" cy="4391"/>
              </a:xfrm>
              <a:custGeom>
                <a:avLst/>
                <a:gdLst>
                  <a:gd name="connsiteX0" fmla="*/ 5874 w 11917"/>
                  <a:gd name="connsiteY0" fmla="*/ 1 h 4391"/>
                  <a:gd name="connsiteX1" fmla="*/ 6046 w 11917"/>
                  <a:gd name="connsiteY1" fmla="*/ 4391 h 4391"/>
                  <a:gd name="connsiteX2" fmla="*/ 5874 w 11917"/>
                  <a:gd name="connsiteY2" fmla="*/ 1 h 4391"/>
                </a:gdLst>
                <a:ahLst/>
                <a:cxnLst>
                  <a:cxn ang="0">
                    <a:pos x="connsiteX0" y="connsiteY0"/>
                  </a:cxn>
                  <a:cxn ang="0">
                    <a:pos x="connsiteX1" y="connsiteY1"/>
                  </a:cxn>
                  <a:cxn ang="0">
                    <a:pos x="connsiteX2" y="connsiteY2"/>
                  </a:cxn>
                </a:cxnLst>
                <a:rect l="l" t="t" r="r" b="b"/>
                <a:pathLst>
                  <a:path w="11917" h="4391">
                    <a:moveTo>
                      <a:pt x="5874" y="1"/>
                    </a:moveTo>
                    <a:cubicBezTo>
                      <a:pt x="-2184" y="-28"/>
                      <a:pt x="-1784" y="4470"/>
                      <a:pt x="6046" y="4391"/>
                    </a:cubicBezTo>
                    <a:cubicBezTo>
                      <a:pt x="14109" y="4419"/>
                      <a:pt x="13692" y="-79"/>
                      <a:pt x="5874"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0" name="Freeform: Shape 2349">
                <a:extLst>
                  <a:ext uri="{FF2B5EF4-FFF2-40B4-BE49-F238E27FC236}">
                    <a16:creationId xmlns:a16="http://schemas.microsoft.com/office/drawing/2014/main" id="{A1C7C9BF-0AC3-6328-8F45-B753D53B80A1}"/>
                  </a:ext>
                </a:extLst>
              </p:cNvPr>
              <p:cNvSpPr/>
              <p:nvPr/>
            </p:nvSpPr>
            <p:spPr>
              <a:xfrm>
                <a:off x="5455779" y="7112893"/>
                <a:ext cx="11516" cy="4105"/>
              </a:xfrm>
              <a:custGeom>
                <a:avLst/>
                <a:gdLst>
                  <a:gd name="connsiteX0" fmla="*/ 5686 w 11516"/>
                  <a:gd name="connsiteY0" fmla="*/ 1 h 4105"/>
                  <a:gd name="connsiteX1" fmla="*/ 5834 w 11516"/>
                  <a:gd name="connsiteY1" fmla="*/ 4104 h 4105"/>
                  <a:gd name="connsiteX2" fmla="*/ 5686 w 11516"/>
                  <a:gd name="connsiteY2" fmla="*/ 1 h 4105"/>
                </a:gdLst>
                <a:ahLst/>
                <a:cxnLst>
                  <a:cxn ang="0">
                    <a:pos x="connsiteX0" y="connsiteY0"/>
                  </a:cxn>
                  <a:cxn ang="0">
                    <a:pos x="connsiteX1" y="connsiteY1"/>
                  </a:cxn>
                  <a:cxn ang="0">
                    <a:pos x="connsiteX2" y="connsiteY2"/>
                  </a:cxn>
                </a:cxnLst>
                <a:rect l="l" t="t" r="r" b="b"/>
                <a:pathLst>
                  <a:path w="11516" h="4105">
                    <a:moveTo>
                      <a:pt x="5686" y="1"/>
                    </a:moveTo>
                    <a:cubicBezTo>
                      <a:pt x="-2098" y="-28"/>
                      <a:pt x="-1738" y="4179"/>
                      <a:pt x="5834" y="4104"/>
                    </a:cubicBezTo>
                    <a:cubicBezTo>
                      <a:pt x="13618" y="4133"/>
                      <a:pt x="13247" y="-73"/>
                      <a:pt x="5686"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1" name="Freeform: Shape 2350">
                <a:extLst>
                  <a:ext uri="{FF2B5EF4-FFF2-40B4-BE49-F238E27FC236}">
                    <a16:creationId xmlns:a16="http://schemas.microsoft.com/office/drawing/2014/main" id="{7B17A4F9-F288-22F9-89D7-406001962217}"/>
                  </a:ext>
                </a:extLst>
              </p:cNvPr>
              <p:cNvSpPr/>
              <p:nvPr/>
            </p:nvSpPr>
            <p:spPr>
              <a:xfrm>
                <a:off x="5446978" y="6880133"/>
                <a:ext cx="10796" cy="3613"/>
              </a:xfrm>
              <a:custGeom>
                <a:avLst/>
                <a:gdLst>
                  <a:gd name="connsiteX0" fmla="*/ 5320 w 10796"/>
                  <a:gd name="connsiteY0" fmla="*/ 1 h 3613"/>
                  <a:gd name="connsiteX1" fmla="*/ 5485 w 10796"/>
                  <a:gd name="connsiteY1" fmla="*/ 3613 h 3613"/>
                  <a:gd name="connsiteX2" fmla="*/ 5320 w 10796"/>
                  <a:gd name="connsiteY2" fmla="*/ 1 h 3613"/>
                </a:gdLst>
                <a:ahLst/>
                <a:cxnLst>
                  <a:cxn ang="0">
                    <a:pos x="connsiteX0" y="connsiteY0"/>
                  </a:cxn>
                  <a:cxn ang="0">
                    <a:pos x="connsiteX1" y="connsiteY1"/>
                  </a:cxn>
                  <a:cxn ang="0">
                    <a:pos x="connsiteX2" y="connsiteY2"/>
                  </a:cxn>
                </a:cxnLst>
                <a:rect l="l" t="t" r="r" b="b"/>
                <a:pathLst>
                  <a:path w="10796" h="3613">
                    <a:moveTo>
                      <a:pt x="5320" y="1"/>
                    </a:moveTo>
                    <a:cubicBezTo>
                      <a:pt x="-1984" y="-28"/>
                      <a:pt x="-1613" y="3681"/>
                      <a:pt x="5485" y="3613"/>
                    </a:cubicBezTo>
                    <a:cubicBezTo>
                      <a:pt x="12783" y="3636"/>
                      <a:pt x="12400" y="-68"/>
                      <a:pt x="5320"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2" name="Freeform: Shape 2351">
                <a:extLst>
                  <a:ext uri="{FF2B5EF4-FFF2-40B4-BE49-F238E27FC236}">
                    <a16:creationId xmlns:a16="http://schemas.microsoft.com/office/drawing/2014/main" id="{E880374D-C9E2-2070-7A07-16AB40588267}"/>
                  </a:ext>
                </a:extLst>
              </p:cNvPr>
              <p:cNvSpPr/>
              <p:nvPr/>
            </p:nvSpPr>
            <p:spPr>
              <a:xfrm>
                <a:off x="5437292" y="6723042"/>
                <a:ext cx="10141" cy="1033"/>
              </a:xfrm>
              <a:custGeom>
                <a:avLst/>
                <a:gdLst>
                  <a:gd name="connsiteX0" fmla="*/ 5005 w 10141"/>
                  <a:gd name="connsiteY0" fmla="*/ 3 h 1033"/>
                  <a:gd name="connsiteX1" fmla="*/ 5142 w 10141"/>
                  <a:gd name="connsiteY1" fmla="*/ 1032 h 1033"/>
                  <a:gd name="connsiteX2" fmla="*/ 5005 w 10141"/>
                  <a:gd name="connsiteY2" fmla="*/ 3 h 1033"/>
                </a:gdLst>
                <a:ahLst/>
                <a:cxnLst>
                  <a:cxn ang="0">
                    <a:pos x="connsiteX0" y="connsiteY0"/>
                  </a:cxn>
                  <a:cxn ang="0">
                    <a:pos x="connsiteX1" y="connsiteY1"/>
                  </a:cxn>
                  <a:cxn ang="0">
                    <a:pos x="connsiteX2" y="connsiteY2"/>
                  </a:cxn>
                </a:cxnLst>
                <a:rect l="l" t="t" r="r" b="b"/>
                <a:pathLst>
                  <a:path w="10141" h="1033">
                    <a:moveTo>
                      <a:pt x="5005" y="3"/>
                    </a:moveTo>
                    <a:cubicBezTo>
                      <a:pt x="-1911" y="-65"/>
                      <a:pt x="-1465" y="1004"/>
                      <a:pt x="5142" y="1032"/>
                    </a:cubicBezTo>
                    <a:cubicBezTo>
                      <a:pt x="12051" y="1083"/>
                      <a:pt x="11605" y="3"/>
                      <a:pt x="5005"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3" name="Freeform: Shape 2352">
                <a:extLst>
                  <a:ext uri="{FF2B5EF4-FFF2-40B4-BE49-F238E27FC236}">
                    <a16:creationId xmlns:a16="http://schemas.microsoft.com/office/drawing/2014/main" id="{7935A1FA-3ECA-5A27-6329-485B455A585D}"/>
                  </a:ext>
                </a:extLst>
              </p:cNvPr>
              <p:cNvSpPr/>
              <p:nvPr/>
            </p:nvSpPr>
            <p:spPr>
              <a:xfrm>
                <a:off x="5410609" y="5635628"/>
                <a:ext cx="7581" cy="255"/>
              </a:xfrm>
              <a:custGeom>
                <a:avLst/>
                <a:gdLst>
                  <a:gd name="connsiteX0" fmla="*/ 3684 w 7581"/>
                  <a:gd name="connsiteY0" fmla="*/ 167 h 255"/>
                  <a:gd name="connsiteX1" fmla="*/ 7582 w 7581"/>
                  <a:gd name="connsiteY1" fmla="*/ 1 h 255"/>
                  <a:gd name="connsiteX2" fmla="*/ 3684 w 7581"/>
                  <a:gd name="connsiteY2" fmla="*/ 167 h 255"/>
                </a:gdLst>
                <a:ahLst/>
                <a:cxnLst>
                  <a:cxn ang="0">
                    <a:pos x="connsiteX0" y="connsiteY0"/>
                  </a:cxn>
                  <a:cxn ang="0">
                    <a:pos x="connsiteX1" y="connsiteY1"/>
                  </a:cxn>
                  <a:cxn ang="0">
                    <a:pos x="connsiteX2" y="connsiteY2"/>
                  </a:cxn>
                </a:cxnLst>
                <a:rect l="l" t="t" r="r" b="b"/>
                <a:pathLst>
                  <a:path w="7581" h="255">
                    <a:moveTo>
                      <a:pt x="3684" y="167"/>
                    </a:moveTo>
                    <a:cubicBezTo>
                      <a:pt x="-6060" y="447"/>
                      <a:pt x="6484" y="-27"/>
                      <a:pt x="7582" y="1"/>
                    </a:cubicBezTo>
                    <a:cubicBezTo>
                      <a:pt x="7513" y="13"/>
                      <a:pt x="5770" y="93"/>
                      <a:pt x="3684" y="1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4" name="Freeform: Shape 2353">
                <a:extLst>
                  <a:ext uri="{FF2B5EF4-FFF2-40B4-BE49-F238E27FC236}">
                    <a16:creationId xmlns:a16="http://schemas.microsoft.com/office/drawing/2014/main" id="{48A8222B-2CE4-C1F8-9708-2754F0ECB8A7}"/>
                  </a:ext>
                </a:extLst>
              </p:cNvPr>
              <p:cNvSpPr/>
              <p:nvPr/>
            </p:nvSpPr>
            <p:spPr>
              <a:xfrm>
                <a:off x="5417229" y="5637125"/>
                <a:ext cx="7774" cy="699"/>
              </a:xfrm>
              <a:custGeom>
                <a:avLst/>
                <a:gdLst>
                  <a:gd name="connsiteX0" fmla="*/ 3814 w 7774"/>
                  <a:gd name="connsiteY0" fmla="*/ 230 h 699"/>
                  <a:gd name="connsiteX1" fmla="*/ 7775 w 7774"/>
                  <a:gd name="connsiteY1" fmla="*/ 682 h 699"/>
                  <a:gd name="connsiteX2" fmla="*/ 3814 w 7774"/>
                  <a:gd name="connsiteY2" fmla="*/ 230 h 699"/>
                </a:gdLst>
                <a:ahLst/>
                <a:cxnLst>
                  <a:cxn ang="0">
                    <a:pos x="connsiteX0" y="connsiteY0"/>
                  </a:cxn>
                  <a:cxn ang="0">
                    <a:pos x="connsiteX1" y="connsiteY1"/>
                  </a:cxn>
                  <a:cxn ang="0">
                    <a:pos x="connsiteX2" y="connsiteY2"/>
                  </a:cxn>
                </a:cxnLst>
                <a:rect l="l" t="t" r="r" b="b"/>
                <a:pathLst>
                  <a:path w="7774" h="699">
                    <a:moveTo>
                      <a:pt x="3814" y="230"/>
                    </a:moveTo>
                    <a:cubicBezTo>
                      <a:pt x="-6279" y="-535"/>
                      <a:pt x="6735" y="870"/>
                      <a:pt x="7775" y="682"/>
                    </a:cubicBezTo>
                    <a:cubicBezTo>
                      <a:pt x="7712" y="607"/>
                      <a:pt x="5940" y="407"/>
                      <a:pt x="3814" y="2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5" name="Freeform: Shape 2354">
                <a:extLst>
                  <a:ext uri="{FF2B5EF4-FFF2-40B4-BE49-F238E27FC236}">
                    <a16:creationId xmlns:a16="http://schemas.microsoft.com/office/drawing/2014/main" id="{94C74ED1-E1A4-E8B0-DAFB-17B678F3B1FC}"/>
                  </a:ext>
                </a:extLst>
              </p:cNvPr>
              <p:cNvSpPr/>
              <p:nvPr/>
            </p:nvSpPr>
            <p:spPr>
              <a:xfrm>
                <a:off x="5403897" y="5637384"/>
                <a:ext cx="7447" cy="1211"/>
              </a:xfrm>
              <a:custGeom>
                <a:avLst/>
                <a:gdLst>
                  <a:gd name="connsiteX0" fmla="*/ 3624 w 7447"/>
                  <a:gd name="connsiteY0" fmla="*/ 623 h 1211"/>
                  <a:gd name="connsiteX1" fmla="*/ 7448 w 7447"/>
                  <a:gd name="connsiteY1" fmla="*/ 0 h 1211"/>
                  <a:gd name="connsiteX2" fmla="*/ 3624 w 7447"/>
                  <a:gd name="connsiteY2" fmla="*/ 623 h 1211"/>
                </a:gdLst>
                <a:ahLst/>
                <a:cxnLst>
                  <a:cxn ang="0">
                    <a:pos x="connsiteX0" y="connsiteY0"/>
                  </a:cxn>
                  <a:cxn ang="0">
                    <a:pos x="connsiteX1" y="connsiteY1"/>
                  </a:cxn>
                  <a:cxn ang="0">
                    <a:pos x="connsiteX2" y="connsiteY2"/>
                  </a:cxn>
                </a:cxnLst>
                <a:rect l="l" t="t" r="r" b="b"/>
                <a:pathLst>
                  <a:path w="7447" h="1211">
                    <a:moveTo>
                      <a:pt x="3624" y="623"/>
                    </a:moveTo>
                    <a:cubicBezTo>
                      <a:pt x="-5960" y="2160"/>
                      <a:pt x="6373" y="228"/>
                      <a:pt x="7448" y="0"/>
                    </a:cubicBezTo>
                    <a:cubicBezTo>
                      <a:pt x="7391" y="0"/>
                      <a:pt x="5682" y="286"/>
                      <a:pt x="3624" y="6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6" name="Freeform: Shape 2355">
                <a:extLst>
                  <a:ext uri="{FF2B5EF4-FFF2-40B4-BE49-F238E27FC236}">
                    <a16:creationId xmlns:a16="http://schemas.microsoft.com/office/drawing/2014/main" id="{231F0343-A8ED-776E-7CBA-543AA68FF6BB}"/>
                  </a:ext>
                </a:extLst>
              </p:cNvPr>
              <p:cNvSpPr/>
              <p:nvPr/>
            </p:nvSpPr>
            <p:spPr>
              <a:xfrm>
                <a:off x="5420088" y="6563254"/>
                <a:ext cx="9190" cy="8928"/>
              </a:xfrm>
              <a:custGeom>
                <a:avLst/>
                <a:gdLst>
                  <a:gd name="connsiteX0" fmla="*/ 4515 w 9190"/>
                  <a:gd name="connsiteY0" fmla="*/ 0 h 8928"/>
                  <a:gd name="connsiteX1" fmla="*/ 0 w 9190"/>
                  <a:gd name="connsiteY1" fmla="*/ 5058 h 8928"/>
                  <a:gd name="connsiteX2" fmla="*/ 4515 w 9190"/>
                  <a:gd name="connsiteY2" fmla="*/ 0 h 8928"/>
                </a:gdLst>
                <a:ahLst/>
                <a:cxnLst>
                  <a:cxn ang="0">
                    <a:pos x="connsiteX0" y="connsiteY0"/>
                  </a:cxn>
                  <a:cxn ang="0">
                    <a:pos x="connsiteX1" y="connsiteY1"/>
                  </a:cxn>
                  <a:cxn ang="0">
                    <a:pos x="connsiteX2" y="connsiteY2"/>
                  </a:cxn>
                </a:cxnLst>
                <a:rect l="l" t="t" r="r" b="b"/>
                <a:pathLst>
                  <a:path w="9190" h="8928">
                    <a:moveTo>
                      <a:pt x="4515" y="0"/>
                    </a:moveTo>
                    <a:cubicBezTo>
                      <a:pt x="1989" y="371"/>
                      <a:pt x="-28" y="2646"/>
                      <a:pt x="0" y="5058"/>
                    </a:cubicBezTo>
                    <a:cubicBezTo>
                      <a:pt x="2321" y="15967"/>
                      <a:pt x="16322" y="394"/>
                      <a:pt x="451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7" name="Freeform: Shape 2356">
                <a:extLst>
                  <a:ext uri="{FF2B5EF4-FFF2-40B4-BE49-F238E27FC236}">
                    <a16:creationId xmlns:a16="http://schemas.microsoft.com/office/drawing/2014/main" id="{1E553141-2FD2-2F3C-DB91-5F8B6C6CEE85}"/>
                  </a:ext>
                </a:extLst>
              </p:cNvPr>
              <p:cNvSpPr/>
              <p:nvPr/>
            </p:nvSpPr>
            <p:spPr>
              <a:xfrm>
                <a:off x="5398241" y="5631711"/>
                <a:ext cx="7062" cy="1813"/>
              </a:xfrm>
              <a:custGeom>
                <a:avLst/>
                <a:gdLst>
                  <a:gd name="connsiteX0" fmla="*/ 3451 w 7062"/>
                  <a:gd name="connsiteY0" fmla="*/ 706 h 1813"/>
                  <a:gd name="connsiteX1" fmla="*/ 3616 w 7062"/>
                  <a:gd name="connsiteY1" fmla="*/ 1135 h 1813"/>
                  <a:gd name="connsiteX2" fmla="*/ 3451 w 7062"/>
                  <a:gd name="connsiteY2" fmla="*/ 706 h 1813"/>
                </a:gdLst>
                <a:ahLst/>
                <a:cxnLst>
                  <a:cxn ang="0">
                    <a:pos x="connsiteX0" y="connsiteY0"/>
                  </a:cxn>
                  <a:cxn ang="0">
                    <a:pos x="connsiteX1" y="connsiteY1"/>
                  </a:cxn>
                  <a:cxn ang="0">
                    <a:pos x="connsiteX2" y="connsiteY2"/>
                  </a:cxn>
                </a:cxnLst>
                <a:rect l="l" t="t" r="r" b="b"/>
                <a:pathLst>
                  <a:path w="7062" h="1813">
                    <a:moveTo>
                      <a:pt x="3451" y="706"/>
                    </a:moveTo>
                    <a:cubicBezTo>
                      <a:pt x="-1299" y="1861"/>
                      <a:pt x="-1053" y="2284"/>
                      <a:pt x="3616" y="1135"/>
                    </a:cubicBezTo>
                    <a:cubicBezTo>
                      <a:pt x="8360" y="-48"/>
                      <a:pt x="8114" y="-488"/>
                      <a:pt x="3451" y="70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8" name="Freeform: Shape 2357">
                <a:extLst>
                  <a:ext uri="{FF2B5EF4-FFF2-40B4-BE49-F238E27FC236}">
                    <a16:creationId xmlns:a16="http://schemas.microsoft.com/office/drawing/2014/main" id="{158FA345-ACA8-520E-54B4-3E445077F079}"/>
                  </a:ext>
                </a:extLst>
              </p:cNvPr>
              <p:cNvSpPr/>
              <p:nvPr/>
            </p:nvSpPr>
            <p:spPr>
              <a:xfrm>
                <a:off x="5422858" y="5654055"/>
                <a:ext cx="7974" cy="1424"/>
              </a:xfrm>
              <a:custGeom>
                <a:avLst/>
                <a:gdLst>
                  <a:gd name="connsiteX0" fmla="*/ 3963 w 7974"/>
                  <a:gd name="connsiteY0" fmla="*/ 211 h 1424"/>
                  <a:gd name="connsiteX1" fmla="*/ 7974 w 7974"/>
                  <a:gd name="connsiteY1" fmla="*/ 1222 h 1424"/>
                  <a:gd name="connsiteX2" fmla="*/ 3963 w 7974"/>
                  <a:gd name="connsiteY2" fmla="*/ 211 h 1424"/>
                </a:gdLst>
                <a:ahLst/>
                <a:cxnLst>
                  <a:cxn ang="0">
                    <a:pos x="connsiteX0" y="connsiteY0"/>
                  </a:cxn>
                  <a:cxn ang="0">
                    <a:pos x="connsiteX1" y="connsiteY1"/>
                  </a:cxn>
                  <a:cxn ang="0">
                    <a:pos x="connsiteX2" y="connsiteY2"/>
                  </a:cxn>
                </a:cxnLst>
                <a:rect l="l" t="t" r="r" b="b"/>
                <a:pathLst>
                  <a:path w="7974" h="1424">
                    <a:moveTo>
                      <a:pt x="3963" y="211"/>
                    </a:moveTo>
                    <a:cubicBezTo>
                      <a:pt x="-6462" y="-801"/>
                      <a:pt x="6849" y="2211"/>
                      <a:pt x="7974" y="1222"/>
                    </a:cubicBezTo>
                    <a:cubicBezTo>
                      <a:pt x="7929" y="960"/>
                      <a:pt x="6134" y="502"/>
                      <a:pt x="3963" y="2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9" name="Freeform: Shape 2358">
                <a:extLst>
                  <a:ext uri="{FF2B5EF4-FFF2-40B4-BE49-F238E27FC236}">
                    <a16:creationId xmlns:a16="http://schemas.microsoft.com/office/drawing/2014/main" id="{19BD1199-A331-FAB4-0A55-6BB4147CCC9F}"/>
                  </a:ext>
                </a:extLst>
              </p:cNvPr>
              <p:cNvSpPr/>
              <p:nvPr/>
            </p:nvSpPr>
            <p:spPr>
              <a:xfrm>
                <a:off x="5417116" y="6250648"/>
                <a:ext cx="8642" cy="9409"/>
              </a:xfrm>
              <a:custGeom>
                <a:avLst/>
                <a:gdLst>
                  <a:gd name="connsiteX0" fmla="*/ 4269 w 8642"/>
                  <a:gd name="connsiteY0" fmla="*/ 1 h 9409"/>
                  <a:gd name="connsiteX1" fmla="*/ 4378 w 8642"/>
                  <a:gd name="connsiteY1" fmla="*/ 9408 h 9409"/>
                  <a:gd name="connsiteX2" fmla="*/ 4269 w 8642"/>
                  <a:gd name="connsiteY2" fmla="*/ 1 h 9409"/>
                </a:gdLst>
                <a:ahLst/>
                <a:cxnLst>
                  <a:cxn ang="0">
                    <a:pos x="connsiteX0" y="connsiteY0"/>
                  </a:cxn>
                  <a:cxn ang="0">
                    <a:pos x="connsiteX1" y="connsiteY1"/>
                  </a:cxn>
                  <a:cxn ang="0">
                    <a:pos x="connsiteX2" y="connsiteY2"/>
                  </a:cxn>
                </a:cxnLst>
                <a:rect l="l" t="t" r="r" b="b"/>
                <a:pathLst>
                  <a:path w="8642" h="9409">
                    <a:moveTo>
                      <a:pt x="4269" y="1"/>
                    </a:moveTo>
                    <a:cubicBezTo>
                      <a:pt x="-1537" y="-73"/>
                      <a:pt x="-1343" y="9545"/>
                      <a:pt x="4378" y="9408"/>
                    </a:cubicBezTo>
                    <a:cubicBezTo>
                      <a:pt x="10127" y="9437"/>
                      <a:pt x="10036" y="-136"/>
                      <a:pt x="4269"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0" name="Freeform: Shape 2359">
                <a:extLst>
                  <a:ext uri="{FF2B5EF4-FFF2-40B4-BE49-F238E27FC236}">
                    <a16:creationId xmlns:a16="http://schemas.microsoft.com/office/drawing/2014/main" id="{F7D7AF46-F0C1-C9E3-DA0D-1F70CBC9C0F3}"/>
                  </a:ext>
                </a:extLst>
              </p:cNvPr>
              <p:cNvSpPr/>
              <p:nvPr/>
            </p:nvSpPr>
            <p:spPr>
              <a:xfrm>
                <a:off x="5417766" y="5969393"/>
                <a:ext cx="8237" cy="4917"/>
              </a:xfrm>
              <a:custGeom>
                <a:avLst/>
                <a:gdLst>
                  <a:gd name="connsiteX0" fmla="*/ 4209 w 8237"/>
                  <a:gd name="connsiteY0" fmla="*/ 4 h 4917"/>
                  <a:gd name="connsiteX1" fmla="*/ 4037 w 8237"/>
                  <a:gd name="connsiteY1" fmla="*/ 4914 h 4917"/>
                  <a:gd name="connsiteX2" fmla="*/ 4209 w 8237"/>
                  <a:gd name="connsiteY2" fmla="*/ 4 h 4917"/>
                </a:gdLst>
                <a:ahLst/>
                <a:cxnLst>
                  <a:cxn ang="0">
                    <a:pos x="connsiteX0" y="connsiteY0"/>
                  </a:cxn>
                  <a:cxn ang="0">
                    <a:pos x="connsiteX1" y="connsiteY1"/>
                  </a:cxn>
                  <a:cxn ang="0">
                    <a:pos x="connsiteX2" y="connsiteY2"/>
                  </a:cxn>
                </a:cxnLst>
                <a:rect l="l" t="t" r="r" b="b"/>
                <a:pathLst>
                  <a:path w="8237" h="4917">
                    <a:moveTo>
                      <a:pt x="4209" y="4"/>
                    </a:moveTo>
                    <a:cubicBezTo>
                      <a:pt x="-1238" y="-167"/>
                      <a:pt x="-1506" y="4844"/>
                      <a:pt x="4037" y="4914"/>
                    </a:cubicBezTo>
                    <a:cubicBezTo>
                      <a:pt x="9489" y="5084"/>
                      <a:pt x="9724" y="90"/>
                      <a:pt x="4209"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1" name="Freeform: Shape 2360">
                <a:extLst>
                  <a:ext uri="{FF2B5EF4-FFF2-40B4-BE49-F238E27FC236}">
                    <a16:creationId xmlns:a16="http://schemas.microsoft.com/office/drawing/2014/main" id="{8258ACE6-A954-BAD1-1662-03F262A3B8FE}"/>
                  </a:ext>
                </a:extLst>
              </p:cNvPr>
              <p:cNvSpPr/>
              <p:nvPr/>
            </p:nvSpPr>
            <p:spPr>
              <a:xfrm>
                <a:off x="5414519" y="6100486"/>
                <a:ext cx="8431" cy="3421"/>
              </a:xfrm>
              <a:custGeom>
                <a:avLst/>
                <a:gdLst>
                  <a:gd name="connsiteX0" fmla="*/ 4221 w 8431"/>
                  <a:gd name="connsiteY0" fmla="*/ 1 h 3421"/>
                  <a:gd name="connsiteX1" fmla="*/ 4215 w 8431"/>
                  <a:gd name="connsiteY1" fmla="*/ 3419 h 3421"/>
                  <a:gd name="connsiteX2" fmla="*/ 4221 w 8431"/>
                  <a:gd name="connsiteY2" fmla="*/ 1 h 3421"/>
                </a:gdLst>
                <a:ahLst/>
                <a:cxnLst>
                  <a:cxn ang="0">
                    <a:pos x="connsiteX0" y="connsiteY0"/>
                  </a:cxn>
                  <a:cxn ang="0">
                    <a:pos x="connsiteX1" y="connsiteY1"/>
                  </a:cxn>
                  <a:cxn ang="0">
                    <a:pos x="connsiteX2" y="connsiteY2"/>
                  </a:cxn>
                </a:cxnLst>
                <a:rect l="l" t="t" r="r" b="b"/>
                <a:pathLst>
                  <a:path w="8431" h="3421">
                    <a:moveTo>
                      <a:pt x="4221" y="1"/>
                    </a:moveTo>
                    <a:cubicBezTo>
                      <a:pt x="-1369" y="18"/>
                      <a:pt x="-1443" y="3516"/>
                      <a:pt x="4215" y="3419"/>
                    </a:cubicBezTo>
                    <a:cubicBezTo>
                      <a:pt x="9816" y="3419"/>
                      <a:pt x="9855" y="-79"/>
                      <a:pt x="4221"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2" name="Freeform: Shape 2361">
                <a:extLst>
                  <a:ext uri="{FF2B5EF4-FFF2-40B4-BE49-F238E27FC236}">
                    <a16:creationId xmlns:a16="http://schemas.microsoft.com/office/drawing/2014/main" id="{74DBD936-A660-A322-52F6-F0F713AB42D9}"/>
                  </a:ext>
                </a:extLst>
              </p:cNvPr>
              <p:cNvSpPr/>
              <p:nvPr/>
            </p:nvSpPr>
            <p:spPr>
              <a:xfrm>
                <a:off x="5423499" y="5819502"/>
                <a:ext cx="8013" cy="4769"/>
              </a:xfrm>
              <a:custGeom>
                <a:avLst/>
                <a:gdLst>
                  <a:gd name="connsiteX0" fmla="*/ 4093 w 8013"/>
                  <a:gd name="connsiteY0" fmla="*/ 30 h 4769"/>
                  <a:gd name="connsiteX1" fmla="*/ 3927 w 8013"/>
                  <a:gd name="connsiteY1" fmla="*/ 4739 h 4769"/>
                  <a:gd name="connsiteX2" fmla="*/ 4093 w 8013"/>
                  <a:gd name="connsiteY2" fmla="*/ 30 h 4769"/>
                </a:gdLst>
                <a:ahLst/>
                <a:cxnLst>
                  <a:cxn ang="0">
                    <a:pos x="connsiteX0" y="connsiteY0"/>
                  </a:cxn>
                  <a:cxn ang="0">
                    <a:pos x="connsiteX1" y="connsiteY1"/>
                  </a:cxn>
                  <a:cxn ang="0">
                    <a:pos x="connsiteX2" y="connsiteY2"/>
                  </a:cxn>
                </a:cxnLst>
                <a:rect l="l" t="t" r="r" b="b"/>
                <a:pathLst>
                  <a:path w="8013" h="4769">
                    <a:moveTo>
                      <a:pt x="4093" y="30"/>
                    </a:moveTo>
                    <a:cubicBezTo>
                      <a:pt x="-1354" y="-427"/>
                      <a:pt x="-1319" y="4408"/>
                      <a:pt x="3927" y="4739"/>
                    </a:cubicBezTo>
                    <a:cubicBezTo>
                      <a:pt x="9379" y="5191"/>
                      <a:pt x="9316" y="385"/>
                      <a:pt x="4093"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3" name="Freeform: Shape 2362">
                <a:extLst>
                  <a:ext uri="{FF2B5EF4-FFF2-40B4-BE49-F238E27FC236}">
                    <a16:creationId xmlns:a16="http://schemas.microsoft.com/office/drawing/2014/main" id="{20D910D9-3E34-48ED-4C97-DDE45E3D0F62}"/>
                  </a:ext>
                </a:extLst>
              </p:cNvPr>
              <p:cNvSpPr/>
              <p:nvPr/>
            </p:nvSpPr>
            <p:spPr>
              <a:xfrm>
                <a:off x="5426419" y="5702177"/>
                <a:ext cx="7816" cy="2960"/>
              </a:xfrm>
              <a:custGeom>
                <a:avLst/>
                <a:gdLst>
                  <a:gd name="connsiteX0" fmla="*/ 3905 w 7816"/>
                  <a:gd name="connsiteY0" fmla="*/ 72 h 2960"/>
                  <a:gd name="connsiteX1" fmla="*/ 3916 w 7816"/>
                  <a:gd name="connsiteY1" fmla="*/ 2884 h 2960"/>
                  <a:gd name="connsiteX2" fmla="*/ 3905 w 7816"/>
                  <a:gd name="connsiteY2" fmla="*/ 72 h 2960"/>
                </a:gdLst>
                <a:ahLst/>
                <a:cxnLst>
                  <a:cxn ang="0">
                    <a:pos x="connsiteX0" y="connsiteY0"/>
                  </a:cxn>
                  <a:cxn ang="0">
                    <a:pos x="connsiteX1" y="connsiteY1"/>
                  </a:cxn>
                  <a:cxn ang="0">
                    <a:pos x="connsiteX2" y="connsiteY2"/>
                  </a:cxn>
                </a:cxnLst>
                <a:rect l="l" t="t" r="r" b="b"/>
                <a:pathLst>
                  <a:path w="7816" h="2960">
                    <a:moveTo>
                      <a:pt x="3905" y="72"/>
                    </a:moveTo>
                    <a:cubicBezTo>
                      <a:pt x="-1502" y="-493"/>
                      <a:pt x="-1101" y="2427"/>
                      <a:pt x="3916" y="2884"/>
                    </a:cubicBezTo>
                    <a:cubicBezTo>
                      <a:pt x="9323" y="3467"/>
                      <a:pt x="8911" y="535"/>
                      <a:pt x="3905" y="7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4" name="Freeform: Shape 2363">
                <a:extLst>
                  <a:ext uri="{FF2B5EF4-FFF2-40B4-BE49-F238E27FC236}">
                    <a16:creationId xmlns:a16="http://schemas.microsoft.com/office/drawing/2014/main" id="{08A48DC7-AFD2-3379-15BE-9358EC82C3F1}"/>
                  </a:ext>
                </a:extLst>
              </p:cNvPr>
              <p:cNvSpPr/>
              <p:nvPr/>
            </p:nvSpPr>
            <p:spPr>
              <a:xfrm>
                <a:off x="5473416" y="7526107"/>
                <a:ext cx="11943" cy="5124"/>
              </a:xfrm>
              <a:custGeom>
                <a:avLst/>
                <a:gdLst>
                  <a:gd name="connsiteX0" fmla="*/ 5839 w 11943"/>
                  <a:gd name="connsiteY0" fmla="*/ 39 h 5124"/>
                  <a:gd name="connsiteX1" fmla="*/ 6108 w 11943"/>
                  <a:gd name="connsiteY1" fmla="*/ 5085 h 5124"/>
                  <a:gd name="connsiteX2" fmla="*/ 5839 w 11943"/>
                  <a:gd name="connsiteY2" fmla="*/ 39 h 5124"/>
                </a:gdLst>
                <a:ahLst/>
                <a:cxnLst>
                  <a:cxn ang="0">
                    <a:pos x="connsiteX0" y="connsiteY0"/>
                  </a:cxn>
                  <a:cxn ang="0">
                    <a:pos x="connsiteX1" y="connsiteY1"/>
                  </a:cxn>
                  <a:cxn ang="0">
                    <a:pos x="connsiteX2" y="connsiteY2"/>
                  </a:cxn>
                </a:cxnLst>
                <a:rect l="l" t="t" r="r" b="b"/>
                <a:pathLst>
                  <a:path w="11943" h="5124">
                    <a:moveTo>
                      <a:pt x="5839" y="39"/>
                    </a:moveTo>
                    <a:cubicBezTo>
                      <a:pt x="-2316" y="-453"/>
                      <a:pt x="-1653" y="5668"/>
                      <a:pt x="6108" y="5085"/>
                    </a:cubicBezTo>
                    <a:cubicBezTo>
                      <a:pt x="14258" y="5571"/>
                      <a:pt x="13595" y="-544"/>
                      <a:pt x="5839" y="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5" name="Freeform: Shape 2364">
                <a:extLst>
                  <a:ext uri="{FF2B5EF4-FFF2-40B4-BE49-F238E27FC236}">
                    <a16:creationId xmlns:a16="http://schemas.microsoft.com/office/drawing/2014/main" id="{7DAD1DE2-4480-5A94-6879-037162404C28}"/>
                  </a:ext>
                </a:extLst>
              </p:cNvPr>
              <p:cNvSpPr/>
              <p:nvPr/>
            </p:nvSpPr>
            <p:spPr>
              <a:xfrm>
                <a:off x="5198546" y="5637091"/>
                <a:ext cx="6845" cy="2488"/>
              </a:xfrm>
              <a:custGeom>
                <a:avLst/>
                <a:gdLst>
                  <a:gd name="connsiteX0" fmla="*/ 3600 w 6845"/>
                  <a:gd name="connsiteY0" fmla="*/ 550 h 2488"/>
                  <a:gd name="connsiteX1" fmla="*/ 0 w 6845"/>
                  <a:gd name="connsiteY1" fmla="*/ 2328 h 2488"/>
                  <a:gd name="connsiteX2" fmla="*/ 3600 w 6845"/>
                  <a:gd name="connsiteY2" fmla="*/ 550 h 2488"/>
                </a:gdLst>
                <a:ahLst/>
                <a:cxnLst>
                  <a:cxn ang="0">
                    <a:pos x="connsiteX0" y="connsiteY0"/>
                  </a:cxn>
                  <a:cxn ang="0">
                    <a:pos x="connsiteX1" y="connsiteY1"/>
                  </a:cxn>
                  <a:cxn ang="0">
                    <a:pos x="connsiteX2" y="connsiteY2"/>
                  </a:cxn>
                </a:cxnLst>
                <a:rect l="l" t="t" r="r" b="b"/>
                <a:pathLst>
                  <a:path w="6845" h="2488">
                    <a:moveTo>
                      <a:pt x="3600" y="550"/>
                    </a:moveTo>
                    <a:cubicBezTo>
                      <a:pt x="2400" y="973"/>
                      <a:pt x="503" y="1516"/>
                      <a:pt x="0" y="2328"/>
                    </a:cubicBezTo>
                    <a:cubicBezTo>
                      <a:pt x="2406" y="3436"/>
                      <a:pt x="11687" y="-1627"/>
                      <a:pt x="3600" y="5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6" name="Freeform: Shape 2365">
                <a:extLst>
                  <a:ext uri="{FF2B5EF4-FFF2-40B4-BE49-F238E27FC236}">
                    <a16:creationId xmlns:a16="http://schemas.microsoft.com/office/drawing/2014/main" id="{CCF71976-5BB8-BC3E-55BC-69A362F8AE32}"/>
                  </a:ext>
                </a:extLst>
              </p:cNvPr>
              <p:cNvSpPr/>
              <p:nvPr/>
            </p:nvSpPr>
            <p:spPr>
              <a:xfrm>
                <a:off x="5151103" y="6721496"/>
                <a:ext cx="10132" cy="1062"/>
              </a:xfrm>
              <a:custGeom>
                <a:avLst/>
                <a:gdLst>
                  <a:gd name="connsiteX0" fmla="*/ 5135 w 10132"/>
                  <a:gd name="connsiteY0" fmla="*/ 6 h 1062"/>
                  <a:gd name="connsiteX1" fmla="*/ 4998 w 10132"/>
                  <a:gd name="connsiteY1" fmla="*/ 1058 h 1062"/>
                  <a:gd name="connsiteX2" fmla="*/ 5135 w 10132"/>
                  <a:gd name="connsiteY2" fmla="*/ 6 h 1062"/>
                </a:gdLst>
                <a:ahLst/>
                <a:cxnLst>
                  <a:cxn ang="0">
                    <a:pos x="connsiteX0" y="connsiteY0"/>
                  </a:cxn>
                  <a:cxn ang="0">
                    <a:pos x="connsiteX1" y="connsiteY1"/>
                  </a:cxn>
                  <a:cxn ang="0">
                    <a:pos x="connsiteX2" y="connsiteY2"/>
                  </a:cxn>
                </a:cxnLst>
                <a:rect l="l" t="t" r="r" b="b"/>
                <a:pathLst>
                  <a:path w="10132" h="1062">
                    <a:moveTo>
                      <a:pt x="5135" y="6"/>
                    </a:moveTo>
                    <a:cubicBezTo>
                      <a:pt x="-1477" y="-91"/>
                      <a:pt x="-1895" y="1006"/>
                      <a:pt x="4998" y="1058"/>
                    </a:cubicBezTo>
                    <a:cubicBezTo>
                      <a:pt x="11610" y="1143"/>
                      <a:pt x="12027" y="52"/>
                      <a:pt x="5135"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7" name="Freeform: Shape 2366">
                <a:extLst>
                  <a:ext uri="{FF2B5EF4-FFF2-40B4-BE49-F238E27FC236}">
                    <a16:creationId xmlns:a16="http://schemas.microsoft.com/office/drawing/2014/main" id="{13D45030-61BD-F78B-22C2-F4731358CF4D}"/>
                  </a:ext>
                </a:extLst>
              </p:cNvPr>
              <p:cNvSpPr/>
              <p:nvPr/>
            </p:nvSpPr>
            <p:spPr>
              <a:xfrm>
                <a:off x="5155455" y="6706981"/>
                <a:ext cx="9835" cy="263"/>
              </a:xfrm>
              <a:custGeom>
                <a:avLst/>
                <a:gdLst>
                  <a:gd name="connsiteX0" fmla="*/ 4989 w 9835"/>
                  <a:gd name="connsiteY0" fmla="*/ 108 h 263"/>
                  <a:gd name="connsiteX1" fmla="*/ 4847 w 9835"/>
                  <a:gd name="connsiteY1" fmla="*/ 165 h 263"/>
                  <a:gd name="connsiteX2" fmla="*/ 4989 w 9835"/>
                  <a:gd name="connsiteY2" fmla="*/ 108 h 263"/>
                </a:gdLst>
                <a:ahLst/>
                <a:cxnLst>
                  <a:cxn ang="0">
                    <a:pos x="connsiteX0" y="connsiteY0"/>
                  </a:cxn>
                  <a:cxn ang="0">
                    <a:pos x="connsiteX1" y="connsiteY1"/>
                  </a:cxn>
                  <a:cxn ang="0">
                    <a:pos x="connsiteX2" y="connsiteY2"/>
                  </a:cxn>
                </a:cxnLst>
                <a:rect l="l" t="t" r="r" b="b"/>
                <a:pathLst>
                  <a:path w="9835" h="263">
                    <a:moveTo>
                      <a:pt x="4989" y="108"/>
                    </a:moveTo>
                    <a:cubicBezTo>
                      <a:pt x="-1468" y="-69"/>
                      <a:pt x="-1806" y="-12"/>
                      <a:pt x="4847" y="165"/>
                    </a:cubicBezTo>
                    <a:cubicBezTo>
                      <a:pt x="11310" y="325"/>
                      <a:pt x="11636" y="279"/>
                      <a:pt x="4989" y="1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8" name="Freeform: Shape 2367">
                <a:extLst>
                  <a:ext uri="{FF2B5EF4-FFF2-40B4-BE49-F238E27FC236}">
                    <a16:creationId xmlns:a16="http://schemas.microsoft.com/office/drawing/2014/main" id="{EFDE50BA-ECBB-E59B-206D-A01AAEED2D0D}"/>
                  </a:ext>
                </a:extLst>
              </p:cNvPr>
              <p:cNvSpPr/>
              <p:nvPr/>
            </p:nvSpPr>
            <p:spPr>
              <a:xfrm>
                <a:off x="5147044" y="6777125"/>
                <a:ext cx="10471" cy="2802"/>
              </a:xfrm>
              <a:custGeom>
                <a:avLst/>
                <a:gdLst>
                  <a:gd name="connsiteX0" fmla="*/ 5297 w 10471"/>
                  <a:gd name="connsiteY0" fmla="*/ 1 h 2802"/>
                  <a:gd name="connsiteX1" fmla="*/ 5177 w 10471"/>
                  <a:gd name="connsiteY1" fmla="*/ 2801 h 2802"/>
                  <a:gd name="connsiteX2" fmla="*/ 5297 w 10471"/>
                  <a:gd name="connsiteY2" fmla="*/ 1 h 2802"/>
                </a:gdLst>
                <a:ahLst/>
                <a:cxnLst>
                  <a:cxn ang="0">
                    <a:pos x="connsiteX0" y="connsiteY0"/>
                  </a:cxn>
                  <a:cxn ang="0">
                    <a:pos x="connsiteX1" y="connsiteY1"/>
                  </a:cxn>
                  <a:cxn ang="0">
                    <a:pos x="connsiteX2" y="connsiteY2"/>
                  </a:cxn>
                </a:cxnLst>
                <a:rect l="l" t="t" r="r" b="b"/>
                <a:pathLst>
                  <a:path w="10471" h="2802">
                    <a:moveTo>
                      <a:pt x="5297" y="1"/>
                    </a:moveTo>
                    <a:cubicBezTo>
                      <a:pt x="-1601" y="-67"/>
                      <a:pt x="-1887" y="2825"/>
                      <a:pt x="5177" y="2801"/>
                    </a:cubicBezTo>
                    <a:cubicBezTo>
                      <a:pt x="12069" y="2853"/>
                      <a:pt x="12361" y="-33"/>
                      <a:pt x="5297"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9" name="Freeform: Shape 2368">
                <a:extLst>
                  <a:ext uri="{FF2B5EF4-FFF2-40B4-BE49-F238E27FC236}">
                    <a16:creationId xmlns:a16="http://schemas.microsoft.com/office/drawing/2014/main" id="{D8616941-4B16-1A64-62DC-C2FD6E85667F}"/>
                  </a:ext>
                </a:extLst>
              </p:cNvPr>
              <p:cNvSpPr/>
              <p:nvPr/>
            </p:nvSpPr>
            <p:spPr>
              <a:xfrm>
                <a:off x="5163872" y="6710959"/>
                <a:ext cx="9322" cy="710"/>
              </a:xfrm>
              <a:custGeom>
                <a:avLst/>
                <a:gdLst>
                  <a:gd name="connsiteX0" fmla="*/ 4722 w 9322"/>
                  <a:gd name="connsiteY0" fmla="*/ 205 h 710"/>
                  <a:gd name="connsiteX1" fmla="*/ 4602 w 9322"/>
                  <a:gd name="connsiteY1" fmla="*/ 507 h 710"/>
                  <a:gd name="connsiteX2" fmla="*/ 4722 w 9322"/>
                  <a:gd name="connsiteY2" fmla="*/ 205 h 710"/>
                </a:gdLst>
                <a:ahLst/>
                <a:cxnLst>
                  <a:cxn ang="0">
                    <a:pos x="connsiteX0" y="connsiteY0"/>
                  </a:cxn>
                  <a:cxn ang="0">
                    <a:pos x="connsiteX1" y="connsiteY1"/>
                  </a:cxn>
                  <a:cxn ang="0">
                    <a:pos x="connsiteX2" y="connsiteY2"/>
                  </a:cxn>
                </a:cxnLst>
                <a:rect l="l" t="t" r="r" b="b"/>
                <a:pathLst>
                  <a:path w="9322" h="710">
                    <a:moveTo>
                      <a:pt x="4722" y="205"/>
                    </a:moveTo>
                    <a:cubicBezTo>
                      <a:pt x="-1421" y="-224"/>
                      <a:pt x="-1684" y="90"/>
                      <a:pt x="4602" y="507"/>
                    </a:cubicBezTo>
                    <a:cubicBezTo>
                      <a:pt x="10746" y="930"/>
                      <a:pt x="11003" y="627"/>
                      <a:pt x="4722" y="20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0" name="Freeform: Shape 2369">
                <a:extLst>
                  <a:ext uri="{FF2B5EF4-FFF2-40B4-BE49-F238E27FC236}">
                    <a16:creationId xmlns:a16="http://schemas.microsoft.com/office/drawing/2014/main" id="{5F5C27F2-E0F4-443B-E7B1-1875195061CE}"/>
                  </a:ext>
                </a:extLst>
              </p:cNvPr>
              <p:cNvSpPr/>
              <p:nvPr/>
            </p:nvSpPr>
            <p:spPr>
              <a:xfrm>
                <a:off x="5159806" y="6710856"/>
                <a:ext cx="9572" cy="498"/>
              </a:xfrm>
              <a:custGeom>
                <a:avLst/>
                <a:gdLst>
                  <a:gd name="connsiteX0" fmla="*/ 4856 w 9572"/>
                  <a:gd name="connsiteY0" fmla="*/ 347 h 498"/>
                  <a:gd name="connsiteX1" fmla="*/ 4719 w 9572"/>
                  <a:gd name="connsiteY1" fmla="*/ 153 h 498"/>
                  <a:gd name="connsiteX2" fmla="*/ 4856 w 9572"/>
                  <a:gd name="connsiteY2" fmla="*/ 347 h 498"/>
                </a:gdLst>
                <a:ahLst/>
                <a:cxnLst>
                  <a:cxn ang="0">
                    <a:pos x="connsiteX0" y="connsiteY0"/>
                  </a:cxn>
                  <a:cxn ang="0">
                    <a:pos x="connsiteX1" y="connsiteY1"/>
                  </a:cxn>
                  <a:cxn ang="0">
                    <a:pos x="connsiteX2" y="connsiteY2"/>
                  </a:cxn>
                </a:cxnLst>
                <a:rect l="l" t="t" r="r" b="b"/>
                <a:pathLst>
                  <a:path w="9572" h="498">
                    <a:moveTo>
                      <a:pt x="4856" y="347"/>
                    </a:moveTo>
                    <a:cubicBezTo>
                      <a:pt x="-1425" y="50"/>
                      <a:pt x="-1762" y="-156"/>
                      <a:pt x="4719" y="153"/>
                    </a:cubicBezTo>
                    <a:cubicBezTo>
                      <a:pt x="11000" y="439"/>
                      <a:pt x="11331" y="656"/>
                      <a:pt x="4856" y="3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1" name="Freeform: Shape 2370">
                <a:extLst>
                  <a:ext uri="{FF2B5EF4-FFF2-40B4-BE49-F238E27FC236}">
                    <a16:creationId xmlns:a16="http://schemas.microsoft.com/office/drawing/2014/main" id="{54419E73-372B-DEBB-E0B1-5D001C2B4573}"/>
                  </a:ext>
                </a:extLst>
              </p:cNvPr>
              <p:cNvSpPr/>
              <p:nvPr/>
            </p:nvSpPr>
            <p:spPr>
              <a:xfrm>
                <a:off x="5167356" y="6684190"/>
                <a:ext cx="9097" cy="1760"/>
              </a:xfrm>
              <a:custGeom>
                <a:avLst/>
                <a:gdLst>
                  <a:gd name="connsiteX0" fmla="*/ 4599 w 9097"/>
                  <a:gd name="connsiteY0" fmla="*/ 102 h 1760"/>
                  <a:gd name="connsiteX1" fmla="*/ 4501 w 9097"/>
                  <a:gd name="connsiteY1" fmla="*/ 1656 h 1760"/>
                  <a:gd name="connsiteX2" fmla="*/ 4599 w 9097"/>
                  <a:gd name="connsiteY2" fmla="*/ 102 h 1760"/>
                </a:gdLst>
                <a:ahLst/>
                <a:cxnLst>
                  <a:cxn ang="0">
                    <a:pos x="connsiteX0" y="connsiteY0"/>
                  </a:cxn>
                  <a:cxn ang="0">
                    <a:pos x="connsiteX1" y="connsiteY1"/>
                  </a:cxn>
                  <a:cxn ang="0">
                    <a:pos x="connsiteX2" y="connsiteY2"/>
                  </a:cxn>
                </a:cxnLst>
                <a:rect l="l" t="t" r="r" b="b"/>
                <a:pathLst>
                  <a:path w="9097" h="1760">
                    <a:moveTo>
                      <a:pt x="4599" y="102"/>
                    </a:moveTo>
                    <a:cubicBezTo>
                      <a:pt x="-1482" y="-418"/>
                      <a:pt x="-1551" y="1194"/>
                      <a:pt x="4501" y="1656"/>
                    </a:cubicBezTo>
                    <a:cubicBezTo>
                      <a:pt x="10588" y="2182"/>
                      <a:pt x="10639" y="571"/>
                      <a:pt x="4599" y="1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2" name="Freeform: Shape 2371">
                <a:extLst>
                  <a:ext uri="{FF2B5EF4-FFF2-40B4-BE49-F238E27FC236}">
                    <a16:creationId xmlns:a16="http://schemas.microsoft.com/office/drawing/2014/main" id="{3F83DE92-2C28-8BA8-13BB-4B3B3331EF56}"/>
                  </a:ext>
                </a:extLst>
              </p:cNvPr>
              <p:cNvSpPr/>
              <p:nvPr/>
            </p:nvSpPr>
            <p:spPr>
              <a:xfrm>
                <a:off x="5143019" y="6880133"/>
                <a:ext cx="10813" cy="3613"/>
              </a:xfrm>
              <a:custGeom>
                <a:avLst/>
                <a:gdLst>
                  <a:gd name="connsiteX0" fmla="*/ 5481 w 10813"/>
                  <a:gd name="connsiteY0" fmla="*/ 1 h 3613"/>
                  <a:gd name="connsiteX1" fmla="*/ 5332 w 10813"/>
                  <a:gd name="connsiteY1" fmla="*/ 3613 h 3613"/>
                  <a:gd name="connsiteX2" fmla="*/ 5481 w 10813"/>
                  <a:gd name="connsiteY2" fmla="*/ 1 h 3613"/>
                </a:gdLst>
                <a:ahLst/>
                <a:cxnLst>
                  <a:cxn ang="0">
                    <a:pos x="connsiteX0" y="connsiteY0"/>
                  </a:cxn>
                  <a:cxn ang="0">
                    <a:pos x="connsiteX1" y="connsiteY1"/>
                  </a:cxn>
                  <a:cxn ang="0">
                    <a:pos x="connsiteX2" y="connsiteY2"/>
                  </a:cxn>
                </a:cxnLst>
                <a:rect l="l" t="t" r="r" b="b"/>
                <a:pathLst>
                  <a:path w="10813" h="3613">
                    <a:moveTo>
                      <a:pt x="5481" y="1"/>
                    </a:moveTo>
                    <a:cubicBezTo>
                      <a:pt x="-1629" y="-68"/>
                      <a:pt x="-1972" y="3636"/>
                      <a:pt x="5332" y="3613"/>
                    </a:cubicBezTo>
                    <a:cubicBezTo>
                      <a:pt x="12447" y="3681"/>
                      <a:pt x="12779" y="-28"/>
                      <a:pt x="5481"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3" name="Freeform: Shape 2372">
                <a:extLst>
                  <a:ext uri="{FF2B5EF4-FFF2-40B4-BE49-F238E27FC236}">
                    <a16:creationId xmlns:a16="http://schemas.microsoft.com/office/drawing/2014/main" id="{B32FE13D-862B-6917-FD76-25E1BA93A1DF}"/>
                  </a:ext>
                </a:extLst>
              </p:cNvPr>
              <p:cNvSpPr/>
              <p:nvPr/>
            </p:nvSpPr>
            <p:spPr>
              <a:xfrm>
                <a:off x="5119667" y="7378738"/>
                <a:ext cx="12321" cy="4705"/>
              </a:xfrm>
              <a:custGeom>
                <a:avLst/>
                <a:gdLst>
                  <a:gd name="connsiteX0" fmla="*/ 6259 w 12321"/>
                  <a:gd name="connsiteY0" fmla="*/ 1 h 4705"/>
                  <a:gd name="connsiteX1" fmla="*/ 6065 w 12321"/>
                  <a:gd name="connsiteY1" fmla="*/ 4705 h 4705"/>
                  <a:gd name="connsiteX2" fmla="*/ 6259 w 12321"/>
                  <a:gd name="connsiteY2" fmla="*/ 1 h 4705"/>
                </a:gdLst>
                <a:ahLst/>
                <a:cxnLst>
                  <a:cxn ang="0">
                    <a:pos x="connsiteX0" y="connsiteY0"/>
                  </a:cxn>
                  <a:cxn ang="0">
                    <a:pos x="connsiteX1" y="connsiteY1"/>
                  </a:cxn>
                  <a:cxn ang="0">
                    <a:pos x="connsiteX2" y="connsiteY2"/>
                  </a:cxn>
                </a:cxnLst>
                <a:rect l="l" t="t" r="r" b="b"/>
                <a:pathLst>
                  <a:path w="12321" h="4705">
                    <a:moveTo>
                      <a:pt x="6259" y="1"/>
                    </a:moveTo>
                    <a:cubicBezTo>
                      <a:pt x="-1822" y="-90"/>
                      <a:pt x="-2279" y="4733"/>
                      <a:pt x="6065" y="4705"/>
                    </a:cubicBezTo>
                    <a:cubicBezTo>
                      <a:pt x="14157" y="4791"/>
                      <a:pt x="14586" y="-27"/>
                      <a:pt x="6259"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4" name="Freeform: Shape 2373">
                <a:extLst>
                  <a:ext uri="{FF2B5EF4-FFF2-40B4-BE49-F238E27FC236}">
                    <a16:creationId xmlns:a16="http://schemas.microsoft.com/office/drawing/2014/main" id="{1F87208A-DC49-F8BE-E206-8FB72BA57FE7}"/>
                  </a:ext>
                </a:extLst>
              </p:cNvPr>
              <p:cNvSpPr/>
              <p:nvPr/>
            </p:nvSpPr>
            <p:spPr>
              <a:xfrm>
                <a:off x="5125832" y="7241263"/>
                <a:ext cx="11906" cy="4391"/>
              </a:xfrm>
              <a:custGeom>
                <a:avLst/>
                <a:gdLst>
                  <a:gd name="connsiteX0" fmla="*/ 6054 w 11906"/>
                  <a:gd name="connsiteY0" fmla="*/ 1 h 4391"/>
                  <a:gd name="connsiteX1" fmla="*/ 5854 w 11906"/>
                  <a:gd name="connsiteY1" fmla="*/ 4391 h 4391"/>
                  <a:gd name="connsiteX2" fmla="*/ 6054 w 11906"/>
                  <a:gd name="connsiteY2" fmla="*/ 1 h 4391"/>
                </a:gdLst>
                <a:ahLst/>
                <a:cxnLst>
                  <a:cxn ang="0">
                    <a:pos x="connsiteX0" y="connsiteY0"/>
                  </a:cxn>
                  <a:cxn ang="0">
                    <a:pos x="connsiteX1" y="connsiteY1"/>
                  </a:cxn>
                  <a:cxn ang="0">
                    <a:pos x="connsiteX2" y="connsiteY2"/>
                  </a:cxn>
                </a:cxnLst>
                <a:rect l="l" t="t" r="r" b="b"/>
                <a:pathLst>
                  <a:path w="11906" h="4391">
                    <a:moveTo>
                      <a:pt x="6054" y="1"/>
                    </a:moveTo>
                    <a:cubicBezTo>
                      <a:pt x="-1741" y="-85"/>
                      <a:pt x="-2221" y="4413"/>
                      <a:pt x="5854" y="4391"/>
                    </a:cubicBezTo>
                    <a:cubicBezTo>
                      <a:pt x="13649" y="4476"/>
                      <a:pt x="14124" y="-22"/>
                      <a:pt x="6054"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5" name="Freeform: Shape 2374">
                <a:extLst>
                  <a:ext uri="{FF2B5EF4-FFF2-40B4-BE49-F238E27FC236}">
                    <a16:creationId xmlns:a16="http://schemas.microsoft.com/office/drawing/2014/main" id="{367FC82A-B5CE-34E2-3078-A73B1478E7CB}"/>
                  </a:ext>
                </a:extLst>
              </p:cNvPr>
              <p:cNvSpPr/>
              <p:nvPr/>
            </p:nvSpPr>
            <p:spPr>
              <a:xfrm>
                <a:off x="5137918" y="6992793"/>
                <a:ext cx="11155" cy="3842"/>
              </a:xfrm>
              <a:custGeom>
                <a:avLst/>
                <a:gdLst>
                  <a:gd name="connsiteX0" fmla="*/ 5667 w 11155"/>
                  <a:gd name="connsiteY0" fmla="*/ 1 h 3842"/>
                  <a:gd name="connsiteX1" fmla="*/ 5490 w 11155"/>
                  <a:gd name="connsiteY1" fmla="*/ 3842 h 3842"/>
                  <a:gd name="connsiteX2" fmla="*/ 5667 w 11155"/>
                  <a:gd name="connsiteY2" fmla="*/ 1 h 3842"/>
                </a:gdLst>
                <a:ahLst/>
                <a:cxnLst>
                  <a:cxn ang="0">
                    <a:pos x="connsiteX0" y="connsiteY0"/>
                  </a:cxn>
                  <a:cxn ang="0">
                    <a:pos x="connsiteX1" y="connsiteY1"/>
                  </a:cxn>
                  <a:cxn ang="0">
                    <a:pos x="connsiteX2" y="connsiteY2"/>
                  </a:cxn>
                </a:cxnLst>
                <a:rect l="l" t="t" r="r" b="b"/>
                <a:pathLst>
                  <a:path w="11155" h="3842">
                    <a:moveTo>
                      <a:pt x="5667" y="1"/>
                    </a:moveTo>
                    <a:cubicBezTo>
                      <a:pt x="-1648" y="-74"/>
                      <a:pt x="-2065" y="3869"/>
                      <a:pt x="5490" y="3842"/>
                    </a:cubicBezTo>
                    <a:cubicBezTo>
                      <a:pt x="12805" y="3921"/>
                      <a:pt x="13217" y="-22"/>
                      <a:pt x="5667"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6" name="Freeform: Shape 2375">
                <a:extLst>
                  <a:ext uri="{FF2B5EF4-FFF2-40B4-BE49-F238E27FC236}">
                    <a16:creationId xmlns:a16="http://schemas.microsoft.com/office/drawing/2014/main" id="{B7E322D4-E158-3342-1343-9968120D4F8F}"/>
                  </a:ext>
                </a:extLst>
              </p:cNvPr>
              <p:cNvSpPr/>
              <p:nvPr/>
            </p:nvSpPr>
            <p:spPr>
              <a:xfrm>
                <a:off x="5132054" y="7112893"/>
                <a:ext cx="11516" cy="4105"/>
              </a:xfrm>
              <a:custGeom>
                <a:avLst/>
                <a:gdLst>
                  <a:gd name="connsiteX0" fmla="*/ 5856 w 11516"/>
                  <a:gd name="connsiteY0" fmla="*/ 1 h 4105"/>
                  <a:gd name="connsiteX1" fmla="*/ 5662 w 11516"/>
                  <a:gd name="connsiteY1" fmla="*/ 4105 h 4105"/>
                  <a:gd name="connsiteX2" fmla="*/ 5856 w 11516"/>
                  <a:gd name="connsiteY2" fmla="*/ 1 h 4105"/>
                </a:gdLst>
                <a:ahLst/>
                <a:cxnLst>
                  <a:cxn ang="0">
                    <a:pos x="connsiteX0" y="connsiteY0"/>
                  </a:cxn>
                  <a:cxn ang="0">
                    <a:pos x="connsiteX1" y="connsiteY1"/>
                  </a:cxn>
                  <a:cxn ang="0">
                    <a:pos x="connsiteX2" y="connsiteY2"/>
                  </a:cxn>
                </a:cxnLst>
                <a:rect l="l" t="t" r="r" b="b"/>
                <a:pathLst>
                  <a:path w="11516" h="4105">
                    <a:moveTo>
                      <a:pt x="5856" y="1"/>
                    </a:moveTo>
                    <a:cubicBezTo>
                      <a:pt x="-1682" y="-84"/>
                      <a:pt x="-2151" y="4128"/>
                      <a:pt x="5662" y="4105"/>
                    </a:cubicBezTo>
                    <a:cubicBezTo>
                      <a:pt x="13200" y="4185"/>
                      <a:pt x="13663" y="-21"/>
                      <a:pt x="5856"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7" name="Freeform: Shape 2376">
                <a:extLst>
                  <a:ext uri="{FF2B5EF4-FFF2-40B4-BE49-F238E27FC236}">
                    <a16:creationId xmlns:a16="http://schemas.microsoft.com/office/drawing/2014/main" id="{065642C1-B9AE-A40E-3D61-307C4A39258A}"/>
                  </a:ext>
                </a:extLst>
              </p:cNvPr>
              <p:cNvSpPr/>
              <p:nvPr/>
            </p:nvSpPr>
            <p:spPr>
              <a:xfrm>
                <a:off x="5203577" y="5674947"/>
                <a:ext cx="7635" cy="3517"/>
              </a:xfrm>
              <a:custGeom>
                <a:avLst/>
                <a:gdLst>
                  <a:gd name="connsiteX0" fmla="*/ 3793 w 7635"/>
                  <a:gd name="connsiteY0" fmla="*/ 1585 h 3517"/>
                  <a:gd name="connsiteX1" fmla="*/ 3845 w 7635"/>
                  <a:gd name="connsiteY1" fmla="*/ 1911 h 3517"/>
                  <a:gd name="connsiteX2" fmla="*/ 3793 w 7635"/>
                  <a:gd name="connsiteY2" fmla="*/ 1585 h 3517"/>
                </a:gdLst>
                <a:ahLst/>
                <a:cxnLst>
                  <a:cxn ang="0">
                    <a:pos x="connsiteX0" y="connsiteY0"/>
                  </a:cxn>
                  <a:cxn ang="0">
                    <a:pos x="connsiteX1" y="connsiteY1"/>
                  </a:cxn>
                  <a:cxn ang="0">
                    <a:pos x="connsiteX2" y="connsiteY2"/>
                  </a:cxn>
                </a:cxnLst>
                <a:rect l="l" t="t" r="r" b="b"/>
                <a:pathLst>
                  <a:path w="7635" h="3517">
                    <a:moveTo>
                      <a:pt x="3793" y="1585"/>
                    </a:moveTo>
                    <a:cubicBezTo>
                      <a:pt x="-1242" y="3894"/>
                      <a:pt x="-1304" y="4294"/>
                      <a:pt x="3845" y="1911"/>
                    </a:cubicBezTo>
                    <a:cubicBezTo>
                      <a:pt x="8880" y="-381"/>
                      <a:pt x="8937" y="-758"/>
                      <a:pt x="3793" y="15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8" name="Freeform: Shape 2377">
                <a:extLst>
                  <a:ext uri="{FF2B5EF4-FFF2-40B4-BE49-F238E27FC236}">
                    <a16:creationId xmlns:a16="http://schemas.microsoft.com/office/drawing/2014/main" id="{ABF367B8-F38F-8883-7BD3-AC675644DD8F}"/>
                  </a:ext>
                </a:extLst>
              </p:cNvPr>
              <p:cNvSpPr/>
              <p:nvPr/>
            </p:nvSpPr>
            <p:spPr>
              <a:xfrm>
                <a:off x="5201829" y="5671208"/>
                <a:ext cx="7435" cy="3069"/>
              </a:xfrm>
              <a:custGeom>
                <a:avLst/>
                <a:gdLst>
                  <a:gd name="connsiteX0" fmla="*/ 3685 w 7435"/>
                  <a:gd name="connsiteY0" fmla="*/ 1524 h 3069"/>
                  <a:gd name="connsiteX1" fmla="*/ 3753 w 7435"/>
                  <a:gd name="connsiteY1" fmla="*/ 1524 h 3069"/>
                  <a:gd name="connsiteX2" fmla="*/ 3685 w 7435"/>
                  <a:gd name="connsiteY2" fmla="*/ 1524 h 3069"/>
                </a:gdLst>
                <a:ahLst/>
                <a:cxnLst>
                  <a:cxn ang="0">
                    <a:pos x="connsiteX0" y="connsiteY0"/>
                  </a:cxn>
                  <a:cxn ang="0">
                    <a:pos x="connsiteX1" y="connsiteY1"/>
                  </a:cxn>
                  <a:cxn ang="0">
                    <a:pos x="connsiteX2" y="connsiteY2"/>
                  </a:cxn>
                </a:cxnLst>
                <a:rect l="l" t="t" r="r" b="b"/>
                <a:pathLst>
                  <a:path w="7435" h="3069">
                    <a:moveTo>
                      <a:pt x="3685" y="1524"/>
                    </a:moveTo>
                    <a:cubicBezTo>
                      <a:pt x="-1311" y="3593"/>
                      <a:pt x="-1168" y="3576"/>
                      <a:pt x="3753" y="1524"/>
                    </a:cubicBezTo>
                    <a:cubicBezTo>
                      <a:pt x="8748" y="-528"/>
                      <a:pt x="8599" y="-488"/>
                      <a:pt x="3685" y="15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9" name="Freeform: Shape 2378">
                <a:extLst>
                  <a:ext uri="{FF2B5EF4-FFF2-40B4-BE49-F238E27FC236}">
                    <a16:creationId xmlns:a16="http://schemas.microsoft.com/office/drawing/2014/main" id="{44205319-0480-96F1-6BD7-440BD86DD6A4}"/>
                  </a:ext>
                </a:extLst>
              </p:cNvPr>
              <p:cNvSpPr/>
              <p:nvPr/>
            </p:nvSpPr>
            <p:spPr>
              <a:xfrm>
                <a:off x="5199866" y="5671437"/>
                <a:ext cx="7248" cy="2615"/>
              </a:xfrm>
              <a:custGeom>
                <a:avLst/>
                <a:gdLst>
                  <a:gd name="connsiteX0" fmla="*/ 3595 w 7248"/>
                  <a:gd name="connsiteY0" fmla="*/ 1265 h 2615"/>
                  <a:gd name="connsiteX1" fmla="*/ 3658 w 7248"/>
                  <a:gd name="connsiteY1" fmla="*/ 1328 h 2615"/>
                  <a:gd name="connsiteX2" fmla="*/ 3595 w 7248"/>
                  <a:gd name="connsiteY2" fmla="*/ 1265 h 2615"/>
                </a:gdLst>
                <a:ahLst/>
                <a:cxnLst>
                  <a:cxn ang="0">
                    <a:pos x="connsiteX0" y="connsiteY0"/>
                  </a:cxn>
                  <a:cxn ang="0">
                    <a:pos x="connsiteX1" y="connsiteY1"/>
                  </a:cxn>
                  <a:cxn ang="0">
                    <a:pos x="connsiteX2" y="connsiteY2"/>
                  </a:cxn>
                </a:cxnLst>
                <a:rect l="l" t="t" r="r" b="b"/>
                <a:pathLst>
                  <a:path w="7248" h="2615">
                    <a:moveTo>
                      <a:pt x="3595" y="1265"/>
                    </a:moveTo>
                    <a:cubicBezTo>
                      <a:pt x="-1263" y="3026"/>
                      <a:pt x="-1154" y="3083"/>
                      <a:pt x="3658" y="1328"/>
                    </a:cubicBezTo>
                    <a:cubicBezTo>
                      <a:pt x="8510" y="-415"/>
                      <a:pt x="8401" y="-449"/>
                      <a:pt x="3595" y="1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0" name="Freeform: Shape 2379">
                <a:extLst>
                  <a:ext uri="{FF2B5EF4-FFF2-40B4-BE49-F238E27FC236}">
                    <a16:creationId xmlns:a16="http://schemas.microsoft.com/office/drawing/2014/main" id="{8AA37E61-5040-432E-8739-42A35CAC4317}"/>
                  </a:ext>
                </a:extLst>
              </p:cNvPr>
              <p:cNvSpPr/>
              <p:nvPr/>
            </p:nvSpPr>
            <p:spPr>
              <a:xfrm>
                <a:off x="5204159" y="5694145"/>
                <a:ext cx="8202" cy="4075"/>
              </a:xfrm>
              <a:custGeom>
                <a:avLst/>
                <a:gdLst>
                  <a:gd name="connsiteX0" fmla="*/ 4046 w 8202"/>
                  <a:gd name="connsiteY0" fmla="*/ 1555 h 4075"/>
                  <a:gd name="connsiteX1" fmla="*/ 0 w 8202"/>
                  <a:gd name="connsiteY1" fmla="*/ 4047 h 4075"/>
                  <a:gd name="connsiteX2" fmla="*/ 4046 w 8202"/>
                  <a:gd name="connsiteY2" fmla="*/ 1555 h 4075"/>
                </a:gdLst>
                <a:ahLst/>
                <a:cxnLst>
                  <a:cxn ang="0">
                    <a:pos x="connsiteX0" y="connsiteY0"/>
                  </a:cxn>
                  <a:cxn ang="0">
                    <a:pos x="connsiteX1" y="connsiteY1"/>
                  </a:cxn>
                  <a:cxn ang="0">
                    <a:pos x="connsiteX2" y="connsiteY2"/>
                  </a:cxn>
                </a:cxnLst>
                <a:rect l="l" t="t" r="r" b="b"/>
                <a:pathLst>
                  <a:path w="8202" h="4075">
                    <a:moveTo>
                      <a:pt x="4046" y="1555"/>
                    </a:moveTo>
                    <a:cubicBezTo>
                      <a:pt x="1811" y="2641"/>
                      <a:pt x="0" y="3761"/>
                      <a:pt x="0" y="4047"/>
                    </a:cubicBezTo>
                    <a:cubicBezTo>
                      <a:pt x="1412" y="4601"/>
                      <a:pt x="14819" y="-3228"/>
                      <a:pt x="4046" y="15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1" name="Freeform: Shape 2380">
                <a:extLst>
                  <a:ext uri="{FF2B5EF4-FFF2-40B4-BE49-F238E27FC236}">
                    <a16:creationId xmlns:a16="http://schemas.microsoft.com/office/drawing/2014/main" id="{E2DEC120-7BAD-2E8E-578A-700C2AFAAA1F}"/>
                  </a:ext>
                </a:extLst>
              </p:cNvPr>
              <p:cNvSpPr/>
              <p:nvPr/>
            </p:nvSpPr>
            <p:spPr>
              <a:xfrm>
                <a:off x="5198535" y="5663967"/>
                <a:ext cx="7076" cy="2325"/>
              </a:xfrm>
              <a:custGeom>
                <a:avLst/>
                <a:gdLst>
                  <a:gd name="connsiteX0" fmla="*/ 3526 w 7076"/>
                  <a:gd name="connsiteY0" fmla="*/ 900 h 2325"/>
                  <a:gd name="connsiteX1" fmla="*/ 3555 w 7076"/>
                  <a:gd name="connsiteY1" fmla="*/ 1403 h 2325"/>
                  <a:gd name="connsiteX2" fmla="*/ 3526 w 7076"/>
                  <a:gd name="connsiteY2" fmla="*/ 900 h 2325"/>
                </a:gdLst>
                <a:ahLst/>
                <a:cxnLst>
                  <a:cxn ang="0">
                    <a:pos x="connsiteX0" y="connsiteY0"/>
                  </a:cxn>
                  <a:cxn ang="0">
                    <a:pos x="connsiteX1" y="connsiteY1"/>
                  </a:cxn>
                  <a:cxn ang="0">
                    <a:pos x="connsiteX2" y="connsiteY2"/>
                  </a:cxn>
                </a:cxnLst>
                <a:rect l="l" t="t" r="r" b="b"/>
                <a:pathLst>
                  <a:path w="7076" h="2325">
                    <a:moveTo>
                      <a:pt x="3526" y="900"/>
                    </a:moveTo>
                    <a:cubicBezTo>
                      <a:pt x="-1114" y="2375"/>
                      <a:pt x="-1246" y="2963"/>
                      <a:pt x="3555" y="1403"/>
                    </a:cubicBezTo>
                    <a:cubicBezTo>
                      <a:pt x="8190" y="-54"/>
                      <a:pt x="8321" y="-620"/>
                      <a:pt x="3526" y="9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2" name="Freeform: Shape 2381">
                <a:extLst>
                  <a:ext uri="{FF2B5EF4-FFF2-40B4-BE49-F238E27FC236}">
                    <a16:creationId xmlns:a16="http://schemas.microsoft.com/office/drawing/2014/main" id="{02BA2BBB-34EB-4E87-C5FC-1971E69573ED}"/>
                  </a:ext>
                </a:extLst>
              </p:cNvPr>
              <p:cNvSpPr/>
              <p:nvPr/>
            </p:nvSpPr>
            <p:spPr>
              <a:xfrm>
                <a:off x="5177761" y="6125209"/>
                <a:ext cx="8717" cy="4069"/>
              </a:xfrm>
              <a:custGeom>
                <a:avLst/>
                <a:gdLst>
                  <a:gd name="connsiteX0" fmla="*/ 4423 w 8717"/>
                  <a:gd name="connsiteY0" fmla="*/ 265 h 4069"/>
                  <a:gd name="connsiteX1" fmla="*/ 0 w 8717"/>
                  <a:gd name="connsiteY1" fmla="*/ 3088 h 4069"/>
                  <a:gd name="connsiteX2" fmla="*/ 4423 w 8717"/>
                  <a:gd name="connsiteY2" fmla="*/ 265 h 4069"/>
                </a:gdLst>
                <a:ahLst/>
                <a:cxnLst>
                  <a:cxn ang="0">
                    <a:pos x="connsiteX0" y="connsiteY0"/>
                  </a:cxn>
                  <a:cxn ang="0">
                    <a:pos x="connsiteX1" y="connsiteY1"/>
                  </a:cxn>
                  <a:cxn ang="0">
                    <a:pos x="connsiteX2" y="connsiteY2"/>
                  </a:cxn>
                </a:cxnLst>
                <a:rect l="l" t="t" r="r" b="b"/>
                <a:pathLst>
                  <a:path w="8717" h="4069">
                    <a:moveTo>
                      <a:pt x="4423" y="265"/>
                    </a:moveTo>
                    <a:cubicBezTo>
                      <a:pt x="2029" y="888"/>
                      <a:pt x="51" y="2162"/>
                      <a:pt x="0" y="3088"/>
                    </a:cubicBezTo>
                    <a:cubicBezTo>
                      <a:pt x="1697" y="6855"/>
                      <a:pt x="15568" y="-1569"/>
                      <a:pt x="4423" y="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3" name="Freeform: Shape 2382">
                <a:extLst>
                  <a:ext uri="{FF2B5EF4-FFF2-40B4-BE49-F238E27FC236}">
                    <a16:creationId xmlns:a16="http://schemas.microsoft.com/office/drawing/2014/main" id="{1714A5FF-F0FE-19FE-3DDE-361A87882A60}"/>
                  </a:ext>
                </a:extLst>
              </p:cNvPr>
              <p:cNvSpPr/>
              <p:nvPr/>
            </p:nvSpPr>
            <p:spPr>
              <a:xfrm>
                <a:off x="5170499" y="6561403"/>
                <a:ext cx="8894" cy="8209"/>
              </a:xfrm>
              <a:custGeom>
                <a:avLst/>
                <a:gdLst>
                  <a:gd name="connsiteX0" fmla="*/ 4507 w 8894"/>
                  <a:gd name="connsiteY0" fmla="*/ 6 h 8209"/>
                  <a:gd name="connsiteX1" fmla="*/ 4387 w 8894"/>
                  <a:gd name="connsiteY1" fmla="*/ 8201 h 8209"/>
                  <a:gd name="connsiteX2" fmla="*/ 4507 w 8894"/>
                  <a:gd name="connsiteY2" fmla="*/ 6 h 8209"/>
                </a:gdLst>
                <a:ahLst/>
                <a:cxnLst>
                  <a:cxn ang="0">
                    <a:pos x="connsiteX0" y="connsiteY0"/>
                  </a:cxn>
                  <a:cxn ang="0">
                    <a:pos x="connsiteX1" y="connsiteY1"/>
                  </a:cxn>
                  <a:cxn ang="0">
                    <a:pos x="connsiteX2" y="connsiteY2"/>
                  </a:cxn>
                </a:cxnLst>
                <a:rect l="l" t="t" r="r" b="b"/>
                <a:pathLst>
                  <a:path w="8894" h="8209">
                    <a:moveTo>
                      <a:pt x="4507" y="6"/>
                    </a:moveTo>
                    <a:cubicBezTo>
                      <a:pt x="-1482" y="-246"/>
                      <a:pt x="-1482" y="8075"/>
                      <a:pt x="4387" y="8201"/>
                    </a:cubicBezTo>
                    <a:cubicBezTo>
                      <a:pt x="10428" y="8521"/>
                      <a:pt x="10325" y="126"/>
                      <a:pt x="4507"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4" name="Freeform: Shape 2383">
                <a:extLst>
                  <a:ext uri="{FF2B5EF4-FFF2-40B4-BE49-F238E27FC236}">
                    <a16:creationId xmlns:a16="http://schemas.microsoft.com/office/drawing/2014/main" id="{65858DFC-9BEA-D243-7D83-3207037718DE}"/>
                  </a:ext>
                </a:extLst>
              </p:cNvPr>
              <p:cNvSpPr/>
              <p:nvPr/>
            </p:nvSpPr>
            <p:spPr>
              <a:xfrm>
                <a:off x="5185774" y="5999553"/>
                <a:ext cx="8333" cy="5387"/>
              </a:xfrm>
              <a:custGeom>
                <a:avLst/>
                <a:gdLst>
                  <a:gd name="connsiteX0" fmla="*/ 4326 w 8333"/>
                  <a:gd name="connsiteY0" fmla="*/ 368 h 5387"/>
                  <a:gd name="connsiteX1" fmla="*/ 4012 w 8333"/>
                  <a:gd name="connsiteY1" fmla="*/ 5014 h 5387"/>
                  <a:gd name="connsiteX2" fmla="*/ 4326 w 8333"/>
                  <a:gd name="connsiteY2" fmla="*/ 368 h 5387"/>
                </a:gdLst>
                <a:ahLst/>
                <a:cxnLst>
                  <a:cxn ang="0">
                    <a:pos x="connsiteX0" y="connsiteY0"/>
                  </a:cxn>
                  <a:cxn ang="0">
                    <a:pos x="connsiteX1" y="connsiteY1"/>
                  </a:cxn>
                  <a:cxn ang="0">
                    <a:pos x="connsiteX2" y="connsiteY2"/>
                  </a:cxn>
                </a:cxnLst>
                <a:rect l="l" t="t" r="r" b="b"/>
                <a:pathLst>
                  <a:path w="8333" h="5387">
                    <a:moveTo>
                      <a:pt x="4326" y="368"/>
                    </a:moveTo>
                    <a:cubicBezTo>
                      <a:pt x="-263" y="1580"/>
                      <a:pt x="-2384" y="6815"/>
                      <a:pt x="4012" y="5014"/>
                    </a:cubicBezTo>
                    <a:cubicBezTo>
                      <a:pt x="8624" y="3832"/>
                      <a:pt x="10692" y="-1421"/>
                      <a:pt x="4326" y="36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5" name="Freeform: Shape 2384">
                <a:extLst>
                  <a:ext uri="{FF2B5EF4-FFF2-40B4-BE49-F238E27FC236}">
                    <a16:creationId xmlns:a16="http://schemas.microsoft.com/office/drawing/2014/main" id="{5279149E-7995-E05C-DB84-52392B8D624E}"/>
                  </a:ext>
                </a:extLst>
              </p:cNvPr>
              <p:cNvSpPr/>
              <p:nvPr/>
            </p:nvSpPr>
            <p:spPr>
              <a:xfrm>
                <a:off x="5174149" y="6271521"/>
                <a:ext cx="8964" cy="8996"/>
              </a:xfrm>
              <a:custGeom>
                <a:avLst/>
                <a:gdLst>
                  <a:gd name="connsiteX0" fmla="*/ 4504 w 8964"/>
                  <a:gd name="connsiteY0" fmla="*/ 0 h 8996"/>
                  <a:gd name="connsiteX1" fmla="*/ 0 w 8964"/>
                  <a:gd name="connsiteY1" fmla="*/ 5183 h 8996"/>
                  <a:gd name="connsiteX2" fmla="*/ 4504 w 8964"/>
                  <a:gd name="connsiteY2" fmla="*/ 0 h 8996"/>
                </a:gdLst>
                <a:ahLst/>
                <a:cxnLst>
                  <a:cxn ang="0">
                    <a:pos x="connsiteX0" y="connsiteY0"/>
                  </a:cxn>
                  <a:cxn ang="0">
                    <a:pos x="connsiteX1" y="connsiteY1"/>
                  </a:cxn>
                  <a:cxn ang="0">
                    <a:pos x="connsiteX2" y="connsiteY2"/>
                  </a:cxn>
                </a:cxnLst>
                <a:rect l="l" t="t" r="r" b="b"/>
                <a:pathLst>
                  <a:path w="8964" h="8996">
                    <a:moveTo>
                      <a:pt x="4504" y="0"/>
                    </a:moveTo>
                    <a:cubicBezTo>
                      <a:pt x="2052" y="457"/>
                      <a:pt x="35" y="2766"/>
                      <a:pt x="0" y="5183"/>
                    </a:cubicBezTo>
                    <a:cubicBezTo>
                      <a:pt x="2029" y="16122"/>
                      <a:pt x="15934" y="57"/>
                      <a:pt x="450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6" name="Freeform: Shape 2385">
                <a:extLst>
                  <a:ext uri="{FF2B5EF4-FFF2-40B4-BE49-F238E27FC236}">
                    <a16:creationId xmlns:a16="http://schemas.microsoft.com/office/drawing/2014/main" id="{098EADCA-B7A5-7AF4-B213-5259F123B805}"/>
                  </a:ext>
                </a:extLst>
              </p:cNvPr>
              <p:cNvSpPr/>
              <p:nvPr/>
            </p:nvSpPr>
            <p:spPr>
              <a:xfrm>
                <a:off x="5202644" y="5744644"/>
                <a:ext cx="8325" cy="4867"/>
              </a:xfrm>
              <a:custGeom>
                <a:avLst/>
                <a:gdLst>
                  <a:gd name="connsiteX0" fmla="*/ 4212 w 8325"/>
                  <a:gd name="connsiteY0" fmla="*/ 1034 h 4867"/>
                  <a:gd name="connsiteX1" fmla="*/ 0 w 8325"/>
                  <a:gd name="connsiteY1" fmla="*/ 4429 h 4867"/>
                  <a:gd name="connsiteX2" fmla="*/ 4212 w 8325"/>
                  <a:gd name="connsiteY2" fmla="*/ 1034 h 4867"/>
                </a:gdLst>
                <a:ahLst/>
                <a:cxnLst>
                  <a:cxn ang="0">
                    <a:pos x="connsiteX0" y="connsiteY0"/>
                  </a:cxn>
                  <a:cxn ang="0">
                    <a:pos x="connsiteX1" y="connsiteY1"/>
                  </a:cxn>
                  <a:cxn ang="0">
                    <a:pos x="connsiteX2" y="connsiteY2"/>
                  </a:cxn>
                </a:cxnLst>
                <a:rect l="l" t="t" r="r" b="b"/>
                <a:pathLst>
                  <a:path w="8325" h="4867">
                    <a:moveTo>
                      <a:pt x="4212" y="1034"/>
                    </a:moveTo>
                    <a:cubicBezTo>
                      <a:pt x="1926" y="2131"/>
                      <a:pt x="40" y="3657"/>
                      <a:pt x="0" y="4429"/>
                    </a:cubicBezTo>
                    <a:cubicBezTo>
                      <a:pt x="1812" y="7063"/>
                      <a:pt x="14802" y="-3189"/>
                      <a:pt x="4212" y="10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7" name="Freeform: Shape 2386">
                <a:extLst>
                  <a:ext uri="{FF2B5EF4-FFF2-40B4-BE49-F238E27FC236}">
                    <a16:creationId xmlns:a16="http://schemas.microsoft.com/office/drawing/2014/main" id="{04242EFB-6601-66AD-6394-0ED991F94A29}"/>
                  </a:ext>
                </a:extLst>
              </p:cNvPr>
              <p:cNvSpPr/>
              <p:nvPr/>
            </p:nvSpPr>
            <p:spPr>
              <a:xfrm>
                <a:off x="5195576" y="5857889"/>
                <a:ext cx="8230" cy="5645"/>
              </a:xfrm>
              <a:custGeom>
                <a:avLst/>
                <a:gdLst>
                  <a:gd name="connsiteX0" fmla="*/ 4268 w 8230"/>
                  <a:gd name="connsiteY0" fmla="*/ 591 h 5645"/>
                  <a:gd name="connsiteX1" fmla="*/ 3965 w 8230"/>
                  <a:gd name="connsiteY1" fmla="*/ 5049 h 5645"/>
                  <a:gd name="connsiteX2" fmla="*/ 4268 w 8230"/>
                  <a:gd name="connsiteY2" fmla="*/ 591 h 5645"/>
                </a:gdLst>
                <a:ahLst/>
                <a:cxnLst>
                  <a:cxn ang="0">
                    <a:pos x="connsiteX0" y="connsiteY0"/>
                  </a:cxn>
                  <a:cxn ang="0">
                    <a:pos x="connsiteX1" y="connsiteY1"/>
                  </a:cxn>
                  <a:cxn ang="0">
                    <a:pos x="connsiteX2" y="connsiteY2"/>
                  </a:cxn>
                </a:cxnLst>
                <a:rect l="l" t="t" r="r" b="b"/>
                <a:pathLst>
                  <a:path w="8230" h="5645">
                    <a:moveTo>
                      <a:pt x="4268" y="591"/>
                    </a:moveTo>
                    <a:cubicBezTo>
                      <a:pt x="-115" y="2111"/>
                      <a:pt x="-2470" y="7409"/>
                      <a:pt x="3965" y="5049"/>
                    </a:cubicBezTo>
                    <a:cubicBezTo>
                      <a:pt x="8360" y="3552"/>
                      <a:pt x="10686" y="-1758"/>
                      <a:pt x="4268" y="5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8" name="Freeform: Shape 2387">
                <a:extLst>
                  <a:ext uri="{FF2B5EF4-FFF2-40B4-BE49-F238E27FC236}">
                    <a16:creationId xmlns:a16="http://schemas.microsoft.com/office/drawing/2014/main" id="{E1EFAF14-B8B4-C1F4-2C15-FB26E85EEA0C}"/>
                  </a:ext>
                </a:extLst>
              </p:cNvPr>
              <p:cNvSpPr/>
              <p:nvPr/>
            </p:nvSpPr>
            <p:spPr>
              <a:xfrm>
                <a:off x="5114375" y="7526109"/>
                <a:ext cx="11936" cy="5119"/>
              </a:xfrm>
              <a:custGeom>
                <a:avLst/>
                <a:gdLst>
                  <a:gd name="connsiteX0" fmla="*/ 6054 w 11936"/>
                  <a:gd name="connsiteY0" fmla="*/ 37 h 5119"/>
                  <a:gd name="connsiteX1" fmla="*/ 5888 w 11936"/>
                  <a:gd name="connsiteY1" fmla="*/ 5083 h 5119"/>
                  <a:gd name="connsiteX2" fmla="*/ 6054 w 11936"/>
                  <a:gd name="connsiteY2" fmla="*/ 37 h 5119"/>
                </a:gdLst>
                <a:ahLst/>
                <a:cxnLst>
                  <a:cxn ang="0">
                    <a:pos x="connsiteX0" y="connsiteY0"/>
                  </a:cxn>
                  <a:cxn ang="0">
                    <a:pos x="connsiteX1" y="connsiteY1"/>
                  </a:cxn>
                  <a:cxn ang="0">
                    <a:pos x="connsiteX2" y="connsiteY2"/>
                  </a:cxn>
                </a:cxnLst>
                <a:rect l="l" t="t" r="r" b="b"/>
                <a:pathLst>
                  <a:path w="11936" h="5119">
                    <a:moveTo>
                      <a:pt x="6054" y="37"/>
                    </a:moveTo>
                    <a:cubicBezTo>
                      <a:pt x="-1776" y="-529"/>
                      <a:pt x="-2199" y="5592"/>
                      <a:pt x="5888" y="5083"/>
                    </a:cubicBezTo>
                    <a:cubicBezTo>
                      <a:pt x="13711" y="5643"/>
                      <a:pt x="14135" y="-466"/>
                      <a:pt x="6054" y="3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9" name="Freeform: Shape 2388">
                <a:extLst>
                  <a:ext uri="{FF2B5EF4-FFF2-40B4-BE49-F238E27FC236}">
                    <a16:creationId xmlns:a16="http://schemas.microsoft.com/office/drawing/2014/main" id="{B166F3FA-24FD-013F-B542-793C90D44D15}"/>
                  </a:ext>
                </a:extLst>
              </p:cNvPr>
              <p:cNvSpPr/>
              <p:nvPr/>
            </p:nvSpPr>
            <p:spPr>
              <a:xfrm>
                <a:off x="5002941" y="5719135"/>
                <a:ext cx="6728" cy="3615"/>
              </a:xfrm>
              <a:custGeom>
                <a:avLst/>
                <a:gdLst>
                  <a:gd name="connsiteX0" fmla="*/ 3593 w 6728"/>
                  <a:gd name="connsiteY0" fmla="*/ 1054 h 3615"/>
                  <a:gd name="connsiteX1" fmla="*/ 912 w 6728"/>
                  <a:gd name="connsiteY1" fmla="*/ 3528 h 3615"/>
                  <a:gd name="connsiteX2" fmla="*/ 3593 w 6728"/>
                  <a:gd name="connsiteY2" fmla="*/ 1054 h 3615"/>
                </a:gdLst>
                <a:ahLst/>
                <a:cxnLst>
                  <a:cxn ang="0">
                    <a:pos x="connsiteX0" y="connsiteY0"/>
                  </a:cxn>
                  <a:cxn ang="0">
                    <a:pos x="connsiteX1" y="connsiteY1"/>
                  </a:cxn>
                  <a:cxn ang="0">
                    <a:pos x="connsiteX2" y="connsiteY2"/>
                  </a:cxn>
                </a:cxnLst>
                <a:rect l="l" t="t" r="r" b="b"/>
                <a:pathLst>
                  <a:path w="6728" h="3615">
                    <a:moveTo>
                      <a:pt x="3593" y="1054"/>
                    </a:moveTo>
                    <a:cubicBezTo>
                      <a:pt x="2632" y="1448"/>
                      <a:pt x="-1911" y="4128"/>
                      <a:pt x="912" y="3528"/>
                    </a:cubicBezTo>
                    <a:cubicBezTo>
                      <a:pt x="3747" y="2997"/>
                      <a:pt x="10782" y="-2175"/>
                      <a:pt x="3593" y="105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0" name="Freeform: Shape 2389">
                <a:extLst>
                  <a:ext uri="{FF2B5EF4-FFF2-40B4-BE49-F238E27FC236}">
                    <a16:creationId xmlns:a16="http://schemas.microsoft.com/office/drawing/2014/main" id="{7664F6A2-EF44-A42C-A711-9149E0F8D4C0}"/>
                  </a:ext>
                </a:extLst>
              </p:cNvPr>
              <p:cNvSpPr/>
              <p:nvPr/>
            </p:nvSpPr>
            <p:spPr>
              <a:xfrm>
                <a:off x="4889033" y="6693407"/>
                <a:ext cx="9975" cy="746"/>
              </a:xfrm>
              <a:custGeom>
                <a:avLst/>
                <a:gdLst>
                  <a:gd name="connsiteX0" fmla="*/ 5138 w 9975"/>
                  <a:gd name="connsiteY0" fmla="*/ 355 h 746"/>
                  <a:gd name="connsiteX1" fmla="*/ 0 w 9975"/>
                  <a:gd name="connsiteY1" fmla="*/ 1 h 746"/>
                  <a:gd name="connsiteX2" fmla="*/ 5138 w 9975"/>
                  <a:gd name="connsiteY2" fmla="*/ 355 h 746"/>
                </a:gdLst>
                <a:ahLst/>
                <a:cxnLst>
                  <a:cxn ang="0">
                    <a:pos x="connsiteX0" y="connsiteY0"/>
                  </a:cxn>
                  <a:cxn ang="0">
                    <a:pos x="connsiteX1" y="connsiteY1"/>
                  </a:cxn>
                  <a:cxn ang="0">
                    <a:pos x="connsiteX2" y="connsiteY2"/>
                  </a:cxn>
                </a:cxnLst>
                <a:rect l="l" t="t" r="r" b="b"/>
                <a:pathLst>
                  <a:path w="9975" h="746">
                    <a:moveTo>
                      <a:pt x="5138" y="355"/>
                    </a:moveTo>
                    <a:cubicBezTo>
                      <a:pt x="2406" y="149"/>
                      <a:pt x="103" y="-11"/>
                      <a:pt x="0" y="1"/>
                    </a:cubicBezTo>
                    <a:cubicBezTo>
                      <a:pt x="1149" y="167"/>
                      <a:pt x="18054" y="1344"/>
                      <a:pt x="5138" y="3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1" name="Freeform: Shape 2390">
                <a:extLst>
                  <a:ext uri="{FF2B5EF4-FFF2-40B4-BE49-F238E27FC236}">
                    <a16:creationId xmlns:a16="http://schemas.microsoft.com/office/drawing/2014/main" id="{B08FE53B-20BB-FD7D-7628-7F6BFF6C804A}"/>
                  </a:ext>
                </a:extLst>
              </p:cNvPr>
              <p:cNvSpPr/>
              <p:nvPr/>
            </p:nvSpPr>
            <p:spPr>
              <a:xfrm>
                <a:off x="4864825" y="6717230"/>
                <a:ext cx="10606" cy="1244"/>
              </a:xfrm>
              <a:custGeom>
                <a:avLst/>
                <a:gdLst>
                  <a:gd name="connsiteX0" fmla="*/ 5441 w 10606"/>
                  <a:gd name="connsiteY0" fmla="*/ 9 h 1244"/>
                  <a:gd name="connsiteX1" fmla="*/ 0 w 10606"/>
                  <a:gd name="connsiteY1" fmla="*/ 517 h 1244"/>
                  <a:gd name="connsiteX2" fmla="*/ 5441 w 10606"/>
                  <a:gd name="connsiteY2" fmla="*/ 9 h 1244"/>
                </a:gdLst>
                <a:ahLst/>
                <a:cxnLst>
                  <a:cxn ang="0">
                    <a:pos x="connsiteX0" y="connsiteY0"/>
                  </a:cxn>
                  <a:cxn ang="0">
                    <a:pos x="connsiteX1" y="connsiteY1"/>
                  </a:cxn>
                  <a:cxn ang="0">
                    <a:pos x="connsiteX2" y="connsiteY2"/>
                  </a:cxn>
                </a:cxnLst>
                <a:rect l="l" t="t" r="r" b="b"/>
                <a:pathLst>
                  <a:path w="10606" h="1244">
                    <a:moveTo>
                      <a:pt x="5441" y="9"/>
                    </a:moveTo>
                    <a:cubicBezTo>
                      <a:pt x="2555" y="-48"/>
                      <a:pt x="114" y="180"/>
                      <a:pt x="0" y="517"/>
                    </a:cubicBezTo>
                    <a:cubicBezTo>
                      <a:pt x="1286" y="2084"/>
                      <a:pt x="19191" y="741"/>
                      <a:pt x="5441"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2" name="Freeform: Shape 2391">
                <a:extLst>
                  <a:ext uri="{FF2B5EF4-FFF2-40B4-BE49-F238E27FC236}">
                    <a16:creationId xmlns:a16="http://schemas.microsoft.com/office/drawing/2014/main" id="{F398FE53-A34F-833A-700C-7C173A103203}"/>
                  </a:ext>
                </a:extLst>
              </p:cNvPr>
              <p:cNvSpPr/>
              <p:nvPr/>
            </p:nvSpPr>
            <p:spPr>
              <a:xfrm>
                <a:off x="4852270" y="6776672"/>
                <a:ext cx="10487" cy="2874"/>
              </a:xfrm>
              <a:custGeom>
                <a:avLst/>
                <a:gdLst>
                  <a:gd name="connsiteX0" fmla="*/ 5451 w 10487"/>
                  <a:gd name="connsiteY0" fmla="*/ 3 h 2874"/>
                  <a:gd name="connsiteX1" fmla="*/ 5034 w 10487"/>
                  <a:gd name="connsiteY1" fmla="*/ 2872 h 2874"/>
                  <a:gd name="connsiteX2" fmla="*/ 5451 w 10487"/>
                  <a:gd name="connsiteY2" fmla="*/ 3 h 2874"/>
                </a:gdLst>
                <a:ahLst/>
                <a:cxnLst>
                  <a:cxn ang="0">
                    <a:pos x="connsiteX0" y="connsiteY0"/>
                  </a:cxn>
                  <a:cxn ang="0">
                    <a:pos x="connsiteX1" y="connsiteY1"/>
                  </a:cxn>
                  <a:cxn ang="0">
                    <a:pos x="connsiteX2" y="connsiteY2"/>
                  </a:cxn>
                </a:cxnLst>
                <a:rect l="l" t="t" r="r" b="b"/>
                <a:pathLst>
                  <a:path w="10487" h="2874">
                    <a:moveTo>
                      <a:pt x="5451" y="3"/>
                    </a:moveTo>
                    <a:cubicBezTo>
                      <a:pt x="-1236" y="-111"/>
                      <a:pt x="-2224" y="2843"/>
                      <a:pt x="5034" y="2872"/>
                    </a:cubicBezTo>
                    <a:cubicBezTo>
                      <a:pt x="11720" y="2969"/>
                      <a:pt x="12715" y="20"/>
                      <a:pt x="5451"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3" name="Freeform: Shape 2392">
                <a:extLst>
                  <a:ext uri="{FF2B5EF4-FFF2-40B4-BE49-F238E27FC236}">
                    <a16:creationId xmlns:a16="http://schemas.microsoft.com/office/drawing/2014/main" id="{8CAC4B3A-C2A9-CDFF-E8B9-E6651A60BE48}"/>
                  </a:ext>
                </a:extLst>
              </p:cNvPr>
              <p:cNvSpPr/>
              <p:nvPr/>
            </p:nvSpPr>
            <p:spPr>
              <a:xfrm>
                <a:off x="4877180" y="6696548"/>
                <a:ext cx="10187" cy="507"/>
              </a:xfrm>
              <a:custGeom>
                <a:avLst/>
                <a:gdLst>
                  <a:gd name="connsiteX0" fmla="*/ 5286 w 10187"/>
                  <a:gd name="connsiteY0" fmla="*/ 128 h 507"/>
                  <a:gd name="connsiteX1" fmla="*/ 0 w 10187"/>
                  <a:gd name="connsiteY1" fmla="*/ 37 h 507"/>
                  <a:gd name="connsiteX2" fmla="*/ 5286 w 10187"/>
                  <a:gd name="connsiteY2" fmla="*/ 128 h 507"/>
                </a:gdLst>
                <a:ahLst/>
                <a:cxnLst>
                  <a:cxn ang="0">
                    <a:pos x="connsiteX0" y="connsiteY0"/>
                  </a:cxn>
                  <a:cxn ang="0">
                    <a:pos x="connsiteX1" y="connsiteY1"/>
                  </a:cxn>
                  <a:cxn ang="0">
                    <a:pos x="connsiteX2" y="connsiteY2"/>
                  </a:cxn>
                </a:cxnLst>
                <a:rect l="l" t="t" r="r" b="b"/>
                <a:pathLst>
                  <a:path w="10187" h="507">
                    <a:moveTo>
                      <a:pt x="5286" y="128"/>
                    </a:moveTo>
                    <a:cubicBezTo>
                      <a:pt x="2480" y="3"/>
                      <a:pt x="109" y="-37"/>
                      <a:pt x="0" y="37"/>
                    </a:cubicBezTo>
                    <a:cubicBezTo>
                      <a:pt x="1126" y="460"/>
                      <a:pt x="18419" y="798"/>
                      <a:pt x="5286" y="1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4" name="Freeform: Shape 2393">
                <a:extLst>
                  <a:ext uri="{FF2B5EF4-FFF2-40B4-BE49-F238E27FC236}">
                    <a16:creationId xmlns:a16="http://schemas.microsoft.com/office/drawing/2014/main" id="{B4893CE6-7D0B-9B6E-1A0E-47BA95D02B8D}"/>
                  </a:ext>
                </a:extLst>
              </p:cNvPr>
              <p:cNvSpPr/>
              <p:nvPr/>
            </p:nvSpPr>
            <p:spPr>
              <a:xfrm>
                <a:off x="4838999" y="6880131"/>
                <a:ext cx="10823" cy="3616"/>
              </a:xfrm>
              <a:custGeom>
                <a:avLst/>
                <a:gdLst>
                  <a:gd name="connsiteX0" fmla="*/ 5640 w 10823"/>
                  <a:gd name="connsiteY0" fmla="*/ 3 h 3616"/>
                  <a:gd name="connsiteX1" fmla="*/ 5183 w 10823"/>
                  <a:gd name="connsiteY1" fmla="*/ 3614 h 3616"/>
                  <a:gd name="connsiteX2" fmla="*/ 5640 w 10823"/>
                  <a:gd name="connsiteY2" fmla="*/ 3 h 3616"/>
                </a:gdLst>
                <a:ahLst/>
                <a:cxnLst>
                  <a:cxn ang="0">
                    <a:pos x="connsiteX0" y="connsiteY0"/>
                  </a:cxn>
                  <a:cxn ang="0">
                    <a:pos x="connsiteX1" y="connsiteY1"/>
                  </a:cxn>
                  <a:cxn ang="0">
                    <a:pos x="connsiteX2" y="connsiteY2"/>
                  </a:cxn>
                </a:cxnLst>
                <a:rect l="l" t="t" r="r" b="b"/>
                <a:pathLst>
                  <a:path w="10823" h="3616">
                    <a:moveTo>
                      <a:pt x="5640" y="3"/>
                    </a:moveTo>
                    <a:cubicBezTo>
                      <a:pt x="-1240" y="-112"/>
                      <a:pt x="-2326" y="3591"/>
                      <a:pt x="5183" y="3614"/>
                    </a:cubicBezTo>
                    <a:cubicBezTo>
                      <a:pt x="12070" y="3723"/>
                      <a:pt x="13144" y="19"/>
                      <a:pt x="5640"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5" name="Freeform: Shape 2394">
                <a:extLst>
                  <a:ext uri="{FF2B5EF4-FFF2-40B4-BE49-F238E27FC236}">
                    <a16:creationId xmlns:a16="http://schemas.microsoft.com/office/drawing/2014/main" id="{376232D1-C139-B67E-1224-FC42AE0FF347}"/>
                  </a:ext>
                </a:extLst>
              </p:cNvPr>
              <p:cNvSpPr/>
              <p:nvPr/>
            </p:nvSpPr>
            <p:spPr>
              <a:xfrm>
                <a:off x="4900358" y="6686972"/>
                <a:ext cx="9334" cy="1112"/>
              </a:xfrm>
              <a:custGeom>
                <a:avLst/>
                <a:gdLst>
                  <a:gd name="connsiteX0" fmla="*/ 4843 w 9334"/>
                  <a:gd name="connsiteY0" fmla="*/ 310 h 1112"/>
                  <a:gd name="connsiteX1" fmla="*/ 4494 w 9334"/>
                  <a:gd name="connsiteY1" fmla="*/ 801 h 1112"/>
                  <a:gd name="connsiteX2" fmla="*/ 4843 w 9334"/>
                  <a:gd name="connsiteY2" fmla="*/ 310 h 1112"/>
                </a:gdLst>
                <a:ahLst/>
                <a:cxnLst>
                  <a:cxn ang="0">
                    <a:pos x="connsiteX0" y="connsiteY0"/>
                  </a:cxn>
                  <a:cxn ang="0">
                    <a:pos x="connsiteX1" y="connsiteY1"/>
                  </a:cxn>
                  <a:cxn ang="0">
                    <a:pos x="connsiteX2" y="connsiteY2"/>
                  </a:cxn>
                </a:cxnLst>
                <a:rect l="l" t="t" r="r" b="b"/>
                <a:pathLst>
                  <a:path w="9334" h="1112">
                    <a:moveTo>
                      <a:pt x="4843" y="310"/>
                    </a:moveTo>
                    <a:cubicBezTo>
                      <a:pt x="-1164" y="-342"/>
                      <a:pt x="-1924" y="138"/>
                      <a:pt x="4494" y="801"/>
                    </a:cubicBezTo>
                    <a:cubicBezTo>
                      <a:pt x="10501" y="1452"/>
                      <a:pt x="11255" y="983"/>
                      <a:pt x="4843" y="3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6" name="Freeform: Shape 2395">
                <a:extLst>
                  <a:ext uri="{FF2B5EF4-FFF2-40B4-BE49-F238E27FC236}">
                    <a16:creationId xmlns:a16="http://schemas.microsoft.com/office/drawing/2014/main" id="{52E682F7-077E-A04F-24AA-17CC71E83348}"/>
                  </a:ext>
                </a:extLst>
              </p:cNvPr>
              <p:cNvSpPr/>
              <p:nvPr/>
            </p:nvSpPr>
            <p:spPr>
              <a:xfrm>
                <a:off x="4773443" y="7378736"/>
                <a:ext cx="12340" cy="4709"/>
              </a:xfrm>
              <a:custGeom>
                <a:avLst/>
                <a:gdLst>
                  <a:gd name="connsiteX0" fmla="*/ 6468 w 12340"/>
                  <a:gd name="connsiteY0" fmla="*/ 3 h 4709"/>
                  <a:gd name="connsiteX1" fmla="*/ 5874 w 12340"/>
                  <a:gd name="connsiteY1" fmla="*/ 4707 h 4709"/>
                  <a:gd name="connsiteX2" fmla="*/ 6468 w 12340"/>
                  <a:gd name="connsiteY2" fmla="*/ 3 h 4709"/>
                </a:gdLst>
                <a:ahLst/>
                <a:cxnLst>
                  <a:cxn ang="0">
                    <a:pos x="connsiteX0" y="connsiteY0"/>
                  </a:cxn>
                  <a:cxn ang="0">
                    <a:pos x="connsiteX1" y="connsiteY1"/>
                  </a:cxn>
                  <a:cxn ang="0">
                    <a:pos x="connsiteX2" y="connsiteY2"/>
                  </a:cxn>
                </a:cxnLst>
                <a:rect l="l" t="t" r="r" b="b"/>
                <a:pathLst>
                  <a:path w="12340" h="4709">
                    <a:moveTo>
                      <a:pt x="6468" y="3"/>
                    </a:moveTo>
                    <a:cubicBezTo>
                      <a:pt x="-1339" y="-140"/>
                      <a:pt x="-2716" y="4672"/>
                      <a:pt x="5874" y="4707"/>
                    </a:cubicBezTo>
                    <a:cubicBezTo>
                      <a:pt x="13692" y="4849"/>
                      <a:pt x="15046" y="37"/>
                      <a:pt x="6468"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7" name="Freeform: Shape 2396">
                <a:extLst>
                  <a:ext uri="{FF2B5EF4-FFF2-40B4-BE49-F238E27FC236}">
                    <a16:creationId xmlns:a16="http://schemas.microsoft.com/office/drawing/2014/main" id="{28CEB4F1-38F5-F0AC-5985-C72881F6C31E}"/>
                  </a:ext>
                </a:extLst>
              </p:cNvPr>
              <p:cNvSpPr/>
              <p:nvPr/>
            </p:nvSpPr>
            <p:spPr>
              <a:xfrm>
                <a:off x="4824151" y="6992794"/>
                <a:ext cx="11557" cy="3895"/>
              </a:xfrm>
              <a:custGeom>
                <a:avLst/>
                <a:gdLst>
                  <a:gd name="connsiteX0" fmla="*/ 5989 w 11557"/>
                  <a:gd name="connsiteY0" fmla="*/ 0 h 3895"/>
                  <a:gd name="connsiteX1" fmla="*/ 0 w 11557"/>
                  <a:gd name="connsiteY1" fmla="*/ 1920 h 3895"/>
                  <a:gd name="connsiteX2" fmla="*/ 5989 w 11557"/>
                  <a:gd name="connsiteY2" fmla="*/ 0 h 3895"/>
                </a:gdLst>
                <a:ahLst/>
                <a:cxnLst>
                  <a:cxn ang="0">
                    <a:pos x="connsiteX0" y="connsiteY0"/>
                  </a:cxn>
                  <a:cxn ang="0">
                    <a:pos x="connsiteX1" y="connsiteY1"/>
                  </a:cxn>
                  <a:cxn ang="0">
                    <a:pos x="connsiteX2" y="connsiteY2"/>
                  </a:cxn>
                </a:cxnLst>
                <a:rect l="l" t="t" r="r" b="b"/>
                <a:pathLst>
                  <a:path w="11557" h="3895">
                    <a:moveTo>
                      <a:pt x="5989" y="0"/>
                    </a:moveTo>
                    <a:cubicBezTo>
                      <a:pt x="2823" y="0"/>
                      <a:pt x="143" y="857"/>
                      <a:pt x="0" y="1920"/>
                    </a:cubicBezTo>
                    <a:cubicBezTo>
                      <a:pt x="1549" y="6812"/>
                      <a:pt x="20803" y="1229"/>
                      <a:pt x="598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8" name="Freeform: Shape 2397">
                <a:extLst>
                  <a:ext uri="{FF2B5EF4-FFF2-40B4-BE49-F238E27FC236}">
                    <a16:creationId xmlns:a16="http://schemas.microsoft.com/office/drawing/2014/main" id="{D8F3EFF5-1B87-C12E-0D22-F9B76D12A740}"/>
                  </a:ext>
                </a:extLst>
              </p:cNvPr>
              <p:cNvSpPr/>
              <p:nvPr/>
            </p:nvSpPr>
            <p:spPr>
              <a:xfrm>
                <a:off x="4808189" y="7112894"/>
                <a:ext cx="11932" cy="4158"/>
              </a:xfrm>
              <a:custGeom>
                <a:avLst/>
                <a:gdLst>
                  <a:gd name="connsiteX0" fmla="*/ 6195 w 11932"/>
                  <a:gd name="connsiteY0" fmla="*/ 0 h 4158"/>
                  <a:gd name="connsiteX1" fmla="*/ 0 w 11932"/>
                  <a:gd name="connsiteY1" fmla="*/ 2052 h 4158"/>
                  <a:gd name="connsiteX2" fmla="*/ 6195 w 11932"/>
                  <a:gd name="connsiteY2" fmla="*/ 0 h 4158"/>
                </a:gdLst>
                <a:ahLst/>
                <a:cxnLst>
                  <a:cxn ang="0">
                    <a:pos x="connsiteX0" y="connsiteY0"/>
                  </a:cxn>
                  <a:cxn ang="0">
                    <a:pos x="connsiteX1" y="connsiteY1"/>
                  </a:cxn>
                  <a:cxn ang="0">
                    <a:pos x="connsiteX2" y="connsiteY2"/>
                  </a:cxn>
                </a:cxnLst>
                <a:rect l="l" t="t" r="r" b="b"/>
                <a:pathLst>
                  <a:path w="11932" h="4158">
                    <a:moveTo>
                      <a:pt x="6195" y="0"/>
                    </a:moveTo>
                    <a:cubicBezTo>
                      <a:pt x="2926" y="0"/>
                      <a:pt x="154" y="915"/>
                      <a:pt x="0" y="2052"/>
                    </a:cubicBezTo>
                    <a:cubicBezTo>
                      <a:pt x="1589" y="7276"/>
                      <a:pt x="21471" y="1298"/>
                      <a:pt x="619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9" name="Freeform: Shape 2398">
                <a:extLst>
                  <a:ext uri="{FF2B5EF4-FFF2-40B4-BE49-F238E27FC236}">
                    <a16:creationId xmlns:a16="http://schemas.microsoft.com/office/drawing/2014/main" id="{0E5E5C33-9F91-3352-785C-851D4523C00F}"/>
                  </a:ext>
                </a:extLst>
              </p:cNvPr>
              <p:cNvSpPr/>
              <p:nvPr/>
            </p:nvSpPr>
            <p:spPr>
              <a:xfrm>
                <a:off x="4791164" y="7241264"/>
                <a:ext cx="12328" cy="4448"/>
              </a:xfrm>
              <a:custGeom>
                <a:avLst/>
                <a:gdLst>
                  <a:gd name="connsiteX0" fmla="*/ 6407 w 12328"/>
                  <a:gd name="connsiteY0" fmla="*/ 0 h 4448"/>
                  <a:gd name="connsiteX1" fmla="*/ 0 w 12328"/>
                  <a:gd name="connsiteY1" fmla="*/ 2195 h 4448"/>
                  <a:gd name="connsiteX2" fmla="*/ 6407 w 12328"/>
                  <a:gd name="connsiteY2" fmla="*/ 0 h 4448"/>
                </a:gdLst>
                <a:ahLst/>
                <a:cxnLst>
                  <a:cxn ang="0">
                    <a:pos x="connsiteX0" y="connsiteY0"/>
                  </a:cxn>
                  <a:cxn ang="0">
                    <a:pos x="connsiteX1" y="connsiteY1"/>
                  </a:cxn>
                  <a:cxn ang="0">
                    <a:pos x="connsiteX2" y="connsiteY2"/>
                  </a:cxn>
                </a:cxnLst>
                <a:rect l="l" t="t" r="r" b="b"/>
                <a:pathLst>
                  <a:path w="12328" h="4448">
                    <a:moveTo>
                      <a:pt x="6407" y="0"/>
                    </a:moveTo>
                    <a:cubicBezTo>
                      <a:pt x="3029" y="0"/>
                      <a:pt x="160" y="983"/>
                      <a:pt x="0" y="2195"/>
                    </a:cubicBezTo>
                    <a:cubicBezTo>
                      <a:pt x="1634" y="7790"/>
                      <a:pt x="22180" y="1377"/>
                      <a:pt x="640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0" name="Freeform: Shape 2399">
                <a:extLst>
                  <a:ext uri="{FF2B5EF4-FFF2-40B4-BE49-F238E27FC236}">
                    <a16:creationId xmlns:a16="http://schemas.microsoft.com/office/drawing/2014/main" id="{69FB59B6-D5FD-703D-5E00-4336C3ED003A}"/>
                  </a:ext>
                </a:extLst>
              </p:cNvPr>
              <p:cNvSpPr/>
              <p:nvPr/>
            </p:nvSpPr>
            <p:spPr>
              <a:xfrm>
                <a:off x="4952030" y="6104232"/>
                <a:ext cx="8621" cy="5947"/>
              </a:xfrm>
              <a:custGeom>
                <a:avLst/>
                <a:gdLst>
                  <a:gd name="connsiteX0" fmla="*/ 4492 w 8621"/>
                  <a:gd name="connsiteY0" fmla="*/ 1051 h 5947"/>
                  <a:gd name="connsiteX1" fmla="*/ 0 w 8621"/>
                  <a:gd name="connsiteY1" fmla="*/ 5246 h 5947"/>
                  <a:gd name="connsiteX2" fmla="*/ 4492 w 8621"/>
                  <a:gd name="connsiteY2" fmla="*/ 1051 h 5947"/>
                </a:gdLst>
                <a:ahLst/>
                <a:cxnLst>
                  <a:cxn ang="0">
                    <a:pos x="connsiteX0" y="connsiteY0"/>
                  </a:cxn>
                  <a:cxn ang="0">
                    <a:pos x="connsiteX1" y="connsiteY1"/>
                  </a:cxn>
                  <a:cxn ang="0">
                    <a:pos x="connsiteX2" y="connsiteY2"/>
                  </a:cxn>
                </a:cxnLst>
                <a:rect l="l" t="t" r="r" b="b"/>
                <a:pathLst>
                  <a:path w="8621" h="5947">
                    <a:moveTo>
                      <a:pt x="4492" y="1051"/>
                    </a:moveTo>
                    <a:cubicBezTo>
                      <a:pt x="2126" y="2308"/>
                      <a:pt x="114" y="4188"/>
                      <a:pt x="0" y="5246"/>
                    </a:cubicBezTo>
                    <a:cubicBezTo>
                      <a:pt x="1800" y="8977"/>
                      <a:pt x="15247" y="-3613"/>
                      <a:pt x="4492" y="10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1" name="Freeform: Shape 2400">
                <a:extLst>
                  <a:ext uri="{FF2B5EF4-FFF2-40B4-BE49-F238E27FC236}">
                    <a16:creationId xmlns:a16="http://schemas.microsoft.com/office/drawing/2014/main" id="{143BD495-439B-08ED-C698-0D3BB49CE9BA}"/>
                  </a:ext>
                </a:extLst>
              </p:cNvPr>
              <p:cNvSpPr/>
              <p:nvPr/>
            </p:nvSpPr>
            <p:spPr>
              <a:xfrm>
                <a:off x="4981479" y="5838526"/>
                <a:ext cx="8283" cy="6398"/>
              </a:xfrm>
              <a:custGeom>
                <a:avLst/>
                <a:gdLst>
                  <a:gd name="connsiteX0" fmla="*/ 4184 w 8283"/>
                  <a:gd name="connsiteY0" fmla="*/ 2615 h 6398"/>
                  <a:gd name="connsiteX1" fmla="*/ 0 w 8283"/>
                  <a:gd name="connsiteY1" fmla="*/ 6393 h 6398"/>
                  <a:gd name="connsiteX2" fmla="*/ 4184 w 8283"/>
                  <a:gd name="connsiteY2" fmla="*/ 2615 h 6398"/>
                </a:gdLst>
                <a:ahLst/>
                <a:cxnLst>
                  <a:cxn ang="0">
                    <a:pos x="connsiteX0" y="connsiteY0"/>
                  </a:cxn>
                  <a:cxn ang="0">
                    <a:pos x="connsiteX1" y="connsiteY1"/>
                  </a:cxn>
                  <a:cxn ang="0">
                    <a:pos x="connsiteX2" y="connsiteY2"/>
                  </a:cxn>
                </a:cxnLst>
                <a:rect l="l" t="t" r="r" b="b"/>
                <a:pathLst>
                  <a:path w="8283" h="6398">
                    <a:moveTo>
                      <a:pt x="4184" y="2615"/>
                    </a:moveTo>
                    <a:cubicBezTo>
                      <a:pt x="1926" y="4335"/>
                      <a:pt x="52" y="6033"/>
                      <a:pt x="0" y="6393"/>
                    </a:cubicBezTo>
                    <a:cubicBezTo>
                      <a:pt x="1526" y="6696"/>
                      <a:pt x="14842" y="-5083"/>
                      <a:pt x="4184" y="261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2" name="Freeform: Shape 2401">
                <a:extLst>
                  <a:ext uri="{FF2B5EF4-FFF2-40B4-BE49-F238E27FC236}">
                    <a16:creationId xmlns:a16="http://schemas.microsoft.com/office/drawing/2014/main" id="{68D9F493-0BB7-067F-8B50-69600D40B636}"/>
                  </a:ext>
                </a:extLst>
              </p:cNvPr>
              <p:cNvSpPr/>
              <p:nvPr/>
            </p:nvSpPr>
            <p:spPr>
              <a:xfrm>
                <a:off x="4986474" y="5807713"/>
                <a:ext cx="8153" cy="5893"/>
              </a:xfrm>
              <a:custGeom>
                <a:avLst/>
                <a:gdLst>
                  <a:gd name="connsiteX0" fmla="*/ 4052 w 8153"/>
                  <a:gd name="connsiteY0" fmla="*/ 2625 h 5893"/>
                  <a:gd name="connsiteX1" fmla="*/ 0 w 8153"/>
                  <a:gd name="connsiteY1" fmla="*/ 5894 h 5893"/>
                  <a:gd name="connsiteX2" fmla="*/ 4052 w 8153"/>
                  <a:gd name="connsiteY2" fmla="*/ 2625 h 5893"/>
                </a:gdLst>
                <a:ahLst/>
                <a:cxnLst>
                  <a:cxn ang="0">
                    <a:pos x="connsiteX0" y="connsiteY0"/>
                  </a:cxn>
                  <a:cxn ang="0">
                    <a:pos x="connsiteX1" y="connsiteY1"/>
                  </a:cxn>
                  <a:cxn ang="0">
                    <a:pos x="connsiteX2" y="connsiteY2"/>
                  </a:cxn>
                </a:cxnLst>
                <a:rect l="l" t="t" r="r" b="b"/>
                <a:pathLst>
                  <a:path w="8153" h="5893">
                    <a:moveTo>
                      <a:pt x="4052" y="2625"/>
                    </a:moveTo>
                    <a:cubicBezTo>
                      <a:pt x="1857" y="4208"/>
                      <a:pt x="40" y="5676"/>
                      <a:pt x="0" y="5894"/>
                    </a:cubicBezTo>
                    <a:cubicBezTo>
                      <a:pt x="1126" y="5899"/>
                      <a:pt x="14813" y="-4805"/>
                      <a:pt x="4052" y="26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3" name="Freeform: Shape 2402">
                <a:extLst>
                  <a:ext uri="{FF2B5EF4-FFF2-40B4-BE49-F238E27FC236}">
                    <a16:creationId xmlns:a16="http://schemas.microsoft.com/office/drawing/2014/main" id="{680E05FD-2534-411A-CE4A-68321705CF5F}"/>
                  </a:ext>
                </a:extLst>
              </p:cNvPr>
              <p:cNvSpPr/>
              <p:nvPr/>
            </p:nvSpPr>
            <p:spPr>
              <a:xfrm>
                <a:off x="4990509" y="5788828"/>
                <a:ext cx="7598" cy="5067"/>
              </a:xfrm>
              <a:custGeom>
                <a:avLst/>
                <a:gdLst>
                  <a:gd name="connsiteX0" fmla="*/ 3932 w 7598"/>
                  <a:gd name="connsiteY0" fmla="*/ 2238 h 5067"/>
                  <a:gd name="connsiteX1" fmla="*/ 0 w 7598"/>
                  <a:gd name="connsiteY1" fmla="*/ 5067 h 5067"/>
                  <a:gd name="connsiteX2" fmla="*/ 3932 w 7598"/>
                  <a:gd name="connsiteY2" fmla="*/ 2238 h 5067"/>
                </a:gdLst>
                <a:ahLst/>
                <a:cxnLst>
                  <a:cxn ang="0">
                    <a:pos x="connsiteX0" y="connsiteY0"/>
                  </a:cxn>
                  <a:cxn ang="0">
                    <a:pos x="connsiteX1" y="connsiteY1"/>
                  </a:cxn>
                  <a:cxn ang="0">
                    <a:pos x="connsiteX2" y="connsiteY2"/>
                  </a:cxn>
                </a:cxnLst>
                <a:rect l="l" t="t" r="r" b="b"/>
                <a:pathLst>
                  <a:path w="7598" h="5067">
                    <a:moveTo>
                      <a:pt x="3932" y="2238"/>
                    </a:moveTo>
                    <a:cubicBezTo>
                      <a:pt x="1795" y="3644"/>
                      <a:pt x="35" y="4913"/>
                      <a:pt x="0" y="5067"/>
                    </a:cubicBezTo>
                    <a:cubicBezTo>
                      <a:pt x="1538" y="4610"/>
                      <a:pt x="13482" y="-3951"/>
                      <a:pt x="3932" y="22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4" name="Freeform: Shape 2403">
                <a:extLst>
                  <a:ext uri="{FF2B5EF4-FFF2-40B4-BE49-F238E27FC236}">
                    <a16:creationId xmlns:a16="http://schemas.microsoft.com/office/drawing/2014/main" id="{7BA843E0-361A-4B85-33D8-E446B8FE634A}"/>
                  </a:ext>
                </a:extLst>
              </p:cNvPr>
              <p:cNvSpPr/>
              <p:nvPr/>
            </p:nvSpPr>
            <p:spPr>
              <a:xfrm>
                <a:off x="4974867" y="5891407"/>
                <a:ext cx="8410" cy="6766"/>
              </a:xfrm>
              <a:custGeom>
                <a:avLst/>
                <a:gdLst>
                  <a:gd name="connsiteX0" fmla="*/ 4321 w 8410"/>
                  <a:gd name="connsiteY0" fmla="*/ 2220 h 6766"/>
                  <a:gd name="connsiteX1" fmla="*/ 0 w 8410"/>
                  <a:gd name="connsiteY1" fmla="*/ 6638 h 6766"/>
                  <a:gd name="connsiteX2" fmla="*/ 4321 w 8410"/>
                  <a:gd name="connsiteY2" fmla="*/ 2220 h 6766"/>
                </a:gdLst>
                <a:ahLst/>
                <a:cxnLst>
                  <a:cxn ang="0">
                    <a:pos x="connsiteX0" y="connsiteY0"/>
                  </a:cxn>
                  <a:cxn ang="0">
                    <a:pos x="connsiteX1" y="connsiteY1"/>
                  </a:cxn>
                  <a:cxn ang="0">
                    <a:pos x="connsiteX2" y="connsiteY2"/>
                  </a:cxn>
                </a:cxnLst>
                <a:rect l="l" t="t" r="r" b="b"/>
                <a:pathLst>
                  <a:path w="8410" h="6766">
                    <a:moveTo>
                      <a:pt x="4321" y="2220"/>
                    </a:moveTo>
                    <a:cubicBezTo>
                      <a:pt x="2012" y="3975"/>
                      <a:pt x="74" y="5952"/>
                      <a:pt x="0" y="6638"/>
                    </a:cubicBezTo>
                    <a:cubicBezTo>
                      <a:pt x="1840" y="8198"/>
                      <a:pt x="14893" y="-5112"/>
                      <a:pt x="4321" y="22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5" name="Freeform: Shape 2404">
                <a:extLst>
                  <a:ext uri="{FF2B5EF4-FFF2-40B4-BE49-F238E27FC236}">
                    <a16:creationId xmlns:a16="http://schemas.microsoft.com/office/drawing/2014/main" id="{D7091462-8B73-0844-3D5B-3D6C1FC4D9E8}"/>
                  </a:ext>
                </a:extLst>
              </p:cNvPr>
              <p:cNvSpPr/>
              <p:nvPr/>
            </p:nvSpPr>
            <p:spPr>
              <a:xfrm>
                <a:off x="4910682" y="6655819"/>
                <a:ext cx="9111" cy="2076"/>
              </a:xfrm>
              <a:custGeom>
                <a:avLst/>
                <a:gdLst>
                  <a:gd name="connsiteX0" fmla="*/ 4715 w 9111"/>
                  <a:gd name="connsiteY0" fmla="*/ 213 h 2076"/>
                  <a:gd name="connsiteX1" fmla="*/ 4395 w 9111"/>
                  <a:gd name="connsiteY1" fmla="*/ 1864 h 2076"/>
                  <a:gd name="connsiteX2" fmla="*/ 4715 w 9111"/>
                  <a:gd name="connsiteY2" fmla="*/ 213 h 2076"/>
                </a:gdLst>
                <a:ahLst/>
                <a:cxnLst>
                  <a:cxn ang="0">
                    <a:pos x="connsiteX0" y="connsiteY0"/>
                  </a:cxn>
                  <a:cxn ang="0">
                    <a:pos x="connsiteX1" y="connsiteY1"/>
                  </a:cxn>
                  <a:cxn ang="0">
                    <a:pos x="connsiteX2" y="connsiteY2"/>
                  </a:cxn>
                </a:cxnLst>
                <a:rect l="l" t="t" r="r" b="b"/>
                <a:pathLst>
                  <a:path w="9111" h="2076">
                    <a:moveTo>
                      <a:pt x="4715" y="213"/>
                    </a:moveTo>
                    <a:cubicBezTo>
                      <a:pt x="-1263" y="-593"/>
                      <a:pt x="-1760" y="1098"/>
                      <a:pt x="4395" y="1864"/>
                    </a:cubicBezTo>
                    <a:cubicBezTo>
                      <a:pt x="10384" y="2670"/>
                      <a:pt x="10864" y="984"/>
                      <a:pt x="4715" y="2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6" name="Freeform: Shape 2405">
                <a:extLst>
                  <a:ext uri="{FF2B5EF4-FFF2-40B4-BE49-F238E27FC236}">
                    <a16:creationId xmlns:a16="http://schemas.microsoft.com/office/drawing/2014/main" id="{17DCD85F-D48C-E05B-059B-B2F8FA9CB7E6}"/>
                  </a:ext>
                </a:extLst>
              </p:cNvPr>
              <p:cNvSpPr/>
              <p:nvPr/>
            </p:nvSpPr>
            <p:spPr>
              <a:xfrm>
                <a:off x="4920719" y="6551099"/>
                <a:ext cx="8911" cy="6353"/>
              </a:xfrm>
              <a:custGeom>
                <a:avLst/>
                <a:gdLst>
                  <a:gd name="connsiteX0" fmla="*/ 4627 w 8911"/>
                  <a:gd name="connsiteY0" fmla="*/ 10 h 6353"/>
                  <a:gd name="connsiteX1" fmla="*/ 4285 w 8911"/>
                  <a:gd name="connsiteY1" fmla="*/ 6337 h 6353"/>
                  <a:gd name="connsiteX2" fmla="*/ 4627 w 8911"/>
                  <a:gd name="connsiteY2" fmla="*/ 10 h 6353"/>
                </a:gdLst>
                <a:ahLst/>
                <a:cxnLst>
                  <a:cxn ang="0">
                    <a:pos x="connsiteX0" y="connsiteY0"/>
                  </a:cxn>
                  <a:cxn ang="0">
                    <a:pos x="connsiteX1" y="connsiteY1"/>
                  </a:cxn>
                  <a:cxn ang="0">
                    <a:pos x="connsiteX2" y="connsiteY2"/>
                  </a:cxn>
                </a:cxnLst>
                <a:rect l="l" t="t" r="r" b="b"/>
                <a:pathLst>
                  <a:path w="8911" h="6353">
                    <a:moveTo>
                      <a:pt x="4627" y="10"/>
                    </a:moveTo>
                    <a:cubicBezTo>
                      <a:pt x="-1265" y="-292"/>
                      <a:pt x="-1693" y="6091"/>
                      <a:pt x="4285" y="6337"/>
                    </a:cubicBezTo>
                    <a:cubicBezTo>
                      <a:pt x="10211" y="6725"/>
                      <a:pt x="10571" y="227"/>
                      <a:pt x="4627" y="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7" name="Freeform: Shape 2406">
                <a:extLst>
                  <a:ext uri="{FF2B5EF4-FFF2-40B4-BE49-F238E27FC236}">
                    <a16:creationId xmlns:a16="http://schemas.microsoft.com/office/drawing/2014/main" id="{6F22331F-E857-7CEE-8678-C87D14726F50}"/>
                  </a:ext>
                </a:extLst>
              </p:cNvPr>
              <p:cNvSpPr/>
              <p:nvPr/>
            </p:nvSpPr>
            <p:spPr>
              <a:xfrm>
                <a:off x="4994184" y="5773146"/>
                <a:ext cx="7463" cy="4455"/>
              </a:xfrm>
              <a:custGeom>
                <a:avLst/>
                <a:gdLst>
                  <a:gd name="connsiteX0" fmla="*/ 3829 w 7463"/>
                  <a:gd name="connsiteY0" fmla="*/ 1947 h 4455"/>
                  <a:gd name="connsiteX1" fmla="*/ 0 w 7463"/>
                  <a:gd name="connsiteY1" fmla="*/ 4455 h 4455"/>
                  <a:gd name="connsiteX2" fmla="*/ 3829 w 7463"/>
                  <a:gd name="connsiteY2" fmla="*/ 1947 h 4455"/>
                </a:gdLst>
                <a:ahLst/>
                <a:cxnLst>
                  <a:cxn ang="0">
                    <a:pos x="connsiteX0" y="connsiteY0"/>
                  </a:cxn>
                  <a:cxn ang="0">
                    <a:pos x="connsiteX1" y="connsiteY1"/>
                  </a:cxn>
                  <a:cxn ang="0">
                    <a:pos x="connsiteX2" y="connsiteY2"/>
                  </a:cxn>
                </a:cxnLst>
                <a:rect l="l" t="t" r="r" b="b"/>
                <a:pathLst>
                  <a:path w="7463" h="4455">
                    <a:moveTo>
                      <a:pt x="3829" y="1947"/>
                    </a:moveTo>
                    <a:cubicBezTo>
                      <a:pt x="1749" y="3170"/>
                      <a:pt x="34" y="4296"/>
                      <a:pt x="0" y="4455"/>
                    </a:cubicBezTo>
                    <a:cubicBezTo>
                      <a:pt x="1395" y="4215"/>
                      <a:pt x="13316" y="-3511"/>
                      <a:pt x="3829" y="19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8" name="Freeform: Shape 2407">
                <a:extLst>
                  <a:ext uri="{FF2B5EF4-FFF2-40B4-BE49-F238E27FC236}">
                    <a16:creationId xmlns:a16="http://schemas.microsoft.com/office/drawing/2014/main" id="{075F049A-A15E-08FA-0F6A-A9F6D32A178B}"/>
                  </a:ext>
                </a:extLst>
              </p:cNvPr>
              <p:cNvSpPr/>
              <p:nvPr/>
            </p:nvSpPr>
            <p:spPr>
              <a:xfrm>
                <a:off x="4931158" y="6330451"/>
                <a:ext cx="8712" cy="7082"/>
              </a:xfrm>
              <a:custGeom>
                <a:avLst/>
                <a:gdLst>
                  <a:gd name="connsiteX0" fmla="*/ 4521 w 8712"/>
                  <a:gd name="connsiteY0" fmla="*/ 202 h 7082"/>
                  <a:gd name="connsiteX1" fmla="*/ 4190 w 8712"/>
                  <a:gd name="connsiteY1" fmla="*/ 6900 h 7082"/>
                  <a:gd name="connsiteX2" fmla="*/ 4521 w 8712"/>
                  <a:gd name="connsiteY2" fmla="*/ 202 h 7082"/>
                </a:gdLst>
                <a:ahLst/>
                <a:cxnLst>
                  <a:cxn ang="0">
                    <a:pos x="connsiteX0" y="connsiteY0"/>
                  </a:cxn>
                  <a:cxn ang="0">
                    <a:pos x="connsiteX1" y="connsiteY1"/>
                  </a:cxn>
                  <a:cxn ang="0">
                    <a:pos x="connsiteX2" y="connsiteY2"/>
                  </a:cxn>
                </a:cxnLst>
                <a:rect l="l" t="t" r="r" b="b"/>
                <a:pathLst>
                  <a:path w="8712" h="7082">
                    <a:moveTo>
                      <a:pt x="4521" y="202"/>
                    </a:moveTo>
                    <a:cubicBezTo>
                      <a:pt x="-331" y="1156"/>
                      <a:pt x="-2445" y="8306"/>
                      <a:pt x="4190" y="6900"/>
                    </a:cubicBezTo>
                    <a:cubicBezTo>
                      <a:pt x="9030" y="5992"/>
                      <a:pt x="11168" y="-1295"/>
                      <a:pt x="4521" y="2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9" name="Freeform: Shape 2408">
                <a:extLst>
                  <a:ext uri="{FF2B5EF4-FFF2-40B4-BE49-F238E27FC236}">
                    <a16:creationId xmlns:a16="http://schemas.microsoft.com/office/drawing/2014/main" id="{73CFE6AE-AF71-EDED-79BB-897DCF8EE963}"/>
                  </a:ext>
                </a:extLst>
              </p:cNvPr>
              <p:cNvSpPr/>
              <p:nvPr/>
            </p:nvSpPr>
            <p:spPr>
              <a:xfrm>
                <a:off x="4940571" y="6210422"/>
                <a:ext cx="8746" cy="4761"/>
              </a:xfrm>
              <a:custGeom>
                <a:avLst/>
                <a:gdLst>
                  <a:gd name="connsiteX0" fmla="*/ 4509 w 8746"/>
                  <a:gd name="connsiteY0" fmla="*/ 885 h 4761"/>
                  <a:gd name="connsiteX1" fmla="*/ 0 w 8746"/>
                  <a:gd name="connsiteY1" fmla="*/ 4234 h 4761"/>
                  <a:gd name="connsiteX2" fmla="*/ 4509 w 8746"/>
                  <a:gd name="connsiteY2" fmla="*/ 885 h 4761"/>
                </a:gdLst>
                <a:ahLst/>
                <a:cxnLst>
                  <a:cxn ang="0">
                    <a:pos x="connsiteX0" y="connsiteY0"/>
                  </a:cxn>
                  <a:cxn ang="0">
                    <a:pos x="connsiteX1" y="connsiteY1"/>
                  </a:cxn>
                  <a:cxn ang="0">
                    <a:pos x="connsiteX2" y="connsiteY2"/>
                  </a:cxn>
                </a:cxnLst>
                <a:rect l="l" t="t" r="r" b="b"/>
                <a:pathLst>
                  <a:path w="8746" h="4761">
                    <a:moveTo>
                      <a:pt x="4509" y="885"/>
                    </a:moveTo>
                    <a:cubicBezTo>
                      <a:pt x="2109" y="1914"/>
                      <a:pt x="91" y="3417"/>
                      <a:pt x="0" y="4234"/>
                    </a:cubicBezTo>
                    <a:cubicBezTo>
                      <a:pt x="1709" y="7120"/>
                      <a:pt x="15556" y="-2955"/>
                      <a:pt x="4509" y="8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0" name="Freeform: Shape 2409">
                <a:extLst>
                  <a:ext uri="{FF2B5EF4-FFF2-40B4-BE49-F238E27FC236}">
                    <a16:creationId xmlns:a16="http://schemas.microsoft.com/office/drawing/2014/main" id="{94B56253-4A0C-CAF4-E18E-A3CEFB185A48}"/>
                  </a:ext>
                </a:extLst>
              </p:cNvPr>
              <p:cNvSpPr/>
              <p:nvPr/>
            </p:nvSpPr>
            <p:spPr>
              <a:xfrm>
                <a:off x="4964611" y="5987451"/>
                <a:ext cx="8295" cy="6630"/>
              </a:xfrm>
              <a:custGeom>
                <a:avLst/>
                <a:gdLst>
                  <a:gd name="connsiteX0" fmla="*/ 4346 w 8295"/>
                  <a:gd name="connsiteY0" fmla="*/ 1480 h 6630"/>
                  <a:gd name="connsiteX1" fmla="*/ 3952 w 8295"/>
                  <a:gd name="connsiteY1" fmla="*/ 5154 h 6630"/>
                  <a:gd name="connsiteX2" fmla="*/ 4346 w 8295"/>
                  <a:gd name="connsiteY2" fmla="*/ 1480 h 6630"/>
                </a:gdLst>
                <a:ahLst/>
                <a:cxnLst>
                  <a:cxn ang="0">
                    <a:pos x="connsiteX0" y="connsiteY0"/>
                  </a:cxn>
                  <a:cxn ang="0">
                    <a:pos x="connsiteX1" y="connsiteY1"/>
                  </a:cxn>
                  <a:cxn ang="0">
                    <a:pos x="connsiteX2" y="connsiteY2"/>
                  </a:cxn>
                </a:cxnLst>
                <a:rect l="l" t="t" r="r" b="b"/>
                <a:pathLst>
                  <a:path w="8295" h="6630">
                    <a:moveTo>
                      <a:pt x="4346" y="1480"/>
                    </a:moveTo>
                    <a:cubicBezTo>
                      <a:pt x="180" y="3920"/>
                      <a:pt x="-2706" y="9195"/>
                      <a:pt x="3952" y="5154"/>
                    </a:cubicBezTo>
                    <a:cubicBezTo>
                      <a:pt x="8141" y="2720"/>
                      <a:pt x="10981" y="-2572"/>
                      <a:pt x="4346" y="148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1" name="Freeform: Shape 2410">
                <a:extLst>
                  <a:ext uri="{FF2B5EF4-FFF2-40B4-BE49-F238E27FC236}">
                    <a16:creationId xmlns:a16="http://schemas.microsoft.com/office/drawing/2014/main" id="{555AD543-E3EC-1C8A-57AF-9A44D82A1E98}"/>
                  </a:ext>
                </a:extLst>
              </p:cNvPr>
              <p:cNvSpPr/>
              <p:nvPr/>
            </p:nvSpPr>
            <p:spPr>
              <a:xfrm>
                <a:off x="4998220" y="5752695"/>
                <a:ext cx="7105" cy="3879"/>
              </a:xfrm>
              <a:custGeom>
                <a:avLst/>
                <a:gdLst>
                  <a:gd name="connsiteX0" fmla="*/ 3621 w 7105"/>
                  <a:gd name="connsiteY0" fmla="*/ 1509 h 3879"/>
                  <a:gd name="connsiteX1" fmla="*/ 3484 w 7105"/>
                  <a:gd name="connsiteY1" fmla="*/ 2360 h 3879"/>
                  <a:gd name="connsiteX2" fmla="*/ 3621 w 7105"/>
                  <a:gd name="connsiteY2" fmla="*/ 1509 h 3879"/>
                </a:gdLst>
                <a:ahLst/>
                <a:cxnLst>
                  <a:cxn ang="0">
                    <a:pos x="connsiteX0" y="connsiteY0"/>
                  </a:cxn>
                  <a:cxn ang="0">
                    <a:pos x="connsiteX1" y="connsiteY1"/>
                  </a:cxn>
                  <a:cxn ang="0">
                    <a:pos x="connsiteX2" y="connsiteY2"/>
                  </a:cxn>
                </a:cxnLst>
                <a:rect l="l" t="t" r="r" b="b"/>
                <a:pathLst>
                  <a:path w="7105" h="3879">
                    <a:moveTo>
                      <a:pt x="3621" y="1509"/>
                    </a:moveTo>
                    <a:cubicBezTo>
                      <a:pt x="-734" y="3778"/>
                      <a:pt x="-1608" y="5058"/>
                      <a:pt x="3484" y="2360"/>
                    </a:cubicBezTo>
                    <a:cubicBezTo>
                      <a:pt x="7845" y="92"/>
                      <a:pt x="8708" y="-1165"/>
                      <a:pt x="3621" y="15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2" name="Freeform: Shape 2411">
                <a:extLst>
                  <a:ext uri="{FF2B5EF4-FFF2-40B4-BE49-F238E27FC236}">
                    <a16:creationId xmlns:a16="http://schemas.microsoft.com/office/drawing/2014/main" id="{11337831-E28C-13C8-993C-65A1A640D384}"/>
                  </a:ext>
                </a:extLst>
              </p:cNvPr>
              <p:cNvSpPr/>
              <p:nvPr/>
            </p:nvSpPr>
            <p:spPr>
              <a:xfrm>
                <a:off x="4755314" y="7526100"/>
                <a:ext cx="11974" cy="5137"/>
              </a:xfrm>
              <a:custGeom>
                <a:avLst/>
                <a:gdLst>
                  <a:gd name="connsiteX0" fmla="*/ 6292 w 11974"/>
                  <a:gd name="connsiteY0" fmla="*/ 46 h 5137"/>
                  <a:gd name="connsiteX1" fmla="*/ 5681 w 11974"/>
                  <a:gd name="connsiteY1" fmla="*/ 5092 h 5137"/>
                  <a:gd name="connsiteX2" fmla="*/ 6292 w 11974"/>
                  <a:gd name="connsiteY2" fmla="*/ 46 h 5137"/>
                </a:gdLst>
                <a:ahLst/>
                <a:cxnLst>
                  <a:cxn ang="0">
                    <a:pos x="connsiteX0" y="connsiteY0"/>
                  </a:cxn>
                  <a:cxn ang="0">
                    <a:pos x="connsiteX1" y="connsiteY1"/>
                  </a:cxn>
                  <a:cxn ang="0">
                    <a:pos x="connsiteX2" y="connsiteY2"/>
                  </a:cxn>
                </a:cxnLst>
                <a:rect l="l" t="t" r="r" b="b"/>
                <a:pathLst>
                  <a:path w="11974" h="5137">
                    <a:moveTo>
                      <a:pt x="6292" y="46"/>
                    </a:moveTo>
                    <a:cubicBezTo>
                      <a:pt x="-1206" y="-583"/>
                      <a:pt x="-2715" y="5509"/>
                      <a:pt x="5681" y="5092"/>
                    </a:cubicBezTo>
                    <a:cubicBezTo>
                      <a:pt x="13184" y="5721"/>
                      <a:pt x="14688" y="-377"/>
                      <a:pt x="6292"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3" name="Freeform: Shape 2412">
                <a:extLst>
                  <a:ext uri="{FF2B5EF4-FFF2-40B4-BE49-F238E27FC236}">
                    <a16:creationId xmlns:a16="http://schemas.microsoft.com/office/drawing/2014/main" id="{8C942CDF-5DF1-69E7-37EE-D8232A51BEC1}"/>
                  </a:ext>
                </a:extLst>
              </p:cNvPr>
              <p:cNvSpPr/>
              <p:nvPr/>
            </p:nvSpPr>
            <p:spPr>
              <a:xfrm>
                <a:off x="4807257" y="5816137"/>
                <a:ext cx="6738" cy="3411"/>
              </a:xfrm>
              <a:custGeom>
                <a:avLst/>
                <a:gdLst>
                  <a:gd name="connsiteX0" fmla="*/ 3664 w 6738"/>
                  <a:gd name="connsiteY0" fmla="*/ 886 h 3411"/>
                  <a:gd name="connsiteX1" fmla="*/ 858 w 6738"/>
                  <a:gd name="connsiteY1" fmla="*/ 3378 h 3411"/>
                  <a:gd name="connsiteX2" fmla="*/ 3664 w 6738"/>
                  <a:gd name="connsiteY2" fmla="*/ 886 h 3411"/>
                </a:gdLst>
                <a:ahLst/>
                <a:cxnLst>
                  <a:cxn ang="0">
                    <a:pos x="connsiteX0" y="connsiteY0"/>
                  </a:cxn>
                  <a:cxn ang="0">
                    <a:pos x="connsiteX1" y="connsiteY1"/>
                  </a:cxn>
                  <a:cxn ang="0">
                    <a:pos x="connsiteX2" y="connsiteY2"/>
                  </a:cxn>
                </a:cxnLst>
                <a:rect l="l" t="t" r="r" b="b"/>
                <a:pathLst>
                  <a:path w="6738" h="3411">
                    <a:moveTo>
                      <a:pt x="3664" y="886"/>
                    </a:moveTo>
                    <a:cubicBezTo>
                      <a:pt x="2709" y="1246"/>
                      <a:pt x="-1874" y="3727"/>
                      <a:pt x="858" y="3378"/>
                    </a:cubicBezTo>
                    <a:cubicBezTo>
                      <a:pt x="3664" y="3058"/>
                      <a:pt x="10796" y="-2000"/>
                      <a:pt x="3664" y="88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4" name="Freeform: Shape 2413">
                <a:extLst>
                  <a:ext uri="{FF2B5EF4-FFF2-40B4-BE49-F238E27FC236}">
                    <a16:creationId xmlns:a16="http://schemas.microsoft.com/office/drawing/2014/main" id="{0D12537E-B6CC-73E8-96DF-D3EA4613B8B2}"/>
                  </a:ext>
                </a:extLst>
              </p:cNvPr>
              <p:cNvSpPr/>
              <p:nvPr/>
            </p:nvSpPr>
            <p:spPr>
              <a:xfrm>
                <a:off x="4534835" y="6880134"/>
                <a:ext cx="11220" cy="3660"/>
              </a:xfrm>
              <a:custGeom>
                <a:avLst/>
                <a:gdLst>
                  <a:gd name="connsiteX0" fmla="*/ 5944 w 11220"/>
                  <a:gd name="connsiteY0" fmla="*/ 0 h 3660"/>
                  <a:gd name="connsiteX1" fmla="*/ 0 w 11220"/>
                  <a:gd name="connsiteY1" fmla="*/ 1805 h 3660"/>
                  <a:gd name="connsiteX2" fmla="*/ 5944 w 11220"/>
                  <a:gd name="connsiteY2" fmla="*/ 0 h 3660"/>
                </a:gdLst>
                <a:ahLst/>
                <a:cxnLst>
                  <a:cxn ang="0">
                    <a:pos x="connsiteX0" y="connsiteY0"/>
                  </a:cxn>
                  <a:cxn ang="0">
                    <a:pos x="connsiteX1" y="connsiteY1"/>
                  </a:cxn>
                  <a:cxn ang="0">
                    <a:pos x="connsiteX2" y="connsiteY2"/>
                  </a:cxn>
                </a:cxnLst>
                <a:rect l="l" t="t" r="r" b="b"/>
                <a:pathLst>
                  <a:path w="11220" h="3660">
                    <a:moveTo>
                      <a:pt x="5944" y="0"/>
                    </a:moveTo>
                    <a:cubicBezTo>
                      <a:pt x="2875" y="0"/>
                      <a:pt x="217" y="806"/>
                      <a:pt x="0" y="1805"/>
                    </a:cubicBezTo>
                    <a:cubicBezTo>
                      <a:pt x="1269" y="6406"/>
                      <a:pt x="20168" y="1143"/>
                      <a:pt x="594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5" name="Freeform: Shape 2414">
                <a:extLst>
                  <a:ext uri="{FF2B5EF4-FFF2-40B4-BE49-F238E27FC236}">
                    <a16:creationId xmlns:a16="http://schemas.microsoft.com/office/drawing/2014/main" id="{F5629D81-3C0E-BC9E-93F6-EFFEFBE5A6AC}"/>
                  </a:ext>
                </a:extLst>
              </p:cNvPr>
              <p:cNvSpPr/>
              <p:nvPr/>
            </p:nvSpPr>
            <p:spPr>
              <a:xfrm>
                <a:off x="4557502" y="6775961"/>
                <a:ext cx="10509" cy="2975"/>
              </a:xfrm>
              <a:custGeom>
                <a:avLst/>
                <a:gdLst>
                  <a:gd name="connsiteX0" fmla="*/ 5611 w 10509"/>
                  <a:gd name="connsiteY0" fmla="*/ 5 h 2975"/>
                  <a:gd name="connsiteX1" fmla="*/ 4897 w 10509"/>
                  <a:gd name="connsiteY1" fmla="*/ 2972 h 2975"/>
                  <a:gd name="connsiteX2" fmla="*/ 5611 w 10509"/>
                  <a:gd name="connsiteY2" fmla="*/ 5 h 2975"/>
                </a:gdLst>
                <a:ahLst/>
                <a:cxnLst>
                  <a:cxn ang="0">
                    <a:pos x="connsiteX0" y="connsiteY0"/>
                  </a:cxn>
                  <a:cxn ang="0">
                    <a:pos x="connsiteX1" y="connsiteY1"/>
                  </a:cxn>
                  <a:cxn ang="0">
                    <a:pos x="connsiteX2" y="connsiteY2"/>
                  </a:cxn>
                </a:cxnLst>
                <a:rect l="l" t="t" r="r" b="b"/>
                <a:pathLst>
                  <a:path w="10509" h="2975">
                    <a:moveTo>
                      <a:pt x="5611" y="5"/>
                    </a:moveTo>
                    <a:cubicBezTo>
                      <a:pt x="-841" y="-143"/>
                      <a:pt x="-2556" y="2903"/>
                      <a:pt x="4897" y="2972"/>
                    </a:cubicBezTo>
                    <a:cubicBezTo>
                      <a:pt x="11349" y="3103"/>
                      <a:pt x="13069" y="62"/>
                      <a:pt x="5611" y="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6" name="Freeform: Shape 2415">
                <a:extLst>
                  <a:ext uri="{FF2B5EF4-FFF2-40B4-BE49-F238E27FC236}">
                    <a16:creationId xmlns:a16="http://schemas.microsoft.com/office/drawing/2014/main" id="{25836ACC-E9DA-D7E8-25A3-2D77E585BAC0}"/>
                  </a:ext>
                </a:extLst>
              </p:cNvPr>
              <p:cNvSpPr/>
              <p:nvPr/>
            </p:nvSpPr>
            <p:spPr>
              <a:xfrm>
                <a:off x="4578866" y="6711834"/>
                <a:ext cx="10173" cy="1453"/>
              </a:xfrm>
              <a:custGeom>
                <a:avLst/>
                <a:gdLst>
                  <a:gd name="connsiteX0" fmla="*/ 5427 w 10173"/>
                  <a:gd name="connsiteY0" fmla="*/ 16 h 1453"/>
                  <a:gd name="connsiteX1" fmla="*/ 4741 w 10173"/>
                  <a:gd name="connsiteY1" fmla="*/ 1439 h 1453"/>
                  <a:gd name="connsiteX2" fmla="*/ 5427 w 10173"/>
                  <a:gd name="connsiteY2" fmla="*/ 16 h 1453"/>
                </a:gdLst>
                <a:ahLst/>
                <a:cxnLst>
                  <a:cxn ang="0">
                    <a:pos x="connsiteX0" y="connsiteY0"/>
                  </a:cxn>
                  <a:cxn ang="0">
                    <a:pos x="connsiteX1" y="connsiteY1"/>
                  </a:cxn>
                  <a:cxn ang="0">
                    <a:pos x="connsiteX2" y="connsiteY2"/>
                  </a:cxn>
                </a:cxnLst>
                <a:rect l="l" t="t" r="r" b="b"/>
                <a:pathLst>
                  <a:path w="10173" h="1453">
                    <a:moveTo>
                      <a:pt x="5427" y="16"/>
                    </a:moveTo>
                    <a:cubicBezTo>
                      <a:pt x="-763" y="-167"/>
                      <a:pt x="-2517" y="1296"/>
                      <a:pt x="4741" y="1439"/>
                    </a:cubicBezTo>
                    <a:cubicBezTo>
                      <a:pt x="10942" y="1611"/>
                      <a:pt x="12691" y="159"/>
                      <a:pt x="5427"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7" name="Freeform: Shape 2416">
                <a:extLst>
                  <a:ext uri="{FF2B5EF4-FFF2-40B4-BE49-F238E27FC236}">
                    <a16:creationId xmlns:a16="http://schemas.microsoft.com/office/drawing/2014/main" id="{8174ACE5-A8F2-41B6-5581-423C84E0EBEC}"/>
                  </a:ext>
                </a:extLst>
              </p:cNvPr>
              <p:cNvSpPr/>
              <p:nvPr/>
            </p:nvSpPr>
            <p:spPr>
              <a:xfrm>
                <a:off x="4599083" y="6684193"/>
                <a:ext cx="10414" cy="669"/>
              </a:xfrm>
              <a:custGeom>
                <a:avLst/>
                <a:gdLst>
                  <a:gd name="connsiteX0" fmla="*/ 5412 w 10414"/>
                  <a:gd name="connsiteY0" fmla="*/ 70 h 669"/>
                  <a:gd name="connsiteX1" fmla="*/ 0 w 10414"/>
                  <a:gd name="connsiteY1" fmla="*/ 133 h 669"/>
                  <a:gd name="connsiteX2" fmla="*/ 5412 w 10414"/>
                  <a:gd name="connsiteY2" fmla="*/ 70 h 669"/>
                </a:gdLst>
                <a:ahLst/>
                <a:cxnLst>
                  <a:cxn ang="0">
                    <a:pos x="connsiteX0" y="connsiteY0"/>
                  </a:cxn>
                  <a:cxn ang="0">
                    <a:pos x="connsiteX1" y="connsiteY1"/>
                  </a:cxn>
                  <a:cxn ang="0">
                    <a:pos x="connsiteX2" y="connsiteY2"/>
                  </a:cxn>
                </a:cxnLst>
                <a:rect l="l" t="t" r="r" b="b"/>
                <a:pathLst>
                  <a:path w="10414" h="669">
                    <a:moveTo>
                      <a:pt x="5412" y="70"/>
                    </a:moveTo>
                    <a:cubicBezTo>
                      <a:pt x="2606" y="-44"/>
                      <a:pt x="183" y="-16"/>
                      <a:pt x="0" y="133"/>
                    </a:cubicBezTo>
                    <a:cubicBezTo>
                      <a:pt x="914" y="842"/>
                      <a:pt x="18911" y="876"/>
                      <a:pt x="5412" y="7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8" name="Freeform: Shape 2417">
                <a:extLst>
                  <a:ext uri="{FF2B5EF4-FFF2-40B4-BE49-F238E27FC236}">
                    <a16:creationId xmlns:a16="http://schemas.microsoft.com/office/drawing/2014/main" id="{B7CA0CD9-1D7E-ED91-1BA1-D10BED4A5AD4}"/>
                  </a:ext>
                </a:extLst>
              </p:cNvPr>
              <p:cNvSpPr/>
              <p:nvPr/>
            </p:nvSpPr>
            <p:spPr>
              <a:xfrm>
                <a:off x="4618422" y="6673223"/>
                <a:ext cx="10000" cy="734"/>
              </a:xfrm>
              <a:custGeom>
                <a:avLst/>
                <a:gdLst>
                  <a:gd name="connsiteX0" fmla="*/ 5258 w 10000"/>
                  <a:gd name="connsiteY0" fmla="*/ 222 h 734"/>
                  <a:gd name="connsiteX1" fmla="*/ 0 w 10000"/>
                  <a:gd name="connsiteY1" fmla="*/ 33 h 734"/>
                  <a:gd name="connsiteX2" fmla="*/ 5258 w 10000"/>
                  <a:gd name="connsiteY2" fmla="*/ 222 h 734"/>
                </a:gdLst>
                <a:ahLst/>
                <a:cxnLst>
                  <a:cxn ang="0">
                    <a:pos x="connsiteX0" y="connsiteY0"/>
                  </a:cxn>
                  <a:cxn ang="0">
                    <a:pos x="connsiteX1" y="connsiteY1"/>
                  </a:cxn>
                  <a:cxn ang="0">
                    <a:pos x="connsiteX2" y="connsiteY2"/>
                  </a:cxn>
                </a:cxnLst>
                <a:rect l="l" t="t" r="r" b="b"/>
                <a:pathLst>
                  <a:path w="10000" h="734">
                    <a:moveTo>
                      <a:pt x="5258" y="222"/>
                    </a:moveTo>
                    <a:cubicBezTo>
                      <a:pt x="2526" y="33"/>
                      <a:pt x="171" y="-52"/>
                      <a:pt x="0" y="33"/>
                    </a:cubicBezTo>
                    <a:cubicBezTo>
                      <a:pt x="1154" y="507"/>
                      <a:pt x="18002" y="1239"/>
                      <a:pt x="5258" y="2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9" name="Freeform: Shape 2418">
                <a:extLst>
                  <a:ext uri="{FF2B5EF4-FFF2-40B4-BE49-F238E27FC236}">
                    <a16:creationId xmlns:a16="http://schemas.microsoft.com/office/drawing/2014/main" id="{B5BCB812-557B-5EE4-5E1D-F32D5FE6E80A}"/>
                  </a:ext>
                </a:extLst>
              </p:cNvPr>
              <p:cNvSpPr/>
              <p:nvPr/>
            </p:nvSpPr>
            <p:spPr>
              <a:xfrm>
                <a:off x="4636848" y="6659429"/>
                <a:ext cx="9352" cy="1173"/>
              </a:xfrm>
              <a:custGeom>
                <a:avLst/>
                <a:gdLst>
                  <a:gd name="connsiteX0" fmla="*/ 4966 w 9352"/>
                  <a:gd name="connsiteY0" fmla="*/ 232 h 1173"/>
                  <a:gd name="connsiteX1" fmla="*/ 4383 w 9352"/>
                  <a:gd name="connsiteY1" fmla="*/ 940 h 1173"/>
                  <a:gd name="connsiteX2" fmla="*/ 4966 w 9352"/>
                  <a:gd name="connsiteY2" fmla="*/ 232 h 1173"/>
                </a:gdLst>
                <a:ahLst/>
                <a:cxnLst>
                  <a:cxn ang="0">
                    <a:pos x="connsiteX0" y="connsiteY0"/>
                  </a:cxn>
                  <a:cxn ang="0">
                    <a:pos x="connsiteX1" y="connsiteY1"/>
                  </a:cxn>
                  <a:cxn ang="0">
                    <a:pos x="connsiteX2" y="connsiteY2"/>
                  </a:cxn>
                </a:cxnLst>
                <a:rect l="l" t="t" r="r" b="b"/>
                <a:pathLst>
                  <a:path w="9352" h="1173">
                    <a:moveTo>
                      <a:pt x="4966" y="232"/>
                    </a:moveTo>
                    <a:cubicBezTo>
                      <a:pt x="-806" y="-363"/>
                      <a:pt x="-2229" y="300"/>
                      <a:pt x="4383" y="940"/>
                    </a:cubicBezTo>
                    <a:cubicBezTo>
                      <a:pt x="10167" y="1534"/>
                      <a:pt x="11578" y="883"/>
                      <a:pt x="4966" y="2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0" name="Freeform: Shape 2419">
                <a:extLst>
                  <a:ext uri="{FF2B5EF4-FFF2-40B4-BE49-F238E27FC236}">
                    <a16:creationId xmlns:a16="http://schemas.microsoft.com/office/drawing/2014/main" id="{E0AA4B73-E3DA-8121-5F61-1191C0537CC0}"/>
                  </a:ext>
                </a:extLst>
              </p:cNvPr>
              <p:cNvSpPr/>
              <p:nvPr/>
            </p:nvSpPr>
            <p:spPr>
              <a:xfrm>
                <a:off x="4510563" y="6992794"/>
                <a:ext cx="11570" cy="3897"/>
              </a:xfrm>
              <a:custGeom>
                <a:avLst/>
                <a:gdLst>
                  <a:gd name="connsiteX0" fmla="*/ 6144 w 11570"/>
                  <a:gd name="connsiteY0" fmla="*/ 0 h 3897"/>
                  <a:gd name="connsiteX1" fmla="*/ 0 w 11570"/>
                  <a:gd name="connsiteY1" fmla="*/ 1920 h 3897"/>
                  <a:gd name="connsiteX2" fmla="*/ 6144 w 11570"/>
                  <a:gd name="connsiteY2" fmla="*/ 0 h 3897"/>
                </a:gdLst>
                <a:ahLst/>
                <a:cxnLst>
                  <a:cxn ang="0">
                    <a:pos x="connsiteX0" y="connsiteY0"/>
                  </a:cxn>
                  <a:cxn ang="0">
                    <a:pos x="connsiteX1" y="connsiteY1"/>
                  </a:cxn>
                  <a:cxn ang="0">
                    <a:pos x="connsiteX2" y="connsiteY2"/>
                  </a:cxn>
                </a:cxnLst>
                <a:rect l="l" t="t" r="r" b="b"/>
                <a:pathLst>
                  <a:path w="11570" h="3897">
                    <a:moveTo>
                      <a:pt x="6144" y="0"/>
                    </a:moveTo>
                    <a:cubicBezTo>
                      <a:pt x="2977" y="0"/>
                      <a:pt x="229" y="857"/>
                      <a:pt x="0" y="1920"/>
                    </a:cubicBezTo>
                    <a:cubicBezTo>
                      <a:pt x="1274" y="6824"/>
                      <a:pt x="20797" y="1211"/>
                      <a:pt x="614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1" name="Freeform: Shape 2420">
                <a:extLst>
                  <a:ext uri="{FF2B5EF4-FFF2-40B4-BE49-F238E27FC236}">
                    <a16:creationId xmlns:a16="http://schemas.microsoft.com/office/drawing/2014/main" id="{6154F456-06D9-B3F2-147D-B0E5A7F88686}"/>
                  </a:ext>
                </a:extLst>
              </p:cNvPr>
              <p:cNvSpPr/>
              <p:nvPr/>
            </p:nvSpPr>
            <p:spPr>
              <a:xfrm>
                <a:off x="4456676" y="7241264"/>
                <a:ext cx="12348" cy="4450"/>
              </a:xfrm>
              <a:custGeom>
                <a:avLst/>
                <a:gdLst>
                  <a:gd name="connsiteX0" fmla="*/ 6584 w 12348"/>
                  <a:gd name="connsiteY0" fmla="*/ 0 h 4450"/>
                  <a:gd name="connsiteX1" fmla="*/ 0 w 12348"/>
                  <a:gd name="connsiteY1" fmla="*/ 2195 h 4450"/>
                  <a:gd name="connsiteX2" fmla="*/ 6584 w 12348"/>
                  <a:gd name="connsiteY2" fmla="*/ 0 h 4450"/>
                </a:gdLst>
                <a:ahLst/>
                <a:cxnLst>
                  <a:cxn ang="0">
                    <a:pos x="connsiteX0" y="connsiteY0"/>
                  </a:cxn>
                  <a:cxn ang="0">
                    <a:pos x="connsiteX1" y="connsiteY1"/>
                  </a:cxn>
                  <a:cxn ang="0">
                    <a:pos x="connsiteX2" y="connsiteY2"/>
                  </a:cxn>
                </a:cxnLst>
                <a:rect l="l" t="t" r="r" b="b"/>
                <a:pathLst>
                  <a:path w="12348" h="4450">
                    <a:moveTo>
                      <a:pt x="6584" y="0"/>
                    </a:moveTo>
                    <a:cubicBezTo>
                      <a:pt x="3206" y="0"/>
                      <a:pt x="257" y="983"/>
                      <a:pt x="0" y="2195"/>
                    </a:cubicBezTo>
                    <a:cubicBezTo>
                      <a:pt x="1320" y="7801"/>
                      <a:pt x="22186" y="1360"/>
                      <a:pt x="658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2" name="Freeform: Shape 2421">
                <a:extLst>
                  <a:ext uri="{FF2B5EF4-FFF2-40B4-BE49-F238E27FC236}">
                    <a16:creationId xmlns:a16="http://schemas.microsoft.com/office/drawing/2014/main" id="{DBC6A92A-10BB-4F73-BE70-6C3D4648176F}"/>
                  </a:ext>
                </a:extLst>
              </p:cNvPr>
              <p:cNvSpPr/>
              <p:nvPr/>
            </p:nvSpPr>
            <p:spPr>
              <a:xfrm>
                <a:off x="4427214" y="7378733"/>
                <a:ext cx="12382" cy="4715"/>
              </a:xfrm>
              <a:custGeom>
                <a:avLst/>
                <a:gdLst>
                  <a:gd name="connsiteX0" fmla="*/ 6688 w 12382"/>
                  <a:gd name="connsiteY0" fmla="*/ 6 h 4715"/>
                  <a:gd name="connsiteX1" fmla="*/ 5688 w 12382"/>
                  <a:gd name="connsiteY1" fmla="*/ 4710 h 4715"/>
                  <a:gd name="connsiteX2" fmla="*/ 6688 w 12382"/>
                  <a:gd name="connsiteY2" fmla="*/ 6 h 4715"/>
                </a:gdLst>
                <a:ahLst/>
                <a:cxnLst>
                  <a:cxn ang="0">
                    <a:pos x="connsiteX0" y="connsiteY0"/>
                  </a:cxn>
                  <a:cxn ang="0">
                    <a:pos x="connsiteX1" y="connsiteY1"/>
                  </a:cxn>
                  <a:cxn ang="0">
                    <a:pos x="connsiteX2" y="connsiteY2"/>
                  </a:cxn>
                </a:cxnLst>
                <a:rect l="l" t="t" r="r" b="b"/>
                <a:pathLst>
                  <a:path w="12382" h="4715">
                    <a:moveTo>
                      <a:pt x="6688" y="6"/>
                    </a:moveTo>
                    <a:cubicBezTo>
                      <a:pt x="-844" y="-194"/>
                      <a:pt x="-3119" y="4612"/>
                      <a:pt x="5688" y="4710"/>
                    </a:cubicBezTo>
                    <a:cubicBezTo>
                      <a:pt x="13232" y="4903"/>
                      <a:pt x="15501" y="103"/>
                      <a:pt x="6688"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3" name="Freeform: Shape 2422">
                <a:extLst>
                  <a:ext uri="{FF2B5EF4-FFF2-40B4-BE49-F238E27FC236}">
                    <a16:creationId xmlns:a16="http://schemas.microsoft.com/office/drawing/2014/main" id="{45E4F518-282F-D8F4-E705-D28243D7671E}"/>
                  </a:ext>
                </a:extLst>
              </p:cNvPr>
              <p:cNvSpPr/>
              <p:nvPr/>
            </p:nvSpPr>
            <p:spPr>
              <a:xfrm>
                <a:off x="4484503" y="7112894"/>
                <a:ext cx="11949" cy="4159"/>
              </a:xfrm>
              <a:custGeom>
                <a:avLst/>
                <a:gdLst>
                  <a:gd name="connsiteX0" fmla="*/ 6361 w 11949"/>
                  <a:gd name="connsiteY0" fmla="*/ 0 h 4159"/>
                  <a:gd name="connsiteX1" fmla="*/ 0 w 11949"/>
                  <a:gd name="connsiteY1" fmla="*/ 2052 h 4159"/>
                  <a:gd name="connsiteX2" fmla="*/ 6361 w 11949"/>
                  <a:gd name="connsiteY2" fmla="*/ 0 h 4159"/>
                </a:gdLst>
                <a:ahLst/>
                <a:cxnLst>
                  <a:cxn ang="0">
                    <a:pos x="connsiteX0" y="connsiteY0"/>
                  </a:cxn>
                  <a:cxn ang="0">
                    <a:pos x="connsiteX1" y="connsiteY1"/>
                  </a:cxn>
                  <a:cxn ang="0">
                    <a:pos x="connsiteX2" y="connsiteY2"/>
                  </a:cxn>
                </a:cxnLst>
                <a:rect l="l" t="t" r="r" b="b"/>
                <a:pathLst>
                  <a:path w="11949" h="4159">
                    <a:moveTo>
                      <a:pt x="6361" y="0"/>
                    </a:moveTo>
                    <a:cubicBezTo>
                      <a:pt x="3097" y="0"/>
                      <a:pt x="246" y="915"/>
                      <a:pt x="0" y="2052"/>
                    </a:cubicBezTo>
                    <a:cubicBezTo>
                      <a:pt x="1297" y="7287"/>
                      <a:pt x="21471" y="1280"/>
                      <a:pt x="636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4" name="Freeform: Shape 2423">
                <a:extLst>
                  <a:ext uri="{FF2B5EF4-FFF2-40B4-BE49-F238E27FC236}">
                    <a16:creationId xmlns:a16="http://schemas.microsoft.com/office/drawing/2014/main" id="{DC0D36AF-DFBD-87BB-138D-A988999D9A00}"/>
                  </a:ext>
                </a:extLst>
              </p:cNvPr>
              <p:cNvSpPr/>
              <p:nvPr/>
            </p:nvSpPr>
            <p:spPr>
              <a:xfrm>
                <a:off x="4788295" y="5894192"/>
                <a:ext cx="7608" cy="4192"/>
              </a:xfrm>
              <a:custGeom>
                <a:avLst/>
                <a:gdLst>
                  <a:gd name="connsiteX0" fmla="*/ 3915 w 7608"/>
                  <a:gd name="connsiteY0" fmla="*/ 1584 h 4192"/>
                  <a:gd name="connsiteX1" fmla="*/ 0 w 7608"/>
                  <a:gd name="connsiteY1" fmla="*/ 4162 h 4192"/>
                  <a:gd name="connsiteX2" fmla="*/ 3915 w 7608"/>
                  <a:gd name="connsiteY2" fmla="*/ 1584 h 4192"/>
                </a:gdLst>
                <a:ahLst/>
                <a:cxnLst>
                  <a:cxn ang="0">
                    <a:pos x="connsiteX0" y="connsiteY0"/>
                  </a:cxn>
                  <a:cxn ang="0">
                    <a:pos x="connsiteX1" y="connsiteY1"/>
                  </a:cxn>
                  <a:cxn ang="0">
                    <a:pos x="connsiteX2" y="connsiteY2"/>
                  </a:cxn>
                </a:cxnLst>
                <a:rect l="l" t="t" r="r" b="b"/>
                <a:pathLst>
                  <a:path w="7608" h="4192">
                    <a:moveTo>
                      <a:pt x="3915" y="1584"/>
                    </a:moveTo>
                    <a:cubicBezTo>
                      <a:pt x="1840" y="2699"/>
                      <a:pt x="86" y="3847"/>
                      <a:pt x="0" y="4162"/>
                    </a:cubicBezTo>
                    <a:cubicBezTo>
                      <a:pt x="1206" y="4745"/>
                      <a:pt x="13647" y="-3308"/>
                      <a:pt x="3915" y="158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5" name="Freeform: Shape 2424">
                <a:extLst>
                  <a:ext uri="{FF2B5EF4-FFF2-40B4-BE49-F238E27FC236}">
                    <a16:creationId xmlns:a16="http://schemas.microsoft.com/office/drawing/2014/main" id="{B6D3AD67-CC99-CD49-DA8D-BE56FA40C135}"/>
                  </a:ext>
                </a:extLst>
              </p:cNvPr>
              <p:cNvSpPr/>
              <p:nvPr/>
            </p:nvSpPr>
            <p:spPr>
              <a:xfrm>
                <a:off x="4768835" y="5964346"/>
                <a:ext cx="8018" cy="5401"/>
              </a:xfrm>
              <a:custGeom>
                <a:avLst/>
                <a:gdLst>
                  <a:gd name="connsiteX0" fmla="*/ 4143 w 8018"/>
                  <a:gd name="connsiteY0" fmla="*/ 2108 h 5401"/>
                  <a:gd name="connsiteX1" fmla="*/ 0 w 8018"/>
                  <a:gd name="connsiteY1" fmla="*/ 5383 h 5401"/>
                  <a:gd name="connsiteX2" fmla="*/ 4143 w 8018"/>
                  <a:gd name="connsiteY2" fmla="*/ 2108 h 5401"/>
                </a:gdLst>
                <a:ahLst/>
                <a:cxnLst>
                  <a:cxn ang="0">
                    <a:pos x="connsiteX0" y="connsiteY0"/>
                  </a:cxn>
                  <a:cxn ang="0">
                    <a:pos x="connsiteX1" y="connsiteY1"/>
                  </a:cxn>
                  <a:cxn ang="0">
                    <a:pos x="connsiteX2" y="connsiteY2"/>
                  </a:cxn>
                </a:cxnLst>
                <a:rect l="l" t="t" r="r" b="b"/>
                <a:pathLst>
                  <a:path w="8018" h="5401">
                    <a:moveTo>
                      <a:pt x="4143" y="2108"/>
                    </a:moveTo>
                    <a:cubicBezTo>
                      <a:pt x="1949" y="3553"/>
                      <a:pt x="97" y="5017"/>
                      <a:pt x="0" y="5383"/>
                    </a:cubicBezTo>
                    <a:cubicBezTo>
                      <a:pt x="1377" y="5891"/>
                      <a:pt x="14328" y="-4264"/>
                      <a:pt x="4143" y="21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6" name="Freeform: Shape 2425">
                <a:extLst>
                  <a:ext uri="{FF2B5EF4-FFF2-40B4-BE49-F238E27FC236}">
                    <a16:creationId xmlns:a16="http://schemas.microsoft.com/office/drawing/2014/main" id="{9F5BF97B-CBA4-C21C-48FA-8F43E184903E}"/>
                  </a:ext>
                </a:extLst>
              </p:cNvPr>
              <p:cNvSpPr/>
              <p:nvPr/>
            </p:nvSpPr>
            <p:spPr>
              <a:xfrm>
                <a:off x="4757971" y="6008693"/>
                <a:ext cx="8214" cy="5907"/>
              </a:xfrm>
              <a:custGeom>
                <a:avLst/>
                <a:gdLst>
                  <a:gd name="connsiteX0" fmla="*/ 4263 w 8214"/>
                  <a:gd name="connsiteY0" fmla="*/ 2200 h 5907"/>
                  <a:gd name="connsiteX1" fmla="*/ 0 w 8214"/>
                  <a:gd name="connsiteY1" fmla="*/ 5869 h 5907"/>
                  <a:gd name="connsiteX2" fmla="*/ 4263 w 8214"/>
                  <a:gd name="connsiteY2" fmla="*/ 2200 h 5907"/>
                </a:gdLst>
                <a:ahLst/>
                <a:cxnLst>
                  <a:cxn ang="0">
                    <a:pos x="connsiteX0" y="connsiteY0"/>
                  </a:cxn>
                  <a:cxn ang="0">
                    <a:pos x="connsiteX1" y="connsiteY1"/>
                  </a:cxn>
                  <a:cxn ang="0">
                    <a:pos x="connsiteX2" y="connsiteY2"/>
                  </a:cxn>
                </a:cxnLst>
                <a:rect l="l" t="t" r="r" b="b"/>
                <a:pathLst>
                  <a:path w="8214" h="5907">
                    <a:moveTo>
                      <a:pt x="4263" y="2200"/>
                    </a:moveTo>
                    <a:cubicBezTo>
                      <a:pt x="2012" y="3778"/>
                      <a:pt x="103" y="5412"/>
                      <a:pt x="0" y="5869"/>
                    </a:cubicBezTo>
                    <a:cubicBezTo>
                      <a:pt x="1492" y="6641"/>
                      <a:pt x="14630" y="-4612"/>
                      <a:pt x="4263" y="22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7" name="Freeform: Shape 2426">
                <a:extLst>
                  <a:ext uri="{FF2B5EF4-FFF2-40B4-BE49-F238E27FC236}">
                    <a16:creationId xmlns:a16="http://schemas.microsoft.com/office/drawing/2014/main" id="{DC12CD10-E323-F7D0-3B25-0D6A1BBA3B5D}"/>
                  </a:ext>
                </a:extLst>
              </p:cNvPr>
              <p:cNvSpPr/>
              <p:nvPr/>
            </p:nvSpPr>
            <p:spPr>
              <a:xfrm>
                <a:off x="4746136" y="6064476"/>
                <a:ext cx="8399" cy="6106"/>
              </a:xfrm>
              <a:custGeom>
                <a:avLst/>
                <a:gdLst>
                  <a:gd name="connsiteX0" fmla="*/ 4372 w 8399"/>
                  <a:gd name="connsiteY0" fmla="*/ 2105 h 6106"/>
                  <a:gd name="connsiteX1" fmla="*/ 0 w 8399"/>
                  <a:gd name="connsiteY1" fmla="*/ 6019 h 6106"/>
                  <a:gd name="connsiteX2" fmla="*/ 4372 w 8399"/>
                  <a:gd name="connsiteY2" fmla="*/ 2105 h 6106"/>
                </a:gdLst>
                <a:ahLst/>
                <a:cxnLst>
                  <a:cxn ang="0">
                    <a:pos x="connsiteX0" y="connsiteY0"/>
                  </a:cxn>
                  <a:cxn ang="0">
                    <a:pos x="connsiteX1" y="connsiteY1"/>
                  </a:cxn>
                  <a:cxn ang="0">
                    <a:pos x="connsiteX2" y="connsiteY2"/>
                  </a:cxn>
                </a:cxnLst>
                <a:rect l="l" t="t" r="r" b="b"/>
                <a:pathLst>
                  <a:path w="8399" h="6106">
                    <a:moveTo>
                      <a:pt x="4372" y="2105"/>
                    </a:moveTo>
                    <a:cubicBezTo>
                      <a:pt x="2069" y="3704"/>
                      <a:pt x="108" y="5453"/>
                      <a:pt x="0" y="6019"/>
                    </a:cubicBezTo>
                    <a:cubicBezTo>
                      <a:pt x="1623" y="7231"/>
                      <a:pt x="14910" y="-4685"/>
                      <a:pt x="4372" y="210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8" name="Freeform: Shape 2427">
                <a:extLst>
                  <a:ext uri="{FF2B5EF4-FFF2-40B4-BE49-F238E27FC236}">
                    <a16:creationId xmlns:a16="http://schemas.microsoft.com/office/drawing/2014/main" id="{56A14956-5584-1B59-8A82-A793E48007A1}"/>
                  </a:ext>
                </a:extLst>
              </p:cNvPr>
              <p:cNvSpPr/>
              <p:nvPr/>
            </p:nvSpPr>
            <p:spPr>
              <a:xfrm>
                <a:off x="4778820" y="5927815"/>
                <a:ext cx="7821" cy="4795"/>
              </a:xfrm>
              <a:custGeom>
                <a:avLst/>
                <a:gdLst>
                  <a:gd name="connsiteX0" fmla="*/ 4023 w 7821"/>
                  <a:gd name="connsiteY0" fmla="*/ 1886 h 4795"/>
                  <a:gd name="connsiteX1" fmla="*/ 0 w 7821"/>
                  <a:gd name="connsiteY1" fmla="*/ 4778 h 4795"/>
                  <a:gd name="connsiteX2" fmla="*/ 4023 w 7821"/>
                  <a:gd name="connsiteY2" fmla="*/ 1886 h 4795"/>
                </a:gdLst>
                <a:ahLst/>
                <a:cxnLst>
                  <a:cxn ang="0">
                    <a:pos x="connsiteX0" y="connsiteY0"/>
                  </a:cxn>
                  <a:cxn ang="0">
                    <a:pos x="connsiteX1" y="connsiteY1"/>
                  </a:cxn>
                  <a:cxn ang="0">
                    <a:pos x="connsiteX2" y="connsiteY2"/>
                  </a:cxn>
                </a:cxnLst>
                <a:rect l="l" t="t" r="r" b="b"/>
                <a:pathLst>
                  <a:path w="7821" h="4795">
                    <a:moveTo>
                      <a:pt x="4023" y="1886"/>
                    </a:moveTo>
                    <a:cubicBezTo>
                      <a:pt x="1892" y="3172"/>
                      <a:pt x="91" y="4457"/>
                      <a:pt x="0" y="4778"/>
                    </a:cubicBezTo>
                    <a:cubicBezTo>
                      <a:pt x="1240" y="5246"/>
                      <a:pt x="14030" y="-3806"/>
                      <a:pt x="4023" y="188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9" name="Freeform: Shape 2428">
                <a:extLst>
                  <a:ext uri="{FF2B5EF4-FFF2-40B4-BE49-F238E27FC236}">
                    <a16:creationId xmlns:a16="http://schemas.microsoft.com/office/drawing/2014/main" id="{44B3061F-60EF-D1F8-22FD-770651499D1F}"/>
                  </a:ext>
                </a:extLst>
              </p:cNvPr>
              <p:cNvSpPr/>
              <p:nvPr/>
            </p:nvSpPr>
            <p:spPr>
              <a:xfrm>
                <a:off x="4797628" y="5858560"/>
                <a:ext cx="7396" cy="3738"/>
              </a:xfrm>
              <a:custGeom>
                <a:avLst/>
                <a:gdLst>
                  <a:gd name="connsiteX0" fmla="*/ 3818 w 7396"/>
                  <a:gd name="connsiteY0" fmla="*/ 1275 h 3738"/>
                  <a:gd name="connsiteX1" fmla="*/ 0 w 7396"/>
                  <a:gd name="connsiteY1" fmla="*/ 3669 h 3738"/>
                  <a:gd name="connsiteX2" fmla="*/ 3818 w 7396"/>
                  <a:gd name="connsiteY2" fmla="*/ 1275 h 3738"/>
                </a:gdLst>
                <a:ahLst/>
                <a:cxnLst>
                  <a:cxn ang="0">
                    <a:pos x="connsiteX0" y="connsiteY0"/>
                  </a:cxn>
                  <a:cxn ang="0">
                    <a:pos x="connsiteX1" y="connsiteY1"/>
                  </a:cxn>
                  <a:cxn ang="0">
                    <a:pos x="connsiteX2" y="connsiteY2"/>
                  </a:cxn>
                </a:cxnLst>
                <a:rect l="l" t="t" r="r" b="b"/>
                <a:pathLst>
                  <a:path w="7396" h="3738">
                    <a:moveTo>
                      <a:pt x="3818" y="1275"/>
                    </a:moveTo>
                    <a:cubicBezTo>
                      <a:pt x="1795" y="2246"/>
                      <a:pt x="86" y="3315"/>
                      <a:pt x="0" y="3669"/>
                    </a:cubicBezTo>
                    <a:cubicBezTo>
                      <a:pt x="1212" y="4526"/>
                      <a:pt x="13242" y="-2880"/>
                      <a:pt x="3818" y="12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0" name="Freeform: Shape 2429">
                <a:extLst>
                  <a:ext uri="{FF2B5EF4-FFF2-40B4-BE49-F238E27FC236}">
                    <a16:creationId xmlns:a16="http://schemas.microsoft.com/office/drawing/2014/main" id="{A0DF06A8-045A-6C30-4021-3B770A11130D}"/>
                  </a:ext>
                </a:extLst>
              </p:cNvPr>
              <p:cNvSpPr/>
              <p:nvPr/>
            </p:nvSpPr>
            <p:spPr>
              <a:xfrm>
                <a:off x="4702450" y="6311803"/>
                <a:ext cx="8789" cy="4179"/>
              </a:xfrm>
              <a:custGeom>
                <a:avLst/>
                <a:gdLst>
                  <a:gd name="connsiteX0" fmla="*/ 4601 w 8789"/>
                  <a:gd name="connsiteY0" fmla="*/ 860 h 4179"/>
                  <a:gd name="connsiteX1" fmla="*/ 0 w 8789"/>
                  <a:gd name="connsiteY1" fmla="*/ 3774 h 4179"/>
                  <a:gd name="connsiteX2" fmla="*/ 4601 w 8789"/>
                  <a:gd name="connsiteY2" fmla="*/ 860 h 4179"/>
                </a:gdLst>
                <a:ahLst/>
                <a:cxnLst>
                  <a:cxn ang="0">
                    <a:pos x="connsiteX0" y="connsiteY0"/>
                  </a:cxn>
                  <a:cxn ang="0">
                    <a:pos x="connsiteX1" y="connsiteY1"/>
                  </a:cxn>
                  <a:cxn ang="0">
                    <a:pos x="connsiteX2" y="connsiteY2"/>
                  </a:cxn>
                </a:cxnLst>
                <a:rect l="l" t="t" r="r" b="b"/>
                <a:pathLst>
                  <a:path w="8789" h="4179">
                    <a:moveTo>
                      <a:pt x="4601" y="860"/>
                    </a:moveTo>
                    <a:cubicBezTo>
                      <a:pt x="2195" y="1791"/>
                      <a:pt x="132" y="3100"/>
                      <a:pt x="0" y="3774"/>
                    </a:cubicBezTo>
                    <a:cubicBezTo>
                      <a:pt x="1526" y="6129"/>
                      <a:pt x="15648" y="-2707"/>
                      <a:pt x="4601" y="8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1" name="Freeform: Shape 2430">
                <a:extLst>
                  <a:ext uri="{FF2B5EF4-FFF2-40B4-BE49-F238E27FC236}">
                    <a16:creationId xmlns:a16="http://schemas.microsoft.com/office/drawing/2014/main" id="{F628E388-3BE5-C28B-93CD-1FCDD8497423}"/>
                  </a:ext>
                </a:extLst>
              </p:cNvPr>
              <p:cNvSpPr/>
              <p:nvPr/>
            </p:nvSpPr>
            <p:spPr>
              <a:xfrm>
                <a:off x="4732701" y="6139736"/>
                <a:ext cx="8286" cy="5759"/>
              </a:xfrm>
              <a:custGeom>
                <a:avLst/>
                <a:gdLst>
                  <a:gd name="connsiteX0" fmla="*/ 4382 w 8286"/>
                  <a:gd name="connsiteY0" fmla="*/ 1494 h 5759"/>
                  <a:gd name="connsiteX1" fmla="*/ 3896 w 8286"/>
                  <a:gd name="connsiteY1" fmla="*/ 4288 h 5759"/>
                  <a:gd name="connsiteX2" fmla="*/ 4382 w 8286"/>
                  <a:gd name="connsiteY2" fmla="*/ 1494 h 5759"/>
                </a:gdLst>
                <a:ahLst/>
                <a:cxnLst>
                  <a:cxn ang="0">
                    <a:pos x="connsiteX0" y="connsiteY0"/>
                  </a:cxn>
                  <a:cxn ang="0">
                    <a:pos x="connsiteX1" y="connsiteY1"/>
                  </a:cxn>
                  <a:cxn ang="0">
                    <a:pos x="connsiteX2" y="connsiteY2"/>
                  </a:cxn>
                </a:cxnLst>
                <a:rect l="l" t="t" r="r" b="b"/>
                <a:pathLst>
                  <a:path w="8286" h="5759">
                    <a:moveTo>
                      <a:pt x="4382" y="1494"/>
                    </a:moveTo>
                    <a:cubicBezTo>
                      <a:pt x="73" y="3871"/>
                      <a:pt x="-2608" y="7969"/>
                      <a:pt x="3896" y="4288"/>
                    </a:cubicBezTo>
                    <a:cubicBezTo>
                      <a:pt x="8217" y="1911"/>
                      <a:pt x="10897" y="-2238"/>
                      <a:pt x="4382" y="14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2" name="Freeform: Shape 2431">
                <a:extLst>
                  <a:ext uri="{FF2B5EF4-FFF2-40B4-BE49-F238E27FC236}">
                    <a16:creationId xmlns:a16="http://schemas.microsoft.com/office/drawing/2014/main" id="{73A7C075-9D90-FE53-2A66-3DF1515BE1A5}"/>
                  </a:ext>
                </a:extLst>
              </p:cNvPr>
              <p:cNvSpPr/>
              <p:nvPr/>
            </p:nvSpPr>
            <p:spPr>
              <a:xfrm>
                <a:off x="4687412" y="6398332"/>
                <a:ext cx="8743" cy="4856"/>
              </a:xfrm>
              <a:custGeom>
                <a:avLst/>
                <a:gdLst>
                  <a:gd name="connsiteX0" fmla="*/ 4637 w 8743"/>
                  <a:gd name="connsiteY0" fmla="*/ 278 h 4856"/>
                  <a:gd name="connsiteX1" fmla="*/ 4099 w 8743"/>
                  <a:gd name="connsiteY1" fmla="*/ 4599 h 4856"/>
                  <a:gd name="connsiteX2" fmla="*/ 4637 w 8743"/>
                  <a:gd name="connsiteY2" fmla="*/ 278 h 4856"/>
                </a:gdLst>
                <a:ahLst/>
                <a:cxnLst>
                  <a:cxn ang="0">
                    <a:pos x="connsiteX0" y="connsiteY0"/>
                  </a:cxn>
                  <a:cxn ang="0">
                    <a:pos x="connsiteX1" y="connsiteY1"/>
                  </a:cxn>
                  <a:cxn ang="0">
                    <a:pos x="connsiteX2" y="connsiteY2"/>
                  </a:cxn>
                </a:cxnLst>
                <a:rect l="l" t="t" r="r" b="b"/>
                <a:pathLst>
                  <a:path w="8743" h="4856">
                    <a:moveTo>
                      <a:pt x="4637" y="278"/>
                    </a:moveTo>
                    <a:cubicBezTo>
                      <a:pt x="-244" y="1268"/>
                      <a:pt x="-2501" y="6000"/>
                      <a:pt x="4099" y="4599"/>
                    </a:cubicBezTo>
                    <a:cubicBezTo>
                      <a:pt x="8980" y="3656"/>
                      <a:pt x="11255" y="-1201"/>
                      <a:pt x="4637" y="2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3" name="Freeform: Shape 2432">
                <a:extLst>
                  <a:ext uri="{FF2B5EF4-FFF2-40B4-BE49-F238E27FC236}">
                    <a16:creationId xmlns:a16="http://schemas.microsoft.com/office/drawing/2014/main" id="{CE45DC12-9AB5-6695-0487-5D3B07E6245A}"/>
                  </a:ext>
                </a:extLst>
              </p:cNvPr>
              <p:cNvSpPr/>
              <p:nvPr/>
            </p:nvSpPr>
            <p:spPr>
              <a:xfrm>
                <a:off x="4670722" y="6540478"/>
                <a:ext cx="8929" cy="4200"/>
              </a:xfrm>
              <a:custGeom>
                <a:avLst/>
                <a:gdLst>
                  <a:gd name="connsiteX0" fmla="*/ 4742 w 8929"/>
                  <a:gd name="connsiteY0" fmla="*/ 19 h 4200"/>
                  <a:gd name="connsiteX1" fmla="*/ 4182 w 8929"/>
                  <a:gd name="connsiteY1" fmla="*/ 4174 h 4200"/>
                  <a:gd name="connsiteX2" fmla="*/ 4742 w 8929"/>
                  <a:gd name="connsiteY2" fmla="*/ 19 h 4200"/>
                </a:gdLst>
                <a:ahLst/>
                <a:cxnLst>
                  <a:cxn ang="0">
                    <a:pos x="connsiteX0" y="connsiteY0"/>
                  </a:cxn>
                  <a:cxn ang="0">
                    <a:pos x="connsiteX1" y="connsiteY1"/>
                  </a:cxn>
                  <a:cxn ang="0">
                    <a:pos x="connsiteX2" y="connsiteY2"/>
                  </a:cxn>
                </a:cxnLst>
                <a:rect l="l" t="t" r="r" b="b"/>
                <a:pathLst>
                  <a:path w="8929" h="4200">
                    <a:moveTo>
                      <a:pt x="4742" y="19"/>
                    </a:moveTo>
                    <a:cubicBezTo>
                      <a:pt x="-956" y="-313"/>
                      <a:pt x="-1967" y="3859"/>
                      <a:pt x="4182" y="4174"/>
                    </a:cubicBezTo>
                    <a:cubicBezTo>
                      <a:pt x="9909" y="4574"/>
                      <a:pt x="10880" y="299"/>
                      <a:pt x="4742"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4" name="Freeform: Shape 2433">
                <a:extLst>
                  <a:ext uri="{FF2B5EF4-FFF2-40B4-BE49-F238E27FC236}">
                    <a16:creationId xmlns:a16="http://schemas.microsoft.com/office/drawing/2014/main" id="{9B4FC608-AE22-06E4-B892-509A85856A6B}"/>
                  </a:ext>
                </a:extLst>
              </p:cNvPr>
              <p:cNvSpPr/>
              <p:nvPr/>
            </p:nvSpPr>
            <p:spPr>
              <a:xfrm>
                <a:off x="4717435" y="6228244"/>
                <a:ext cx="8648" cy="5059"/>
              </a:xfrm>
              <a:custGeom>
                <a:avLst/>
                <a:gdLst>
                  <a:gd name="connsiteX0" fmla="*/ 4549 w 8648"/>
                  <a:gd name="connsiteY0" fmla="*/ 1082 h 5059"/>
                  <a:gd name="connsiteX1" fmla="*/ 0 w 8648"/>
                  <a:gd name="connsiteY1" fmla="*/ 4609 h 5059"/>
                  <a:gd name="connsiteX2" fmla="*/ 4549 w 8648"/>
                  <a:gd name="connsiteY2" fmla="*/ 1082 h 5059"/>
                </a:gdLst>
                <a:ahLst/>
                <a:cxnLst>
                  <a:cxn ang="0">
                    <a:pos x="connsiteX0" y="connsiteY0"/>
                  </a:cxn>
                  <a:cxn ang="0">
                    <a:pos x="connsiteX1" y="connsiteY1"/>
                  </a:cxn>
                  <a:cxn ang="0">
                    <a:pos x="connsiteX2" y="connsiteY2"/>
                  </a:cxn>
                </a:cxnLst>
                <a:rect l="l" t="t" r="r" b="b"/>
                <a:pathLst>
                  <a:path w="8648" h="5059">
                    <a:moveTo>
                      <a:pt x="4549" y="1082"/>
                    </a:moveTo>
                    <a:cubicBezTo>
                      <a:pt x="2177" y="2226"/>
                      <a:pt x="143" y="3803"/>
                      <a:pt x="0" y="4609"/>
                    </a:cubicBezTo>
                    <a:cubicBezTo>
                      <a:pt x="1612" y="7329"/>
                      <a:pt x="15333" y="-3324"/>
                      <a:pt x="4549" y="10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5" name="Freeform: Shape 2434">
                <a:extLst>
                  <a:ext uri="{FF2B5EF4-FFF2-40B4-BE49-F238E27FC236}">
                    <a16:creationId xmlns:a16="http://schemas.microsoft.com/office/drawing/2014/main" id="{7E6BEB07-895A-9782-AF48-C0149E70A8D3}"/>
                  </a:ext>
                </a:extLst>
              </p:cNvPr>
              <p:cNvSpPr/>
              <p:nvPr/>
            </p:nvSpPr>
            <p:spPr>
              <a:xfrm>
                <a:off x="4653884" y="6622992"/>
                <a:ext cx="9490" cy="2043"/>
              </a:xfrm>
              <a:custGeom>
                <a:avLst/>
                <a:gdLst>
                  <a:gd name="connsiteX0" fmla="*/ 4966 w 9490"/>
                  <a:gd name="connsiteY0" fmla="*/ 155 h 2043"/>
                  <a:gd name="connsiteX1" fmla="*/ 0 w 9490"/>
                  <a:gd name="connsiteY1" fmla="*/ 498 h 2043"/>
                  <a:gd name="connsiteX2" fmla="*/ 4966 w 9490"/>
                  <a:gd name="connsiteY2" fmla="*/ 155 h 2043"/>
                </a:gdLst>
                <a:ahLst/>
                <a:cxnLst>
                  <a:cxn ang="0">
                    <a:pos x="connsiteX0" y="connsiteY0"/>
                  </a:cxn>
                  <a:cxn ang="0">
                    <a:pos x="connsiteX1" y="connsiteY1"/>
                  </a:cxn>
                  <a:cxn ang="0">
                    <a:pos x="connsiteX2" y="connsiteY2"/>
                  </a:cxn>
                </a:cxnLst>
                <a:rect l="l" t="t" r="r" b="b"/>
                <a:pathLst>
                  <a:path w="9490" h="2043">
                    <a:moveTo>
                      <a:pt x="4966" y="155"/>
                    </a:moveTo>
                    <a:cubicBezTo>
                      <a:pt x="2377" y="-148"/>
                      <a:pt x="154" y="7"/>
                      <a:pt x="0" y="498"/>
                    </a:cubicBezTo>
                    <a:cubicBezTo>
                      <a:pt x="971" y="2904"/>
                      <a:pt x="17151" y="2275"/>
                      <a:pt x="4966" y="1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6" name="Freeform: Shape 2435">
                <a:extLst>
                  <a:ext uri="{FF2B5EF4-FFF2-40B4-BE49-F238E27FC236}">
                    <a16:creationId xmlns:a16="http://schemas.microsoft.com/office/drawing/2014/main" id="{C18F5262-6F3B-4641-2977-CFF16C98F685}"/>
                  </a:ext>
                </a:extLst>
              </p:cNvPr>
              <p:cNvSpPr/>
              <p:nvPr/>
            </p:nvSpPr>
            <p:spPr>
              <a:xfrm>
                <a:off x="4395697" y="7526146"/>
                <a:ext cx="12876" cy="5262"/>
              </a:xfrm>
              <a:custGeom>
                <a:avLst/>
                <a:gdLst>
                  <a:gd name="connsiteX0" fmla="*/ 7092 w 12876"/>
                  <a:gd name="connsiteY0" fmla="*/ 0 h 5262"/>
                  <a:gd name="connsiteX1" fmla="*/ 0 w 12876"/>
                  <a:gd name="connsiteY1" fmla="*/ 2521 h 5262"/>
                  <a:gd name="connsiteX2" fmla="*/ 7092 w 12876"/>
                  <a:gd name="connsiteY2" fmla="*/ 0 h 5262"/>
                </a:gdLst>
                <a:ahLst/>
                <a:cxnLst>
                  <a:cxn ang="0">
                    <a:pos x="connsiteX0" y="connsiteY0"/>
                  </a:cxn>
                  <a:cxn ang="0">
                    <a:pos x="connsiteX1" y="connsiteY1"/>
                  </a:cxn>
                  <a:cxn ang="0">
                    <a:pos x="connsiteX2" y="connsiteY2"/>
                  </a:cxn>
                </a:cxnLst>
                <a:rect l="l" t="t" r="r" b="b"/>
                <a:pathLst>
                  <a:path w="12876" h="5262">
                    <a:moveTo>
                      <a:pt x="7092" y="0"/>
                    </a:moveTo>
                    <a:cubicBezTo>
                      <a:pt x="4658" y="57"/>
                      <a:pt x="869" y="451"/>
                      <a:pt x="0" y="2521"/>
                    </a:cubicBezTo>
                    <a:cubicBezTo>
                      <a:pt x="2640" y="9516"/>
                      <a:pt x="22460" y="1046"/>
                      <a:pt x="709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7" name="Freeform: Shape 2436">
                <a:extLst>
                  <a:ext uri="{FF2B5EF4-FFF2-40B4-BE49-F238E27FC236}">
                    <a16:creationId xmlns:a16="http://schemas.microsoft.com/office/drawing/2014/main" id="{1C4C0574-40E0-2327-4942-69666AEA3CDB}"/>
                  </a:ext>
                </a:extLst>
              </p:cNvPr>
              <p:cNvSpPr/>
              <p:nvPr/>
            </p:nvSpPr>
            <p:spPr>
              <a:xfrm>
                <a:off x="4611513" y="5882201"/>
                <a:ext cx="6878" cy="2048"/>
              </a:xfrm>
              <a:custGeom>
                <a:avLst/>
                <a:gdLst>
                  <a:gd name="connsiteX0" fmla="*/ 3806 w 6878"/>
                  <a:gd name="connsiteY0" fmla="*/ 185 h 2048"/>
                  <a:gd name="connsiteX1" fmla="*/ 0 w 6878"/>
                  <a:gd name="connsiteY1" fmla="*/ 1592 h 2048"/>
                  <a:gd name="connsiteX2" fmla="*/ 3806 w 6878"/>
                  <a:gd name="connsiteY2" fmla="*/ 185 h 2048"/>
                </a:gdLst>
                <a:ahLst/>
                <a:cxnLst>
                  <a:cxn ang="0">
                    <a:pos x="connsiteX0" y="connsiteY0"/>
                  </a:cxn>
                  <a:cxn ang="0">
                    <a:pos x="connsiteX1" y="connsiteY1"/>
                  </a:cxn>
                  <a:cxn ang="0">
                    <a:pos x="connsiteX2" y="connsiteY2"/>
                  </a:cxn>
                </a:cxnLst>
                <a:rect l="l" t="t" r="r" b="b"/>
                <a:pathLst>
                  <a:path w="6878" h="2048">
                    <a:moveTo>
                      <a:pt x="3806" y="185"/>
                    </a:moveTo>
                    <a:cubicBezTo>
                      <a:pt x="2560" y="454"/>
                      <a:pt x="606" y="791"/>
                      <a:pt x="0" y="1592"/>
                    </a:cubicBezTo>
                    <a:cubicBezTo>
                      <a:pt x="1972" y="3426"/>
                      <a:pt x="11767" y="-929"/>
                      <a:pt x="3806" y="1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8" name="Freeform: Shape 2437">
                <a:extLst>
                  <a:ext uri="{FF2B5EF4-FFF2-40B4-BE49-F238E27FC236}">
                    <a16:creationId xmlns:a16="http://schemas.microsoft.com/office/drawing/2014/main" id="{E008596C-7875-D8A9-4A75-750DB60DAF4D}"/>
                  </a:ext>
                </a:extLst>
              </p:cNvPr>
              <p:cNvSpPr/>
              <p:nvPr/>
            </p:nvSpPr>
            <p:spPr>
              <a:xfrm>
                <a:off x="4397223" y="6600412"/>
                <a:ext cx="9493" cy="1896"/>
              </a:xfrm>
              <a:custGeom>
                <a:avLst/>
                <a:gdLst>
                  <a:gd name="connsiteX0" fmla="*/ 5081 w 9493"/>
                  <a:gd name="connsiteY0" fmla="*/ 29 h 1896"/>
                  <a:gd name="connsiteX1" fmla="*/ 0 w 9493"/>
                  <a:gd name="connsiteY1" fmla="*/ 727 h 1896"/>
                  <a:gd name="connsiteX2" fmla="*/ 5081 w 9493"/>
                  <a:gd name="connsiteY2" fmla="*/ 29 h 1896"/>
                </a:gdLst>
                <a:ahLst/>
                <a:cxnLst>
                  <a:cxn ang="0">
                    <a:pos x="connsiteX0" y="connsiteY0"/>
                  </a:cxn>
                  <a:cxn ang="0">
                    <a:pos x="connsiteX1" y="connsiteY1"/>
                  </a:cxn>
                  <a:cxn ang="0">
                    <a:pos x="connsiteX2" y="connsiteY2"/>
                  </a:cxn>
                </a:cxnLst>
                <a:rect l="l" t="t" r="r" b="b"/>
                <a:pathLst>
                  <a:path w="9493" h="1896">
                    <a:moveTo>
                      <a:pt x="5081" y="29"/>
                    </a:moveTo>
                    <a:cubicBezTo>
                      <a:pt x="2486" y="-102"/>
                      <a:pt x="211" y="218"/>
                      <a:pt x="0" y="727"/>
                    </a:cubicBezTo>
                    <a:cubicBezTo>
                      <a:pt x="897" y="3121"/>
                      <a:pt x="17082" y="1298"/>
                      <a:pt x="5081"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9" name="Freeform: Shape 2438">
                <a:extLst>
                  <a:ext uri="{FF2B5EF4-FFF2-40B4-BE49-F238E27FC236}">
                    <a16:creationId xmlns:a16="http://schemas.microsoft.com/office/drawing/2014/main" id="{F3CA7D2A-D980-81C3-E872-4C4ECB892F4A}"/>
                  </a:ext>
                </a:extLst>
              </p:cNvPr>
              <p:cNvSpPr/>
              <p:nvPr/>
            </p:nvSpPr>
            <p:spPr>
              <a:xfrm>
                <a:off x="4320985" y="6676244"/>
                <a:ext cx="10330" cy="741"/>
              </a:xfrm>
              <a:custGeom>
                <a:avLst/>
                <a:gdLst>
                  <a:gd name="connsiteX0" fmla="*/ 5544 w 10330"/>
                  <a:gd name="connsiteY0" fmla="*/ 7 h 741"/>
                  <a:gd name="connsiteX1" fmla="*/ 0 w 10330"/>
                  <a:gd name="connsiteY1" fmla="*/ 304 h 741"/>
                  <a:gd name="connsiteX2" fmla="*/ 5544 w 10330"/>
                  <a:gd name="connsiteY2" fmla="*/ 7 h 741"/>
                </a:gdLst>
                <a:ahLst/>
                <a:cxnLst>
                  <a:cxn ang="0">
                    <a:pos x="connsiteX0" y="connsiteY0"/>
                  </a:cxn>
                  <a:cxn ang="0">
                    <a:pos x="connsiteX1" y="connsiteY1"/>
                  </a:cxn>
                  <a:cxn ang="0">
                    <a:pos x="connsiteX2" y="connsiteY2"/>
                  </a:cxn>
                </a:cxnLst>
                <a:rect l="l" t="t" r="r" b="b"/>
                <a:pathLst>
                  <a:path w="10330" h="741">
                    <a:moveTo>
                      <a:pt x="5544" y="7"/>
                    </a:moveTo>
                    <a:cubicBezTo>
                      <a:pt x="2732" y="-33"/>
                      <a:pt x="251" y="104"/>
                      <a:pt x="0" y="304"/>
                    </a:cubicBezTo>
                    <a:cubicBezTo>
                      <a:pt x="914" y="1230"/>
                      <a:pt x="18597" y="470"/>
                      <a:pt x="5544"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0" name="Freeform: Shape 2439">
                <a:extLst>
                  <a:ext uri="{FF2B5EF4-FFF2-40B4-BE49-F238E27FC236}">
                    <a16:creationId xmlns:a16="http://schemas.microsoft.com/office/drawing/2014/main" id="{A1112D58-7C77-FC7D-39D2-64FE46E81366}"/>
                  </a:ext>
                </a:extLst>
              </p:cNvPr>
              <p:cNvSpPr/>
              <p:nvPr/>
            </p:nvSpPr>
            <p:spPr>
              <a:xfrm>
                <a:off x="4230937" y="6880127"/>
                <a:ext cx="10892" cy="3624"/>
              </a:xfrm>
              <a:custGeom>
                <a:avLst/>
                <a:gdLst>
                  <a:gd name="connsiteX0" fmla="*/ 5986 w 10892"/>
                  <a:gd name="connsiteY0" fmla="*/ 7 h 3624"/>
                  <a:gd name="connsiteX1" fmla="*/ 4912 w 10892"/>
                  <a:gd name="connsiteY1" fmla="*/ 3618 h 3624"/>
                  <a:gd name="connsiteX2" fmla="*/ 5986 w 10892"/>
                  <a:gd name="connsiteY2" fmla="*/ 7 h 3624"/>
                </a:gdLst>
                <a:ahLst/>
                <a:cxnLst>
                  <a:cxn ang="0">
                    <a:pos x="connsiteX0" y="connsiteY0"/>
                  </a:cxn>
                  <a:cxn ang="0">
                    <a:pos x="connsiteX1" y="connsiteY1"/>
                  </a:cxn>
                  <a:cxn ang="0">
                    <a:pos x="connsiteX2" y="connsiteY2"/>
                  </a:cxn>
                </a:cxnLst>
                <a:rect l="l" t="t" r="r" b="b"/>
                <a:pathLst>
                  <a:path w="10892" h="3624">
                    <a:moveTo>
                      <a:pt x="5986" y="7"/>
                    </a:moveTo>
                    <a:cubicBezTo>
                      <a:pt x="-455" y="-177"/>
                      <a:pt x="-2958" y="3504"/>
                      <a:pt x="4912" y="3618"/>
                    </a:cubicBezTo>
                    <a:cubicBezTo>
                      <a:pt x="11352" y="3801"/>
                      <a:pt x="13844" y="120"/>
                      <a:pt x="5986"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1" name="Freeform: Shape 2440">
                <a:extLst>
                  <a:ext uri="{FF2B5EF4-FFF2-40B4-BE49-F238E27FC236}">
                    <a16:creationId xmlns:a16="http://schemas.microsoft.com/office/drawing/2014/main" id="{5916F48B-9F18-5835-2A5A-386E5669DDE8}"/>
                  </a:ext>
                </a:extLst>
              </p:cNvPr>
              <p:cNvSpPr/>
              <p:nvPr/>
            </p:nvSpPr>
            <p:spPr>
              <a:xfrm>
                <a:off x="4373209" y="6640241"/>
                <a:ext cx="9770" cy="947"/>
              </a:xfrm>
              <a:custGeom>
                <a:avLst/>
                <a:gdLst>
                  <a:gd name="connsiteX0" fmla="*/ 5224 w 9770"/>
                  <a:gd name="connsiteY0" fmla="*/ 46 h 947"/>
                  <a:gd name="connsiteX1" fmla="*/ 0 w 9770"/>
                  <a:gd name="connsiteY1" fmla="*/ 280 h 947"/>
                  <a:gd name="connsiteX2" fmla="*/ 5224 w 9770"/>
                  <a:gd name="connsiteY2" fmla="*/ 46 h 947"/>
                </a:gdLst>
                <a:ahLst/>
                <a:cxnLst>
                  <a:cxn ang="0">
                    <a:pos x="connsiteX0" y="connsiteY0"/>
                  </a:cxn>
                  <a:cxn ang="0">
                    <a:pos x="connsiteX1" y="connsiteY1"/>
                  </a:cxn>
                  <a:cxn ang="0">
                    <a:pos x="connsiteX2" y="connsiteY2"/>
                  </a:cxn>
                </a:cxnLst>
                <a:rect l="l" t="t" r="r" b="b"/>
                <a:pathLst>
                  <a:path w="9770" h="947">
                    <a:moveTo>
                      <a:pt x="5224" y="46"/>
                    </a:moveTo>
                    <a:cubicBezTo>
                      <a:pt x="2560" y="-69"/>
                      <a:pt x="223" y="40"/>
                      <a:pt x="0" y="280"/>
                    </a:cubicBezTo>
                    <a:cubicBezTo>
                      <a:pt x="897" y="1423"/>
                      <a:pt x="17596" y="932"/>
                      <a:pt x="5224"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2" name="Freeform: Shape 2441">
                <a:extLst>
                  <a:ext uri="{FF2B5EF4-FFF2-40B4-BE49-F238E27FC236}">
                    <a16:creationId xmlns:a16="http://schemas.microsoft.com/office/drawing/2014/main" id="{46172ED4-3CE8-B635-5AEC-912BFF8365B3}"/>
                  </a:ext>
                </a:extLst>
              </p:cNvPr>
              <p:cNvSpPr/>
              <p:nvPr/>
            </p:nvSpPr>
            <p:spPr>
              <a:xfrm>
                <a:off x="4347823" y="6659422"/>
                <a:ext cx="10091" cy="564"/>
              </a:xfrm>
              <a:custGeom>
                <a:avLst/>
                <a:gdLst>
                  <a:gd name="connsiteX0" fmla="*/ 5378 w 10091"/>
                  <a:gd name="connsiteY0" fmla="*/ 38 h 564"/>
                  <a:gd name="connsiteX1" fmla="*/ 0 w 10091"/>
                  <a:gd name="connsiteY1" fmla="*/ 147 h 564"/>
                  <a:gd name="connsiteX2" fmla="*/ 5378 w 10091"/>
                  <a:gd name="connsiteY2" fmla="*/ 38 h 564"/>
                </a:gdLst>
                <a:ahLst/>
                <a:cxnLst>
                  <a:cxn ang="0">
                    <a:pos x="connsiteX0" y="connsiteY0"/>
                  </a:cxn>
                  <a:cxn ang="0">
                    <a:pos x="connsiteX1" y="connsiteY1"/>
                  </a:cxn>
                  <a:cxn ang="0">
                    <a:pos x="connsiteX2" y="connsiteY2"/>
                  </a:cxn>
                </a:cxnLst>
                <a:rect l="l" t="t" r="r" b="b"/>
                <a:pathLst>
                  <a:path w="10091" h="564">
                    <a:moveTo>
                      <a:pt x="5378" y="38"/>
                    </a:moveTo>
                    <a:cubicBezTo>
                      <a:pt x="2640" y="-42"/>
                      <a:pt x="234" y="9"/>
                      <a:pt x="0" y="147"/>
                    </a:cubicBezTo>
                    <a:cubicBezTo>
                      <a:pt x="829" y="792"/>
                      <a:pt x="18225" y="638"/>
                      <a:pt x="5378"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3" name="Freeform: Shape 2442">
                <a:extLst>
                  <a:ext uri="{FF2B5EF4-FFF2-40B4-BE49-F238E27FC236}">
                    <a16:creationId xmlns:a16="http://schemas.microsoft.com/office/drawing/2014/main" id="{999CE7DA-52EF-7E45-5455-D9587AFC88AD}"/>
                  </a:ext>
                </a:extLst>
              </p:cNvPr>
              <p:cNvSpPr/>
              <p:nvPr/>
            </p:nvSpPr>
            <p:spPr>
              <a:xfrm>
                <a:off x="4262607" y="6775812"/>
                <a:ext cx="10892" cy="3049"/>
              </a:xfrm>
              <a:custGeom>
                <a:avLst/>
                <a:gdLst>
                  <a:gd name="connsiteX0" fmla="*/ 5898 w 10892"/>
                  <a:gd name="connsiteY0" fmla="*/ 0 h 3049"/>
                  <a:gd name="connsiteX1" fmla="*/ 0 w 10892"/>
                  <a:gd name="connsiteY1" fmla="*/ 1503 h 3049"/>
                  <a:gd name="connsiteX2" fmla="*/ 5898 w 10892"/>
                  <a:gd name="connsiteY2" fmla="*/ 0 h 3049"/>
                </a:gdLst>
                <a:ahLst/>
                <a:cxnLst>
                  <a:cxn ang="0">
                    <a:pos x="connsiteX0" y="connsiteY0"/>
                  </a:cxn>
                  <a:cxn ang="0">
                    <a:pos x="connsiteX1" y="connsiteY1"/>
                  </a:cxn>
                  <a:cxn ang="0">
                    <a:pos x="connsiteX2" y="connsiteY2"/>
                  </a:cxn>
                </a:cxnLst>
                <a:rect l="l" t="t" r="r" b="b"/>
                <a:pathLst>
                  <a:path w="10892" h="3049">
                    <a:moveTo>
                      <a:pt x="5898" y="0"/>
                    </a:moveTo>
                    <a:cubicBezTo>
                      <a:pt x="2920" y="6"/>
                      <a:pt x="280" y="675"/>
                      <a:pt x="0" y="1503"/>
                    </a:cubicBezTo>
                    <a:cubicBezTo>
                      <a:pt x="994" y="5343"/>
                      <a:pt x="19551" y="937"/>
                      <a:pt x="589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4" name="Freeform: Shape 2443">
                <a:extLst>
                  <a:ext uri="{FF2B5EF4-FFF2-40B4-BE49-F238E27FC236}">
                    <a16:creationId xmlns:a16="http://schemas.microsoft.com/office/drawing/2014/main" id="{48FA636F-07AC-06F4-826E-578B199D27D5}"/>
                  </a:ext>
                </a:extLst>
              </p:cNvPr>
              <p:cNvSpPr/>
              <p:nvPr/>
            </p:nvSpPr>
            <p:spPr>
              <a:xfrm>
                <a:off x="4122291" y="7241256"/>
                <a:ext cx="12012" cy="4406"/>
              </a:xfrm>
              <a:custGeom>
                <a:avLst/>
                <a:gdLst>
                  <a:gd name="connsiteX0" fmla="*/ 6664 w 12012"/>
                  <a:gd name="connsiteY0" fmla="*/ 8 h 4406"/>
                  <a:gd name="connsiteX1" fmla="*/ 5355 w 12012"/>
                  <a:gd name="connsiteY1" fmla="*/ 4398 h 4406"/>
                  <a:gd name="connsiteX2" fmla="*/ 6664 w 12012"/>
                  <a:gd name="connsiteY2" fmla="*/ 8 h 4406"/>
                </a:gdLst>
                <a:ahLst/>
                <a:cxnLst>
                  <a:cxn ang="0">
                    <a:pos x="connsiteX0" y="connsiteY0"/>
                  </a:cxn>
                  <a:cxn ang="0">
                    <a:pos x="connsiteX1" y="connsiteY1"/>
                  </a:cxn>
                  <a:cxn ang="0">
                    <a:pos x="connsiteX2" y="connsiteY2"/>
                  </a:cxn>
                </a:cxnLst>
                <a:rect l="l" t="t" r="r" b="b"/>
                <a:pathLst>
                  <a:path w="12012" h="4406">
                    <a:moveTo>
                      <a:pt x="6664" y="8"/>
                    </a:moveTo>
                    <a:cubicBezTo>
                      <a:pt x="-365" y="-220"/>
                      <a:pt x="-3354" y="4249"/>
                      <a:pt x="5355" y="4398"/>
                    </a:cubicBezTo>
                    <a:cubicBezTo>
                      <a:pt x="12385" y="4626"/>
                      <a:pt x="15357" y="157"/>
                      <a:pt x="6664"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5" name="Freeform: Shape 2444">
                <a:extLst>
                  <a:ext uri="{FF2B5EF4-FFF2-40B4-BE49-F238E27FC236}">
                    <a16:creationId xmlns:a16="http://schemas.microsoft.com/office/drawing/2014/main" id="{BB2C58ED-07E3-3C0E-5084-97C9BFEE18F8}"/>
                  </a:ext>
                </a:extLst>
              </p:cNvPr>
              <p:cNvSpPr/>
              <p:nvPr/>
            </p:nvSpPr>
            <p:spPr>
              <a:xfrm>
                <a:off x="4080975" y="7378730"/>
                <a:ext cx="12442" cy="4721"/>
              </a:xfrm>
              <a:custGeom>
                <a:avLst/>
                <a:gdLst>
                  <a:gd name="connsiteX0" fmla="*/ 6924 w 12442"/>
                  <a:gd name="connsiteY0" fmla="*/ 9 h 4721"/>
                  <a:gd name="connsiteX1" fmla="*/ 5518 w 12442"/>
                  <a:gd name="connsiteY1" fmla="*/ 4713 h 4721"/>
                  <a:gd name="connsiteX2" fmla="*/ 6924 w 12442"/>
                  <a:gd name="connsiteY2" fmla="*/ 9 h 4721"/>
                </a:gdLst>
                <a:ahLst/>
                <a:cxnLst>
                  <a:cxn ang="0">
                    <a:pos x="connsiteX0" y="connsiteY0"/>
                  </a:cxn>
                  <a:cxn ang="0">
                    <a:pos x="connsiteX1" y="connsiteY1"/>
                  </a:cxn>
                  <a:cxn ang="0">
                    <a:pos x="connsiteX2" y="connsiteY2"/>
                  </a:cxn>
                </a:cxnLst>
                <a:rect l="l" t="t" r="r" b="b"/>
                <a:pathLst>
                  <a:path w="12442" h="4721">
                    <a:moveTo>
                      <a:pt x="6924" y="9"/>
                    </a:moveTo>
                    <a:cubicBezTo>
                      <a:pt x="-334" y="-237"/>
                      <a:pt x="-3500" y="4547"/>
                      <a:pt x="5518" y="4713"/>
                    </a:cubicBezTo>
                    <a:cubicBezTo>
                      <a:pt x="12782" y="4958"/>
                      <a:pt x="15937" y="175"/>
                      <a:pt x="6924"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6" name="Freeform: Shape 2445">
                <a:extLst>
                  <a:ext uri="{FF2B5EF4-FFF2-40B4-BE49-F238E27FC236}">
                    <a16:creationId xmlns:a16="http://schemas.microsoft.com/office/drawing/2014/main" id="{DA7B2E1B-511D-4266-0934-AA773FA05267}"/>
                  </a:ext>
                </a:extLst>
              </p:cNvPr>
              <p:cNvSpPr/>
              <p:nvPr/>
            </p:nvSpPr>
            <p:spPr>
              <a:xfrm>
                <a:off x="4197073" y="6992786"/>
                <a:ext cx="11244" cy="3855"/>
              </a:xfrm>
              <a:custGeom>
                <a:avLst/>
                <a:gdLst>
                  <a:gd name="connsiteX0" fmla="*/ 6200 w 11244"/>
                  <a:gd name="connsiteY0" fmla="*/ 7 h 3855"/>
                  <a:gd name="connsiteX1" fmla="*/ 5051 w 11244"/>
                  <a:gd name="connsiteY1" fmla="*/ 3848 h 3855"/>
                  <a:gd name="connsiteX2" fmla="*/ 6200 w 11244"/>
                  <a:gd name="connsiteY2" fmla="*/ 7 h 3855"/>
                </a:gdLst>
                <a:ahLst/>
                <a:cxnLst>
                  <a:cxn ang="0">
                    <a:pos x="connsiteX0" y="connsiteY0"/>
                  </a:cxn>
                  <a:cxn ang="0">
                    <a:pos x="connsiteX1" y="connsiteY1"/>
                  </a:cxn>
                  <a:cxn ang="0">
                    <a:pos x="connsiteX2" y="connsiteY2"/>
                  </a:cxn>
                </a:cxnLst>
                <a:rect l="l" t="t" r="r" b="b"/>
                <a:pathLst>
                  <a:path w="11244" h="3855">
                    <a:moveTo>
                      <a:pt x="6200" y="7"/>
                    </a:moveTo>
                    <a:cubicBezTo>
                      <a:pt x="-429" y="-193"/>
                      <a:pt x="-3081" y="3728"/>
                      <a:pt x="5051" y="3848"/>
                    </a:cubicBezTo>
                    <a:cubicBezTo>
                      <a:pt x="11675" y="4047"/>
                      <a:pt x="14321" y="133"/>
                      <a:pt x="6200"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7" name="Freeform: Shape 2446">
                <a:extLst>
                  <a:ext uri="{FF2B5EF4-FFF2-40B4-BE49-F238E27FC236}">
                    <a16:creationId xmlns:a16="http://schemas.microsoft.com/office/drawing/2014/main" id="{9CFCC012-ADA1-937A-EE24-424F45C333EE}"/>
                  </a:ext>
                </a:extLst>
              </p:cNvPr>
              <p:cNvSpPr/>
              <p:nvPr/>
            </p:nvSpPr>
            <p:spPr>
              <a:xfrm>
                <a:off x="4160925" y="7112886"/>
                <a:ext cx="11615" cy="4118"/>
              </a:xfrm>
              <a:custGeom>
                <a:avLst/>
                <a:gdLst>
                  <a:gd name="connsiteX0" fmla="*/ 6424 w 11615"/>
                  <a:gd name="connsiteY0" fmla="*/ 8 h 4118"/>
                  <a:gd name="connsiteX1" fmla="*/ 5195 w 11615"/>
                  <a:gd name="connsiteY1" fmla="*/ 4111 h 4118"/>
                  <a:gd name="connsiteX2" fmla="*/ 6424 w 11615"/>
                  <a:gd name="connsiteY2" fmla="*/ 8 h 4118"/>
                </a:gdLst>
                <a:ahLst/>
                <a:cxnLst>
                  <a:cxn ang="0">
                    <a:pos x="connsiteX0" y="connsiteY0"/>
                  </a:cxn>
                  <a:cxn ang="0">
                    <a:pos x="connsiteX1" y="connsiteY1"/>
                  </a:cxn>
                  <a:cxn ang="0">
                    <a:pos x="connsiteX2" y="connsiteY2"/>
                  </a:cxn>
                </a:cxnLst>
                <a:rect l="l" t="t" r="r" b="b"/>
                <a:pathLst>
                  <a:path w="11615" h="4118">
                    <a:moveTo>
                      <a:pt x="6424" y="8"/>
                    </a:moveTo>
                    <a:cubicBezTo>
                      <a:pt x="-399" y="-204"/>
                      <a:pt x="-3211" y="3974"/>
                      <a:pt x="5195" y="4111"/>
                    </a:cubicBezTo>
                    <a:cubicBezTo>
                      <a:pt x="12019" y="4323"/>
                      <a:pt x="14820" y="145"/>
                      <a:pt x="6424"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8" name="Freeform: Shape 2447">
                <a:extLst>
                  <a:ext uri="{FF2B5EF4-FFF2-40B4-BE49-F238E27FC236}">
                    <a16:creationId xmlns:a16="http://schemas.microsoft.com/office/drawing/2014/main" id="{F276E96A-7D32-1D88-C2CB-064366BB906E}"/>
                  </a:ext>
                </a:extLst>
              </p:cNvPr>
              <p:cNvSpPr/>
              <p:nvPr/>
            </p:nvSpPr>
            <p:spPr>
              <a:xfrm>
                <a:off x="4292610" y="6708941"/>
                <a:ext cx="10580" cy="1589"/>
              </a:xfrm>
              <a:custGeom>
                <a:avLst/>
                <a:gdLst>
                  <a:gd name="connsiteX0" fmla="*/ 5715 w 10580"/>
                  <a:gd name="connsiteY0" fmla="*/ 0 h 1589"/>
                  <a:gd name="connsiteX1" fmla="*/ 0 w 10580"/>
                  <a:gd name="connsiteY1" fmla="*/ 772 h 1589"/>
                  <a:gd name="connsiteX2" fmla="*/ 5715 w 10580"/>
                  <a:gd name="connsiteY2" fmla="*/ 0 h 1589"/>
                </a:gdLst>
                <a:ahLst/>
                <a:cxnLst>
                  <a:cxn ang="0">
                    <a:pos x="connsiteX0" y="connsiteY0"/>
                  </a:cxn>
                  <a:cxn ang="0">
                    <a:pos x="connsiteX1" y="connsiteY1"/>
                  </a:cxn>
                  <a:cxn ang="0">
                    <a:pos x="connsiteX2" y="connsiteY2"/>
                  </a:cxn>
                </a:cxnLst>
                <a:rect l="l" t="t" r="r" b="b"/>
                <a:pathLst>
                  <a:path w="10580" h="1589">
                    <a:moveTo>
                      <a:pt x="5715" y="0"/>
                    </a:moveTo>
                    <a:cubicBezTo>
                      <a:pt x="2823" y="-6"/>
                      <a:pt x="269" y="338"/>
                      <a:pt x="0" y="772"/>
                    </a:cubicBezTo>
                    <a:cubicBezTo>
                      <a:pt x="1029" y="2766"/>
                      <a:pt x="18979" y="555"/>
                      <a:pt x="571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9" name="Freeform: Shape 2448">
                <a:extLst>
                  <a:ext uri="{FF2B5EF4-FFF2-40B4-BE49-F238E27FC236}">
                    <a16:creationId xmlns:a16="http://schemas.microsoft.com/office/drawing/2014/main" id="{48B6FE40-EB9A-D560-05F6-AD28AC96EFEC}"/>
                  </a:ext>
                </a:extLst>
              </p:cNvPr>
              <p:cNvSpPr/>
              <p:nvPr/>
            </p:nvSpPr>
            <p:spPr>
              <a:xfrm>
                <a:off x="4568447" y="6023182"/>
                <a:ext cx="7462" cy="2425"/>
              </a:xfrm>
              <a:custGeom>
                <a:avLst/>
                <a:gdLst>
                  <a:gd name="connsiteX0" fmla="*/ 3981 w 7462"/>
                  <a:gd name="connsiteY0" fmla="*/ 422 h 2425"/>
                  <a:gd name="connsiteX1" fmla="*/ 3484 w 7462"/>
                  <a:gd name="connsiteY1" fmla="*/ 2022 h 2425"/>
                  <a:gd name="connsiteX2" fmla="*/ 3981 w 7462"/>
                  <a:gd name="connsiteY2" fmla="*/ 422 h 2425"/>
                </a:gdLst>
                <a:ahLst/>
                <a:cxnLst>
                  <a:cxn ang="0">
                    <a:pos x="connsiteX0" y="connsiteY0"/>
                  </a:cxn>
                  <a:cxn ang="0">
                    <a:pos x="connsiteX1" y="connsiteY1"/>
                  </a:cxn>
                  <a:cxn ang="0">
                    <a:pos x="connsiteX2" y="connsiteY2"/>
                  </a:cxn>
                </a:cxnLst>
                <a:rect l="l" t="t" r="r" b="b"/>
                <a:pathLst>
                  <a:path w="7462" h="2425">
                    <a:moveTo>
                      <a:pt x="3981" y="422"/>
                    </a:moveTo>
                    <a:cubicBezTo>
                      <a:pt x="-316" y="1330"/>
                      <a:pt x="-2048" y="3262"/>
                      <a:pt x="3484" y="2022"/>
                    </a:cubicBezTo>
                    <a:cubicBezTo>
                      <a:pt x="7765" y="1079"/>
                      <a:pt x="9519" y="-853"/>
                      <a:pt x="3981" y="4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0" name="Freeform: Shape 2449">
                <a:extLst>
                  <a:ext uri="{FF2B5EF4-FFF2-40B4-BE49-F238E27FC236}">
                    <a16:creationId xmlns:a16="http://schemas.microsoft.com/office/drawing/2014/main" id="{AD26ABA8-C6D1-3F87-0228-FBC56E57D111}"/>
                  </a:ext>
                </a:extLst>
              </p:cNvPr>
              <p:cNvSpPr/>
              <p:nvPr/>
            </p:nvSpPr>
            <p:spPr>
              <a:xfrm>
                <a:off x="4552814" y="6072895"/>
                <a:ext cx="7907" cy="2747"/>
              </a:xfrm>
              <a:custGeom>
                <a:avLst/>
                <a:gdLst>
                  <a:gd name="connsiteX0" fmla="*/ 4183 w 7907"/>
                  <a:gd name="connsiteY0" fmla="*/ 521 h 2747"/>
                  <a:gd name="connsiteX1" fmla="*/ 0 w 7907"/>
                  <a:gd name="connsiteY1" fmla="*/ 2424 h 2747"/>
                  <a:gd name="connsiteX2" fmla="*/ 4183 w 7907"/>
                  <a:gd name="connsiteY2" fmla="*/ 521 h 2747"/>
                </a:gdLst>
                <a:ahLst/>
                <a:cxnLst>
                  <a:cxn ang="0">
                    <a:pos x="connsiteX0" y="connsiteY0"/>
                  </a:cxn>
                  <a:cxn ang="0">
                    <a:pos x="connsiteX1" y="connsiteY1"/>
                  </a:cxn>
                  <a:cxn ang="0">
                    <a:pos x="connsiteX2" y="connsiteY2"/>
                  </a:cxn>
                </a:cxnLst>
                <a:rect l="l" t="t" r="r" b="b"/>
                <a:pathLst>
                  <a:path w="7907" h="2747">
                    <a:moveTo>
                      <a:pt x="4183" y="521"/>
                    </a:moveTo>
                    <a:cubicBezTo>
                      <a:pt x="2017" y="1115"/>
                      <a:pt x="143" y="1955"/>
                      <a:pt x="0" y="2424"/>
                    </a:cubicBezTo>
                    <a:cubicBezTo>
                      <a:pt x="1137" y="4155"/>
                      <a:pt x="14127" y="-1731"/>
                      <a:pt x="4183" y="5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1" name="Freeform: Shape 2450">
                <a:extLst>
                  <a:ext uri="{FF2B5EF4-FFF2-40B4-BE49-F238E27FC236}">
                    <a16:creationId xmlns:a16="http://schemas.microsoft.com/office/drawing/2014/main" id="{BA78C66B-09D5-B31A-013E-A60C47836A3F}"/>
                  </a:ext>
                </a:extLst>
              </p:cNvPr>
              <p:cNvSpPr/>
              <p:nvPr/>
            </p:nvSpPr>
            <p:spPr>
              <a:xfrm>
                <a:off x="4536475" y="6126512"/>
                <a:ext cx="8097" cy="2978"/>
              </a:xfrm>
              <a:custGeom>
                <a:avLst/>
                <a:gdLst>
                  <a:gd name="connsiteX0" fmla="*/ 4292 w 8097"/>
                  <a:gd name="connsiteY0" fmla="*/ 562 h 2978"/>
                  <a:gd name="connsiteX1" fmla="*/ 0 w 8097"/>
                  <a:gd name="connsiteY1" fmla="*/ 2625 h 2978"/>
                  <a:gd name="connsiteX2" fmla="*/ 4292 w 8097"/>
                  <a:gd name="connsiteY2" fmla="*/ 562 h 2978"/>
                </a:gdLst>
                <a:ahLst/>
                <a:cxnLst>
                  <a:cxn ang="0">
                    <a:pos x="connsiteX0" y="connsiteY0"/>
                  </a:cxn>
                  <a:cxn ang="0">
                    <a:pos x="connsiteX1" y="connsiteY1"/>
                  </a:cxn>
                  <a:cxn ang="0">
                    <a:pos x="connsiteX2" y="connsiteY2"/>
                  </a:cxn>
                </a:cxnLst>
                <a:rect l="l" t="t" r="r" b="b"/>
                <a:pathLst>
                  <a:path w="8097" h="2978">
                    <a:moveTo>
                      <a:pt x="4292" y="562"/>
                    </a:moveTo>
                    <a:cubicBezTo>
                      <a:pt x="2075" y="1201"/>
                      <a:pt x="149" y="2116"/>
                      <a:pt x="0" y="2625"/>
                    </a:cubicBezTo>
                    <a:cubicBezTo>
                      <a:pt x="1183" y="4511"/>
                      <a:pt x="14453" y="-1873"/>
                      <a:pt x="4292" y="56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2" name="Freeform: Shape 2451">
                <a:extLst>
                  <a:ext uri="{FF2B5EF4-FFF2-40B4-BE49-F238E27FC236}">
                    <a16:creationId xmlns:a16="http://schemas.microsoft.com/office/drawing/2014/main" id="{52F66E9B-4812-E9E0-7791-32D5B1BEAAB5}"/>
                  </a:ext>
                </a:extLst>
              </p:cNvPr>
              <p:cNvSpPr/>
              <p:nvPr/>
            </p:nvSpPr>
            <p:spPr>
              <a:xfrm>
                <a:off x="4420249" y="6530571"/>
                <a:ext cx="9260" cy="2683"/>
              </a:xfrm>
              <a:custGeom>
                <a:avLst/>
                <a:gdLst>
                  <a:gd name="connsiteX0" fmla="*/ 4961 w 9260"/>
                  <a:gd name="connsiteY0" fmla="*/ 11 h 2683"/>
                  <a:gd name="connsiteX1" fmla="*/ 0 w 9260"/>
                  <a:gd name="connsiteY1" fmla="*/ 1160 h 2683"/>
                  <a:gd name="connsiteX2" fmla="*/ 4961 w 9260"/>
                  <a:gd name="connsiteY2" fmla="*/ 11 h 2683"/>
                </a:gdLst>
                <a:ahLst/>
                <a:cxnLst>
                  <a:cxn ang="0">
                    <a:pos x="connsiteX0" y="connsiteY0"/>
                  </a:cxn>
                  <a:cxn ang="0">
                    <a:pos x="connsiteX1" y="connsiteY1"/>
                  </a:cxn>
                  <a:cxn ang="0">
                    <a:pos x="connsiteX2" y="connsiteY2"/>
                  </a:cxn>
                </a:cxnLst>
                <a:rect l="l" t="t" r="r" b="b"/>
                <a:pathLst>
                  <a:path w="9260" h="2683">
                    <a:moveTo>
                      <a:pt x="4961" y="11"/>
                    </a:moveTo>
                    <a:cubicBezTo>
                      <a:pt x="2429" y="-81"/>
                      <a:pt x="212" y="433"/>
                      <a:pt x="0" y="1160"/>
                    </a:cubicBezTo>
                    <a:cubicBezTo>
                      <a:pt x="892" y="4594"/>
                      <a:pt x="16654" y="1337"/>
                      <a:pt x="4961" y="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3" name="Freeform: Shape 2452">
                <a:extLst>
                  <a:ext uri="{FF2B5EF4-FFF2-40B4-BE49-F238E27FC236}">
                    <a16:creationId xmlns:a16="http://schemas.microsoft.com/office/drawing/2014/main" id="{E38C2537-6361-C259-4D40-B4F224E2BD16}"/>
                  </a:ext>
                </a:extLst>
              </p:cNvPr>
              <p:cNvSpPr/>
              <p:nvPr/>
            </p:nvSpPr>
            <p:spPr>
              <a:xfrm>
                <a:off x="4519427" y="6183874"/>
                <a:ext cx="8287" cy="2994"/>
              </a:xfrm>
              <a:custGeom>
                <a:avLst/>
                <a:gdLst>
                  <a:gd name="connsiteX0" fmla="*/ 4389 w 8287"/>
                  <a:gd name="connsiteY0" fmla="*/ 562 h 2994"/>
                  <a:gd name="connsiteX1" fmla="*/ 0 w 8287"/>
                  <a:gd name="connsiteY1" fmla="*/ 2636 h 2994"/>
                  <a:gd name="connsiteX2" fmla="*/ 4389 w 8287"/>
                  <a:gd name="connsiteY2" fmla="*/ 562 h 2994"/>
                </a:gdLst>
                <a:ahLst/>
                <a:cxnLst>
                  <a:cxn ang="0">
                    <a:pos x="connsiteX0" y="connsiteY0"/>
                  </a:cxn>
                  <a:cxn ang="0">
                    <a:pos x="connsiteX1" y="connsiteY1"/>
                  </a:cxn>
                  <a:cxn ang="0">
                    <a:pos x="connsiteX2" y="connsiteY2"/>
                  </a:cxn>
                </a:cxnLst>
                <a:rect l="l" t="t" r="r" b="b"/>
                <a:pathLst>
                  <a:path w="8287" h="2994">
                    <a:moveTo>
                      <a:pt x="4389" y="562"/>
                    </a:moveTo>
                    <a:cubicBezTo>
                      <a:pt x="2120" y="1202"/>
                      <a:pt x="154" y="2116"/>
                      <a:pt x="0" y="2636"/>
                    </a:cubicBezTo>
                    <a:cubicBezTo>
                      <a:pt x="1206" y="4540"/>
                      <a:pt x="14796" y="-1879"/>
                      <a:pt x="4389" y="56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4" name="Freeform: Shape 2453">
                <a:extLst>
                  <a:ext uri="{FF2B5EF4-FFF2-40B4-BE49-F238E27FC236}">
                    <a16:creationId xmlns:a16="http://schemas.microsoft.com/office/drawing/2014/main" id="{3B371B66-D2C9-93F1-DEFB-D2AEACB99549}"/>
                  </a:ext>
                </a:extLst>
              </p:cNvPr>
              <p:cNvSpPr/>
              <p:nvPr/>
            </p:nvSpPr>
            <p:spPr>
              <a:xfrm>
                <a:off x="4583321" y="5975843"/>
                <a:ext cx="7278" cy="2146"/>
              </a:xfrm>
              <a:custGeom>
                <a:avLst/>
                <a:gdLst>
                  <a:gd name="connsiteX0" fmla="*/ 3880 w 7278"/>
                  <a:gd name="connsiteY0" fmla="*/ 309 h 2146"/>
                  <a:gd name="connsiteX1" fmla="*/ 3400 w 7278"/>
                  <a:gd name="connsiteY1" fmla="*/ 1852 h 2146"/>
                  <a:gd name="connsiteX2" fmla="*/ 3880 w 7278"/>
                  <a:gd name="connsiteY2" fmla="*/ 309 h 2146"/>
                </a:gdLst>
                <a:ahLst/>
                <a:cxnLst>
                  <a:cxn ang="0">
                    <a:pos x="connsiteX0" y="connsiteY0"/>
                  </a:cxn>
                  <a:cxn ang="0">
                    <a:pos x="connsiteX1" y="connsiteY1"/>
                  </a:cxn>
                  <a:cxn ang="0">
                    <a:pos x="connsiteX2" y="connsiteY2"/>
                  </a:cxn>
                </a:cxnLst>
                <a:rect l="l" t="t" r="r" b="b"/>
                <a:pathLst>
                  <a:path w="7278" h="2146">
                    <a:moveTo>
                      <a:pt x="3880" y="309"/>
                    </a:moveTo>
                    <a:cubicBezTo>
                      <a:pt x="-355" y="1046"/>
                      <a:pt x="-1961" y="2852"/>
                      <a:pt x="3400" y="1852"/>
                    </a:cubicBezTo>
                    <a:cubicBezTo>
                      <a:pt x="7624" y="1086"/>
                      <a:pt x="9247" y="-720"/>
                      <a:pt x="3880" y="30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5" name="Freeform: Shape 2454">
                <a:extLst>
                  <a:ext uri="{FF2B5EF4-FFF2-40B4-BE49-F238E27FC236}">
                    <a16:creationId xmlns:a16="http://schemas.microsoft.com/office/drawing/2014/main" id="{0F1C3E6A-9F44-D984-2C39-988D5BED2994}"/>
                  </a:ext>
                </a:extLst>
              </p:cNvPr>
              <p:cNvSpPr/>
              <p:nvPr/>
            </p:nvSpPr>
            <p:spPr>
              <a:xfrm>
                <a:off x="4482873" y="6311952"/>
                <a:ext cx="8373" cy="2722"/>
              </a:xfrm>
              <a:custGeom>
                <a:avLst/>
                <a:gdLst>
                  <a:gd name="connsiteX0" fmla="*/ 4505 w 8373"/>
                  <a:gd name="connsiteY0" fmla="*/ 247 h 2722"/>
                  <a:gd name="connsiteX1" fmla="*/ 3870 w 8373"/>
                  <a:gd name="connsiteY1" fmla="*/ 2494 h 2722"/>
                  <a:gd name="connsiteX2" fmla="*/ 4505 w 8373"/>
                  <a:gd name="connsiteY2" fmla="*/ 247 h 2722"/>
                </a:gdLst>
                <a:ahLst/>
                <a:cxnLst>
                  <a:cxn ang="0">
                    <a:pos x="connsiteX0" y="connsiteY0"/>
                  </a:cxn>
                  <a:cxn ang="0">
                    <a:pos x="connsiteX1" y="connsiteY1"/>
                  </a:cxn>
                  <a:cxn ang="0">
                    <a:pos x="connsiteX2" y="connsiteY2"/>
                  </a:cxn>
                </a:cxnLst>
                <a:rect l="l" t="t" r="r" b="b"/>
                <a:pathLst>
                  <a:path w="8373" h="2722">
                    <a:moveTo>
                      <a:pt x="4505" y="247"/>
                    </a:moveTo>
                    <a:cubicBezTo>
                      <a:pt x="-296" y="968"/>
                      <a:pt x="-2336" y="3488"/>
                      <a:pt x="3870" y="2494"/>
                    </a:cubicBezTo>
                    <a:cubicBezTo>
                      <a:pt x="8654" y="1767"/>
                      <a:pt x="10723" y="-799"/>
                      <a:pt x="4505" y="24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6" name="Freeform: Shape 2455">
                <a:extLst>
                  <a:ext uri="{FF2B5EF4-FFF2-40B4-BE49-F238E27FC236}">
                    <a16:creationId xmlns:a16="http://schemas.microsoft.com/office/drawing/2014/main" id="{00F8C900-46B0-FBD2-7798-0B4194F35923}"/>
                  </a:ext>
                </a:extLst>
              </p:cNvPr>
              <p:cNvSpPr/>
              <p:nvPr/>
            </p:nvSpPr>
            <p:spPr>
              <a:xfrm>
                <a:off x="4442575" y="6447015"/>
                <a:ext cx="8774" cy="2809"/>
              </a:xfrm>
              <a:custGeom>
                <a:avLst/>
                <a:gdLst>
                  <a:gd name="connsiteX0" fmla="*/ 4746 w 8774"/>
                  <a:gd name="connsiteY0" fmla="*/ 104 h 2809"/>
                  <a:gd name="connsiteX1" fmla="*/ 4032 w 8774"/>
                  <a:gd name="connsiteY1" fmla="*/ 2716 h 2809"/>
                  <a:gd name="connsiteX2" fmla="*/ 4746 w 8774"/>
                  <a:gd name="connsiteY2" fmla="*/ 104 h 2809"/>
                </a:gdLst>
                <a:ahLst/>
                <a:cxnLst>
                  <a:cxn ang="0">
                    <a:pos x="connsiteX0" y="connsiteY0"/>
                  </a:cxn>
                  <a:cxn ang="0">
                    <a:pos x="connsiteX1" y="connsiteY1"/>
                  </a:cxn>
                  <a:cxn ang="0">
                    <a:pos x="connsiteX2" y="connsiteY2"/>
                  </a:cxn>
                </a:cxnLst>
                <a:rect l="l" t="t" r="r" b="b"/>
                <a:pathLst>
                  <a:path w="8774" h="2809">
                    <a:moveTo>
                      <a:pt x="4746" y="104"/>
                    </a:moveTo>
                    <a:cubicBezTo>
                      <a:pt x="-340" y="556"/>
                      <a:pt x="-2420" y="3350"/>
                      <a:pt x="4032" y="2716"/>
                    </a:cubicBezTo>
                    <a:cubicBezTo>
                      <a:pt x="9107" y="2276"/>
                      <a:pt x="11199" y="-576"/>
                      <a:pt x="4746" y="1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7" name="Freeform: Shape 2456">
                <a:extLst>
                  <a:ext uri="{FF2B5EF4-FFF2-40B4-BE49-F238E27FC236}">
                    <a16:creationId xmlns:a16="http://schemas.microsoft.com/office/drawing/2014/main" id="{82380A8E-A088-3488-3A37-30AE4751C254}"/>
                  </a:ext>
                </a:extLst>
              </p:cNvPr>
              <p:cNvSpPr/>
              <p:nvPr/>
            </p:nvSpPr>
            <p:spPr>
              <a:xfrm>
                <a:off x="4463305" y="6379649"/>
                <a:ext cx="8563" cy="2506"/>
              </a:xfrm>
              <a:custGeom>
                <a:avLst/>
                <a:gdLst>
                  <a:gd name="connsiteX0" fmla="*/ 4608 w 8563"/>
                  <a:gd name="connsiteY0" fmla="*/ 165 h 2506"/>
                  <a:gd name="connsiteX1" fmla="*/ 3962 w 8563"/>
                  <a:gd name="connsiteY1" fmla="*/ 2354 h 2506"/>
                  <a:gd name="connsiteX2" fmla="*/ 4608 w 8563"/>
                  <a:gd name="connsiteY2" fmla="*/ 165 h 2506"/>
                </a:gdLst>
                <a:ahLst/>
                <a:cxnLst>
                  <a:cxn ang="0">
                    <a:pos x="connsiteX0" y="connsiteY0"/>
                  </a:cxn>
                  <a:cxn ang="0">
                    <a:pos x="connsiteX1" y="connsiteY1"/>
                  </a:cxn>
                  <a:cxn ang="0">
                    <a:pos x="connsiteX2" y="connsiteY2"/>
                  </a:cxn>
                </a:cxnLst>
                <a:rect l="l" t="t" r="r" b="b"/>
                <a:pathLst>
                  <a:path w="8563" h="2506">
                    <a:moveTo>
                      <a:pt x="4608" y="165"/>
                    </a:moveTo>
                    <a:cubicBezTo>
                      <a:pt x="-365" y="719"/>
                      <a:pt x="-2342" y="3131"/>
                      <a:pt x="3962" y="2354"/>
                    </a:cubicBezTo>
                    <a:cubicBezTo>
                      <a:pt x="8917" y="1776"/>
                      <a:pt x="10911" y="-647"/>
                      <a:pt x="4608" y="1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8" name="Freeform: Shape 2457">
                <a:extLst>
                  <a:ext uri="{FF2B5EF4-FFF2-40B4-BE49-F238E27FC236}">
                    <a16:creationId xmlns:a16="http://schemas.microsoft.com/office/drawing/2014/main" id="{E0AF1D18-1342-4C38-E491-8B4BF89C9F17}"/>
                  </a:ext>
                </a:extLst>
              </p:cNvPr>
              <p:cNvSpPr/>
              <p:nvPr/>
            </p:nvSpPr>
            <p:spPr>
              <a:xfrm>
                <a:off x="4597659" y="5929342"/>
                <a:ext cx="7116" cy="1991"/>
              </a:xfrm>
              <a:custGeom>
                <a:avLst/>
                <a:gdLst>
                  <a:gd name="connsiteX0" fmla="*/ 3789 w 7116"/>
                  <a:gd name="connsiteY0" fmla="*/ 233 h 1991"/>
                  <a:gd name="connsiteX1" fmla="*/ 3326 w 7116"/>
                  <a:gd name="connsiteY1" fmla="*/ 1770 h 1991"/>
                  <a:gd name="connsiteX2" fmla="*/ 3789 w 7116"/>
                  <a:gd name="connsiteY2" fmla="*/ 233 h 1991"/>
                </a:gdLst>
                <a:ahLst/>
                <a:cxnLst>
                  <a:cxn ang="0">
                    <a:pos x="connsiteX0" y="connsiteY0"/>
                  </a:cxn>
                  <a:cxn ang="0">
                    <a:pos x="connsiteX1" y="connsiteY1"/>
                  </a:cxn>
                  <a:cxn ang="0">
                    <a:pos x="connsiteX2" y="connsiteY2"/>
                  </a:cxn>
                </a:cxnLst>
                <a:rect l="l" t="t" r="r" b="b"/>
                <a:pathLst>
                  <a:path w="7116" h="1991">
                    <a:moveTo>
                      <a:pt x="3789" y="233"/>
                    </a:moveTo>
                    <a:cubicBezTo>
                      <a:pt x="-371" y="851"/>
                      <a:pt x="-1897" y="2605"/>
                      <a:pt x="3326" y="1770"/>
                    </a:cubicBezTo>
                    <a:cubicBezTo>
                      <a:pt x="7481" y="1131"/>
                      <a:pt x="9019" y="-629"/>
                      <a:pt x="3789" y="2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9" name="Freeform: Shape 2458">
                <a:extLst>
                  <a:ext uri="{FF2B5EF4-FFF2-40B4-BE49-F238E27FC236}">
                    <a16:creationId xmlns:a16="http://schemas.microsoft.com/office/drawing/2014/main" id="{7FB56F68-71A6-ED95-FDB6-40FCFE624658}"/>
                  </a:ext>
                </a:extLst>
              </p:cNvPr>
              <p:cNvSpPr/>
              <p:nvPr/>
            </p:nvSpPr>
            <p:spPr>
              <a:xfrm>
                <a:off x="4501659" y="6244993"/>
                <a:ext cx="8479" cy="2993"/>
              </a:xfrm>
              <a:custGeom>
                <a:avLst/>
                <a:gdLst>
                  <a:gd name="connsiteX0" fmla="*/ 4509 w 8479"/>
                  <a:gd name="connsiteY0" fmla="*/ 399 h 2993"/>
                  <a:gd name="connsiteX1" fmla="*/ 0 w 8479"/>
                  <a:gd name="connsiteY1" fmla="*/ 2485 h 2993"/>
                  <a:gd name="connsiteX2" fmla="*/ 4509 w 8479"/>
                  <a:gd name="connsiteY2" fmla="*/ 399 h 2993"/>
                </a:gdLst>
                <a:ahLst/>
                <a:cxnLst>
                  <a:cxn ang="0">
                    <a:pos x="connsiteX0" y="connsiteY0"/>
                  </a:cxn>
                  <a:cxn ang="0">
                    <a:pos x="connsiteX1" y="connsiteY1"/>
                  </a:cxn>
                  <a:cxn ang="0">
                    <a:pos x="connsiteX2" y="connsiteY2"/>
                  </a:cxn>
                </a:cxnLst>
                <a:rect l="l" t="t" r="r" b="b"/>
                <a:pathLst>
                  <a:path w="8479" h="2993">
                    <a:moveTo>
                      <a:pt x="4509" y="399"/>
                    </a:moveTo>
                    <a:cubicBezTo>
                      <a:pt x="2189" y="970"/>
                      <a:pt x="166" y="1896"/>
                      <a:pt x="0" y="2485"/>
                    </a:cubicBezTo>
                    <a:cubicBezTo>
                      <a:pt x="1206" y="4794"/>
                      <a:pt x="15133" y="-1619"/>
                      <a:pt x="4509" y="39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0" name="Freeform: Shape 2459">
                <a:extLst>
                  <a:ext uri="{FF2B5EF4-FFF2-40B4-BE49-F238E27FC236}">
                    <a16:creationId xmlns:a16="http://schemas.microsoft.com/office/drawing/2014/main" id="{0F40A2C9-4E2B-CE31-6671-A08497BFF41E}"/>
                  </a:ext>
                </a:extLst>
              </p:cNvPr>
              <p:cNvSpPr/>
              <p:nvPr/>
            </p:nvSpPr>
            <p:spPr>
              <a:xfrm>
                <a:off x="4036669" y="7526123"/>
                <a:ext cx="12794" cy="5249"/>
              </a:xfrm>
              <a:custGeom>
                <a:avLst/>
                <a:gdLst>
                  <a:gd name="connsiteX0" fmla="*/ 7311 w 12794"/>
                  <a:gd name="connsiteY0" fmla="*/ 23 h 5249"/>
                  <a:gd name="connsiteX1" fmla="*/ 1378 w 12794"/>
                  <a:gd name="connsiteY1" fmla="*/ 4326 h 5249"/>
                  <a:gd name="connsiteX2" fmla="*/ 7311 w 12794"/>
                  <a:gd name="connsiteY2" fmla="*/ 23 h 5249"/>
                </a:gdLst>
                <a:ahLst/>
                <a:cxnLst>
                  <a:cxn ang="0">
                    <a:pos x="connsiteX0" y="connsiteY0"/>
                  </a:cxn>
                  <a:cxn ang="0">
                    <a:pos x="connsiteX1" y="connsiteY1"/>
                  </a:cxn>
                  <a:cxn ang="0">
                    <a:pos x="connsiteX2" y="connsiteY2"/>
                  </a:cxn>
                </a:cxnLst>
                <a:rect l="l" t="t" r="r" b="b"/>
                <a:pathLst>
                  <a:path w="12794" h="5249">
                    <a:moveTo>
                      <a:pt x="7311" y="23"/>
                    </a:moveTo>
                    <a:cubicBezTo>
                      <a:pt x="4784" y="-229"/>
                      <a:pt x="-3171" y="1634"/>
                      <a:pt x="1378" y="4326"/>
                    </a:cubicBezTo>
                    <a:cubicBezTo>
                      <a:pt x="6865" y="7675"/>
                      <a:pt x="20295" y="902"/>
                      <a:pt x="7311"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1" name="Freeform: Shape 2460">
                <a:extLst>
                  <a:ext uri="{FF2B5EF4-FFF2-40B4-BE49-F238E27FC236}">
                    <a16:creationId xmlns:a16="http://schemas.microsoft.com/office/drawing/2014/main" id="{F365E2FE-2693-3586-41B5-AF9426255A19}"/>
                  </a:ext>
                </a:extLst>
              </p:cNvPr>
              <p:cNvSpPr/>
              <p:nvPr/>
            </p:nvSpPr>
            <p:spPr>
              <a:xfrm>
                <a:off x="4415936" y="5909519"/>
                <a:ext cx="6753" cy="2659"/>
              </a:xfrm>
              <a:custGeom>
                <a:avLst/>
                <a:gdLst>
                  <a:gd name="connsiteX0" fmla="*/ 3787 w 6753"/>
                  <a:gd name="connsiteY0" fmla="*/ 528 h 2659"/>
                  <a:gd name="connsiteX1" fmla="*/ 770 w 6753"/>
                  <a:gd name="connsiteY1" fmla="*/ 2659 h 2659"/>
                  <a:gd name="connsiteX2" fmla="*/ 3787 w 6753"/>
                  <a:gd name="connsiteY2" fmla="*/ 528 h 2659"/>
                </a:gdLst>
                <a:ahLst/>
                <a:cxnLst>
                  <a:cxn ang="0">
                    <a:pos x="connsiteX0" y="connsiteY0"/>
                  </a:cxn>
                  <a:cxn ang="0">
                    <a:pos x="connsiteX1" y="connsiteY1"/>
                  </a:cxn>
                  <a:cxn ang="0">
                    <a:pos x="connsiteX2" y="connsiteY2"/>
                  </a:cxn>
                </a:cxnLst>
                <a:rect l="l" t="t" r="r" b="b"/>
                <a:pathLst>
                  <a:path w="6753" h="2659">
                    <a:moveTo>
                      <a:pt x="3787" y="528"/>
                    </a:moveTo>
                    <a:cubicBezTo>
                      <a:pt x="2856" y="768"/>
                      <a:pt x="-1813" y="2682"/>
                      <a:pt x="770" y="2659"/>
                    </a:cubicBezTo>
                    <a:cubicBezTo>
                      <a:pt x="3427" y="2654"/>
                      <a:pt x="10851" y="-1421"/>
                      <a:pt x="3787" y="5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2" name="Freeform: Shape 2461">
                <a:extLst>
                  <a:ext uri="{FF2B5EF4-FFF2-40B4-BE49-F238E27FC236}">
                    <a16:creationId xmlns:a16="http://schemas.microsoft.com/office/drawing/2014/main" id="{A885310D-15E1-CCE5-D80E-054A90B99279}"/>
                  </a:ext>
                </a:extLst>
              </p:cNvPr>
              <p:cNvSpPr/>
              <p:nvPr/>
            </p:nvSpPr>
            <p:spPr>
              <a:xfrm>
                <a:off x="3927145" y="6880125"/>
                <a:ext cx="10935" cy="3629"/>
              </a:xfrm>
              <a:custGeom>
                <a:avLst/>
                <a:gdLst>
                  <a:gd name="connsiteX0" fmla="*/ 6157 w 10935"/>
                  <a:gd name="connsiteY0" fmla="*/ 9 h 3629"/>
                  <a:gd name="connsiteX1" fmla="*/ 4774 w 10935"/>
                  <a:gd name="connsiteY1" fmla="*/ 3621 h 3629"/>
                  <a:gd name="connsiteX2" fmla="*/ 6157 w 10935"/>
                  <a:gd name="connsiteY2" fmla="*/ 9 h 3629"/>
                </a:gdLst>
                <a:ahLst/>
                <a:cxnLst>
                  <a:cxn ang="0">
                    <a:pos x="connsiteX0" y="connsiteY0"/>
                  </a:cxn>
                  <a:cxn ang="0">
                    <a:pos x="connsiteX1" y="connsiteY1"/>
                  </a:cxn>
                  <a:cxn ang="0">
                    <a:pos x="connsiteX2" y="connsiteY2"/>
                  </a:cxn>
                </a:cxnLst>
                <a:rect l="l" t="t" r="r" b="b"/>
                <a:pathLst>
                  <a:path w="10935" h="3629">
                    <a:moveTo>
                      <a:pt x="6157" y="9"/>
                    </a:moveTo>
                    <a:cubicBezTo>
                      <a:pt x="-49" y="-208"/>
                      <a:pt x="-3238" y="3461"/>
                      <a:pt x="4774" y="3621"/>
                    </a:cubicBezTo>
                    <a:cubicBezTo>
                      <a:pt x="10992" y="3832"/>
                      <a:pt x="14170" y="169"/>
                      <a:pt x="6157"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3" name="Freeform: Shape 2462">
                <a:extLst>
                  <a:ext uri="{FF2B5EF4-FFF2-40B4-BE49-F238E27FC236}">
                    <a16:creationId xmlns:a16="http://schemas.microsoft.com/office/drawing/2014/main" id="{DACB48D7-24AE-FB5F-632C-049C70B58372}"/>
                  </a:ext>
                </a:extLst>
              </p:cNvPr>
              <p:cNvSpPr/>
              <p:nvPr/>
            </p:nvSpPr>
            <p:spPr>
              <a:xfrm>
                <a:off x="4006246" y="6708812"/>
                <a:ext cx="10287" cy="1800"/>
              </a:xfrm>
              <a:custGeom>
                <a:avLst/>
                <a:gdLst>
                  <a:gd name="connsiteX0" fmla="*/ 5757 w 10287"/>
                  <a:gd name="connsiteY0" fmla="*/ 37 h 1800"/>
                  <a:gd name="connsiteX1" fmla="*/ 4529 w 10287"/>
                  <a:gd name="connsiteY1" fmla="*/ 1768 h 1800"/>
                  <a:gd name="connsiteX2" fmla="*/ 5757 w 10287"/>
                  <a:gd name="connsiteY2" fmla="*/ 37 h 1800"/>
                </a:gdLst>
                <a:ahLst/>
                <a:cxnLst>
                  <a:cxn ang="0">
                    <a:pos x="connsiteX0" y="connsiteY0"/>
                  </a:cxn>
                  <a:cxn ang="0">
                    <a:pos x="connsiteX1" y="connsiteY1"/>
                  </a:cxn>
                  <a:cxn ang="0">
                    <a:pos x="connsiteX2" y="connsiteY2"/>
                  </a:cxn>
                </a:cxnLst>
                <a:rect l="l" t="t" r="r" b="b"/>
                <a:pathLst>
                  <a:path w="10287" h="1800">
                    <a:moveTo>
                      <a:pt x="5757" y="37"/>
                    </a:moveTo>
                    <a:cubicBezTo>
                      <a:pt x="-9" y="-272"/>
                      <a:pt x="-3084" y="1449"/>
                      <a:pt x="4529" y="1768"/>
                    </a:cubicBezTo>
                    <a:cubicBezTo>
                      <a:pt x="10301" y="2054"/>
                      <a:pt x="13370" y="351"/>
                      <a:pt x="5757" y="3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4" name="Freeform: Shape 2463">
                <a:extLst>
                  <a:ext uri="{FF2B5EF4-FFF2-40B4-BE49-F238E27FC236}">
                    <a16:creationId xmlns:a16="http://schemas.microsoft.com/office/drawing/2014/main" id="{485ACA00-31D4-2282-C480-57A0937CF691}"/>
                  </a:ext>
                </a:extLst>
              </p:cNvPr>
              <p:cNvSpPr/>
              <p:nvPr/>
            </p:nvSpPr>
            <p:spPr>
              <a:xfrm>
                <a:off x="4077306" y="6640809"/>
                <a:ext cx="9681" cy="1912"/>
              </a:xfrm>
              <a:custGeom>
                <a:avLst/>
                <a:gdLst>
                  <a:gd name="connsiteX0" fmla="*/ 5392 w 9681"/>
                  <a:gd name="connsiteY0" fmla="*/ 552 h 1912"/>
                  <a:gd name="connsiteX1" fmla="*/ 4290 w 9681"/>
                  <a:gd name="connsiteY1" fmla="*/ 1376 h 1912"/>
                  <a:gd name="connsiteX2" fmla="*/ 5392 w 9681"/>
                  <a:gd name="connsiteY2" fmla="*/ 552 h 1912"/>
                </a:gdLst>
                <a:ahLst/>
                <a:cxnLst>
                  <a:cxn ang="0">
                    <a:pos x="connsiteX0" y="connsiteY0"/>
                  </a:cxn>
                  <a:cxn ang="0">
                    <a:pos x="connsiteX1" y="connsiteY1"/>
                  </a:cxn>
                  <a:cxn ang="0">
                    <a:pos x="connsiteX2" y="connsiteY2"/>
                  </a:cxn>
                </a:cxnLst>
                <a:rect l="l" t="t" r="r" b="b"/>
                <a:pathLst>
                  <a:path w="9681" h="1912">
                    <a:moveTo>
                      <a:pt x="5392" y="552"/>
                    </a:moveTo>
                    <a:cubicBezTo>
                      <a:pt x="-145" y="-516"/>
                      <a:pt x="-2809" y="78"/>
                      <a:pt x="4290" y="1376"/>
                    </a:cubicBezTo>
                    <a:cubicBezTo>
                      <a:pt x="9833" y="2410"/>
                      <a:pt x="12485" y="1849"/>
                      <a:pt x="5392" y="55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5" name="Freeform: Shape 2464">
                <a:extLst>
                  <a:ext uri="{FF2B5EF4-FFF2-40B4-BE49-F238E27FC236}">
                    <a16:creationId xmlns:a16="http://schemas.microsoft.com/office/drawing/2014/main" id="{ED353322-354A-5564-CA57-79973E36A1D8}"/>
                  </a:ext>
                </a:extLst>
              </p:cNvPr>
              <p:cNvSpPr/>
              <p:nvPr/>
            </p:nvSpPr>
            <p:spPr>
              <a:xfrm>
                <a:off x="4042625" y="6668151"/>
                <a:ext cx="10318" cy="1399"/>
              </a:xfrm>
              <a:custGeom>
                <a:avLst/>
                <a:gdLst>
                  <a:gd name="connsiteX0" fmla="*/ 5681 w 10318"/>
                  <a:gd name="connsiteY0" fmla="*/ 196 h 1399"/>
                  <a:gd name="connsiteX1" fmla="*/ 0 w 10318"/>
                  <a:gd name="connsiteY1" fmla="*/ 224 h 1399"/>
                  <a:gd name="connsiteX2" fmla="*/ 5681 w 10318"/>
                  <a:gd name="connsiteY2" fmla="*/ 196 h 1399"/>
                </a:gdLst>
                <a:ahLst/>
                <a:cxnLst>
                  <a:cxn ang="0">
                    <a:pos x="connsiteX0" y="connsiteY0"/>
                  </a:cxn>
                  <a:cxn ang="0">
                    <a:pos x="connsiteX1" y="connsiteY1"/>
                  </a:cxn>
                  <a:cxn ang="0">
                    <a:pos x="connsiteX2" y="connsiteY2"/>
                  </a:cxn>
                </a:cxnLst>
                <a:rect l="l" t="t" r="r" b="b"/>
                <a:pathLst>
                  <a:path w="10318" h="1399">
                    <a:moveTo>
                      <a:pt x="5681" y="196"/>
                    </a:moveTo>
                    <a:cubicBezTo>
                      <a:pt x="2869" y="-73"/>
                      <a:pt x="326" y="-67"/>
                      <a:pt x="0" y="224"/>
                    </a:cubicBezTo>
                    <a:cubicBezTo>
                      <a:pt x="794" y="1791"/>
                      <a:pt x="18488" y="1802"/>
                      <a:pt x="5681" y="1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6" name="Freeform: Shape 2465">
                <a:extLst>
                  <a:ext uri="{FF2B5EF4-FFF2-40B4-BE49-F238E27FC236}">
                    <a16:creationId xmlns:a16="http://schemas.microsoft.com/office/drawing/2014/main" id="{E5E24122-0E34-354B-EA88-575BA8CB34A6}"/>
                  </a:ext>
                </a:extLst>
              </p:cNvPr>
              <p:cNvSpPr/>
              <p:nvPr/>
            </p:nvSpPr>
            <p:spPr>
              <a:xfrm>
                <a:off x="3967796" y="6777141"/>
                <a:ext cx="10608" cy="2913"/>
              </a:xfrm>
              <a:custGeom>
                <a:avLst/>
                <a:gdLst>
                  <a:gd name="connsiteX0" fmla="*/ 5951 w 10608"/>
                  <a:gd name="connsiteY0" fmla="*/ 9 h 2913"/>
                  <a:gd name="connsiteX1" fmla="*/ 4654 w 10608"/>
                  <a:gd name="connsiteY1" fmla="*/ 2906 h 2913"/>
                  <a:gd name="connsiteX2" fmla="*/ 5951 w 10608"/>
                  <a:gd name="connsiteY2" fmla="*/ 9 h 2913"/>
                </a:gdLst>
                <a:ahLst/>
                <a:cxnLst>
                  <a:cxn ang="0">
                    <a:pos x="connsiteX0" y="connsiteY0"/>
                  </a:cxn>
                  <a:cxn ang="0">
                    <a:pos x="connsiteX1" y="connsiteY1"/>
                  </a:cxn>
                  <a:cxn ang="0">
                    <a:pos x="connsiteX2" y="connsiteY2"/>
                  </a:cxn>
                </a:cxnLst>
                <a:rect l="l" t="t" r="r" b="b"/>
                <a:pathLst>
                  <a:path w="10608" h="2913">
                    <a:moveTo>
                      <a:pt x="5951" y="9"/>
                    </a:moveTo>
                    <a:cubicBezTo>
                      <a:pt x="-55" y="-180"/>
                      <a:pt x="-3141" y="2769"/>
                      <a:pt x="4654" y="2906"/>
                    </a:cubicBezTo>
                    <a:cubicBezTo>
                      <a:pt x="10666" y="3078"/>
                      <a:pt x="13752" y="134"/>
                      <a:pt x="5951"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7" name="Freeform: Shape 2466">
                <a:extLst>
                  <a:ext uri="{FF2B5EF4-FFF2-40B4-BE49-F238E27FC236}">
                    <a16:creationId xmlns:a16="http://schemas.microsoft.com/office/drawing/2014/main" id="{ED3824C6-1574-561C-2B63-8A51C740E994}"/>
                  </a:ext>
                </a:extLst>
              </p:cNvPr>
              <p:cNvSpPr/>
              <p:nvPr/>
            </p:nvSpPr>
            <p:spPr>
              <a:xfrm>
                <a:off x="3787233" y="7241264"/>
                <a:ext cx="12441" cy="4459"/>
              </a:xfrm>
              <a:custGeom>
                <a:avLst/>
                <a:gdLst>
                  <a:gd name="connsiteX0" fmla="*/ 6978 w 12441"/>
                  <a:gd name="connsiteY0" fmla="*/ 0 h 4459"/>
                  <a:gd name="connsiteX1" fmla="*/ 0 w 12441"/>
                  <a:gd name="connsiteY1" fmla="*/ 2195 h 4459"/>
                  <a:gd name="connsiteX2" fmla="*/ 6978 w 12441"/>
                  <a:gd name="connsiteY2" fmla="*/ 0 h 4459"/>
                </a:gdLst>
                <a:ahLst/>
                <a:cxnLst>
                  <a:cxn ang="0">
                    <a:pos x="connsiteX0" y="connsiteY0"/>
                  </a:cxn>
                  <a:cxn ang="0">
                    <a:pos x="connsiteX1" y="connsiteY1"/>
                  </a:cxn>
                  <a:cxn ang="0">
                    <a:pos x="connsiteX2" y="connsiteY2"/>
                  </a:cxn>
                </a:cxnLst>
                <a:rect l="l" t="t" r="r" b="b"/>
                <a:pathLst>
                  <a:path w="12441" h="4459">
                    <a:moveTo>
                      <a:pt x="6978" y="0"/>
                    </a:moveTo>
                    <a:cubicBezTo>
                      <a:pt x="3595" y="0"/>
                      <a:pt x="469" y="983"/>
                      <a:pt x="0" y="2195"/>
                    </a:cubicBezTo>
                    <a:cubicBezTo>
                      <a:pt x="674" y="7835"/>
                      <a:pt x="22271" y="1326"/>
                      <a:pt x="697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8" name="Freeform: Shape 2467">
                <a:extLst>
                  <a:ext uri="{FF2B5EF4-FFF2-40B4-BE49-F238E27FC236}">
                    <a16:creationId xmlns:a16="http://schemas.microsoft.com/office/drawing/2014/main" id="{5728CC99-9B0E-F54F-015E-731740F79207}"/>
                  </a:ext>
                </a:extLst>
              </p:cNvPr>
              <p:cNvSpPr/>
              <p:nvPr/>
            </p:nvSpPr>
            <p:spPr>
              <a:xfrm>
                <a:off x="3734224" y="7378726"/>
                <a:ext cx="12549" cy="4728"/>
              </a:xfrm>
              <a:custGeom>
                <a:avLst/>
                <a:gdLst>
                  <a:gd name="connsiteX0" fmla="*/ 7174 w 12549"/>
                  <a:gd name="connsiteY0" fmla="*/ 13 h 4728"/>
                  <a:gd name="connsiteX1" fmla="*/ 5374 w 12549"/>
                  <a:gd name="connsiteY1" fmla="*/ 4716 h 4728"/>
                  <a:gd name="connsiteX2" fmla="*/ 7174 w 12549"/>
                  <a:gd name="connsiteY2" fmla="*/ 13 h 4728"/>
                </a:gdLst>
                <a:ahLst/>
                <a:cxnLst>
                  <a:cxn ang="0">
                    <a:pos x="connsiteX0" y="connsiteY0"/>
                  </a:cxn>
                  <a:cxn ang="0">
                    <a:pos x="connsiteX1" y="connsiteY1"/>
                  </a:cxn>
                  <a:cxn ang="0">
                    <a:pos x="connsiteX2" y="connsiteY2"/>
                  </a:cxn>
                </a:cxnLst>
                <a:rect l="l" t="t" r="r" b="b"/>
                <a:pathLst>
                  <a:path w="12549" h="4728">
                    <a:moveTo>
                      <a:pt x="7174" y="13"/>
                    </a:moveTo>
                    <a:cubicBezTo>
                      <a:pt x="179" y="-279"/>
                      <a:pt x="-3856" y="4487"/>
                      <a:pt x="5374" y="4716"/>
                    </a:cubicBezTo>
                    <a:cubicBezTo>
                      <a:pt x="12381" y="5002"/>
                      <a:pt x="16398" y="241"/>
                      <a:pt x="7174" y="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9" name="Freeform: Shape 2468">
                <a:extLst>
                  <a:ext uri="{FF2B5EF4-FFF2-40B4-BE49-F238E27FC236}">
                    <a16:creationId xmlns:a16="http://schemas.microsoft.com/office/drawing/2014/main" id="{9783239E-2A1B-293C-D88A-268935DCCA45}"/>
                  </a:ext>
                </a:extLst>
              </p:cNvPr>
              <p:cNvSpPr/>
              <p:nvPr/>
            </p:nvSpPr>
            <p:spPr>
              <a:xfrm>
                <a:off x="4109873" y="6612786"/>
                <a:ext cx="9763" cy="2660"/>
              </a:xfrm>
              <a:custGeom>
                <a:avLst/>
                <a:gdLst>
                  <a:gd name="connsiteX0" fmla="*/ 5338 w 9763"/>
                  <a:gd name="connsiteY0" fmla="*/ 812 h 2660"/>
                  <a:gd name="connsiteX1" fmla="*/ 0 w 9763"/>
                  <a:gd name="connsiteY1" fmla="*/ 115 h 2660"/>
                  <a:gd name="connsiteX2" fmla="*/ 5338 w 9763"/>
                  <a:gd name="connsiteY2" fmla="*/ 812 h 2660"/>
                </a:gdLst>
                <a:ahLst/>
                <a:cxnLst>
                  <a:cxn ang="0">
                    <a:pos x="connsiteX0" y="connsiteY0"/>
                  </a:cxn>
                  <a:cxn ang="0">
                    <a:pos x="connsiteX1" y="connsiteY1"/>
                  </a:cxn>
                  <a:cxn ang="0">
                    <a:pos x="connsiteX2" y="connsiteY2"/>
                  </a:cxn>
                </a:cxnLst>
                <a:rect l="l" t="t" r="r" b="b"/>
                <a:pathLst>
                  <a:path w="9763" h="2660">
                    <a:moveTo>
                      <a:pt x="5338" y="812"/>
                    </a:moveTo>
                    <a:cubicBezTo>
                      <a:pt x="2680" y="131"/>
                      <a:pt x="286" y="-188"/>
                      <a:pt x="0" y="115"/>
                    </a:cubicBezTo>
                    <a:cubicBezTo>
                      <a:pt x="594" y="1983"/>
                      <a:pt x="17585" y="4401"/>
                      <a:pt x="5338" y="8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0" name="Freeform: Shape 2469">
                <a:extLst>
                  <a:ext uri="{FF2B5EF4-FFF2-40B4-BE49-F238E27FC236}">
                    <a16:creationId xmlns:a16="http://schemas.microsoft.com/office/drawing/2014/main" id="{4084384F-2E85-E79B-E388-1B37F9EAF10D}"/>
                  </a:ext>
                </a:extLst>
              </p:cNvPr>
              <p:cNvSpPr/>
              <p:nvPr/>
            </p:nvSpPr>
            <p:spPr>
              <a:xfrm>
                <a:off x="3883625" y="6992784"/>
                <a:ext cx="11295" cy="3860"/>
              </a:xfrm>
              <a:custGeom>
                <a:avLst/>
                <a:gdLst>
                  <a:gd name="connsiteX0" fmla="*/ 6386 w 11295"/>
                  <a:gd name="connsiteY0" fmla="*/ 10 h 3860"/>
                  <a:gd name="connsiteX1" fmla="*/ 4906 w 11295"/>
                  <a:gd name="connsiteY1" fmla="*/ 3851 h 3860"/>
                  <a:gd name="connsiteX2" fmla="*/ 6386 w 11295"/>
                  <a:gd name="connsiteY2" fmla="*/ 10 h 3860"/>
                </a:gdLst>
                <a:ahLst/>
                <a:cxnLst>
                  <a:cxn ang="0">
                    <a:pos x="connsiteX0" y="connsiteY0"/>
                  </a:cxn>
                  <a:cxn ang="0">
                    <a:pos x="connsiteX1" y="connsiteY1"/>
                  </a:cxn>
                  <a:cxn ang="0">
                    <a:pos x="connsiteX2" y="connsiteY2"/>
                  </a:cxn>
                </a:cxnLst>
                <a:rect l="l" t="t" r="r" b="b"/>
                <a:pathLst>
                  <a:path w="11295" h="3860">
                    <a:moveTo>
                      <a:pt x="6386" y="10"/>
                    </a:moveTo>
                    <a:cubicBezTo>
                      <a:pt x="8" y="-224"/>
                      <a:pt x="-3381" y="3679"/>
                      <a:pt x="4906" y="3851"/>
                    </a:cubicBezTo>
                    <a:cubicBezTo>
                      <a:pt x="11295" y="4084"/>
                      <a:pt x="14673" y="187"/>
                      <a:pt x="6386" y="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1" name="Freeform: Shape 2470">
                <a:extLst>
                  <a:ext uri="{FF2B5EF4-FFF2-40B4-BE49-F238E27FC236}">
                    <a16:creationId xmlns:a16="http://schemas.microsoft.com/office/drawing/2014/main" id="{0546838B-4A70-E751-F161-E376271608C3}"/>
                  </a:ext>
                </a:extLst>
              </p:cNvPr>
              <p:cNvSpPr/>
              <p:nvPr/>
            </p:nvSpPr>
            <p:spPr>
              <a:xfrm>
                <a:off x="3836976" y="7112894"/>
                <a:ext cx="12020" cy="4168"/>
              </a:xfrm>
              <a:custGeom>
                <a:avLst/>
                <a:gdLst>
                  <a:gd name="connsiteX0" fmla="*/ 6721 w 12020"/>
                  <a:gd name="connsiteY0" fmla="*/ 0 h 4168"/>
                  <a:gd name="connsiteX1" fmla="*/ 0 w 12020"/>
                  <a:gd name="connsiteY1" fmla="*/ 2052 h 4168"/>
                  <a:gd name="connsiteX2" fmla="*/ 6721 w 12020"/>
                  <a:gd name="connsiteY2" fmla="*/ 0 h 4168"/>
                </a:gdLst>
                <a:ahLst/>
                <a:cxnLst>
                  <a:cxn ang="0">
                    <a:pos x="connsiteX0" y="connsiteY0"/>
                  </a:cxn>
                  <a:cxn ang="0">
                    <a:pos x="connsiteX1" y="connsiteY1"/>
                  </a:cxn>
                  <a:cxn ang="0">
                    <a:pos x="connsiteX2" y="connsiteY2"/>
                  </a:cxn>
                </a:cxnLst>
                <a:rect l="l" t="t" r="r" b="b"/>
                <a:pathLst>
                  <a:path w="12020" h="4168">
                    <a:moveTo>
                      <a:pt x="6721" y="0"/>
                    </a:moveTo>
                    <a:cubicBezTo>
                      <a:pt x="3452" y="0"/>
                      <a:pt x="440" y="915"/>
                      <a:pt x="0" y="2052"/>
                    </a:cubicBezTo>
                    <a:cubicBezTo>
                      <a:pt x="709" y="7321"/>
                      <a:pt x="21517" y="1246"/>
                      <a:pt x="672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2" name="Freeform: Shape 2471">
                <a:extLst>
                  <a:ext uri="{FF2B5EF4-FFF2-40B4-BE49-F238E27FC236}">
                    <a16:creationId xmlns:a16="http://schemas.microsoft.com/office/drawing/2014/main" id="{0E1DB9E0-9621-2D1D-94A9-238508095A64}"/>
                  </a:ext>
                </a:extLst>
              </p:cNvPr>
              <p:cNvSpPr/>
              <p:nvPr/>
            </p:nvSpPr>
            <p:spPr>
              <a:xfrm>
                <a:off x="4339759" y="6103797"/>
                <a:ext cx="7851" cy="2698"/>
              </a:xfrm>
              <a:custGeom>
                <a:avLst/>
                <a:gdLst>
                  <a:gd name="connsiteX0" fmla="*/ 4229 w 7851"/>
                  <a:gd name="connsiteY0" fmla="*/ 457 h 2698"/>
                  <a:gd name="connsiteX1" fmla="*/ 0 w 7851"/>
                  <a:gd name="connsiteY1" fmla="*/ 2372 h 2698"/>
                  <a:gd name="connsiteX2" fmla="*/ 4229 w 7851"/>
                  <a:gd name="connsiteY2" fmla="*/ 457 h 2698"/>
                </a:gdLst>
                <a:ahLst/>
                <a:cxnLst>
                  <a:cxn ang="0">
                    <a:pos x="connsiteX0" y="connsiteY0"/>
                  </a:cxn>
                  <a:cxn ang="0">
                    <a:pos x="connsiteX1" y="connsiteY1"/>
                  </a:cxn>
                  <a:cxn ang="0">
                    <a:pos x="connsiteX2" y="connsiteY2"/>
                  </a:cxn>
                </a:cxnLst>
                <a:rect l="l" t="t" r="r" b="b"/>
                <a:pathLst>
                  <a:path w="7851" h="2698">
                    <a:moveTo>
                      <a:pt x="4229" y="457"/>
                    </a:moveTo>
                    <a:cubicBezTo>
                      <a:pt x="2086" y="1029"/>
                      <a:pt x="189" y="1892"/>
                      <a:pt x="0" y="2372"/>
                    </a:cubicBezTo>
                    <a:cubicBezTo>
                      <a:pt x="1017" y="4086"/>
                      <a:pt x="14002" y="-1606"/>
                      <a:pt x="4229" y="45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3" name="Freeform: Shape 2472">
                <a:extLst>
                  <a:ext uri="{FF2B5EF4-FFF2-40B4-BE49-F238E27FC236}">
                    <a16:creationId xmlns:a16="http://schemas.microsoft.com/office/drawing/2014/main" id="{A8ED0B2C-3599-1F47-BC36-BD24D4E33A7E}"/>
                  </a:ext>
                </a:extLst>
              </p:cNvPr>
              <p:cNvSpPr/>
              <p:nvPr/>
            </p:nvSpPr>
            <p:spPr>
              <a:xfrm>
                <a:off x="4318688" y="6157973"/>
                <a:ext cx="8025" cy="2720"/>
              </a:xfrm>
              <a:custGeom>
                <a:avLst/>
                <a:gdLst>
                  <a:gd name="connsiteX0" fmla="*/ 4332 w 8025"/>
                  <a:gd name="connsiteY0" fmla="*/ 413 h 2720"/>
                  <a:gd name="connsiteX1" fmla="*/ 0 w 8025"/>
                  <a:gd name="connsiteY1" fmla="*/ 2345 h 2720"/>
                  <a:gd name="connsiteX2" fmla="*/ 4332 w 8025"/>
                  <a:gd name="connsiteY2" fmla="*/ 413 h 2720"/>
                </a:gdLst>
                <a:ahLst/>
                <a:cxnLst>
                  <a:cxn ang="0">
                    <a:pos x="connsiteX0" y="connsiteY0"/>
                  </a:cxn>
                  <a:cxn ang="0">
                    <a:pos x="connsiteX1" y="connsiteY1"/>
                  </a:cxn>
                  <a:cxn ang="0">
                    <a:pos x="connsiteX2" y="connsiteY2"/>
                  </a:cxn>
                </a:cxnLst>
                <a:rect l="l" t="t" r="r" b="b"/>
                <a:pathLst>
                  <a:path w="8025" h="2720">
                    <a:moveTo>
                      <a:pt x="4332" y="413"/>
                    </a:moveTo>
                    <a:cubicBezTo>
                      <a:pt x="2137" y="962"/>
                      <a:pt x="200" y="1837"/>
                      <a:pt x="0" y="2345"/>
                    </a:cubicBezTo>
                    <a:cubicBezTo>
                      <a:pt x="1023" y="4202"/>
                      <a:pt x="14310" y="-1547"/>
                      <a:pt x="4332" y="41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4" name="Freeform: Shape 2473">
                <a:extLst>
                  <a:ext uri="{FF2B5EF4-FFF2-40B4-BE49-F238E27FC236}">
                    <a16:creationId xmlns:a16="http://schemas.microsoft.com/office/drawing/2014/main" id="{D478DD79-1561-D52C-A368-10E62FA26191}"/>
                  </a:ext>
                </a:extLst>
              </p:cNvPr>
              <p:cNvSpPr/>
              <p:nvPr/>
            </p:nvSpPr>
            <p:spPr>
              <a:xfrm>
                <a:off x="4360030" y="6052402"/>
                <a:ext cx="7679" cy="2710"/>
              </a:xfrm>
              <a:custGeom>
                <a:avLst/>
                <a:gdLst>
                  <a:gd name="connsiteX0" fmla="*/ 4132 w 7679"/>
                  <a:gd name="connsiteY0" fmla="*/ 514 h 2710"/>
                  <a:gd name="connsiteX1" fmla="*/ 0 w 7679"/>
                  <a:gd name="connsiteY1" fmla="*/ 2429 h 2710"/>
                  <a:gd name="connsiteX2" fmla="*/ 4132 w 7679"/>
                  <a:gd name="connsiteY2" fmla="*/ 514 h 2710"/>
                </a:gdLst>
                <a:ahLst/>
                <a:cxnLst>
                  <a:cxn ang="0">
                    <a:pos x="connsiteX0" y="connsiteY0"/>
                  </a:cxn>
                  <a:cxn ang="0">
                    <a:pos x="connsiteX1" y="connsiteY1"/>
                  </a:cxn>
                  <a:cxn ang="0">
                    <a:pos x="connsiteX2" y="connsiteY2"/>
                  </a:cxn>
                </a:cxnLst>
                <a:rect l="l" t="t" r="r" b="b"/>
                <a:pathLst>
                  <a:path w="7679" h="2710">
                    <a:moveTo>
                      <a:pt x="4132" y="514"/>
                    </a:moveTo>
                    <a:cubicBezTo>
                      <a:pt x="2034" y="1109"/>
                      <a:pt x="177" y="1972"/>
                      <a:pt x="0" y="2429"/>
                    </a:cubicBezTo>
                    <a:cubicBezTo>
                      <a:pt x="1012" y="4012"/>
                      <a:pt x="13693" y="-1692"/>
                      <a:pt x="4132" y="5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5" name="Freeform: Shape 2474">
                <a:extLst>
                  <a:ext uri="{FF2B5EF4-FFF2-40B4-BE49-F238E27FC236}">
                    <a16:creationId xmlns:a16="http://schemas.microsoft.com/office/drawing/2014/main" id="{C2B6CA2C-794A-35D8-86CD-04DE173F0048}"/>
                  </a:ext>
                </a:extLst>
              </p:cNvPr>
              <p:cNvSpPr/>
              <p:nvPr/>
            </p:nvSpPr>
            <p:spPr>
              <a:xfrm>
                <a:off x="4379478" y="6003233"/>
                <a:ext cx="7518" cy="2745"/>
              </a:xfrm>
              <a:custGeom>
                <a:avLst/>
                <a:gdLst>
                  <a:gd name="connsiteX0" fmla="*/ 4041 w 7518"/>
                  <a:gd name="connsiteY0" fmla="*/ 569 h 2745"/>
                  <a:gd name="connsiteX1" fmla="*/ 0 w 7518"/>
                  <a:gd name="connsiteY1" fmla="*/ 2500 h 2745"/>
                  <a:gd name="connsiteX2" fmla="*/ 4041 w 7518"/>
                  <a:gd name="connsiteY2" fmla="*/ 569 h 2745"/>
                </a:gdLst>
                <a:ahLst/>
                <a:cxnLst>
                  <a:cxn ang="0">
                    <a:pos x="connsiteX0" y="connsiteY0"/>
                  </a:cxn>
                  <a:cxn ang="0">
                    <a:pos x="connsiteX1" y="connsiteY1"/>
                  </a:cxn>
                  <a:cxn ang="0">
                    <a:pos x="connsiteX2" y="connsiteY2"/>
                  </a:cxn>
                </a:cxnLst>
                <a:rect l="l" t="t" r="r" b="b"/>
                <a:pathLst>
                  <a:path w="7518" h="2745">
                    <a:moveTo>
                      <a:pt x="4041" y="569"/>
                    </a:moveTo>
                    <a:cubicBezTo>
                      <a:pt x="1983" y="1191"/>
                      <a:pt x="171" y="2060"/>
                      <a:pt x="0" y="2500"/>
                    </a:cubicBezTo>
                    <a:cubicBezTo>
                      <a:pt x="1012" y="3975"/>
                      <a:pt x="13402" y="-1774"/>
                      <a:pt x="4041" y="56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6" name="Freeform: Shape 2475">
                <a:extLst>
                  <a:ext uri="{FF2B5EF4-FFF2-40B4-BE49-F238E27FC236}">
                    <a16:creationId xmlns:a16="http://schemas.microsoft.com/office/drawing/2014/main" id="{F388F8EE-9190-DBF9-FA14-39310D840763}"/>
                  </a:ext>
                </a:extLst>
              </p:cNvPr>
              <p:cNvSpPr/>
              <p:nvPr/>
            </p:nvSpPr>
            <p:spPr>
              <a:xfrm>
                <a:off x="4140711" y="6569965"/>
                <a:ext cx="9504" cy="3316"/>
              </a:xfrm>
              <a:custGeom>
                <a:avLst/>
                <a:gdLst>
                  <a:gd name="connsiteX0" fmla="*/ 5183 w 9504"/>
                  <a:gd name="connsiteY0" fmla="*/ 799 h 3316"/>
                  <a:gd name="connsiteX1" fmla="*/ 0 w 9504"/>
                  <a:gd name="connsiteY1" fmla="*/ 256 h 3316"/>
                  <a:gd name="connsiteX2" fmla="*/ 5183 w 9504"/>
                  <a:gd name="connsiteY2" fmla="*/ 799 h 3316"/>
                </a:gdLst>
                <a:ahLst/>
                <a:cxnLst>
                  <a:cxn ang="0">
                    <a:pos x="connsiteX0" y="connsiteY0"/>
                  </a:cxn>
                  <a:cxn ang="0">
                    <a:pos x="connsiteX1" y="connsiteY1"/>
                  </a:cxn>
                  <a:cxn ang="0">
                    <a:pos x="connsiteX2" y="connsiteY2"/>
                  </a:cxn>
                </a:cxnLst>
                <a:rect l="l" t="t" r="r" b="b"/>
                <a:pathLst>
                  <a:path w="9504" h="3316">
                    <a:moveTo>
                      <a:pt x="5183" y="799"/>
                    </a:moveTo>
                    <a:cubicBezTo>
                      <a:pt x="2595" y="10"/>
                      <a:pt x="274" y="-241"/>
                      <a:pt x="0" y="256"/>
                    </a:cubicBezTo>
                    <a:cubicBezTo>
                      <a:pt x="440" y="3068"/>
                      <a:pt x="17179" y="5188"/>
                      <a:pt x="5183" y="79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7" name="Freeform: Shape 2476">
                <a:extLst>
                  <a:ext uri="{FF2B5EF4-FFF2-40B4-BE49-F238E27FC236}">
                    <a16:creationId xmlns:a16="http://schemas.microsoft.com/office/drawing/2014/main" id="{130C5D84-7A93-0AD1-3454-879DD72E08E6}"/>
                  </a:ext>
                </a:extLst>
              </p:cNvPr>
              <p:cNvSpPr/>
              <p:nvPr/>
            </p:nvSpPr>
            <p:spPr>
              <a:xfrm>
                <a:off x="4296708" y="6216147"/>
                <a:ext cx="8201" cy="2791"/>
              </a:xfrm>
              <a:custGeom>
                <a:avLst/>
                <a:gdLst>
                  <a:gd name="connsiteX0" fmla="*/ 4441 w 8201"/>
                  <a:gd name="connsiteY0" fmla="*/ 377 h 2791"/>
                  <a:gd name="connsiteX1" fmla="*/ 0 w 8201"/>
                  <a:gd name="connsiteY1" fmla="*/ 2361 h 2791"/>
                  <a:gd name="connsiteX2" fmla="*/ 4441 w 8201"/>
                  <a:gd name="connsiteY2" fmla="*/ 377 h 2791"/>
                </a:gdLst>
                <a:ahLst/>
                <a:cxnLst>
                  <a:cxn ang="0">
                    <a:pos x="connsiteX0" y="connsiteY0"/>
                  </a:cxn>
                  <a:cxn ang="0">
                    <a:pos x="connsiteX1" y="connsiteY1"/>
                  </a:cxn>
                  <a:cxn ang="0">
                    <a:pos x="connsiteX2" y="connsiteY2"/>
                  </a:cxn>
                </a:cxnLst>
                <a:rect l="l" t="t" r="r" b="b"/>
                <a:pathLst>
                  <a:path w="8201" h="2791">
                    <a:moveTo>
                      <a:pt x="4441" y="377"/>
                    </a:moveTo>
                    <a:cubicBezTo>
                      <a:pt x="2200" y="920"/>
                      <a:pt x="212" y="1818"/>
                      <a:pt x="0" y="2361"/>
                    </a:cubicBezTo>
                    <a:cubicBezTo>
                      <a:pt x="1029" y="4390"/>
                      <a:pt x="14619" y="-1508"/>
                      <a:pt x="4441" y="37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8" name="Freeform: Shape 2477">
                <a:extLst>
                  <a:ext uri="{FF2B5EF4-FFF2-40B4-BE49-F238E27FC236}">
                    <a16:creationId xmlns:a16="http://schemas.microsoft.com/office/drawing/2014/main" id="{5D2B9095-1C22-5C5C-2E95-80A1230BAB88}"/>
                  </a:ext>
                </a:extLst>
              </p:cNvPr>
              <p:cNvSpPr/>
              <p:nvPr/>
            </p:nvSpPr>
            <p:spPr>
              <a:xfrm>
                <a:off x="4398098" y="5955751"/>
                <a:ext cx="7360" cy="2774"/>
              </a:xfrm>
              <a:custGeom>
                <a:avLst/>
                <a:gdLst>
                  <a:gd name="connsiteX0" fmla="*/ 3949 w 7360"/>
                  <a:gd name="connsiteY0" fmla="*/ 610 h 2774"/>
                  <a:gd name="connsiteX1" fmla="*/ 0 w 7360"/>
                  <a:gd name="connsiteY1" fmla="*/ 2553 h 2774"/>
                  <a:gd name="connsiteX2" fmla="*/ 3949 w 7360"/>
                  <a:gd name="connsiteY2" fmla="*/ 610 h 2774"/>
                </a:gdLst>
                <a:ahLst/>
                <a:cxnLst>
                  <a:cxn ang="0">
                    <a:pos x="connsiteX0" y="connsiteY0"/>
                  </a:cxn>
                  <a:cxn ang="0">
                    <a:pos x="connsiteX1" y="connsiteY1"/>
                  </a:cxn>
                  <a:cxn ang="0">
                    <a:pos x="connsiteX2" y="connsiteY2"/>
                  </a:cxn>
                </a:cxnLst>
                <a:rect l="l" t="t" r="r" b="b"/>
                <a:pathLst>
                  <a:path w="7360" h="2774">
                    <a:moveTo>
                      <a:pt x="3949" y="610"/>
                    </a:moveTo>
                    <a:cubicBezTo>
                      <a:pt x="1937" y="1250"/>
                      <a:pt x="166" y="2130"/>
                      <a:pt x="0" y="2553"/>
                    </a:cubicBezTo>
                    <a:cubicBezTo>
                      <a:pt x="1006" y="3953"/>
                      <a:pt x="13122" y="-1836"/>
                      <a:pt x="3949" y="6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9" name="Freeform: Shape 2478">
                <a:extLst>
                  <a:ext uri="{FF2B5EF4-FFF2-40B4-BE49-F238E27FC236}">
                    <a16:creationId xmlns:a16="http://schemas.microsoft.com/office/drawing/2014/main" id="{03ECD2FB-EC38-CAA0-9B7C-3A7A1638F4E6}"/>
                  </a:ext>
                </a:extLst>
              </p:cNvPr>
              <p:cNvSpPr/>
              <p:nvPr/>
            </p:nvSpPr>
            <p:spPr>
              <a:xfrm>
                <a:off x="4169526" y="6502092"/>
                <a:ext cx="9283" cy="3116"/>
              </a:xfrm>
              <a:custGeom>
                <a:avLst/>
                <a:gdLst>
                  <a:gd name="connsiteX0" fmla="*/ 5046 w 9283"/>
                  <a:gd name="connsiteY0" fmla="*/ 623 h 3116"/>
                  <a:gd name="connsiteX1" fmla="*/ 0 w 9283"/>
                  <a:gd name="connsiteY1" fmla="*/ 331 h 3116"/>
                  <a:gd name="connsiteX2" fmla="*/ 5046 w 9283"/>
                  <a:gd name="connsiteY2" fmla="*/ 623 h 3116"/>
                </a:gdLst>
                <a:ahLst/>
                <a:cxnLst>
                  <a:cxn ang="0">
                    <a:pos x="connsiteX0" y="connsiteY0"/>
                  </a:cxn>
                  <a:cxn ang="0">
                    <a:pos x="connsiteX1" y="connsiteY1"/>
                  </a:cxn>
                  <a:cxn ang="0">
                    <a:pos x="connsiteX2" y="connsiteY2"/>
                  </a:cxn>
                </a:cxnLst>
                <a:rect l="l" t="t" r="r" b="b"/>
                <a:pathLst>
                  <a:path w="9283" h="3116">
                    <a:moveTo>
                      <a:pt x="5046" y="623"/>
                    </a:moveTo>
                    <a:cubicBezTo>
                      <a:pt x="2515" y="-68"/>
                      <a:pt x="257" y="-212"/>
                      <a:pt x="0" y="331"/>
                    </a:cubicBezTo>
                    <a:cubicBezTo>
                      <a:pt x="474" y="3303"/>
                      <a:pt x="16779" y="4601"/>
                      <a:pt x="5046" y="6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0" name="Freeform: Shape 2479">
                <a:extLst>
                  <a:ext uri="{FF2B5EF4-FFF2-40B4-BE49-F238E27FC236}">
                    <a16:creationId xmlns:a16="http://schemas.microsoft.com/office/drawing/2014/main" id="{D531F080-7246-950B-4745-C622F93E103E}"/>
                  </a:ext>
                </a:extLst>
              </p:cNvPr>
              <p:cNvSpPr/>
              <p:nvPr/>
            </p:nvSpPr>
            <p:spPr>
              <a:xfrm>
                <a:off x="4273276" y="6271808"/>
                <a:ext cx="8412" cy="2272"/>
              </a:xfrm>
              <a:custGeom>
                <a:avLst/>
                <a:gdLst>
                  <a:gd name="connsiteX0" fmla="*/ 4561 w 8412"/>
                  <a:gd name="connsiteY0" fmla="*/ 227 h 2272"/>
                  <a:gd name="connsiteX1" fmla="*/ 0 w 8412"/>
                  <a:gd name="connsiteY1" fmla="*/ 1833 h 2272"/>
                  <a:gd name="connsiteX2" fmla="*/ 4561 w 8412"/>
                  <a:gd name="connsiteY2" fmla="*/ 227 h 2272"/>
                </a:gdLst>
                <a:ahLst/>
                <a:cxnLst>
                  <a:cxn ang="0">
                    <a:pos x="connsiteX0" y="connsiteY0"/>
                  </a:cxn>
                  <a:cxn ang="0">
                    <a:pos x="connsiteX1" y="connsiteY1"/>
                  </a:cxn>
                  <a:cxn ang="0">
                    <a:pos x="connsiteX2" y="connsiteY2"/>
                  </a:cxn>
                </a:cxnLst>
                <a:rect l="l" t="t" r="r" b="b"/>
                <a:pathLst>
                  <a:path w="8412" h="2272">
                    <a:moveTo>
                      <a:pt x="4561" y="227"/>
                    </a:moveTo>
                    <a:cubicBezTo>
                      <a:pt x="2263" y="633"/>
                      <a:pt x="217" y="1359"/>
                      <a:pt x="0" y="1833"/>
                    </a:cubicBezTo>
                    <a:cubicBezTo>
                      <a:pt x="972" y="3702"/>
                      <a:pt x="15019" y="-1071"/>
                      <a:pt x="4561" y="2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1" name="Freeform: Shape 2480">
                <a:extLst>
                  <a:ext uri="{FF2B5EF4-FFF2-40B4-BE49-F238E27FC236}">
                    <a16:creationId xmlns:a16="http://schemas.microsoft.com/office/drawing/2014/main" id="{9E885A96-FA01-9AC5-3CF0-D870D56E1B5C}"/>
                  </a:ext>
                </a:extLst>
              </p:cNvPr>
              <p:cNvSpPr/>
              <p:nvPr/>
            </p:nvSpPr>
            <p:spPr>
              <a:xfrm>
                <a:off x="4196884" y="6452403"/>
                <a:ext cx="8768" cy="1865"/>
              </a:xfrm>
              <a:custGeom>
                <a:avLst/>
                <a:gdLst>
                  <a:gd name="connsiteX0" fmla="*/ 4818 w 8768"/>
                  <a:gd name="connsiteY0" fmla="*/ 60 h 1865"/>
                  <a:gd name="connsiteX1" fmla="*/ 3943 w 8768"/>
                  <a:gd name="connsiteY1" fmla="*/ 1797 h 1865"/>
                  <a:gd name="connsiteX2" fmla="*/ 4818 w 8768"/>
                  <a:gd name="connsiteY2" fmla="*/ 60 h 1865"/>
                </a:gdLst>
                <a:ahLst/>
                <a:cxnLst>
                  <a:cxn ang="0">
                    <a:pos x="connsiteX0" y="connsiteY0"/>
                  </a:cxn>
                  <a:cxn ang="0">
                    <a:pos x="connsiteX1" y="connsiteY1"/>
                  </a:cxn>
                  <a:cxn ang="0">
                    <a:pos x="connsiteX2" y="connsiteY2"/>
                  </a:cxn>
                </a:cxnLst>
                <a:rect l="l" t="t" r="r" b="b"/>
                <a:pathLst>
                  <a:path w="8768" h="1865">
                    <a:moveTo>
                      <a:pt x="4818" y="60"/>
                    </a:moveTo>
                    <a:cubicBezTo>
                      <a:pt x="-343" y="-335"/>
                      <a:pt x="-2395" y="1334"/>
                      <a:pt x="3943" y="1797"/>
                    </a:cubicBezTo>
                    <a:cubicBezTo>
                      <a:pt x="9150" y="2232"/>
                      <a:pt x="11138" y="472"/>
                      <a:pt x="4818" y="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2" name="Freeform: Shape 2481">
                <a:extLst>
                  <a:ext uri="{FF2B5EF4-FFF2-40B4-BE49-F238E27FC236}">
                    <a16:creationId xmlns:a16="http://schemas.microsoft.com/office/drawing/2014/main" id="{C5740D3B-4F4C-D24A-CE41-34502D14F5A7}"/>
                  </a:ext>
                </a:extLst>
              </p:cNvPr>
              <p:cNvSpPr/>
              <p:nvPr/>
            </p:nvSpPr>
            <p:spPr>
              <a:xfrm>
                <a:off x="4223034" y="6385012"/>
                <a:ext cx="8586" cy="2212"/>
              </a:xfrm>
              <a:custGeom>
                <a:avLst/>
                <a:gdLst>
                  <a:gd name="connsiteX0" fmla="*/ 4722 w 8586"/>
                  <a:gd name="connsiteY0" fmla="*/ 3 h 2212"/>
                  <a:gd name="connsiteX1" fmla="*/ 3865 w 8586"/>
                  <a:gd name="connsiteY1" fmla="*/ 2209 h 2212"/>
                  <a:gd name="connsiteX2" fmla="*/ 4722 w 8586"/>
                  <a:gd name="connsiteY2" fmla="*/ 3 h 2212"/>
                </a:gdLst>
                <a:ahLst/>
                <a:cxnLst>
                  <a:cxn ang="0">
                    <a:pos x="connsiteX0" y="connsiteY0"/>
                  </a:cxn>
                  <a:cxn ang="0">
                    <a:pos x="connsiteX1" y="connsiteY1"/>
                  </a:cxn>
                  <a:cxn ang="0">
                    <a:pos x="connsiteX2" y="connsiteY2"/>
                  </a:cxn>
                </a:cxnLst>
                <a:rect l="l" t="t" r="r" b="b"/>
                <a:pathLst>
                  <a:path w="8586" h="2212">
                    <a:moveTo>
                      <a:pt x="4722" y="3"/>
                    </a:moveTo>
                    <a:cubicBezTo>
                      <a:pt x="-284" y="-95"/>
                      <a:pt x="-2387" y="2157"/>
                      <a:pt x="3865" y="2209"/>
                    </a:cubicBezTo>
                    <a:cubicBezTo>
                      <a:pt x="8877" y="2312"/>
                      <a:pt x="10969" y="43"/>
                      <a:pt x="4722"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3" name="Freeform: Shape 2482">
                <a:extLst>
                  <a:ext uri="{FF2B5EF4-FFF2-40B4-BE49-F238E27FC236}">
                    <a16:creationId xmlns:a16="http://schemas.microsoft.com/office/drawing/2014/main" id="{A6C51272-8951-75FB-CC13-669A72DD0322}"/>
                  </a:ext>
                </a:extLst>
              </p:cNvPr>
              <p:cNvSpPr/>
              <p:nvPr/>
            </p:nvSpPr>
            <p:spPr>
              <a:xfrm>
                <a:off x="4248633" y="6325067"/>
                <a:ext cx="8640" cy="1932"/>
              </a:xfrm>
              <a:custGeom>
                <a:avLst/>
                <a:gdLst>
                  <a:gd name="connsiteX0" fmla="*/ 4692 w 8640"/>
                  <a:gd name="connsiteY0" fmla="*/ 9 h 1932"/>
                  <a:gd name="connsiteX1" fmla="*/ 0 w 8640"/>
                  <a:gd name="connsiteY1" fmla="*/ 1231 h 1932"/>
                  <a:gd name="connsiteX2" fmla="*/ 4692 w 8640"/>
                  <a:gd name="connsiteY2" fmla="*/ 9 h 1932"/>
                </a:gdLst>
                <a:ahLst/>
                <a:cxnLst>
                  <a:cxn ang="0">
                    <a:pos x="connsiteX0" y="connsiteY0"/>
                  </a:cxn>
                  <a:cxn ang="0">
                    <a:pos x="connsiteX1" y="connsiteY1"/>
                  </a:cxn>
                  <a:cxn ang="0">
                    <a:pos x="connsiteX2" y="connsiteY2"/>
                  </a:cxn>
                </a:cxnLst>
                <a:rect l="l" t="t" r="r" b="b"/>
                <a:pathLst>
                  <a:path w="8640" h="1932">
                    <a:moveTo>
                      <a:pt x="4692" y="9"/>
                    </a:moveTo>
                    <a:cubicBezTo>
                      <a:pt x="2332" y="186"/>
                      <a:pt x="234" y="734"/>
                      <a:pt x="0" y="1231"/>
                    </a:cubicBezTo>
                    <a:cubicBezTo>
                      <a:pt x="892" y="3409"/>
                      <a:pt x="15459" y="-197"/>
                      <a:pt x="4692"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4" name="Freeform: Shape 2483">
                <a:extLst>
                  <a:ext uri="{FF2B5EF4-FFF2-40B4-BE49-F238E27FC236}">
                    <a16:creationId xmlns:a16="http://schemas.microsoft.com/office/drawing/2014/main" id="{1C5B0DF0-9676-0F8C-00D7-30531359CDB3}"/>
                  </a:ext>
                </a:extLst>
              </p:cNvPr>
              <p:cNvSpPr/>
              <p:nvPr/>
            </p:nvSpPr>
            <p:spPr>
              <a:xfrm>
                <a:off x="3677578" y="7526128"/>
                <a:ext cx="12862" cy="5241"/>
              </a:xfrm>
              <a:custGeom>
                <a:avLst/>
                <a:gdLst>
                  <a:gd name="connsiteX0" fmla="*/ 7533 w 12862"/>
                  <a:gd name="connsiteY0" fmla="*/ 18 h 5241"/>
                  <a:gd name="connsiteX1" fmla="*/ 1246 w 12862"/>
                  <a:gd name="connsiteY1" fmla="*/ 4321 h 5241"/>
                  <a:gd name="connsiteX2" fmla="*/ 7533 w 12862"/>
                  <a:gd name="connsiteY2" fmla="*/ 18 h 5241"/>
                </a:gdLst>
                <a:ahLst/>
                <a:cxnLst>
                  <a:cxn ang="0">
                    <a:pos x="connsiteX0" y="connsiteY0"/>
                  </a:cxn>
                  <a:cxn ang="0">
                    <a:pos x="connsiteX1" y="connsiteY1"/>
                  </a:cxn>
                  <a:cxn ang="0">
                    <a:pos x="connsiteX2" y="connsiteY2"/>
                  </a:cxn>
                </a:cxnLst>
                <a:rect l="l" t="t" r="r" b="b"/>
                <a:pathLst>
                  <a:path w="12862" h="5241">
                    <a:moveTo>
                      <a:pt x="7533" y="18"/>
                    </a:moveTo>
                    <a:cubicBezTo>
                      <a:pt x="5070" y="-199"/>
                      <a:pt x="-3085" y="1544"/>
                      <a:pt x="1246" y="4321"/>
                    </a:cubicBezTo>
                    <a:cubicBezTo>
                      <a:pt x="6482" y="7647"/>
                      <a:pt x="20455" y="955"/>
                      <a:pt x="7533"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5" name="Freeform: Shape 2484">
                <a:extLst>
                  <a:ext uri="{FF2B5EF4-FFF2-40B4-BE49-F238E27FC236}">
                    <a16:creationId xmlns:a16="http://schemas.microsoft.com/office/drawing/2014/main" id="{D06167A6-79A6-F255-11A3-9535206B4585}"/>
                  </a:ext>
                </a:extLst>
              </p:cNvPr>
              <p:cNvSpPr/>
              <p:nvPr/>
            </p:nvSpPr>
            <p:spPr>
              <a:xfrm>
                <a:off x="4220840" y="6002280"/>
                <a:ext cx="6074" cy="3823"/>
              </a:xfrm>
              <a:custGeom>
                <a:avLst/>
                <a:gdLst>
                  <a:gd name="connsiteX0" fmla="*/ 3288 w 6074"/>
                  <a:gd name="connsiteY0" fmla="*/ 1178 h 3823"/>
                  <a:gd name="connsiteX1" fmla="*/ 659 w 6074"/>
                  <a:gd name="connsiteY1" fmla="*/ 2818 h 3823"/>
                  <a:gd name="connsiteX2" fmla="*/ 3288 w 6074"/>
                  <a:gd name="connsiteY2" fmla="*/ 1178 h 3823"/>
                </a:gdLst>
                <a:ahLst/>
                <a:cxnLst>
                  <a:cxn ang="0">
                    <a:pos x="connsiteX0" y="connsiteY0"/>
                  </a:cxn>
                  <a:cxn ang="0">
                    <a:pos x="connsiteX1" y="connsiteY1"/>
                  </a:cxn>
                  <a:cxn ang="0">
                    <a:pos x="connsiteX2" y="connsiteY2"/>
                  </a:cxn>
                </a:cxnLst>
                <a:rect l="l" t="t" r="r" b="b"/>
                <a:pathLst>
                  <a:path w="6074" h="3823">
                    <a:moveTo>
                      <a:pt x="3288" y="1178"/>
                    </a:moveTo>
                    <a:cubicBezTo>
                      <a:pt x="2345" y="1710"/>
                      <a:pt x="1390" y="2310"/>
                      <a:pt x="659" y="2818"/>
                    </a:cubicBezTo>
                    <a:cubicBezTo>
                      <a:pt x="-3285" y="6968"/>
                      <a:pt x="12140" y="-3359"/>
                      <a:pt x="3288" y="11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6" name="Freeform: Shape 2485">
                <a:extLst>
                  <a:ext uri="{FF2B5EF4-FFF2-40B4-BE49-F238E27FC236}">
                    <a16:creationId xmlns:a16="http://schemas.microsoft.com/office/drawing/2014/main" id="{15F846B5-E6CC-6A4B-48A0-058EAD74E956}"/>
                  </a:ext>
                </a:extLst>
              </p:cNvPr>
              <p:cNvSpPr/>
              <p:nvPr/>
            </p:nvSpPr>
            <p:spPr>
              <a:xfrm>
                <a:off x="3719470" y="6691773"/>
                <a:ext cx="10630" cy="2524"/>
              </a:xfrm>
              <a:custGeom>
                <a:avLst/>
                <a:gdLst>
                  <a:gd name="connsiteX0" fmla="*/ 5995 w 10630"/>
                  <a:gd name="connsiteY0" fmla="*/ 63 h 2524"/>
                  <a:gd name="connsiteX1" fmla="*/ 0 w 10630"/>
                  <a:gd name="connsiteY1" fmla="*/ 875 h 2524"/>
                  <a:gd name="connsiteX2" fmla="*/ 5995 w 10630"/>
                  <a:gd name="connsiteY2" fmla="*/ 63 h 2524"/>
                </a:gdLst>
                <a:ahLst/>
                <a:cxnLst>
                  <a:cxn ang="0">
                    <a:pos x="connsiteX0" y="connsiteY0"/>
                  </a:cxn>
                  <a:cxn ang="0">
                    <a:pos x="connsiteX1" y="connsiteY1"/>
                  </a:cxn>
                  <a:cxn ang="0">
                    <a:pos x="connsiteX2" y="connsiteY2"/>
                  </a:cxn>
                </a:cxnLst>
                <a:rect l="l" t="t" r="r" b="b"/>
                <a:pathLst>
                  <a:path w="10630" h="2524">
                    <a:moveTo>
                      <a:pt x="5995" y="63"/>
                    </a:moveTo>
                    <a:cubicBezTo>
                      <a:pt x="3103" y="-154"/>
                      <a:pt x="417" y="206"/>
                      <a:pt x="0" y="875"/>
                    </a:cubicBezTo>
                    <a:cubicBezTo>
                      <a:pt x="486" y="4155"/>
                      <a:pt x="19031" y="1824"/>
                      <a:pt x="5995" y="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7" name="Freeform: Shape 2486">
                <a:extLst>
                  <a:ext uri="{FF2B5EF4-FFF2-40B4-BE49-F238E27FC236}">
                    <a16:creationId xmlns:a16="http://schemas.microsoft.com/office/drawing/2014/main" id="{1BC836A1-D2D6-4E67-1D05-5D11BC59F3B7}"/>
                  </a:ext>
                </a:extLst>
              </p:cNvPr>
              <p:cNvSpPr/>
              <p:nvPr/>
            </p:nvSpPr>
            <p:spPr>
              <a:xfrm>
                <a:off x="3672790" y="6775258"/>
                <a:ext cx="10663" cy="3203"/>
              </a:xfrm>
              <a:custGeom>
                <a:avLst/>
                <a:gdLst>
                  <a:gd name="connsiteX0" fmla="*/ 6115 w 10663"/>
                  <a:gd name="connsiteY0" fmla="*/ 17 h 3203"/>
                  <a:gd name="connsiteX1" fmla="*/ 4543 w 10663"/>
                  <a:gd name="connsiteY1" fmla="*/ 3188 h 3203"/>
                  <a:gd name="connsiteX2" fmla="*/ 6115 w 10663"/>
                  <a:gd name="connsiteY2" fmla="*/ 17 h 3203"/>
                </a:gdLst>
                <a:ahLst/>
                <a:cxnLst>
                  <a:cxn ang="0">
                    <a:pos x="connsiteX0" y="connsiteY0"/>
                  </a:cxn>
                  <a:cxn ang="0">
                    <a:pos x="connsiteX1" y="connsiteY1"/>
                  </a:cxn>
                  <a:cxn ang="0">
                    <a:pos x="connsiteX2" y="connsiteY2"/>
                  </a:cxn>
                </a:cxnLst>
                <a:rect l="l" t="t" r="r" b="b"/>
                <a:pathLst>
                  <a:path w="10663" h="3203">
                    <a:moveTo>
                      <a:pt x="6115" y="17"/>
                    </a:moveTo>
                    <a:cubicBezTo>
                      <a:pt x="268" y="-258"/>
                      <a:pt x="-3350" y="2943"/>
                      <a:pt x="4543" y="3188"/>
                    </a:cubicBezTo>
                    <a:cubicBezTo>
                      <a:pt x="10401" y="3451"/>
                      <a:pt x="14013" y="262"/>
                      <a:pt x="6115"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8" name="Freeform: Shape 2487">
                <a:extLst>
                  <a:ext uri="{FF2B5EF4-FFF2-40B4-BE49-F238E27FC236}">
                    <a16:creationId xmlns:a16="http://schemas.microsoft.com/office/drawing/2014/main" id="{59D85663-A00E-816B-ADEC-F578BA01D2C9}"/>
                  </a:ext>
                </a:extLst>
              </p:cNvPr>
              <p:cNvSpPr/>
              <p:nvPr/>
            </p:nvSpPr>
            <p:spPr>
              <a:xfrm>
                <a:off x="3764127" y="6626759"/>
                <a:ext cx="10326" cy="2566"/>
              </a:xfrm>
              <a:custGeom>
                <a:avLst/>
                <a:gdLst>
                  <a:gd name="connsiteX0" fmla="*/ 5807 w 10326"/>
                  <a:gd name="connsiteY0" fmla="*/ 355 h 2566"/>
                  <a:gd name="connsiteX1" fmla="*/ 0 w 10326"/>
                  <a:gd name="connsiteY1" fmla="*/ 424 h 2566"/>
                  <a:gd name="connsiteX2" fmla="*/ 5807 w 10326"/>
                  <a:gd name="connsiteY2" fmla="*/ 355 h 2566"/>
                </a:gdLst>
                <a:ahLst/>
                <a:cxnLst>
                  <a:cxn ang="0">
                    <a:pos x="connsiteX0" y="connsiteY0"/>
                  </a:cxn>
                  <a:cxn ang="0">
                    <a:pos x="connsiteX1" y="connsiteY1"/>
                  </a:cxn>
                  <a:cxn ang="0">
                    <a:pos x="connsiteX2" y="connsiteY2"/>
                  </a:cxn>
                </a:cxnLst>
                <a:rect l="l" t="t" r="r" b="b"/>
                <a:pathLst>
                  <a:path w="10326" h="2566">
                    <a:moveTo>
                      <a:pt x="5807" y="355"/>
                    </a:moveTo>
                    <a:cubicBezTo>
                      <a:pt x="2995" y="-143"/>
                      <a:pt x="394" y="-114"/>
                      <a:pt x="0" y="424"/>
                    </a:cubicBezTo>
                    <a:cubicBezTo>
                      <a:pt x="400" y="3281"/>
                      <a:pt x="18528" y="3303"/>
                      <a:pt x="5807" y="3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9" name="Freeform: Shape 2488">
                <a:extLst>
                  <a:ext uri="{FF2B5EF4-FFF2-40B4-BE49-F238E27FC236}">
                    <a16:creationId xmlns:a16="http://schemas.microsoft.com/office/drawing/2014/main" id="{90D211FA-B60E-F4D2-7B96-AB93D2B05B2A}"/>
                  </a:ext>
                </a:extLst>
              </p:cNvPr>
              <p:cNvSpPr/>
              <p:nvPr/>
            </p:nvSpPr>
            <p:spPr>
              <a:xfrm>
                <a:off x="3806646" y="6571675"/>
                <a:ext cx="9732" cy="3386"/>
              </a:xfrm>
              <a:custGeom>
                <a:avLst/>
                <a:gdLst>
                  <a:gd name="connsiteX0" fmla="*/ 5544 w 9732"/>
                  <a:gd name="connsiteY0" fmla="*/ 832 h 3386"/>
                  <a:gd name="connsiteX1" fmla="*/ 4184 w 9732"/>
                  <a:gd name="connsiteY1" fmla="*/ 2563 h 3386"/>
                  <a:gd name="connsiteX2" fmla="*/ 5544 w 9732"/>
                  <a:gd name="connsiteY2" fmla="*/ 832 h 3386"/>
                </a:gdLst>
                <a:ahLst/>
                <a:cxnLst>
                  <a:cxn ang="0">
                    <a:pos x="connsiteX0" y="connsiteY0"/>
                  </a:cxn>
                  <a:cxn ang="0">
                    <a:pos x="connsiteX1" y="connsiteY1"/>
                  </a:cxn>
                  <a:cxn ang="0">
                    <a:pos x="connsiteX2" y="connsiteY2"/>
                  </a:cxn>
                </a:cxnLst>
                <a:rect l="l" t="t" r="r" b="b"/>
                <a:pathLst>
                  <a:path w="9732" h="3386">
                    <a:moveTo>
                      <a:pt x="5544" y="832"/>
                    </a:moveTo>
                    <a:cubicBezTo>
                      <a:pt x="-193" y="-997"/>
                      <a:pt x="-2754" y="466"/>
                      <a:pt x="4184" y="2563"/>
                    </a:cubicBezTo>
                    <a:cubicBezTo>
                      <a:pt x="9934" y="4363"/>
                      <a:pt x="12483" y="2952"/>
                      <a:pt x="5544" y="8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0" name="Freeform: Shape 2489">
                <a:extLst>
                  <a:ext uri="{FF2B5EF4-FFF2-40B4-BE49-F238E27FC236}">
                    <a16:creationId xmlns:a16="http://schemas.microsoft.com/office/drawing/2014/main" id="{A2160688-9777-B2EA-A430-5A810896FA4E}"/>
                  </a:ext>
                </a:extLst>
              </p:cNvPr>
              <p:cNvSpPr/>
              <p:nvPr/>
            </p:nvSpPr>
            <p:spPr>
              <a:xfrm>
                <a:off x="3846663" y="6518124"/>
                <a:ext cx="9770" cy="4321"/>
              </a:xfrm>
              <a:custGeom>
                <a:avLst/>
                <a:gdLst>
                  <a:gd name="connsiteX0" fmla="*/ 5452 w 9770"/>
                  <a:gd name="connsiteY0" fmla="*/ 1285 h 4321"/>
                  <a:gd name="connsiteX1" fmla="*/ 0 w 9770"/>
                  <a:gd name="connsiteY1" fmla="*/ 198 h 4321"/>
                  <a:gd name="connsiteX2" fmla="*/ 5452 w 9770"/>
                  <a:gd name="connsiteY2" fmla="*/ 1285 h 4321"/>
                </a:gdLst>
                <a:ahLst/>
                <a:cxnLst>
                  <a:cxn ang="0">
                    <a:pos x="connsiteX0" y="connsiteY0"/>
                  </a:cxn>
                  <a:cxn ang="0">
                    <a:pos x="connsiteX1" y="connsiteY1"/>
                  </a:cxn>
                  <a:cxn ang="0">
                    <a:pos x="connsiteX2" y="connsiteY2"/>
                  </a:cxn>
                </a:cxnLst>
                <a:rect l="l" t="t" r="r" b="b"/>
                <a:pathLst>
                  <a:path w="9770" h="4321">
                    <a:moveTo>
                      <a:pt x="5452" y="1285"/>
                    </a:moveTo>
                    <a:cubicBezTo>
                      <a:pt x="2795" y="182"/>
                      <a:pt x="354" y="-305"/>
                      <a:pt x="0" y="198"/>
                    </a:cubicBezTo>
                    <a:cubicBezTo>
                      <a:pt x="154" y="3228"/>
                      <a:pt x="17648" y="7159"/>
                      <a:pt x="5452" y="128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1" name="Freeform: Shape 2490">
                <a:extLst>
                  <a:ext uri="{FF2B5EF4-FFF2-40B4-BE49-F238E27FC236}">
                    <a16:creationId xmlns:a16="http://schemas.microsoft.com/office/drawing/2014/main" id="{C0910775-B01C-8C12-5C24-BCD47A75E5DB}"/>
                  </a:ext>
                </a:extLst>
              </p:cNvPr>
              <p:cNvSpPr/>
              <p:nvPr/>
            </p:nvSpPr>
            <p:spPr>
              <a:xfrm>
                <a:off x="3513073" y="7112894"/>
                <a:ext cx="12042" cy="4172"/>
              </a:xfrm>
              <a:custGeom>
                <a:avLst/>
                <a:gdLst>
                  <a:gd name="connsiteX0" fmla="*/ 6892 w 12042"/>
                  <a:gd name="connsiteY0" fmla="*/ 0 h 4172"/>
                  <a:gd name="connsiteX1" fmla="*/ 0 w 12042"/>
                  <a:gd name="connsiteY1" fmla="*/ 2052 h 4172"/>
                  <a:gd name="connsiteX2" fmla="*/ 6892 w 12042"/>
                  <a:gd name="connsiteY2" fmla="*/ 0 h 4172"/>
                </a:gdLst>
                <a:ahLst/>
                <a:cxnLst>
                  <a:cxn ang="0">
                    <a:pos x="connsiteX0" y="connsiteY0"/>
                  </a:cxn>
                  <a:cxn ang="0">
                    <a:pos x="connsiteX1" y="connsiteY1"/>
                  </a:cxn>
                  <a:cxn ang="0">
                    <a:pos x="connsiteX2" y="connsiteY2"/>
                  </a:cxn>
                </a:cxnLst>
                <a:rect l="l" t="t" r="r" b="b"/>
                <a:pathLst>
                  <a:path w="12042" h="4172">
                    <a:moveTo>
                      <a:pt x="6892" y="0"/>
                    </a:moveTo>
                    <a:cubicBezTo>
                      <a:pt x="3623" y="0"/>
                      <a:pt x="537" y="915"/>
                      <a:pt x="0" y="2052"/>
                    </a:cubicBezTo>
                    <a:cubicBezTo>
                      <a:pt x="389" y="7338"/>
                      <a:pt x="21517" y="1223"/>
                      <a:pt x="689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2" name="Freeform: Shape 2491">
                <a:extLst>
                  <a:ext uri="{FF2B5EF4-FFF2-40B4-BE49-F238E27FC236}">
                    <a16:creationId xmlns:a16="http://schemas.microsoft.com/office/drawing/2014/main" id="{FC9D77B5-82BC-1DFD-B3A4-683FC49D8A65}"/>
                  </a:ext>
                </a:extLst>
              </p:cNvPr>
              <p:cNvSpPr/>
              <p:nvPr/>
            </p:nvSpPr>
            <p:spPr>
              <a:xfrm>
                <a:off x="3387163" y="7378723"/>
                <a:ext cx="12639" cy="4735"/>
              </a:xfrm>
              <a:custGeom>
                <a:avLst/>
                <a:gdLst>
                  <a:gd name="connsiteX0" fmla="*/ 7415 w 12639"/>
                  <a:gd name="connsiteY0" fmla="*/ 16 h 4735"/>
                  <a:gd name="connsiteX1" fmla="*/ 5215 w 12639"/>
                  <a:gd name="connsiteY1" fmla="*/ 4719 h 4735"/>
                  <a:gd name="connsiteX2" fmla="*/ 7415 w 12639"/>
                  <a:gd name="connsiteY2" fmla="*/ 16 h 4735"/>
                </a:gdLst>
                <a:ahLst/>
                <a:cxnLst>
                  <a:cxn ang="0">
                    <a:pos x="connsiteX0" y="connsiteY0"/>
                  </a:cxn>
                  <a:cxn ang="0">
                    <a:pos x="connsiteX1" y="connsiteY1"/>
                  </a:cxn>
                  <a:cxn ang="0">
                    <a:pos x="connsiteX2" y="connsiteY2"/>
                  </a:cxn>
                </a:cxnLst>
                <a:rect l="l" t="t" r="r" b="b"/>
                <a:pathLst>
                  <a:path w="12639" h="4735">
                    <a:moveTo>
                      <a:pt x="7415" y="16"/>
                    </a:moveTo>
                    <a:cubicBezTo>
                      <a:pt x="695" y="-310"/>
                      <a:pt x="-4169" y="4428"/>
                      <a:pt x="5215" y="4719"/>
                    </a:cubicBezTo>
                    <a:cubicBezTo>
                      <a:pt x="11959" y="5045"/>
                      <a:pt x="16805" y="307"/>
                      <a:pt x="7415"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3" name="Freeform: Shape 2492">
                <a:extLst>
                  <a:ext uri="{FF2B5EF4-FFF2-40B4-BE49-F238E27FC236}">
                    <a16:creationId xmlns:a16="http://schemas.microsoft.com/office/drawing/2014/main" id="{6C61A7F5-743B-4486-C9A4-642C905F1933}"/>
                  </a:ext>
                </a:extLst>
              </p:cNvPr>
              <p:cNvSpPr/>
              <p:nvPr/>
            </p:nvSpPr>
            <p:spPr>
              <a:xfrm>
                <a:off x="3623452" y="6880134"/>
                <a:ext cx="11273" cy="3671"/>
              </a:xfrm>
              <a:custGeom>
                <a:avLst/>
                <a:gdLst>
                  <a:gd name="connsiteX0" fmla="*/ 6395 w 11273"/>
                  <a:gd name="connsiteY0" fmla="*/ 0 h 3671"/>
                  <a:gd name="connsiteX1" fmla="*/ 0 w 11273"/>
                  <a:gd name="connsiteY1" fmla="*/ 1805 h 3671"/>
                  <a:gd name="connsiteX2" fmla="*/ 6395 w 11273"/>
                  <a:gd name="connsiteY2" fmla="*/ 0 h 3671"/>
                </a:gdLst>
                <a:ahLst/>
                <a:cxnLst>
                  <a:cxn ang="0">
                    <a:pos x="connsiteX0" y="connsiteY0"/>
                  </a:cxn>
                  <a:cxn ang="0">
                    <a:pos x="connsiteX1" y="connsiteY1"/>
                  </a:cxn>
                  <a:cxn ang="0">
                    <a:pos x="connsiteX2" y="connsiteY2"/>
                  </a:cxn>
                </a:cxnLst>
                <a:rect l="l" t="t" r="r" b="b"/>
                <a:pathLst>
                  <a:path w="11273" h="3671">
                    <a:moveTo>
                      <a:pt x="6395" y="0"/>
                    </a:moveTo>
                    <a:cubicBezTo>
                      <a:pt x="3332" y="0"/>
                      <a:pt x="469" y="806"/>
                      <a:pt x="0" y="1805"/>
                    </a:cubicBezTo>
                    <a:cubicBezTo>
                      <a:pt x="497" y="6452"/>
                      <a:pt x="20151" y="1091"/>
                      <a:pt x="639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4" name="Freeform: Shape 2493">
                <a:extLst>
                  <a:ext uri="{FF2B5EF4-FFF2-40B4-BE49-F238E27FC236}">
                    <a16:creationId xmlns:a16="http://schemas.microsoft.com/office/drawing/2014/main" id="{30C291CE-2BCB-C93A-E276-C362B34D73EC}"/>
                  </a:ext>
                </a:extLst>
              </p:cNvPr>
              <p:cNvSpPr/>
              <p:nvPr/>
            </p:nvSpPr>
            <p:spPr>
              <a:xfrm>
                <a:off x="3452020" y="7241264"/>
                <a:ext cx="12471" cy="4463"/>
              </a:xfrm>
              <a:custGeom>
                <a:avLst/>
                <a:gdLst>
                  <a:gd name="connsiteX0" fmla="*/ 7167 w 12471"/>
                  <a:gd name="connsiteY0" fmla="*/ 0 h 4463"/>
                  <a:gd name="connsiteX1" fmla="*/ 0 w 12471"/>
                  <a:gd name="connsiteY1" fmla="*/ 2195 h 4463"/>
                  <a:gd name="connsiteX2" fmla="*/ 7167 w 12471"/>
                  <a:gd name="connsiteY2" fmla="*/ 0 h 4463"/>
                </a:gdLst>
                <a:ahLst/>
                <a:cxnLst>
                  <a:cxn ang="0">
                    <a:pos x="connsiteX0" y="connsiteY0"/>
                  </a:cxn>
                  <a:cxn ang="0">
                    <a:pos x="connsiteX1" y="connsiteY1"/>
                  </a:cxn>
                  <a:cxn ang="0">
                    <a:pos x="connsiteX2" y="connsiteY2"/>
                  </a:cxn>
                </a:cxnLst>
                <a:rect l="l" t="t" r="r" b="b"/>
                <a:pathLst>
                  <a:path w="12471" h="4463">
                    <a:moveTo>
                      <a:pt x="7167" y="0"/>
                    </a:moveTo>
                    <a:cubicBezTo>
                      <a:pt x="3783" y="0"/>
                      <a:pt x="577" y="983"/>
                      <a:pt x="0" y="2195"/>
                    </a:cubicBezTo>
                    <a:cubicBezTo>
                      <a:pt x="343" y="7853"/>
                      <a:pt x="22277" y="1303"/>
                      <a:pt x="716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5" name="Freeform: Shape 2494">
                <a:extLst>
                  <a:ext uri="{FF2B5EF4-FFF2-40B4-BE49-F238E27FC236}">
                    <a16:creationId xmlns:a16="http://schemas.microsoft.com/office/drawing/2014/main" id="{742E8084-FAB1-6E01-406F-6C3EE027BD23}"/>
                  </a:ext>
                </a:extLst>
              </p:cNvPr>
              <p:cNvSpPr/>
              <p:nvPr/>
            </p:nvSpPr>
            <p:spPr>
              <a:xfrm>
                <a:off x="3884396" y="6457713"/>
                <a:ext cx="9193" cy="5178"/>
              </a:xfrm>
              <a:custGeom>
                <a:avLst/>
                <a:gdLst>
                  <a:gd name="connsiteX0" fmla="*/ 5192 w 9193"/>
                  <a:gd name="connsiteY0" fmla="*/ 1494 h 5178"/>
                  <a:gd name="connsiteX1" fmla="*/ 3998 w 9193"/>
                  <a:gd name="connsiteY1" fmla="*/ 3683 h 5178"/>
                  <a:gd name="connsiteX2" fmla="*/ 5192 w 9193"/>
                  <a:gd name="connsiteY2" fmla="*/ 1494 h 5178"/>
                </a:gdLst>
                <a:ahLst/>
                <a:cxnLst>
                  <a:cxn ang="0">
                    <a:pos x="connsiteX0" y="connsiteY0"/>
                  </a:cxn>
                  <a:cxn ang="0">
                    <a:pos x="connsiteX1" y="connsiteY1"/>
                  </a:cxn>
                  <a:cxn ang="0">
                    <a:pos x="connsiteX2" y="connsiteY2"/>
                  </a:cxn>
                </a:cxnLst>
                <a:rect l="l" t="t" r="r" b="b"/>
                <a:pathLst>
                  <a:path w="9193" h="5178">
                    <a:moveTo>
                      <a:pt x="5192" y="1494"/>
                    </a:moveTo>
                    <a:cubicBezTo>
                      <a:pt x="-797" y="-1609"/>
                      <a:pt x="-2135" y="614"/>
                      <a:pt x="3998" y="3683"/>
                    </a:cubicBezTo>
                    <a:cubicBezTo>
                      <a:pt x="9998" y="6781"/>
                      <a:pt x="11324" y="4580"/>
                      <a:pt x="5192" y="14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6" name="Freeform: Shape 2495">
                <a:extLst>
                  <a:ext uri="{FF2B5EF4-FFF2-40B4-BE49-F238E27FC236}">
                    <a16:creationId xmlns:a16="http://schemas.microsoft.com/office/drawing/2014/main" id="{B52028CB-FD12-ACE7-2D18-30F36489AF3D}"/>
                  </a:ext>
                </a:extLst>
              </p:cNvPr>
              <p:cNvSpPr/>
              <p:nvPr/>
            </p:nvSpPr>
            <p:spPr>
              <a:xfrm>
                <a:off x="3570240" y="6992794"/>
                <a:ext cx="11640" cy="3909"/>
              </a:xfrm>
              <a:custGeom>
                <a:avLst/>
                <a:gdLst>
                  <a:gd name="connsiteX0" fmla="*/ 6635 w 11640"/>
                  <a:gd name="connsiteY0" fmla="*/ 0 h 3909"/>
                  <a:gd name="connsiteX1" fmla="*/ 0 w 11640"/>
                  <a:gd name="connsiteY1" fmla="*/ 1920 h 3909"/>
                  <a:gd name="connsiteX2" fmla="*/ 6635 w 11640"/>
                  <a:gd name="connsiteY2" fmla="*/ 0 h 3909"/>
                </a:gdLst>
                <a:ahLst/>
                <a:cxnLst>
                  <a:cxn ang="0">
                    <a:pos x="connsiteX0" y="connsiteY0"/>
                  </a:cxn>
                  <a:cxn ang="0">
                    <a:pos x="connsiteX1" y="connsiteY1"/>
                  </a:cxn>
                  <a:cxn ang="0">
                    <a:pos x="connsiteX2" y="connsiteY2"/>
                  </a:cxn>
                </a:cxnLst>
                <a:rect l="l" t="t" r="r" b="b"/>
                <a:pathLst>
                  <a:path w="11640" h="3909">
                    <a:moveTo>
                      <a:pt x="6635" y="0"/>
                    </a:moveTo>
                    <a:cubicBezTo>
                      <a:pt x="3475" y="0"/>
                      <a:pt x="503" y="857"/>
                      <a:pt x="0" y="1920"/>
                    </a:cubicBezTo>
                    <a:cubicBezTo>
                      <a:pt x="440" y="6874"/>
                      <a:pt x="20803" y="1154"/>
                      <a:pt x="663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7" name="Freeform: Shape 2496">
                <a:extLst>
                  <a:ext uri="{FF2B5EF4-FFF2-40B4-BE49-F238E27FC236}">
                    <a16:creationId xmlns:a16="http://schemas.microsoft.com/office/drawing/2014/main" id="{5F980C60-FEE5-F758-F325-650D7676753C}"/>
                  </a:ext>
                </a:extLst>
              </p:cNvPr>
              <p:cNvSpPr/>
              <p:nvPr/>
            </p:nvSpPr>
            <p:spPr>
              <a:xfrm>
                <a:off x="4151947" y="6137511"/>
                <a:ext cx="7675" cy="3971"/>
              </a:xfrm>
              <a:custGeom>
                <a:avLst/>
                <a:gdLst>
                  <a:gd name="connsiteX0" fmla="*/ 4206 w 7675"/>
                  <a:gd name="connsiteY0" fmla="*/ 1256 h 3971"/>
                  <a:gd name="connsiteX1" fmla="*/ 0 w 7675"/>
                  <a:gd name="connsiteY1" fmla="*/ 3879 h 3971"/>
                  <a:gd name="connsiteX2" fmla="*/ 4206 w 7675"/>
                  <a:gd name="connsiteY2" fmla="*/ 1256 h 3971"/>
                </a:gdLst>
                <a:ahLst/>
                <a:cxnLst>
                  <a:cxn ang="0">
                    <a:pos x="connsiteX0" y="connsiteY0"/>
                  </a:cxn>
                  <a:cxn ang="0">
                    <a:pos x="connsiteX1" y="connsiteY1"/>
                  </a:cxn>
                  <a:cxn ang="0">
                    <a:pos x="connsiteX2" y="connsiteY2"/>
                  </a:cxn>
                </a:cxnLst>
                <a:rect l="l" t="t" r="r" b="b"/>
                <a:pathLst>
                  <a:path w="7675" h="3971">
                    <a:moveTo>
                      <a:pt x="4206" y="1256"/>
                    </a:moveTo>
                    <a:cubicBezTo>
                      <a:pt x="2109" y="2279"/>
                      <a:pt x="223" y="3451"/>
                      <a:pt x="0" y="3879"/>
                    </a:cubicBezTo>
                    <a:cubicBezTo>
                      <a:pt x="989" y="4897"/>
                      <a:pt x="13625" y="-2967"/>
                      <a:pt x="4206" y="125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8" name="Freeform: Shape 2497">
                <a:extLst>
                  <a:ext uri="{FF2B5EF4-FFF2-40B4-BE49-F238E27FC236}">
                    <a16:creationId xmlns:a16="http://schemas.microsoft.com/office/drawing/2014/main" id="{4F690E54-209C-1906-45FF-1BE78EF46D25}"/>
                  </a:ext>
                </a:extLst>
              </p:cNvPr>
              <p:cNvSpPr/>
              <p:nvPr/>
            </p:nvSpPr>
            <p:spPr>
              <a:xfrm>
                <a:off x="4175830" y="6091666"/>
                <a:ext cx="7514" cy="4077"/>
              </a:xfrm>
              <a:custGeom>
                <a:avLst/>
                <a:gdLst>
                  <a:gd name="connsiteX0" fmla="*/ 4109 w 7514"/>
                  <a:gd name="connsiteY0" fmla="*/ 1341 h 4077"/>
                  <a:gd name="connsiteX1" fmla="*/ 0 w 7514"/>
                  <a:gd name="connsiteY1" fmla="*/ 4004 h 4077"/>
                  <a:gd name="connsiteX2" fmla="*/ 4109 w 7514"/>
                  <a:gd name="connsiteY2" fmla="*/ 1341 h 4077"/>
                </a:gdLst>
                <a:ahLst/>
                <a:cxnLst>
                  <a:cxn ang="0">
                    <a:pos x="connsiteX0" y="connsiteY0"/>
                  </a:cxn>
                  <a:cxn ang="0">
                    <a:pos x="connsiteX1" y="connsiteY1"/>
                  </a:cxn>
                  <a:cxn ang="0">
                    <a:pos x="connsiteX2" y="connsiteY2"/>
                  </a:cxn>
                </a:cxnLst>
                <a:rect l="l" t="t" r="r" b="b"/>
                <a:pathLst>
                  <a:path w="7514" h="4077">
                    <a:moveTo>
                      <a:pt x="4109" y="1341"/>
                    </a:moveTo>
                    <a:cubicBezTo>
                      <a:pt x="2052" y="2399"/>
                      <a:pt x="217" y="3593"/>
                      <a:pt x="0" y="4004"/>
                    </a:cubicBezTo>
                    <a:cubicBezTo>
                      <a:pt x="989" y="4913"/>
                      <a:pt x="13339" y="-3077"/>
                      <a:pt x="4109" y="13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9" name="Freeform: Shape 2498">
                <a:extLst>
                  <a:ext uri="{FF2B5EF4-FFF2-40B4-BE49-F238E27FC236}">
                    <a16:creationId xmlns:a16="http://schemas.microsoft.com/office/drawing/2014/main" id="{6A28CBB2-1F5C-B3B1-6A7F-812FDEB1F9AA}"/>
                  </a:ext>
                </a:extLst>
              </p:cNvPr>
              <p:cNvSpPr/>
              <p:nvPr/>
            </p:nvSpPr>
            <p:spPr>
              <a:xfrm>
                <a:off x="4127087" y="6185690"/>
                <a:ext cx="7848" cy="3891"/>
              </a:xfrm>
              <a:custGeom>
                <a:avLst/>
                <a:gdLst>
                  <a:gd name="connsiteX0" fmla="*/ 4303 w 7848"/>
                  <a:gd name="connsiteY0" fmla="*/ 1162 h 3891"/>
                  <a:gd name="connsiteX1" fmla="*/ 0 w 7848"/>
                  <a:gd name="connsiteY1" fmla="*/ 3769 h 3891"/>
                  <a:gd name="connsiteX2" fmla="*/ 4303 w 7848"/>
                  <a:gd name="connsiteY2" fmla="*/ 1162 h 3891"/>
                </a:gdLst>
                <a:ahLst/>
                <a:cxnLst>
                  <a:cxn ang="0">
                    <a:pos x="connsiteX0" y="connsiteY0"/>
                  </a:cxn>
                  <a:cxn ang="0">
                    <a:pos x="connsiteX1" y="connsiteY1"/>
                  </a:cxn>
                  <a:cxn ang="0">
                    <a:pos x="connsiteX2" y="connsiteY2"/>
                  </a:cxn>
                </a:cxnLst>
                <a:rect l="l" t="t" r="r" b="b"/>
                <a:pathLst>
                  <a:path w="7848" h="3891">
                    <a:moveTo>
                      <a:pt x="4303" y="1162"/>
                    </a:moveTo>
                    <a:cubicBezTo>
                      <a:pt x="2160" y="2145"/>
                      <a:pt x="229" y="3311"/>
                      <a:pt x="0" y="3769"/>
                    </a:cubicBezTo>
                    <a:cubicBezTo>
                      <a:pt x="1006" y="4946"/>
                      <a:pt x="13933" y="-2861"/>
                      <a:pt x="4303" y="116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0" name="Freeform: Shape 2499">
                <a:extLst>
                  <a:ext uri="{FF2B5EF4-FFF2-40B4-BE49-F238E27FC236}">
                    <a16:creationId xmlns:a16="http://schemas.microsoft.com/office/drawing/2014/main" id="{48C2A0B8-81E1-C8CE-845C-9239201E6F5A}"/>
                  </a:ext>
                </a:extLst>
              </p:cNvPr>
              <p:cNvSpPr/>
              <p:nvPr/>
            </p:nvSpPr>
            <p:spPr>
              <a:xfrm>
                <a:off x="3919158" y="6404960"/>
                <a:ext cx="9408" cy="4229"/>
              </a:xfrm>
              <a:custGeom>
                <a:avLst/>
                <a:gdLst>
                  <a:gd name="connsiteX0" fmla="*/ 5132 w 9408"/>
                  <a:gd name="connsiteY0" fmla="*/ 2046 h 4229"/>
                  <a:gd name="connsiteX1" fmla="*/ 0 w 9408"/>
                  <a:gd name="connsiteY1" fmla="*/ 0 h 4229"/>
                  <a:gd name="connsiteX2" fmla="*/ 5132 w 9408"/>
                  <a:gd name="connsiteY2" fmla="*/ 2046 h 4229"/>
                </a:gdLst>
                <a:ahLst/>
                <a:cxnLst>
                  <a:cxn ang="0">
                    <a:pos x="connsiteX0" y="connsiteY0"/>
                  </a:cxn>
                  <a:cxn ang="0">
                    <a:pos x="connsiteX1" y="connsiteY1"/>
                  </a:cxn>
                  <a:cxn ang="0">
                    <a:pos x="connsiteX2" y="connsiteY2"/>
                  </a:cxn>
                </a:cxnLst>
                <a:rect l="l" t="t" r="r" b="b"/>
                <a:pathLst>
                  <a:path w="9408" h="4229">
                    <a:moveTo>
                      <a:pt x="5132" y="2046"/>
                    </a:moveTo>
                    <a:cubicBezTo>
                      <a:pt x="2606" y="920"/>
                      <a:pt x="309" y="-6"/>
                      <a:pt x="0" y="0"/>
                    </a:cubicBezTo>
                    <a:cubicBezTo>
                      <a:pt x="411" y="857"/>
                      <a:pt x="17013" y="7624"/>
                      <a:pt x="5132" y="20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1" name="Freeform: Shape 2500">
                <a:extLst>
                  <a:ext uri="{FF2B5EF4-FFF2-40B4-BE49-F238E27FC236}">
                    <a16:creationId xmlns:a16="http://schemas.microsoft.com/office/drawing/2014/main" id="{96DC29D4-9E63-C2AF-163E-6C7295B60E3F}"/>
                  </a:ext>
                </a:extLst>
              </p:cNvPr>
              <p:cNvSpPr/>
              <p:nvPr/>
            </p:nvSpPr>
            <p:spPr>
              <a:xfrm>
                <a:off x="4198621" y="6046919"/>
                <a:ext cx="7358" cy="4180"/>
              </a:xfrm>
              <a:custGeom>
                <a:avLst/>
                <a:gdLst>
                  <a:gd name="connsiteX0" fmla="*/ 4012 w 7358"/>
                  <a:gd name="connsiteY0" fmla="*/ 1402 h 4180"/>
                  <a:gd name="connsiteX1" fmla="*/ 0 w 7358"/>
                  <a:gd name="connsiteY1" fmla="*/ 4117 h 4180"/>
                  <a:gd name="connsiteX2" fmla="*/ 4012 w 7358"/>
                  <a:gd name="connsiteY2" fmla="*/ 1402 h 4180"/>
                </a:gdLst>
                <a:ahLst/>
                <a:cxnLst>
                  <a:cxn ang="0">
                    <a:pos x="connsiteX0" y="connsiteY0"/>
                  </a:cxn>
                  <a:cxn ang="0">
                    <a:pos x="connsiteX1" y="connsiteY1"/>
                  </a:cxn>
                  <a:cxn ang="0">
                    <a:pos x="connsiteX2" y="connsiteY2"/>
                  </a:cxn>
                </a:cxnLst>
                <a:rect l="l" t="t" r="r" b="b"/>
                <a:pathLst>
                  <a:path w="7358" h="4180">
                    <a:moveTo>
                      <a:pt x="4012" y="1402"/>
                    </a:moveTo>
                    <a:cubicBezTo>
                      <a:pt x="2000" y="2494"/>
                      <a:pt x="200" y="3711"/>
                      <a:pt x="0" y="4117"/>
                    </a:cubicBezTo>
                    <a:cubicBezTo>
                      <a:pt x="994" y="4974"/>
                      <a:pt x="13065" y="-3169"/>
                      <a:pt x="4012" y="14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2" name="Freeform: Shape 2501">
                <a:extLst>
                  <a:ext uri="{FF2B5EF4-FFF2-40B4-BE49-F238E27FC236}">
                    <a16:creationId xmlns:a16="http://schemas.microsoft.com/office/drawing/2014/main" id="{36344222-D979-C68C-DA62-64580BFA56E8}"/>
                  </a:ext>
                </a:extLst>
              </p:cNvPr>
              <p:cNvSpPr/>
              <p:nvPr/>
            </p:nvSpPr>
            <p:spPr>
              <a:xfrm>
                <a:off x="4101375" y="6237448"/>
                <a:ext cx="8016" cy="3857"/>
              </a:xfrm>
              <a:custGeom>
                <a:avLst/>
                <a:gdLst>
                  <a:gd name="connsiteX0" fmla="*/ 4400 w 8016"/>
                  <a:gd name="connsiteY0" fmla="*/ 1073 h 3857"/>
                  <a:gd name="connsiteX1" fmla="*/ 0 w 8016"/>
                  <a:gd name="connsiteY1" fmla="*/ 3691 h 3857"/>
                  <a:gd name="connsiteX2" fmla="*/ 4400 w 8016"/>
                  <a:gd name="connsiteY2" fmla="*/ 1073 h 3857"/>
                </a:gdLst>
                <a:ahLst/>
                <a:cxnLst>
                  <a:cxn ang="0">
                    <a:pos x="connsiteX0" y="connsiteY0"/>
                  </a:cxn>
                  <a:cxn ang="0">
                    <a:pos x="connsiteX1" y="connsiteY1"/>
                  </a:cxn>
                  <a:cxn ang="0">
                    <a:pos x="connsiteX2" y="connsiteY2"/>
                  </a:cxn>
                </a:cxnLst>
                <a:rect l="l" t="t" r="r" b="b"/>
                <a:pathLst>
                  <a:path w="8016" h="3857">
                    <a:moveTo>
                      <a:pt x="4400" y="1073"/>
                    </a:moveTo>
                    <a:cubicBezTo>
                      <a:pt x="2206" y="2028"/>
                      <a:pt x="234" y="3205"/>
                      <a:pt x="0" y="3691"/>
                    </a:cubicBezTo>
                    <a:cubicBezTo>
                      <a:pt x="1017" y="5080"/>
                      <a:pt x="14230" y="-2778"/>
                      <a:pt x="4400" y="107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3" name="Freeform: Shape 2502">
                <a:extLst>
                  <a:ext uri="{FF2B5EF4-FFF2-40B4-BE49-F238E27FC236}">
                    <a16:creationId xmlns:a16="http://schemas.microsoft.com/office/drawing/2014/main" id="{AB3E867C-EAF3-076B-6503-99DDA6F4EB63}"/>
                  </a:ext>
                </a:extLst>
              </p:cNvPr>
              <p:cNvSpPr/>
              <p:nvPr/>
            </p:nvSpPr>
            <p:spPr>
              <a:xfrm>
                <a:off x="4015541" y="6351855"/>
                <a:ext cx="8603" cy="1450"/>
              </a:xfrm>
              <a:custGeom>
                <a:avLst/>
                <a:gdLst>
                  <a:gd name="connsiteX0" fmla="*/ 4761 w 8603"/>
                  <a:gd name="connsiteY0" fmla="*/ 287 h 1450"/>
                  <a:gd name="connsiteX1" fmla="*/ 0 w 8603"/>
                  <a:gd name="connsiteY1" fmla="*/ 1304 h 1450"/>
                  <a:gd name="connsiteX2" fmla="*/ 4761 w 8603"/>
                  <a:gd name="connsiteY2" fmla="*/ 287 h 1450"/>
                </a:gdLst>
                <a:ahLst/>
                <a:cxnLst>
                  <a:cxn ang="0">
                    <a:pos x="connsiteX0" y="connsiteY0"/>
                  </a:cxn>
                  <a:cxn ang="0">
                    <a:pos x="connsiteX1" y="connsiteY1"/>
                  </a:cxn>
                  <a:cxn ang="0">
                    <a:pos x="connsiteX2" y="connsiteY2"/>
                  </a:cxn>
                </a:cxnLst>
                <a:rect l="l" t="t" r="r" b="b"/>
                <a:pathLst>
                  <a:path w="8603" h="1450">
                    <a:moveTo>
                      <a:pt x="4761" y="287"/>
                    </a:moveTo>
                    <a:cubicBezTo>
                      <a:pt x="2412" y="619"/>
                      <a:pt x="280" y="1071"/>
                      <a:pt x="0" y="1304"/>
                    </a:cubicBezTo>
                    <a:cubicBezTo>
                      <a:pt x="794" y="2139"/>
                      <a:pt x="15345" y="-924"/>
                      <a:pt x="4761" y="2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4" name="Freeform: Shape 2503">
                <a:extLst>
                  <a:ext uri="{FF2B5EF4-FFF2-40B4-BE49-F238E27FC236}">
                    <a16:creationId xmlns:a16="http://schemas.microsoft.com/office/drawing/2014/main" id="{2C71730E-EE78-7329-9BF0-AC7CFED0A76E}"/>
                  </a:ext>
                </a:extLst>
              </p:cNvPr>
              <p:cNvSpPr/>
              <p:nvPr/>
            </p:nvSpPr>
            <p:spPr>
              <a:xfrm>
                <a:off x="3952316" y="6427398"/>
                <a:ext cx="9025" cy="1203"/>
              </a:xfrm>
              <a:custGeom>
                <a:avLst/>
                <a:gdLst>
                  <a:gd name="connsiteX0" fmla="*/ 4989 w 9025"/>
                  <a:gd name="connsiteY0" fmla="*/ 783 h 1203"/>
                  <a:gd name="connsiteX1" fmla="*/ 0 w 9025"/>
                  <a:gd name="connsiteY1" fmla="*/ 22 h 1203"/>
                  <a:gd name="connsiteX2" fmla="*/ 4989 w 9025"/>
                  <a:gd name="connsiteY2" fmla="*/ 783 h 1203"/>
                </a:gdLst>
                <a:ahLst/>
                <a:cxnLst>
                  <a:cxn ang="0">
                    <a:pos x="connsiteX0" y="connsiteY0"/>
                  </a:cxn>
                  <a:cxn ang="0">
                    <a:pos x="connsiteX1" y="connsiteY1"/>
                  </a:cxn>
                  <a:cxn ang="0">
                    <a:pos x="connsiteX2" y="connsiteY2"/>
                  </a:cxn>
                </a:cxnLst>
                <a:rect l="l" t="t" r="r" b="b"/>
                <a:pathLst>
                  <a:path w="9025" h="1203">
                    <a:moveTo>
                      <a:pt x="4989" y="783"/>
                    </a:moveTo>
                    <a:cubicBezTo>
                      <a:pt x="2526" y="480"/>
                      <a:pt x="291" y="142"/>
                      <a:pt x="0" y="22"/>
                    </a:cubicBezTo>
                    <a:cubicBezTo>
                      <a:pt x="794" y="-252"/>
                      <a:pt x="16116" y="2143"/>
                      <a:pt x="4989" y="78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5" name="Freeform: Shape 2504">
                <a:extLst>
                  <a:ext uri="{FF2B5EF4-FFF2-40B4-BE49-F238E27FC236}">
                    <a16:creationId xmlns:a16="http://schemas.microsoft.com/office/drawing/2014/main" id="{B4F90022-EB21-D6B4-8F18-AADAA7D58715}"/>
                  </a:ext>
                </a:extLst>
              </p:cNvPr>
              <p:cNvSpPr/>
              <p:nvPr/>
            </p:nvSpPr>
            <p:spPr>
              <a:xfrm>
                <a:off x="4045951" y="6327706"/>
                <a:ext cx="8395" cy="2503"/>
              </a:xfrm>
              <a:custGeom>
                <a:avLst/>
                <a:gdLst>
                  <a:gd name="connsiteX0" fmla="*/ 4640 w 8395"/>
                  <a:gd name="connsiteY0" fmla="*/ 867 h 2503"/>
                  <a:gd name="connsiteX1" fmla="*/ 0 w 8395"/>
                  <a:gd name="connsiteY1" fmla="*/ 2473 h 2503"/>
                  <a:gd name="connsiteX2" fmla="*/ 4640 w 8395"/>
                  <a:gd name="connsiteY2" fmla="*/ 867 h 2503"/>
                </a:gdLst>
                <a:ahLst/>
                <a:cxnLst>
                  <a:cxn ang="0">
                    <a:pos x="connsiteX0" y="connsiteY0"/>
                  </a:cxn>
                  <a:cxn ang="0">
                    <a:pos x="connsiteX1" y="connsiteY1"/>
                  </a:cxn>
                  <a:cxn ang="0">
                    <a:pos x="connsiteX2" y="connsiteY2"/>
                  </a:cxn>
                </a:cxnLst>
                <a:rect l="l" t="t" r="r" b="b"/>
                <a:pathLst>
                  <a:path w="8395" h="2503">
                    <a:moveTo>
                      <a:pt x="4640" y="867"/>
                    </a:moveTo>
                    <a:cubicBezTo>
                      <a:pt x="2349" y="1530"/>
                      <a:pt x="274" y="2250"/>
                      <a:pt x="0" y="2473"/>
                    </a:cubicBezTo>
                    <a:cubicBezTo>
                      <a:pt x="834" y="2930"/>
                      <a:pt x="14956" y="-1916"/>
                      <a:pt x="4640" y="8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6" name="Freeform: Shape 2505">
                <a:extLst>
                  <a:ext uri="{FF2B5EF4-FFF2-40B4-BE49-F238E27FC236}">
                    <a16:creationId xmlns:a16="http://schemas.microsoft.com/office/drawing/2014/main" id="{82F0DD88-D1EE-C708-FE84-359484F5ACC7}"/>
                  </a:ext>
                </a:extLst>
              </p:cNvPr>
              <p:cNvSpPr/>
              <p:nvPr/>
            </p:nvSpPr>
            <p:spPr>
              <a:xfrm>
                <a:off x="3984006" y="6389049"/>
                <a:ext cx="8817" cy="1778"/>
              </a:xfrm>
              <a:custGeom>
                <a:avLst/>
                <a:gdLst>
                  <a:gd name="connsiteX0" fmla="*/ 4881 w 8817"/>
                  <a:gd name="connsiteY0" fmla="*/ 0 h 1778"/>
                  <a:gd name="connsiteX1" fmla="*/ 0 w 8817"/>
                  <a:gd name="connsiteY1" fmla="*/ 961 h 1778"/>
                  <a:gd name="connsiteX2" fmla="*/ 4881 w 8817"/>
                  <a:gd name="connsiteY2" fmla="*/ 0 h 1778"/>
                </a:gdLst>
                <a:ahLst/>
                <a:cxnLst>
                  <a:cxn ang="0">
                    <a:pos x="connsiteX0" y="connsiteY0"/>
                  </a:cxn>
                  <a:cxn ang="0">
                    <a:pos x="connsiteX1" y="connsiteY1"/>
                  </a:cxn>
                  <a:cxn ang="0">
                    <a:pos x="connsiteX2" y="connsiteY2"/>
                  </a:cxn>
                </a:cxnLst>
                <a:rect l="l" t="t" r="r" b="b"/>
                <a:pathLst>
                  <a:path w="8817" h="1778">
                    <a:moveTo>
                      <a:pt x="4881" y="0"/>
                    </a:moveTo>
                    <a:cubicBezTo>
                      <a:pt x="2475" y="57"/>
                      <a:pt x="292" y="480"/>
                      <a:pt x="0" y="961"/>
                    </a:cubicBezTo>
                    <a:cubicBezTo>
                      <a:pt x="709" y="3144"/>
                      <a:pt x="15762" y="297"/>
                      <a:pt x="488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7" name="Freeform: Shape 2506">
                <a:extLst>
                  <a:ext uri="{FF2B5EF4-FFF2-40B4-BE49-F238E27FC236}">
                    <a16:creationId xmlns:a16="http://schemas.microsoft.com/office/drawing/2014/main" id="{6194BBCC-4A50-A86B-051D-1CFFD9103CCE}"/>
                  </a:ext>
                </a:extLst>
              </p:cNvPr>
              <p:cNvSpPr/>
              <p:nvPr/>
            </p:nvSpPr>
            <p:spPr>
              <a:xfrm>
                <a:off x="4074714" y="6292685"/>
                <a:ext cx="8195" cy="3623"/>
              </a:xfrm>
              <a:custGeom>
                <a:avLst/>
                <a:gdLst>
                  <a:gd name="connsiteX0" fmla="*/ 4515 w 8195"/>
                  <a:gd name="connsiteY0" fmla="*/ 1049 h 3623"/>
                  <a:gd name="connsiteX1" fmla="*/ 0 w 8195"/>
                  <a:gd name="connsiteY1" fmla="*/ 3495 h 3623"/>
                  <a:gd name="connsiteX2" fmla="*/ 4515 w 8195"/>
                  <a:gd name="connsiteY2" fmla="*/ 1049 h 3623"/>
                </a:gdLst>
                <a:ahLst/>
                <a:cxnLst>
                  <a:cxn ang="0">
                    <a:pos x="connsiteX0" y="connsiteY0"/>
                  </a:cxn>
                  <a:cxn ang="0">
                    <a:pos x="connsiteX1" y="connsiteY1"/>
                  </a:cxn>
                  <a:cxn ang="0">
                    <a:pos x="connsiteX2" y="connsiteY2"/>
                  </a:cxn>
                </a:cxnLst>
                <a:rect l="l" t="t" r="r" b="b"/>
                <a:pathLst>
                  <a:path w="8195" h="3623">
                    <a:moveTo>
                      <a:pt x="4515" y="1049"/>
                    </a:moveTo>
                    <a:cubicBezTo>
                      <a:pt x="2275" y="1964"/>
                      <a:pt x="251" y="3061"/>
                      <a:pt x="0" y="3495"/>
                    </a:cubicBezTo>
                    <a:cubicBezTo>
                      <a:pt x="977" y="4667"/>
                      <a:pt x="14556" y="-2637"/>
                      <a:pt x="4515" y="10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8" name="Freeform: Shape 2507">
                <a:extLst>
                  <a:ext uri="{FF2B5EF4-FFF2-40B4-BE49-F238E27FC236}">
                    <a16:creationId xmlns:a16="http://schemas.microsoft.com/office/drawing/2014/main" id="{BB5A0027-779E-42FE-ECCE-7C026F2260E7}"/>
                  </a:ext>
                </a:extLst>
              </p:cNvPr>
              <p:cNvSpPr/>
              <p:nvPr/>
            </p:nvSpPr>
            <p:spPr>
              <a:xfrm>
                <a:off x="3318861" y="7526070"/>
                <a:ext cx="12400" cy="5197"/>
              </a:xfrm>
              <a:custGeom>
                <a:avLst/>
                <a:gdLst>
                  <a:gd name="connsiteX0" fmla="*/ 7360 w 12400"/>
                  <a:gd name="connsiteY0" fmla="*/ 76 h 5197"/>
                  <a:gd name="connsiteX1" fmla="*/ 5040 w 12400"/>
                  <a:gd name="connsiteY1" fmla="*/ 5122 h 5197"/>
                  <a:gd name="connsiteX2" fmla="*/ 7360 w 12400"/>
                  <a:gd name="connsiteY2" fmla="*/ 76 h 5197"/>
                </a:gdLst>
                <a:ahLst/>
                <a:cxnLst>
                  <a:cxn ang="0">
                    <a:pos x="connsiteX0" y="connsiteY0"/>
                  </a:cxn>
                  <a:cxn ang="0">
                    <a:pos x="connsiteX1" y="connsiteY1"/>
                  </a:cxn>
                  <a:cxn ang="0">
                    <a:pos x="connsiteX2" y="connsiteY2"/>
                  </a:cxn>
                </a:cxnLst>
                <a:rect l="l" t="t" r="r" b="b"/>
                <a:pathLst>
                  <a:path w="12400" h="5197">
                    <a:moveTo>
                      <a:pt x="7360" y="76"/>
                    </a:moveTo>
                    <a:cubicBezTo>
                      <a:pt x="1136" y="-730"/>
                      <a:pt x="-4356" y="5162"/>
                      <a:pt x="5040" y="5122"/>
                    </a:cubicBezTo>
                    <a:cubicBezTo>
                      <a:pt x="11269" y="5928"/>
                      <a:pt x="16755" y="30"/>
                      <a:pt x="7360" y="7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9" name="Freeform: Shape 2508">
                <a:extLst>
                  <a:ext uri="{FF2B5EF4-FFF2-40B4-BE49-F238E27FC236}">
                    <a16:creationId xmlns:a16="http://schemas.microsoft.com/office/drawing/2014/main" id="{497DEAEB-908E-5820-45CE-52757E5DF94C}"/>
                  </a:ext>
                </a:extLst>
              </p:cNvPr>
              <p:cNvSpPr/>
              <p:nvPr/>
            </p:nvSpPr>
            <p:spPr>
              <a:xfrm>
                <a:off x="4024657" y="6104119"/>
                <a:ext cx="6699" cy="3060"/>
              </a:xfrm>
              <a:custGeom>
                <a:avLst/>
                <a:gdLst>
                  <a:gd name="connsiteX0" fmla="*/ 3881 w 6699"/>
                  <a:gd name="connsiteY0" fmla="*/ 763 h 3060"/>
                  <a:gd name="connsiteX1" fmla="*/ 657 w 6699"/>
                  <a:gd name="connsiteY1" fmla="*/ 3049 h 3060"/>
                  <a:gd name="connsiteX2" fmla="*/ 3881 w 6699"/>
                  <a:gd name="connsiteY2" fmla="*/ 763 h 3060"/>
                </a:gdLst>
                <a:ahLst/>
                <a:cxnLst>
                  <a:cxn ang="0">
                    <a:pos x="connsiteX0" y="connsiteY0"/>
                  </a:cxn>
                  <a:cxn ang="0">
                    <a:pos x="connsiteX1" y="connsiteY1"/>
                  </a:cxn>
                  <a:cxn ang="0">
                    <a:pos x="connsiteX2" y="connsiteY2"/>
                  </a:cxn>
                </a:cxnLst>
                <a:rect l="l" t="t" r="r" b="b"/>
                <a:pathLst>
                  <a:path w="6699" h="3060">
                    <a:moveTo>
                      <a:pt x="3881" y="763"/>
                    </a:moveTo>
                    <a:cubicBezTo>
                      <a:pt x="3006" y="1089"/>
                      <a:pt x="-1709" y="3232"/>
                      <a:pt x="657" y="3049"/>
                    </a:cubicBezTo>
                    <a:cubicBezTo>
                      <a:pt x="3172" y="2786"/>
                      <a:pt x="10773" y="-1768"/>
                      <a:pt x="3881" y="7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0" name="Freeform: Shape 2509">
                <a:extLst>
                  <a:ext uri="{FF2B5EF4-FFF2-40B4-BE49-F238E27FC236}">
                    <a16:creationId xmlns:a16="http://schemas.microsoft.com/office/drawing/2014/main" id="{4FF1D1C1-AFC6-7377-A507-68A85CA4B4B8}"/>
                  </a:ext>
                </a:extLst>
              </p:cNvPr>
              <p:cNvSpPr/>
              <p:nvPr/>
            </p:nvSpPr>
            <p:spPr>
              <a:xfrm>
                <a:off x="3377747" y="6772909"/>
                <a:ext cx="10971" cy="3571"/>
              </a:xfrm>
              <a:custGeom>
                <a:avLst/>
                <a:gdLst>
                  <a:gd name="connsiteX0" fmla="*/ 6321 w 10971"/>
                  <a:gd name="connsiteY0" fmla="*/ 0 h 3571"/>
                  <a:gd name="connsiteX1" fmla="*/ 0 w 10971"/>
                  <a:gd name="connsiteY1" fmla="*/ 1738 h 3571"/>
                  <a:gd name="connsiteX2" fmla="*/ 6321 w 10971"/>
                  <a:gd name="connsiteY2" fmla="*/ 0 h 3571"/>
                </a:gdLst>
                <a:ahLst/>
                <a:cxnLst>
                  <a:cxn ang="0">
                    <a:pos x="connsiteX0" y="connsiteY0"/>
                  </a:cxn>
                  <a:cxn ang="0">
                    <a:pos x="connsiteX1" y="connsiteY1"/>
                  </a:cxn>
                  <a:cxn ang="0">
                    <a:pos x="connsiteX2" y="connsiteY2"/>
                  </a:cxn>
                </a:cxnLst>
                <a:rect l="l" t="t" r="r" b="b"/>
                <a:pathLst>
                  <a:path w="10971" h="3571">
                    <a:moveTo>
                      <a:pt x="6321" y="0"/>
                    </a:moveTo>
                    <a:cubicBezTo>
                      <a:pt x="3338" y="-11"/>
                      <a:pt x="509" y="766"/>
                      <a:pt x="0" y="1738"/>
                    </a:cubicBezTo>
                    <a:cubicBezTo>
                      <a:pt x="291" y="6275"/>
                      <a:pt x="19585" y="1097"/>
                      <a:pt x="632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1" name="Freeform: Shape 2510">
                <a:extLst>
                  <a:ext uri="{FF2B5EF4-FFF2-40B4-BE49-F238E27FC236}">
                    <a16:creationId xmlns:a16="http://schemas.microsoft.com/office/drawing/2014/main" id="{681C3B93-6DEF-7452-01E9-0AF6F2E70F27}"/>
                  </a:ext>
                </a:extLst>
              </p:cNvPr>
              <p:cNvSpPr/>
              <p:nvPr/>
            </p:nvSpPr>
            <p:spPr>
              <a:xfrm>
                <a:off x="3432794" y="6672591"/>
                <a:ext cx="10656" cy="3204"/>
              </a:xfrm>
              <a:custGeom>
                <a:avLst/>
                <a:gdLst>
                  <a:gd name="connsiteX0" fmla="*/ 6132 w 10656"/>
                  <a:gd name="connsiteY0" fmla="*/ 20 h 3204"/>
                  <a:gd name="connsiteX1" fmla="*/ 0 w 10656"/>
                  <a:gd name="connsiteY1" fmla="*/ 1351 h 3204"/>
                  <a:gd name="connsiteX2" fmla="*/ 6132 w 10656"/>
                  <a:gd name="connsiteY2" fmla="*/ 20 h 3204"/>
                </a:gdLst>
                <a:ahLst/>
                <a:cxnLst>
                  <a:cxn ang="0">
                    <a:pos x="connsiteX0" y="connsiteY0"/>
                  </a:cxn>
                  <a:cxn ang="0">
                    <a:pos x="connsiteX1" y="connsiteY1"/>
                  </a:cxn>
                  <a:cxn ang="0">
                    <a:pos x="connsiteX2" y="connsiteY2"/>
                  </a:cxn>
                </a:cxnLst>
                <a:rect l="l" t="t" r="r" b="b"/>
                <a:pathLst>
                  <a:path w="10656" h="3204">
                    <a:moveTo>
                      <a:pt x="6132" y="20"/>
                    </a:moveTo>
                    <a:cubicBezTo>
                      <a:pt x="3235" y="-118"/>
                      <a:pt x="492" y="482"/>
                      <a:pt x="0" y="1351"/>
                    </a:cubicBezTo>
                    <a:cubicBezTo>
                      <a:pt x="246" y="5511"/>
                      <a:pt x="19042" y="1591"/>
                      <a:pt x="6132"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2" name="Freeform: Shape 2511">
                <a:extLst>
                  <a:ext uri="{FF2B5EF4-FFF2-40B4-BE49-F238E27FC236}">
                    <a16:creationId xmlns:a16="http://schemas.microsoft.com/office/drawing/2014/main" id="{C76D15AF-9DF0-E1B8-644B-58CA8903DFBC}"/>
                  </a:ext>
                </a:extLst>
              </p:cNvPr>
              <p:cNvSpPr/>
              <p:nvPr/>
            </p:nvSpPr>
            <p:spPr>
              <a:xfrm>
                <a:off x="3319869" y="6880120"/>
                <a:ext cx="11064" cy="3640"/>
              </a:xfrm>
              <a:custGeom>
                <a:avLst/>
                <a:gdLst>
                  <a:gd name="connsiteX0" fmla="*/ 6529 w 11064"/>
                  <a:gd name="connsiteY0" fmla="*/ 14 h 3640"/>
                  <a:gd name="connsiteX1" fmla="*/ 4540 w 11064"/>
                  <a:gd name="connsiteY1" fmla="*/ 3626 h 3640"/>
                  <a:gd name="connsiteX2" fmla="*/ 6529 w 11064"/>
                  <a:gd name="connsiteY2" fmla="*/ 14 h 3640"/>
                </a:gdLst>
                <a:ahLst/>
                <a:cxnLst>
                  <a:cxn ang="0">
                    <a:pos x="connsiteX0" y="connsiteY0"/>
                  </a:cxn>
                  <a:cxn ang="0">
                    <a:pos x="connsiteX1" y="connsiteY1"/>
                  </a:cxn>
                  <a:cxn ang="0">
                    <a:pos x="connsiteX2" y="connsiteY2"/>
                  </a:cxn>
                </a:cxnLst>
                <a:rect l="l" t="t" r="r" b="b"/>
                <a:pathLst>
                  <a:path w="11064" h="3640">
                    <a:moveTo>
                      <a:pt x="6529" y="14"/>
                    </a:moveTo>
                    <a:cubicBezTo>
                      <a:pt x="751" y="-254"/>
                      <a:pt x="-3736" y="3375"/>
                      <a:pt x="4540" y="3626"/>
                    </a:cubicBezTo>
                    <a:cubicBezTo>
                      <a:pt x="10312" y="3894"/>
                      <a:pt x="14798" y="265"/>
                      <a:pt x="6529" y="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3" name="Freeform: Shape 2512">
                <a:extLst>
                  <a:ext uri="{FF2B5EF4-FFF2-40B4-BE49-F238E27FC236}">
                    <a16:creationId xmlns:a16="http://schemas.microsoft.com/office/drawing/2014/main" id="{225E9B88-6AF7-B96C-8E27-7EC8FCEF2947}"/>
                  </a:ext>
                </a:extLst>
              </p:cNvPr>
              <p:cNvSpPr/>
              <p:nvPr/>
            </p:nvSpPr>
            <p:spPr>
              <a:xfrm>
                <a:off x="3583447" y="6417178"/>
                <a:ext cx="9782" cy="3853"/>
              </a:xfrm>
              <a:custGeom>
                <a:avLst/>
                <a:gdLst>
                  <a:gd name="connsiteX0" fmla="*/ 5572 w 9782"/>
                  <a:gd name="connsiteY0" fmla="*/ 675 h 3853"/>
                  <a:gd name="connsiteX1" fmla="*/ 0 w 9782"/>
                  <a:gd name="connsiteY1" fmla="*/ 498 h 3853"/>
                  <a:gd name="connsiteX2" fmla="*/ 5572 w 9782"/>
                  <a:gd name="connsiteY2" fmla="*/ 675 h 3853"/>
                </a:gdLst>
                <a:ahLst/>
                <a:cxnLst>
                  <a:cxn ang="0">
                    <a:pos x="connsiteX0" y="connsiteY0"/>
                  </a:cxn>
                  <a:cxn ang="0">
                    <a:pos x="connsiteX1" y="connsiteY1"/>
                  </a:cxn>
                  <a:cxn ang="0">
                    <a:pos x="connsiteX2" y="connsiteY2"/>
                  </a:cxn>
                </a:cxnLst>
                <a:rect l="l" t="t" r="r" b="b"/>
                <a:pathLst>
                  <a:path w="9782" h="3853">
                    <a:moveTo>
                      <a:pt x="5572" y="675"/>
                    </a:moveTo>
                    <a:cubicBezTo>
                      <a:pt x="2915" y="-154"/>
                      <a:pt x="417" y="-227"/>
                      <a:pt x="0" y="498"/>
                    </a:cubicBezTo>
                    <a:cubicBezTo>
                      <a:pt x="0" y="4407"/>
                      <a:pt x="17614" y="5436"/>
                      <a:pt x="5572" y="6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4" name="Freeform: Shape 2513">
                <a:extLst>
                  <a:ext uri="{FF2B5EF4-FFF2-40B4-BE49-F238E27FC236}">
                    <a16:creationId xmlns:a16="http://schemas.microsoft.com/office/drawing/2014/main" id="{ED03866C-C05D-B7A1-E86D-121BFEFA2C59}"/>
                  </a:ext>
                </a:extLst>
              </p:cNvPr>
              <p:cNvSpPr/>
              <p:nvPr/>
            </p:nvSpPr>
            <p:spPr>
              <a:xfrm>
                <a:off x="3535933" y="6497626"/>
                <a:ext cx="10057" cy="3361"/>
              </a:xfrm>
              <a:custGeom>
                <a:avLst/>
                <a:gdLst>
                  <a:gd name="connsiteX0" fmla="*/ 5755 w 10057"/>
                  <a:gd name="connsiteY0" fmla="*/ 380 h 3361"/>
                  <a:gd name="connsiteX1" fmla="*/ 0 w 10057"/>
                  <a:gd name="connsiteY1" fmla="*/ 654 h 3361"/>
                  <a:gd name="connsiteX2" fmla="*/ 5755 w 10057"/>
                  <a:gd name="connsiteY2" fmla="*/ 380 h 3361"/>
                </a:gdLst>
                <a:ahLst/>
                <a:cxnLst>
                  <a:cxn ang="0">
                    <a:pos x="connsiteX0" y="connsiteY0"/>
                  </a:cxn>
                  <a:cxn ang="0">
                    <a:pos x="connsiteX1" y="connsiteY1"/>
                  </a:cxn>
                  <a:cxn ang="0">
                    <a:pos x="connsiteX2" y="connsiteY2"/>
                  </a:cxn>
                </a:cxnLst>
                <a:rect l="l" t="t" r="r" b="b"/>
                <a:pathLst>
                  <a:path w="10057" h="3361">
                    <a:moveTo>
                      <a:pt x="5755" y="380"/>
                    </a:moveTo>
                    <a:cubicBezTo>
                      <a:pt x="3017" y="-220"/>
                      <a:pt x="446" y="-95"/>
                      <a:pt x="0" y="654"/>
                    </a:cubicBezTo>
                    <a:cubicBezTo>
                      <a:pt x="69" y="4552"/>
                      <a:pt x="18059" y="4049"/>
                      <a:pt x="5755" y="38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5" name="Freeform: Shape 2514">
                <a:extLst>
                  <a:ext uri="{FF2B5EF4-FFF2-40B4-BE49-F238E27FC236}">
                    <a16:creationId xmlns:a16="http://schemas.microsoft.com/office/drawing/2014/main" id="{09C0C54D-5690-974C-B051-3215AA86A7D4}"/>
                  </a:ext>
                </a:extLst>
              </p:cNvPr>
              <p:cNvSpPr/>
              <p:nvPr/>
            </p:nvSpPr>
            <p:spPr>
              <a:xfrm>
                <a:off x="3485618" y="6581821"/>
                <a:ext cx="10350" cy="3093"/>
              </a:xfrm>
              <a:custGeom>
                <a:avLst/>
                <a:gdLst>
                  <a:gd name="connsiteX0" fmla="*/ 5944 w 10350"/>
                  <a:gd name="connsiteY0" fmla="*/ 132 h 3093"/>
                  <a:gd name="connsiteX1" fmla="*/ 0 w 10350"/>
                  <a:gd name="connsiteY1" fmla="*/ 943 h 3093"/>
                  <a:gd name="connsiteX2" fmla="*/ 5944 w 10350"/>
                  <a:gd name="connsiteY2" fmla="*/ 132 h 3093"/>
                </a:gdLst>
                <a:ahLst/>
                <a:cxnLst>
                  <a:cxn ang="0">
                    <a:pos x="connsiteX0" y="connsiteY0"/>
                  </a:cxn>
                  <a:cxn ang="0">
                    <a:pos x="connsiteX1" y="connsiteY1"/>
                  </a:cxn>
                  <a:cxn ang="0">
                    <a:pos x="connsiteX2" y="connsiteY2"/>
                  </a:cxn>
                </a:cxnLst>
                <a:rect l="l" t="t" r="r" b="b"/>
                <a:pathLst>
                  <a:path w="10350" h="3093">
                    <a:moveTo>
                      <a:pt x="5944" y="132"/>
                    </a:moveTo>
                    <a:cubicBezTo>
                      <a:pt x="3126" y="-217"/>
                      <a:pt x="469" y="150"/>
                      <a:pt x="0" y="943"/>
                    </a:cubicBezTo>
                    <a:cubicBezTo>
                      <a:pt x="160" y="4904"/>
                      <a:pt x="18534" y="2646"/>
                      <a:pt x="5944" y="1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6" name="Freeform: Shape 2515">
                <a:extLst>
                  <a:ext uri="{FF2B5EF4-FFF2-40B4-BE49-F238E27FC236}">
                    <a16:creationId xmlns:a16="http://schemas.microsoft.com/office/drawing/2014/main" id="{F1589E3B-79B9-FD4A-90EB-AA6B07F9E330}"/>
                  </a:ext>
                </a:extLst>
              </p:cNvPr>
              <p:cNvSpPr/>
              <p:nvPr/>
            </p:nvSpPr>
            <p:spPr>
              <a:xfrm>
                <a:off x="3256941" y="6992778"/>
                <a:ext cx="11448" cy="3872"/>
              </a:xfrm>
              <a:custGeom>
                <a:avLst/>
                <a:gdLst>
                  <a:gd name="connsiteX0" fmla="*/ 6804 w 11448"/>
                  <a:gd name="connsiteY0" fmla="*/ 16 h 3872"/>
                  <a:gd name="connsiteX1" fmla="*/ 4649 w 11448"/>
                  <a:gd name="connsiteY1" fmla="*/ 3856 h 3872"/>
                  <a:gd name="connsiteX2" fmla="*/ 6804 w 11448"/>
                  <a:gd name="connsiteY2" fmla="*/ 16 h 3872"/>
                </a:gdLst>
                <a:ahLst/>
                <a:cxnLst>
                  <a:cxn ang="0">
                    <a:pos x="connsiteX0" y="connsiteY0"/>
                  </a:cxn>
                  <a:cxn ang="0">
                    <a:pos x="connsiteX1" y="connsiteY1"/>
                  </a:cxn>
                  <a:cxn ang="0">
                    <a:pos x="connsiteX2" y="connsiteY2"/>
                  </a:cxn>
                </a:cxnLst>
                <a:rect l="l" t="t" r="r" b="b"/>
                <a:pathLst>
                  <a:path w="11448" h="3872">
                    <a:moveTo>
                      <a:pt x="6804" y="16"/>
                    </a:moveTo>
                    <a:cubicBezTo>
                      <a:pt x="895" y="-276"/>
                      <a:pt x="-3923" y="3581"/>
                      <a:pt x="4649" y="3856"/>
                    </a:cubicBezTo>
                    <a:cubicBezTo>
                      <a:pt x="10559" y="4153"/>
                      <a:pt x="15365" y="295"/>
                      <a:pt x="6804"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7" name="Freeform: Shape 2516">
                <a:extLst>
                  <a:ext uri="{FF2B5EF4-FFF2-40B4-BE49-F238E27FC236}">
                    <a16:creationId xmlns:a16="http://schemas.microsoft.com/office/drawing/2014/main" id="{D562FAAA-7C3F-C225-18E5-3B76429085A9}"/>
                  </a:ext>
                </a:extLst>
              </p:cNvPr>
              <p:cNvSpPr/>
              <p:nvPr/>
            </p:nvSpPr>
            <p:spPr>
              <a:xfrm>
                <a:off x="3040101" y="7378719"/>
                <a:ext cx="12735" cy="4743"/>
              </a:xfrm>
              <a:custGeom>
                <a:avLst/>
                <a:gdLst>
                  <a:gd name="connsiteX0" fmla="*/ 7668 w 12735"/>
                  <a:gd name="connsiteY0" fmla="*/ 20 h 4743"/>
                  <a:gd name="connsiteX1" fmla="*/ 5073 w 12735"/>
                  <a:gd name="connsiteY1" fmla="*/ 4724 h 4743"/>
                  <a:gd name="connsiteX2" fmla="*/ 7668 w 12735"/>
                  <a:gd name="connsiteY2" fmla="*/ 20 h 4743"/>
                </a:gdLst>
                <a:ahLst/>
                <a:cxnLst>
                  <a:cxn ang="0">
                    <a:pos x="connsiteX0" y="connsiteY0"/>
                  </a:cxn>
                  <a:cxn ang="0">
                    <a:pos x="connsiteX1" y="connsiteY1"/>
                  </a:cxn>
                  <a:cxn ang="0">
                    <a:pos x="connsiteX2" y="connsiteY2"/>
                  </a:cxn>
                </a:cxnLst>
                <a:rect l="l" t="t" r="r" b="b"/>
                <a:pathLst>
                  <a:path w="12735" h="4743">
                    <a:moveTo>
                      <a:pt x="7668" y="20"/>
                    </a:moveTo>
                    <a:cubicBezTo>
                      <a:pt x="1210" y="-346"/>
                      <a:pt x="-4460" y="4369"/>
                      <a:pt x="5073" y="4724"/>
                    </a:cubicBezTo>
                    <a:cubicBezTo>
                      <a:pt x="11531" y="5084"/>
                      <a:pt x="17189" y="375"/>
                      <a:pt x="7668"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8" name="Freeform: Shape 2517">
                <a:extLst>
                  <a:ext uri="{FF2B5EF4-FFF2-40B4-BE49-F238E27FC236}">
                    <a16:creationId xmlns:a16="http://schemas.microsoft.com/office/drawing/2014/main" id="{1F935202-BD4D-9235-C6EA-EEAA8E20205B}"/>
                  </a:ext>
                </a:extLst>
              </p:cNvPr>
              <p:cNvSpPr/>
              <p:nvPr/>
            </p:nvSpPr>
            <p:spPr>
              <a:xfrm>
                <a:off x="3116788" y="7241246"/>
                <a:ext cx="12285" cy="4426"/>
              </a:xfrm>
              <a:custGeom>
                <a:avLst/>
                <a:gdLst>
                  <a:gd name="connsiteX0" fmla="*/ 7373 w 12285"/>
                  <a:gd name="connsiteY0" fmla="*/ 18 h 4426"/>
                  <a:gd name="connsiteX1" fmla="*/ 4921 w 12285"/>
                  <a:gd name="connsiteY1" fmla="*/ 4408 h 4426"/>
                  <a:gd name="connsiteX2" fmla="*/ 7373 w 12285"/>
                  <a:gd name="connsiteY2" fmla="*/ 18 h 4426"/>
                </a:gdLst>
                <a:ahLst/>
                <a:cxnLst>
                  <a:cxn ang="0">
                    <a:pos x="connsiteX0" y="connsiteY0"/>
                  </a:cxn>
                  <a:cxn ang="0">
                    <a:pos x="connsiteX1" y="connsiteY1"/>
                  </a:cxn>
                  <a:cxn ang="0">
                    <a:pos x="connsiteX2" y="connsiteY2"/>
                  </a:cxn>
                </a:cxnLst>
                <a:rect l="l" t="t" r="r" b="b"/>
                <a:pathLst>
                  <a:path w="12285" h="4426">
                    <a:moveTo>
                      <a:pt x="7373" y="18"/>
                    </a:moveTo>
                    <a:cubicBezTo>
                      <a:pt x="1121" y="-319"/>
                      <a:pt x="-4285" y="4076"/>
                      <a:pt x="4921" y="4408"/>
                    </a:cubicBezTo>
                    <a:cubicBezTo>
                      <a:pt x="11168" y="4750"/>
                      <a:pt x="16563" y="350"/>
                      <a:pt x="7373"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9" name="Freeform: Shape 2518">
                <a:extLst>
                  <a:ext uri="{FF2B5EF4-FFF2-40B4-BE49-F238E27FC236}">
                    <a16:creationId xmlns:a16="http://schemas.microsoft.com/office/drawing/2014/main" id="{4C1F374A-FD9C-D84D-A58A-F3C62E31ABE1}"/>
                  </a:ext>
                </a:extLst>
              </p:cNvPr>
              <p:cNvSpPr/>
              <p:nvPr/>
            </p:nvSpPr>
            <p:spPr>
              <a:xfrm>
                <a:off x="3189159" y="7112877"/>
                <a:ext cx="11855" cy="4137"/>
              </a:xfrm>
              <a:custGeom>
                <a:avLst/>
                <a:gdLst>
                  <a:gd name="connsiteX0" fmla="*/ 7085 w 11855"/>
                  <a:gd name="connsiteY0" fmla="*/ 17 h 4137"/>
                  <a:gd name="connsiteX1" fmla="*/ 4776 w 11855"/>
                  <a:gd name="connsiteY1" fmla="*/ 4121 h 4137"/>
                  <a:gd name="connsiteX2" fmla="*/ 7085 w 11855"/>
                  <a:gd name="connsiteY2" fmla="*/ 17 h 4137"/>
                </a:gdLst>
                <a:ahLst/>
                <a:cxnLst>
                  <a:cxn ang="0">
                    <a:pos x="connsiteX0" y="connsiteY0"/>
                  </a:cxn>
                  <a:cxn ang="0">
                    <a:pos x="connsiteX1" y="connsiteY1"/>
                  </a:cxn>
                  <a:cxn ang="0">
                    <a:pos x="connsiteX2" y="connsiteY2"/>
                  </a:cxn>
                </a:cxnLst>
                <a:rect l="l" t="t" r="r" b="b"/>
                <a:pathLst>
                  <a:path w="11855" h="4137">
                    <a:moveTo>
                      <a:pt x="7085" y="17"/>
                    </a:moveTo>
                    <a:cubicBezTo>
                      <a:pt x="1016" y="-297"/>
                      <a:pt x="-4105" y="3818"/>
                      <a:pt x="4776" y="4121"/>
                    </a:cubicBezTo>
                    <a:cubicBezTo>
                      <a:pt x="10840" y="4435"/>
                      <a:pt x="15955" y="321"/>
                      <a:pt x="7085"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0" name="Freeform: Shape 2519">
                <a:extLst>
                  <a:ext uri="{FF2B5EF4-FFF2-40B4-BE49-F238E27FC236}">
                    <a16:creationId xmlns:a16="http://schemas.microsoft.com/office/drawing/2014/main" id="{420FC93C-AB69-9AC9-10B6-FD1134A28383}"/>
                  </a:ext>
                </a:extLst>
              </p:cNvPr>
              <p:cNvSpPr/>
              <p:nvPr/>
            </p:nvSpPr>
            <p:spPr>
              <a:xfrm>
                <a:off x="3669121" y="6300971"/>
                <a:ext cx="9244" cy="3666"/>
              </a:xfrm>
              <a:custGeom>
                <a:avLst/>
                <a:gdLst>
                  <a:gd name="connsiteX0" fmla="*/ 5241 w 9244"/>
                  <a:gd name="connsiteY0" fmla="*/ 2845 h 3666"/>
                  <a:gd name="connsiteX1" fmla="*/ 0 w 9244"/>
                  <a:gd name="connsiteY1" fmla="*/ 273 h 3666"/>
                  <a:gd name="connsiteX2" fmla="*/ 5241 w 9244"/>
                  <a:gd name="connsiteY2" fmla="*/ 2845 h 3666"/>
                </a:gdLst>
                <a:ahLst/>
                <a:cxnLst>
                  <a:cxn ang="0">
                    <a:pos x="connsiteX0" y="connsiteY0"/>
                  </a:cxn>
                  <a:cxn ang="0">
                    <a:pos x="connsiteX1" y="connsiteY1"/>
                  </a:cxn>
                  <a:cxn ang="0">
                    <a:pos x="connsiteX2" y="connsiteY2"/>
                  </a:cxn>
                </a:cxnLst>
                <a:rect l="l" t="t" r="r" b="b"/>
                <a:pathLst>
                  <a:path w="9244" h="3666">
                    <a:moveTo>
                      <a:pt x="5241" y="2845"/>
                    </a:moveTo>
                    <a:cubicBezTo>
                      <a:pt x="2715" y="2005"/>
                      <a:pt x="371" y="845"/>
                      <a:pt x="0" y="273"/>
                    </a:cubicBezTo>
                    <a:cubicBezTo>
                      <a:pt x="817" y="-1504"/>
                      <a:pt x="16385" y="6102"/>
                      <a:pt x="5241" y="28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1" name="Freeform: Shape 2520">
                <a:extLst>
                  <a:ext uri="{FF2B5EF4-FFF2-40B4-BE49-F238E27FC236}">
                    <a16:creationId xmlns:a16="http://schemas.microsoft.com/office/drawing/2014/main" id="{3CB5E7FD-C9BE-CBA8-6D3E-1BA6DFD226D2}"/>
                  </a:ext>
                </a:extLst>
              </p:cNvPr>
              <p:cNvSpPr/>
              <p:nvPr/>
            </p:nvSpPr>
            <p:spPr>
              <a:xfrm>
                <a:off x="3884118" y="6324961"/>
                <a:ext cx="7825" cy="3007"/>
              </a:xfrm>
              <a:custGeom>
                <a:avLst/>
                <a:gdLst>
                  <a:gd name="connsiteX0" fmla="*/ 4419 w 7825"/>
                  <a:gd name="connsiteY0" fmla="*/ 652 h 3007"/>
                  <a:gd name="connsiteX1" fmla="*/ 3408 w 7825"/>
                  <a:gd name="connsiteY1" fmla="*/ 2367 h 3007"/>
                  <a:gd name="connsiteX2" fmla="*/ 4419 w 7825"/>
                  <a:gd name="connsiteY2" fmla="*/ 652 h 3007"/>
                </a:gdLst>
                <a:ahLst/>
                <a:cxnLst>
                  <a:cxn ang="0">
                    <a:pos x="connsiteX0" y="connsiteY0"/>
                  </a:cxn>
                  <a:cxn ang="0">
                    <a:pos x="connsiteX1" y="connsiteY1"/>
                  </a:cxn>
                  <a:cxn ang="0">
                    <a:pos x="connsiteX2" y="connsiteY2"/>
                  </a:cxn>
                </a:cxnLst>
                <a:rect l="l" t="t" r="r" b="b"/>
                <a:pathLst>
                  <a:path w="7825" h="3007">
                    <a:moveTo>
                      <a:pt x="4419" y="652"/>
                    </a:moveTo>
                    <a:cubicBezTo>
                      <a:pt x="430" y="1778"/>
                      <a:pt x="-2644" y="4144"/>
                      <a:pt x="3408" y="2367"/>
                    </a:cubicBezTo>
                    <a:cubicBezTo>
                      <a:pt x="7391" y="1229"/>
                      <a:pt x="10472" y="-1148"/>
                      <a:pt x="4419" y="65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2" name="Freeform: Shape 2521">
                <a:extLst>
                  <a:ext uri="{FF2B5EF4-FFF2-40B4-BE49-F238E27FC236}">
                    <a16:creationId xmlns:a16="http://schemas.microsoft.com/office/drawing/2014/main" id="{C5CB66A6-DE5F-A6FF-5E8A-AA74579500AF}"/>
                  </a:ext>
                </a:extLst>
              </p:cNvPr>
              <p:cNvSpPr/>
              <p:nvPr/>
            </p:nvSpPr>
            <p:spPr>
              <a:xfrm>
                <a:off x="3914414" y="6275869"/>
                <a:ext cx="7855" cy="2989"/>
              </a:xfrm>
              <a:custGeom>
                <a:avLst/>
                <a:gdLst>
                  <a:gd name="connsiteX0" fmla="*/ 4383 w 7855"/>
                  <a:gd name="connsiteY0" fmla="*/ 750 h 2989"/>
                  <a:gd name="connsiteX1" fmla="*/ 0 w 7855"/>
                  <a:gd name="connsiteY1" fmla="*/ 2801 h 2989"/>
                  <a:gd name="connsiteX2" fmla="*/ 4383 w 7855"/>
                  <a:gd name="connsiteY2" fmla="*/ 750 h 2989"/>
                </a:gdLst>
                <a:ahLst/>
                <a:cxnLst>
                  <a:cxn ang="0">
                    <a:pos x="connsiteX0" y="connsiteY0"/>
                  </a:cxn>
                  <a:cxn ang="0">
                    <a:pos x="connsiteX1" y="connsiteY1"/>
                  </a:cxn>
                  <a:cxn ang="0">
                    <a:pos x="connsiteX2" y="connsiteY2"/>
                  </a:cxn>
                </a:cxnLst>
                <a:rect l="l" t="t" r="r" b="b"/>
                <a:pathLst>
                  <a:path w="7855" h="2989">
                    <a:moveTo>
                      <a:pt x="4383" y="750"/>
                    </a:moveTo>
                    <a:cubicBezTo>
                      <a:pt x="2235" y="1464"/>
                      <a:pt x="274" y="2379"/>
                      <a:pt x="0" y="2801"/>
                    </a:cubicBezTo>
                    <a:cubicBezTo>
                      <a:pt x="812" y="4128"/>
                      <a:pt x="13945" y="-2085"/>
                      <a:pt x="4383" y="7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3" name="Freeform: Shape 2522">
                <a:extLst>
                  <a:ext uri="{FF2B5EF4-FFF2-40B4-BE49-F238E27FC236}">
                    <a16:creationId xmlns:a16="http://schemas.microsoft.com/office/drawing/2014/main" id="{E60550CD-A4CA-AA61-53F8-4D951BBDC379}"/>
                  </a:ext>
                </a:extLst>
              </p:cNvPr>
              <p:cNvSpPr/>
              <p:nvPr/>
            </p:nvSpPr>
            <p:spPr>
              <a:xfrm>
                <a:off x="3999151" y="6147148"/>
                <a:ext cx="7361" cy="3173"/>
              </a:xfrm>
              <a:custGeom>
                <a:avLst/>
                <a:gdLst>
                  <a:gd name="connsiteX0" fmla="*/ 4080 w 7361"/>
                  <a:gd name="connsiteY0" fmla="*/ 928 h 3173"/>
                  <a:gd name="connsiteX1" fmla="*/ 0 w 7361"/>
                  <a:gd name="connsiteY1" fmla="*/ 3054 h 3173"/>
                  <a:gd name="connsiteX2" fmla="*/ 4080 w 7361"/>
                  <a:gd name="connsiteY2" fmla="*/ 928 h 3173"/>
                </a:gdLst>
                <a:ahLst/>
                <a:cxnLst>
                  <a:cxn ang="0">
                    <a:pos x="connsiteX0" y="connsiteY0"/>
                  </a:cxn>
                  <a:cxn ang="0">
                    <a:pos x="connsiteX1" y="connsiteY1"/>
                  </a:cxn>
                  <a:cxn ang="0">
                    <a:pos x="connsiteX2" y="connsiteY2"/>
                  </a:cxn>
                </a:cxnLst>
                <a:rect l="l" t="t" r="r" b="b"/>
                <a:pathLst>
                  <a:path w="7361" h="3173">
                    <a:moveTo>
                      <a:pt x="4080" y="928"/>
                    </a:moveTo>
                    <a:cubicBezTo>
                      <a:pt x="2063" y="1728"/>
                      <a:pt x="240" y="2671"/>
                      <a:pt x="0" y="3054"/>
                    </a:cubicBezTo>
                    <a:cubicBezTo>
                      <a:pt x="829" y="4117"/>
                      <a:pt x="13070" y="-2330"/>
                      <a:pt x="4080" y="9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4" name="Freeform: Shape 2523">
                <a:extLst>
                  <a:ext uri="{FF2B5EF4-FFF2-40B4-BE49-F238E27FC236}">
                    <a16:creationId xmlns:a16="http://schemas.microsoft.com/office/drawing/2014/main" id="{26C55802-C9BB-3AA0-89E0-DBFB670B16DD}"/>
                  </a:ext>
                </a:extLst>
              </p:cNvPr>
              <p:cNvSpPr/>
              <p:nvPr/>
            </p:nvSpPr>
            <p:spPr>
              <a:xfrm>
                <a:off x="3852824" y="6376489"/>
                <a:ext cx="8198" cy="2662"/>
              </a:xfrm>
              <a:custGeom>
                <a:avLst/>
                <a:gdLst>
                  <a:gd name="connsiteX0" fmla="*/ 4589 w 8198"/>
                  <a:gd name="connsiteY0" fmla="*/ 782 h 2662"/>
                  <a:gd name="connsiteX1" fmla="*/ 0 w 8198"/>
                  <a:gd name="connsiteY1" fmla="*/ 2571 h 2662"/>
                  <a:gd name="connsiteX2" fmla="*/ 4589 w 8198"/>
                  <a:gd name="connsiteY2" fmla="*/ 782 h 2662"/>
                </a:gdLst>
                <a:ahLst/>
                <a:cxnLst>
                  <a:cxn ang="0">
                    <a:pos x="connsiteX0" y="connsiteY0"/>
                  </a:cxn>
                  <a:cxn ang="0">
                    <a:pos x="connsiteX1" y="connsiteY1"/>
                  </a:cxn>
                  <a:cxn ang="0">
                    <a:pos x="connsiteX2" y="connsiteY2"/>
                  </a:cxn>
                </a:cxnLst>
                <a:rect l="l" t="t" r="r" b="b"/>
                <a:pathLst>
                  <a:path w="8198" h="2662">
                    <a:moveTo>
                      <a:pt x="4589" y="782"/>
                    </a:moveTo>
                    <a:cubicBezTo>
                      <a:pt x="2349" y="1456"/>
                      <a:pt x="291" y="2257"/>
                      <a:pt x="0" y="2571"/>
                    </a:cubicBezTo>
                    <a:cubicBezTo>
                      <a:pt x="771" y="3417"/>
                      <a:pt x="14567" y="-1949"/>
                      <a:pt x="4589" y="7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5" name="Freeform: Shape 2524">
                <a:extLst>
                  <a:ext uri="{FF2B5EF4-FFF2-40B4-BE49-F238E27FC236}">
                    <a16:creationId xmlns:a16="http://schemas.microsoft.com/office/drawing/2014/main" id="{2BE43EA2-EAF6-1894-3AF0-5E01D80425C6}"/>
                  </a:ext>
                </a:extLst>
              </p:cNvPr>
              <p:cNvSpPr/>
              <p:nvPr/>
            </p:nvSpPr>
            <p:spPr>
              <a:xfrm>
                <a:off x="3943858" y="6231167"/>
                <a:ext cx="7686" cy="3019"/>
              </a:xfrm>
              <a:custGeom>
                <a:avLst/>
                <a:gdLst>
                  <a:gd name="connsiteX0" fmla="*/ 4280 w 7686"/>
                  <a:gd name="connsiteY0" fmla="*/ 829 h 3019"/>
                  <a:gd name="connsiteX1" fmla="*/ 0 w 7686"/>
                  <a:gd name="connsiteY1" fmla="*/ 2875 h 3019"/>
                  <a:gd name="connsiteX2" fmla="*/ 4280 w 7686"/>
                  <a:gd name="connsiteY2" fmla="*/ 829 h 3019"/>
                </a:gdLst>
                <a:ahLst/>
                <a:cxnLst>
                  <a:cxn ang="0">
                    <a:pos x="connsiteX0" y="connsiteY0"/>
                  </a:cxn>
                  <a:cxn ang="0">
                    <a:pos x="connsiteX1" y="connsiteY1"/>
                  </a:cxn>
                  <a:cxn ang="0">
                    <a:pos x="connsiteX2" y="connsiteY2"/>
                  </a:cxn>
                </a:cxnLst>
                <a:rect l="l" t="t" r="r" b="b"/>
                <a:pathLst>
                  <a:path w="7686" h="3019">
                    <a:moveTo>
                      <a:pt x="4280" y="829"/>
                    </a:moveTo>
                    <a:cubicBezTo>
                      <a:pt x="2177" y="1572"/>
                      <a:pt x="263" y="2480"/>
                      <a:pt x="0" y="2875"/>
                    </a:cubicBezTo>
                    <a:cubicBezTo>
                      <a:pt x="812" y="4029"/>
                      <a:pt x="13647" y="-2172"/>
                      <a:pt x="4280" y="8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6" name="Freeform: Shape 2525">
                <a:extLst>
                  <a:ext uri="{FF2B5EF4-FFF2-40B4-BE49-F238E27FC236}">
                    <a16:creationId xmlns:a16="http://schemas.microsoft.com/office/drawing/2014/main" id="{FD858B42-22FF-4046-78DA-F34E92938CEA}"/>
                  </a:ext>
                </a:extLst>
              </p:cNvPr>
              <p:cNvSpPr/>
              <p:nvPr/>
            </p:nvSpPr>
            <p:spPr>
              <a:xfrm>
                <a:off x="3819117" y="6388606"/>
                <a:ext cx="8390" cy="1796"/>
              </a:xfrm>
              <a:custGeom>
                <a:avLst/>
                <a:gdLst>
                  <a:gd name="connsiteX0" fmla="*/ 4721 w 8390"/>
                  <a:gd name="connsiteY0" fmla="*/ 981 h 1796"/>
                  <a:gd name="connsiteX1" fmla="*/ 0 w 8390"/>
                  <a:gd name="connsiteY1" fmla="*/ 1793 h 1796"/>
                  <a:gd name="connsiteX2" fmla="*/ 4721 w 8390"/>
                  <a:gd name="connsiteY2" fmla="*/ 981 h 1796"/>
                </a:gdLst>
                <a:ahLst/>
                <a:cxnLst>
                  <a:cxn ang="0">
                    <a:pos x="connsiteX0" y="connsiteY0"/>
                  </a:cxn>
                  <a:cxn ang="0">
                    <a:pos x="connsiteX1" y="connsiteY1"/>
                  </a:cxn>
                  <a:cxn ang="0">
                    <a:pos x="connsiteX2" y="connsiteY2"/>
                  </a:cxn>
                </a:cxnLst>
                <a:rect l="l" t="t" r="r" b="b"/>
                <a:pathLst>
                  <a:path w="8390" h="1796">
                    <a:moveTo>
                      <a:pt x="4721" y="981"/>
                    </a:moveTo>
                    <a:cubicBezTo>
                      <a:pt x="2429" y="1478"/>
                      <a:pt x="320" y="1838"/>
                      <a:pt x="0" y="1793"/>
                    </a:cubicBezTo>
                    <a:cubicBezTo>
                      <a:pt x="560" y="1158"/>
                      <a:pt x="14968" y="-1368"/>
                      <a:pt x="4721" y="9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7" name="Freeform: Shape 2526">
                <a:extLst>
                  <a:ext uri="{FF2B5EF4-FFF2-40B4-BE49-F238E27FC236}">
                    <a16:creationId xmlns:a16="http://schemas.microsoft.com/office/drawing/2014/main" id="{4D215CAA-738B-EEF9-3C52-68854CC6EE6E}"/>
                  </a:ext>
                </a:extLst>
              </p:cNvPr>
              <p:cNvSpPr/>
              <p:nvPr/>
            </p:nvSpPr>
            <p:spPr>
              <a:xfrm>
                <a:off x="3708834" y="6398300"/>
                <a:ext cx="9011" cy="2824"/>
              </a:xfrm>
              <a:custGeom>
                <a:avLst/>
                <a:gdLst>
                  <a:gd name="connsiteX0" fmla="*/ 5086 w 9011"/>
                  <a:gd name="connsiteY0" fmla="*/ 2820 h 2824"/>
                  <a:gd name="connsiteX1" fmla="*/ 0 w 9011"/>
                  <a:gd name="connsiteY1" fmla="*/ 1117 h 2824"/>
                  <a:gd name="connsiteX2" fmla="*/ 5086 w 9011"/>
                  <a:gd name="connsiteY2" fmla="*/ 2820 h 2824"/>
                </a:gdLst>
                <a:ahLst/>
                <a:cxnLst>
                  <a:cxn ang="0">
                    <a:pos x="connsiteX0" y="connsiteY0"/>
                  </a:cxn>
                  <a:cxn ang="0">
                    <a:pos x="connsiteX1" y="connsiteY1"/>
                  </a:cxn>
                  <a:cxn ang="0">
                    <a:pos x="connsiteX2" y="connsiteY2"/>
                  </a:cxn>
                </a:cxnLst>
                <a:rect l="l" t="t" r="r" b="b"/>
                <a:pathLst>
                  <a:path w="9011" h="2824">
                    <a:moveTo>
                      <a:pt x="5086" y="2820"/>
                    </a:moveTo>
                    <a:cubicBezTo>
                      <a:pt x="2629" y="2620"/>
                      <a:pt x="354" y="1871"/>
                      <a:pt x="0" y="1117"/>
                    </a:cubicBezTo>
                    <a:cubicBezTo>
                      <a:pt x="543" y="-2221"/>
                      <a:pt x="16082" y="3003"/>
                      <a:pt x="5086" y="28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8" name="Freeform: Shape 2527">
                <a:extLst>
                  <a:ext uri="{FF2B5EF4-FFF2-40B4-BE49-F238E27FC236}">
                    <a16:creationId xmlns:a16="http://schemas.microsoft.com/office/drawing/2014/main" id="{9A5522ED-2DDD-A591-4D30-1382883EF7E8}"/>
                  </a:ext>
                </a:extLst>
              </p:cNvPr>
              <p:cNvSpPr/>
              <p:nvPr/>
            </p:nvSpPr>
            <p:spPr>
              <a:xfrm>
                <a:off x="3972176" y="6188908"/>
                <a:ext cx="7523" cy="3091"/>
              </a:xfrm>
              <a:custGeom>
                <a:avLst/>
                <a:gdLst>
                  <a:gd name="connsiteX0" fmla="*/ 4183 w 7523"/>
                  <a:gd name="connsiteY0" fmla="*/ 894 h 3091"/>
                  <a:gd name="connsiteX1" fmla="*/ 0 w 7523"/>
                  <a:gd name="connsiteY1" fmla="*/ 2969 h 3091"/>
                  <a:gd name="connsiteX2" fmla="*/ 4183 w 7523"/>
                  <a:gd name="connsiteY2" fmla="*/ 894 h 3091"/>
                </a:gdLst>
                <a:ahLst/>
                <a:cxnLst>
                  <a:cxn ang="0">
                    <a:pos x="connsiteX0" y="connsiteY0"/>
                  </a:cxn>
                  <a:cxn ang="0">
                    <a:pos x="connsiteX1" y="connsiteY1"/>
                  </a:cxn>
                  <a:cxn ang="0">
                    <a:pos x="connsiteX2" y="connsiteY2"/>
                  </a:cxn>
                </a:cxnLst>
                <a:rect l="l" t="t" r="r" b="b"/>
                <a:pathLst>
                  <a:path w="7523" h="3091">
                    <a:moveTo>
                      <a:pt x="4183" y="894"/>
                    </a:moveTo>
                    <a:cubicBezTo>
                      <a:pt x="2126" y="1665"/>
                      <a:pt x="251" y="2591"/>
                      <a:pt x="0" y="2969"/>
                    </a:cubicBezTo>
                    <a:cubicBezTo>
                      <a:pt x="817" y="4032"/>
                      <a:pt x="13356" y="-2261"/>
                      <a:pt x="4183" y="8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9" name="Freeform: Shape 2528">
                <a:extLst>
                  <a:ext uri="{FF2B5EF4-FFF2-40B4-BE49-F238E27FC236}">
                    <a16:creationId xmlns:a16="http://schemas.microsoft.com/office/drawing/2014/main" id="{D524A720-34BE-010B-F5C1-81B7D4DDCB21}"/>
                  </a:ext>
                </a:extLst>
              </p:cNvPr>
              <p:cNvSpPr/>
              <p:nvPr/>
            </p:nvSpPr>
            <p:spPr>
              <a:xfrm>
                <a:off x="3627953" y="6337685"/>
                <a:ext cx="9244" cy="4413"/>
              </a:xfrm>
              <a:custGeom>
                <a:avLst/>
                <a:gdLst>
                  <a:gd name="connsiteX0" fmla="*/ 5329 w 9244"/>
                  <a:gd name="connsiteY0" fmla="*/ 883 h 4413"/>
                  <a:gd name="connsiteX1" fmla="*/ 3917 w 9244"/>
                  <a:gd name="connsiteY1" fmla="*/ 3518 h 4413"/>
                  <a:gd name="connsiteX2" fmla="*/ 5329 w 9244"/>
                  <a:gd name="connsiteY2" fmla="*/ 883 h 4413"/>
                </a:gdLst>
                <a:ahLst/>
                <a:cxnLst>
                  <a:cxn ang="0">
                    <a:pos x="connsiteX0" y="connsiteY0"/>
                  </a:cxn>
                  <a:cxn ang="0">
                    <a:pos x="connsiteX1" y="connsiteY1"/>
                  </a:cxn>
                  <a:cxn ang="0">
                    <a:pos x="connsiteX2" y="connsiteY2"/>
                  </a:cxn>
                </a:cxnLst>
                <a:rect l="l" t="t" r="r" b="b"/>
                <a:pathLst>
                  <a:path w="9244" h="4413">
                    <a:moveTo>
                      <a:pt x="5329" y="883"/>
                    </a:moveTo>
                    <a:cubicBezTo>
                      <a:pt x="-449" y="-1380"/>
                      <a:pt x="-2403" y="1146"/>
                      <a:pt x="3917" y="3518"/>
                    </a:cubicBezTo>
                    <a:cubicBezTo>
                      <a:pt x="9713" y="5798"/>
                      <a:pt x="11633" y="3284"/>
                      <a:pt x="5329" y="88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0" name="Freeform: Shape 2529">
                <a:extLst>
                  <a:ext uri="{FF2B5EF4-FFF2-40B4-BE49-F238E27FC236}">
                    <a16:creationId xmlns:a16="http://schemas.microsoft.com/office/drawing/2014/main" id="{2BAD6EFC-8C21-5E55-85AF-384B056EAF12}"/>
                  </a:ext>
                </a:extLst>
              </p:cNvPr>
              <p:cNvSpPr/>
              <p:nvPr/>
            </p:nvSpPr>
            <p:spPr>
              <a:xfrm>
                <a:off x="3746385" y="6393843"/>
                <a:ext cx="8545" cy="1197"/>
              </a:xfrm>
              <a:custGeom>
                <a:avLst/>
                <a:gdLst>
                  <a:gd name="connsiteX0" fmla="*/ 4889 w 8545"/>
                  <a:gd name="connsiteY0" fmla="*/ 2 h 1197"/>
                  <a:gd name="connsiteX1" fmla="*/ 3660 w 8545"/>
                  <a:gd name="connsiteY1" fmla="*/ 1196 h 1197"/>
                  <a:gd name="connsiteX2" fmla="*/ 4889 w 8545"/>
                  <a:gd name="connsiteY2" fmla="*/ 2 h 1197"/>
                </a:gdLst>
                <a:ahLst/>
                <a:cxnLst>
                  <a:cxn ang="0">
                    <a:pos x="connsiteX0" y="connsiteY0"/>
                  </a:cxn>
                  <a:cxn ang="0">
                    <a:pos x="connsiteX1" y="connsiteY1"/>
                  </a:cxn>
                  <a:cxn ang="0">
                    <a:pos x="connsiteX2" y="connsiteY2"/>
                  </a:cxn>
                </a:cxnLst>
                <a:rect l="l" t="t" r="r" b="b"/>
                <a:pathLst>
                  <a:path w="8545" h="1197">
                    <a:moveTo>
                      <a:pt x="4889" y="2"/>
                    </a:moveTo>
                    <a:cubicBezTo>
                      <a:pt x="351" y="-49"/>
                      <a:pt x="-2786" y="1168"/>
                      <a:pt x="3660" y="1196"/>
                    </a:cubicBezTo>
                    <a:cubicBezTo>
                      <a:pt x="8186" y="1242"/>
                      <a:pt x="11335" y="-4"/>
                      <a:pt x="4889"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1" name="Freeform: Shape 2530">
                <a:extLst>
                  <a:ext uri="{FF2B5EF4-FFF2-40B4-BE49-F238E27FC236}">
                    <a16:creationId xmlns:a16="http://schemas.microsoft.com/office/drawing/2014/main" id="{FDD67ABB-6645-9C88-BFE1-FA586899B0E5}"/>
                  </a:ext>
                </a:extLst>
              </p:cNvPr>
              <p:cNvSpPr/>
              <p:nvPr/>
            </p:nvSpPr>
            <p:spPr>
              <a:xfrm>
                <a:off x="3783307" y="6381335"/>
                <a:ext cx="8584" cy="824"/>
              </a:xfrm>
              <a:custGeom>
                <a:avLst/>
                <a:gdLst>
                  <a:gd name="connsiteX0" fmla="*/ 4846 w 8584"/>
                  <a:gd name="connsiteY0" fmla="*/ 484 h 824"/>
                  <a:gd name="connsiteX1" fmla="*/ 0 w 8584"/>
                  <a:gd name="connsiteY1" fmla="*/ 816 h 824"/>
                  <a:gd name="connsiteX2" fmla="*/ 4846 w 8584"/>
                  <a:gd name="connsiteY2" fmla="*/ 484 h 824"/>
                </a:gdLst>
                <a:ahLst/>
                <a:cxnLst>
                  <a:cxn ang="0">
                    <a:pos x="connsiteX0" y="connsiteY0"/>
                  </a:cxn>
                  <a:cxn ang="0">
                    <a:pos x="connsiteX1" y="connsiteY1"/>
                  </a:cxn>
                  <a:cxn ang="0">
                    <a:pos x="connsiteX2" y="connsiteY2"/>
                  </a:cxn>
                </a:cxnLst>
                <a:rect l="l" t="t" r="r" b="b"/>
                <a:pathLst>
                  <a:path w="8584" h="824">
                    <a:moveTo>
                      <a:pt x="4846" y="484"/>
                    </a:moveTo>
                    <a:cubicBezTo>
                      <a:pt x="2503" y="713"/>
                      <a:pt x="331" y="862"/>
                      <a:pt x="0" y="816"/>
                    </a:cubicBezTo>
                    <a:cubicBezTo>
                      <a:pt x="623" y="445"/>
                      <a:pt x="15282" y="-612"/>
                      <a:pt x="4846" y="48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2" name="Freeform: Shape 2531">
                <a:extLst>
                  <a:ext uri="{FF2B5EF4-FFF2-40B4-BE49-F238E27FC236}">
                    <a16:creationId xmlns:a16="http://schemas.microsoft.com/office/drawing/2014/main" id="{52CE997A-6A7E-424A-6FBD-0EE1202EEDBA}"/>
                  </a:ext>
                </a:extLst>
              </p:cNvPr>
              <p:cNvSpPr/>
              <p:nvPr/>
            </p:nvSpPr>
            <p:spPr>
              <a:xfrm>
                <a:off x="2959692" y="7526065"/>
                <a:ext cx="12549" cy="5207"/>
              </a:xfrm>
              <a:custGeom>
                <a:avLst/>
                <a:gdLst>
                  <a:gd name="connsiteX0" fmla="*/ 7638 w 12549"/>
                  <a:gd name="connsiteY0" fmla="*/ 81 h 5207"/>
                  <a:gd name="connsiteX1" fmla="*/ 4918 w 12549"/>
                  <a:gd name="connsiteY1" fmla="*/ 5127 h 5207"/>
                  <a:gd name="connsiteX2" fmla="*/ 7638 w 12549"/>
                  <a:gd name="connsiteY2" fmla="*/ 81 h 5207"/>
                </a:gdLst>
                <a:ahLst/>
                <a:cxnLst>
                  <a:cxn ang="0">
                    <a:pos x="connsiteX0" y="connsiteY0"/>
                  </a:cxn>
                  <a:cxn ang="0">
                    <a:pos x="connsiteX1" y="connsiteY1"/>
                  </a:cxn>
                  <a:cxn ang="0">
                    <a:pos x="connsiteX2" y="connsiteY2"/>
                  </a:cxn>
                </a:cxnLst>
                <a:rect l="l" t="t" r="r" b="b"/>
                <a:pathLst>
                  <a:path w="12549" h="5207">
                    <a:moveTo>
                      <a:pt x="7638" y="81"/>
                    </a:moveTo>
                    <a:cubicBezTo>
                      <a:pt x="1689" y="-748"/>
                      <a:pt x="-4661" y="5076"/>
                      <a:pt x="4918" y="5127"/>
                    </a:cubicBezTo>
                    <a:cubicBezTo>
                      <a:pt x="10855" y="5955"/>
                      <a:pt x="17211" y="132"/>
                      <a:pt x="7638" y="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3" name="Freeform: Shape 2532">
                <a:extLst>
                  <a:ext uri="{FF2B5EF4-FFF2-40B4-BE49-F238E27FC236}">
                    <a16:creationId xmlns:a16="http://schemas.microsoft.com/office/drawing/2014/main" id="{E8BF04F1-15AB-38DF-8F6C-9483EAAEC99D}"/>
                  </a:ext>
                </a:extLst>
              </p:cNvPr>
              <p:cNvSpPr/>
              <p:nvPr/>
            </p:nvSpPr>
            <p:spPr>
              <a:xfrm>
                <a:off x="3828937" y="6136652"/>
                <a:ext cx="6847" cy="1915"/>
              </a:xfrm>
              <a:custGeom>
                <a:avLst/>
                <a:gdLst>
                  <a:gd name="connsiteX0" fmla="*/ 3999 w 6847"/>
                  <a:gd name="connsiteY0" fmla="*/ 308 h 1915"/>
                  <a:gd name="connsiteX1" fmla="*/ 672 w 6847"/>
                  <a:gd name="connsiteY1" fmla="*/ 977 h 1915"/>
                  <a:gd name="connsiteX2" fmla="*/ 3999 w 6847"/>
                  <a:gd name="connsiteY2" fmla="*/ 308 h 1915"/>
                </a:gdLst>
                <a:ahLst/>
                <a:cxnLst>
                  <a:cxn ang="0">
                    <a:pos x="connsiteX0" y="connsiteY0"/>
                  </a:cxn>
                  <a:cxn ang="0">
                    <a:pos x="connsiteX1" y="connsiteY1"/>
                  </a:cxn>
                  <a:cxn ang="0">
                    <a:pos x="connsiteX2" y="connsiteY2"/>
                  </a:cxn>
                </a:cxnLst>
                <a:rect l="l" t="t" r="r" b="b"/>
                <a:pathLst>
                  <a:path w="6847" h="1915">
                    <a:moveTo>
                      <a:pt x="3999" y="308"/>
                    </a:moveTo>
                    <a:cubicBezTo>
                      <a:pt x="2970" y="23"/>
                      <a:pt x="-1722" y="-446"/>
                      <a:pt x="672" y="977"/>
                    </a:cubicBezTo>
                    <a:cubicBezTo>
                      <a:pt x="3113" y="2566"/>
                      <a:pt x="11039" y="2000"/>
                      <a:pt x="3999" y="3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4" name="Freeform: Shape 2533">
                <a:extLst>
                  <a:ext uri="{FF2B5EF4-FFF2-40B4-BE49-F238E27FC236}">
                    <a16:creationId xmlns:a16="http://schemas.microsoft.com/office/drawing/2014/main" id="{A4FD73E3-A35C-7612-924C-966D0FFB7FA1}"/>
                  </a:ext>
                </a:extLst>
              </p:cNvPr>
              <p:cNvSpPr/>
              <p:nvPr/>
            </p:nvSpPr>
            <p:spPr>
              <a:xfrm>
                <a:off x="3265304" y="6472053"/>
                <a:ext cx="9889" cy="3105"/>
              </a:xfrm>
              <a:custGeom>
                <a:avLst/>
                <a:gdLst>
                  <a:gd name="connsiteX0" fmla="*/ 5876 w 9889"/>
                  <a:gd name="connsiteY0" fmla="*/ 7 h 3105"/>
                  <a:gd name="connsiteX1" fmla="*/ 4013 w 9889"/>
                  <a:gd name="connsiteY1" fmla="*/ 3098 h 3105"/>
                  <a:gd name="connsiteX2" fmla="*/ 5876 w 9889"/>
                  <a:gd name="connsiteY2" fmla="*/ 7 h 3105"/>
                </a:gdLst>
                <a:ahLst/>
                <a:cxnLst>
                  <a:cxn ang="0">
                    <a:pos x="connsiteX0" y="connsiteY0"/>
                  </a:cxn>
                  <a:cxn ang="0">
                    <a:pos x="connsiteX1" y="connsiteY1"/>
                  </a:cxn>
                  <a:cxn ang="0">
                    <a:pos x="connsiteX2" y="connsiteY2"/>
                  </a:cxn>
                </a:cxnLst>
                <a:rect l="l" t="t" r="r" b="b"/>
                <a:pathLst>
                  <a:path w="9889" h="3105">
                    <a:moveTo>
                      <a:pt x="5876" y="7"/>
                    </a:moveTo>
                    <a:cubicBezTo>
                      <a:pt x="938" y="46"/>
                      <a:pt x="-3491" y="3281"/>
                      <a:pt x="4013" y="3098"/>
                    </a:cubicBezTo>
                    <a:cubicBezTo>
                      <a:pt x="8973" y="3075"/>
                      <a:pt x="13368" y="-165"/>
                      <a:pt x="5876" y="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5" name="Freeform: Shape 2534">
                <a:extLst>
                  <a:ext uri="{FF2B5EF4-FFF2-40B4-BE49-F238E27FC236}">
                    <a16:creationId xmlns:a16="http://schemas.microsoft.com/office/drawing/2014/main" id="{C89EE00F-CE10-4990-E081-DF78FFEC2799}"/>
                  </a:ext>
                </a:extLst>
              </p:cNvPr>
              <p:cNvSpPr/>
              <p:nvPr/>
            </p:nvSpPr>
            <p:spPr>
              <a:xfrm>
                <a:off x="3082817" y="6773219"/>
                <a:ext cx="10793" cy="3557"/>
              </a:xfrm>
              <a:custGeom>
                <a:avLst/>
                <a:gdLst>
                  <a:gd name="connsiteX0" fmla="*/ 6460 w 10793"/>
                  <a:gd name="connsiteY0" fmla="*/ 21 h 3557"/>
                  <a:gd name="connsiteX1" fmla="*/ 4334 w 10793"/>
                  <a:gd name="connsiteY1" fmla="*/ 3537 h 3557"/>
                  <a:gd name="connsiteX2" fmla="*/ 6460 w 10793"/>
                  <a:gd name="connsiteY2" fmla="*/ 21 h 3557"/>
                </a:gdLst>
                <a:ahLst/>
                <a:cxnLst>
                  <a:cxn ang="0">
                    <a:pos x="connsiteX0" y="connsiteY0"/>
                  </a:cxn>
                  <a:cxn ang="0">
                    <a:pos x="connsiteX1" y="connsiteY1"/>
                  </a:cxn>
                  <a:cxn ang="0">
                    <a:pos x="connsiteX2" y="connsiteY2"/>
                  </a:cxn>
                </a:cxnLst>
                <a:rect l="l" t="t" r="r" b="b"/>
                <a:pathLst>
                  <a:path w="10793" h="3557">
                    <a:moveTo>
                      <a:pt x="6460" y="21"/>
                    </a:moveTo>
                    <a:cubicBezTo>
                      <a:pt x="968" y="-304"/>
                      <a:pt x="-3758" y="3205"/>
                      <a:pt x="4334" y="3537"/>
                    </a:cubicBezTo>
                    <a:cubicBezTo>
                      <a:pt x="9832" y="3856"/>
                      <a:pt x="14547" y="359"/>
                      <a:pt x="6460"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6" name="Freeform: Shape 2535">
                <a:extLst>
                  <a:ext uri="{FF2B5EF4-FFF2-40B4-BE49-F238E27FC236}">
                    <a16:creationId xmlns:a16="http://schemas.microsoft.com/office/drawing/2014/main" id="{5BD9C130-980F-D122-3972-A5C045C14061}"/>
                  </a:ext>
                </a:extLst>
              </p:cNvPr>
              <p:cNvSpPr/>
              <p:nvPr/>
            </p:nvSpPr>
            <p:spPr>
              <a:xfrm>
                <a:off x="3016117" y="6880117"/>
                <a:ext cx="11164" cy="3645"/>
              </a:xfrm>
              <a:custGeom>
                <a:avLst/>
                <a:gdLst>
                  <a:gd name="connsiteX0" fmla="*/ 6729 w 11164"/>
                  <a:gd name="connsiteY0" fmla="*/ 17 h 3645"/>
                  <a:gd name="connsiteX1" fmla="*/ 4437 w 11164"/>
                  <a:gd name="connsiteY1" fmla="*/ 3629 h 3645"/>
                  <a:gd name="connsiteX2" fmla="*/ 6729 w 11164"/>
                  <a:gd name="connsiteY2" fmla="*/ 17 h 3645"/>
                </a:gdLst>
                <a:ahLst/>
                <a:cxnLst>
                  <a:cxn ang="0">
                    <a:pos x="connsiteX0" y="connsiteY0"/>
                  </a:cxn>
                  <a:cxn ang="0">
                    <a:pos x="connsiteX1" y="connsiteY1"/>
                  </a:cxn>
                  <a:cxn ang="0">
                    <a:pos x="connsiteX2" y="connsiteY2"/>
                  </a:cxn>
                </a:cxnLst>
                <a:rect l="l" t="t" r="r" b="b"/>
                <a:pathLst>
                  <a:path w="11164" h="3645">
                    <a:moveTo>
                      <a:pt x="6729" y="17"/>
                    </a:moveTo>
                    <a:cubicBezTo>
                      <a:pt x="1156" y="-280"/>
                      <a:pt x="-3964" y="3332"/>
                      <a:pt x="4437" y="3629"/>
                    </a:cubicBezTo>
                    <a:cubicBezTo>
                      <a:pt x="10015" y="3921"/>
                      <a:pt x="15124" y="308"/>
                      <a:pt x="6729"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7" name="Freeform: Shape 2536">
                <a:extLst>
                  <a:ext uri="{FF2B5EF4-FFF2-40B4-BE49-F238E27FC236}">
                    <a16:creationId xmlns:a16="http://schemas.microsoft.com/office/drawing/2014/main" id="{1282143E-6E53-DC33-F593-150C025EC902}"/>
                  </a:ext>
                </a:extLst>
              </p:cNvPr>
              <p:cNvSpPr/>
              <p:nvPr/>
            </p:nvSpPr>
            <p:spPr>
              <a:xfrm>
                <a:off x="3146253" y="6668656"/>
                <a:ext cx="10469" cy="3441"/>
              </a:xfrm>
              <a:custGeom>
                <a:avLst/>
                <a:gdLst>
                  <a:gd name="connsiteX0" fmla="*/ 6260 w 10469"/>
                  <a:gd name="connsiteY0" fmla="*/ 23 h 3441"/>
                  <a:gd name="connsiteX1" fmla="*/ 4209 w 10469"/>
                  <a:gd name="connsiteY1" fmla="*/ 3418 h 3441"/>
                  <a:gd name="connsiteX2" fmla="*/ 6260 w 10469"/>
                  <a:gd name="connsiteY2" fmla="*/ 23 h 3441"/>
                </a:gdLst>
                <a:ahLst/>
                <a:cxnLst>
                  <a:cxn ang="0">
                    <a:pos x="connsiteX0" y="connsiteY0"/>
                  </a:cxn>
                  <a:cxn ang="0">
                    <a:pos x="connsiteX1" y="connsiteY1"/>
                  </a:cxn>
                  <a:cxn ang="0">
                    <a:pos x="connsiteX2" y="connsiteY2"/>
                  </a:cxn>
                </a:cxnLst>
                <a:rect l="l" t="t" r="r" b="b"/>
                <a:pathLst>
                  <a:path w="10469" h="3441">
                    <a:moveTo>
                      <a:pt x="6260" y="23"/>
                    </a:moveTo>
                    <a:cubicBezTo>
                      <a:pt x="917" y="-309"/>
                      <a:pt x="-3632" y="3063"/>
                      <a:pt x="4209" y="3418"/>
                    </a:cubicBezTo>
                    <a:cubicBezTo>
                      <a:pt x="9563" y="3755"/>
                      <a:pt x="14095" y="377"/>
                      <a:pt x="6260"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8" name="Freeform: Shape 2537">
                <a:extLst>
                  <a:ext uri="{FF2B5EF4-FFF2-40B4-BE49-F238E27FC236}">
                    <a16:creationId xmlns:a16="http://schemas.microsoft.com/office/drawing/2014/main" id="{DC515896-38F4-78BB-06EE-DCE106C160BD}"/>
                  </a:ext>
                </a:extLst>
              </p:cNvPr>
              <p:cNvSpPr/>
              <p:nvPr/>
            </p:nvSpPr>
            <p:spPr>
              <a:xfrm>
                <a:off x="3207201" y="6568066"/>
                <a:ext cx="10174" cy="3265"/>
              </a:xfrm>
              <a:custGeom>
                <a:avLst/>
                <a:gdLst>
                  <a:gd name="connsiteX0" fmla="*/ 6068 w 10174"/>
                  <a:gd name="connsiteY0" fmla="*/ 6 h 3265"/>
                  <a:gd name="connsiteX1" fmla="*/ 4102 w 10174"/>
                  <a:gd name="connsiteY1" fmla="*/ 3258 h 3265"/>
                  <a:gd name="connsiteX2" fmla="*/ 6068 w 10174"/>
                  <a:gd name="connsiteY2" fmla="*/ 6 h 3265"/>
                </a:gdLst>
                <a:ahLst/>
                <a:cxnLst>
                  <a:cxn ang="0">
                    <a:pos x="connsiteX0" y="connsiteY0"/>
                  </a:cxn>
                  <a:cxn ang="0">
                    <a:pos x="connsiteX1" y="connsiteY1"/>
                  </a:cxn>
                  <a:cxn ang="0">
                    <a:pos x="connsiteX2" y="connsiteY2"/>
                  </a:cxn>
                </a:cxnLst>
                <a:rect l="l" t="t" r="r" b="b"/>
                <a:pathLst>
                  <a:path w="10174" h="3265">
                    <a:moveTo>
                      <a:pt x="6068" y="6"/>
                    </a:moveTo>
                    <a:cubicBezTo>
                      <a:pt x="925" y="-165"/>
                      <a:pt x="-3556" y="3126"/>
                      <a:pt x="4102" y="3258"/>
                    </a:cubicBezTo>
                    <a:cubicBezTo>
                      <a:pt x="9269" y="3447"/>
                      <a:pt x="13721" y="149"/>
                      <a:pt x="6068"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9" name="Freeform: Shape 2538">
                <a:extLst>
                  <a:ext uri="{FF2B5EF4-FFF2-40B4-BE49-F238E27FC236}">
                    <a16:creationId xmlns:a16="http://schemas.microsoft.com/office/drawing/2014/main" id="{8BABEC3E-2450-9C3F-49DE-5F60D285D022}"/>
                  </a:ext>
                </a:extLst>
              </p:cNvPr>
              <p:cNvSpPr/>
              <p:nvPr/>
            </p:nvSpPr>
            <p:spPr>
              <a:xfrm>
                <a:off x="2865245" y="7112874"/>
                <a:ext cx="11949" cy="4144"/>
              </a:xfrm>
              <a:custGeom>
                <a:avLst/>
                <a:gdLst>
                  <a:gd name="connsiteX0" fmla="*/ 7308 w 11949"/>
                  <a:gd name="connsiteY0" fmla="*/ 20 h 4144"/>
                  <a:gd name="connsiteX1" fmla="*/ 4645 w 11949"/>
                  <a:gd name="connsiteY1" fmla="*/ 4124 h 4144"/>
                  <a:gd name="connsiteX2" fmla="*/ 7308 w 11949"/>
                  <a:gd name="connsiteY2" fmla="*/ 20 h 4144"/>
                </a:gdLst>
                <a:ahLst/>
                <a:cxnLst>
                  <a:cxn ang="0">
                    <a:pos x="connsiteX0" y="connsiteY0"/>
                  </a:cxn>
                  <a:cxn ang="0">
                    <a:pos x="connsiteX1" y="connsiteY1"/>
                  </a:cxn>
                  <a:cxn ang="0">
                    <a:pos x="connsiteX2" y="connsiteY2"/>
                  </a:cxn>
                </a:cxnLst>
                <a:rect l="l" t="t" r="r" b="b"/>
                <a:pathLst>
                  <a:path w="11949" h="4144">
                    <a:moveTo>
                      <a:pt x="7308" y="20"/>
                    </a:moveTo>
                    <a:cubicBezTo>
                      <a:pt x="1490" y="-322"/>
                      <a:pt x="-4351" y="3764"/>
                      <a:pt x="4645" y="4124"/>
                    </a:cubicBezTo>
                    <a:cubicBezTo>
                      <a:pt x="10462" y="4467"/>
                      <a:pt x="16297" y="375"/>
                      <a:pt x="7308"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0" name="Freeform: Shape 2539">
                <a:extLst>
                  <a:ext uri="{FF2B5EF4-FFF2-40B4-BE49-F238E27FC236}">
                    <a16:creationId xmlns:a16="http://schemas.microsoft.com/office/drawing/2014/main" id="{F7CC7FB0-6B26-0A71-AF70-E365A9C14A51}"/>
                  </a:ext>
                </a:extLst>
              </p:cNvPr>
              <p:cNvSpPr/>
              <p:nvPr/>
            </p:nvSpPr>
            <p:spPr>
              <a:xfrm>
                <a:off x="2693228" y="7378715"/>
                <a:ext cx="12817" cy="4750"/>
              </a:xfrm>
              <a:custGeom>
                <a:avLst/>
                <a:gdLst>
                  <a:gd name="connsiteX0" fmla="*/ 7904 w 12817"/>
                  <a:gd name="connsiteY0" fmla="*/ 24 h 4750"/>
                  <a:gd name="connsiteX1" fmla="*/ 4915 w 12817"/>
                  <a:gd name="connsiteY1" fmla="*/ 4727 h 4750"/>
                  <a:gd name="connsiteX2" fmla="*/ 7904 w 12817"/>
                  <a:gd name="connsiteY2" fmla="*/ 24 h 4750"/>
                </a:gdLst>
                <a:ahLst/>
                <a:cxnLst>
                  <a:cxn ang="0">
                    <a:pos x="connsiteX0" y="connsiteY0"/>
                  </a:cxn>
                  <a:cxn ang="0">
                    <a:pos x="connsiteX1" y="connsiteY1"/>
                  </a:cxn>
                  <a:cxn ang="0">
                    <a:pos x="connsiteX2" y="connsiteY2"/>
                  </a:cxn>
                </a:cxnLst>
                <a:rect l="l" t="t" r="r" b="b"/>
                <a:pathLst>
                  <a:path w="12817" h="4750">
                    <a:moveTo>
                      <a:pt x="7904" y="24"/>
                    </a:moveTo>
                    <a:cubicBezTo>
                      <a:pt x="1732" y="-371"/>
                      <a:pt x="-4715" y="4310"/>
                      <a:pt x="4915" y="4727"/>
                    </a:cubicBezTo>
                    <a:cubicBezTo>
                      <a:pt x="11093" y="5121"/>
                      <a:pt x="17528" y="441"/>
                      <a:pt x="7904" y="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1" name="Freeform: Shape 2540">
                <a:extLst>
                  <a:ext uri="{FF2B5EF4-FFF2-40B4-BE49-F238E27FC236}">
                    <a16:creationId xmlns:a16="http://schemas.microsoft.com/office/drawing/2014/main" id="{864974CB-6B58-146B-EA66-24EEB89FE901}"/>
                  </a:ext>
                </a:extLst>
              </p:cNvPr>
              <p:cNvSpPr/>
              <p:nvPr/>
            </p:nvSpPr>
            <p:spPr>
              <a:xfrm>
                <a:off x="2943517" y="6992775"/>
                <a:ext cx="11549" cy="3878"/>
              </a:xfrm>
              <a:custGeom>
                <a:avLst/>
                <a:gdLst>
                  <a:gd name="connsiteX0" fmla="*/ 7017 w 11549"/>
                  <a:gd name="connsiteY0" fmla="*/ 19 h 3878"/>
                  <a:gd name="connsiteX1" fmla="*/ 4531 w 11549"/>
                  <a:gd name="connsiteY1" fmla="*/ 3859 h 3878"/>
                  <a:gd name="connsiteX2" fmla="*/ 7017 w 11549"/>
                  <a:gd name="connsiteY2" fmla="*/ 19 h 3878"/>
                </a:gdLst>
                <a:ahLst/>
                <a:cxnLst>
                  <a:cxn ang="0">
                    <a:pos x="connsiteX0" y="connsiteY0"/>
                  </a:cxn>
                  <a:cxn ang="0">
                    <a:pos x="connsiteX1" y="connsiteY1"/>
                  </a:cxn>
                  <a:cxn ang="0">
                    <a:pos x="connsiteX2" y="connsiteY2"/>
                  </a:cxn>
                </a:cxnLst>
                <a:rect l="l" t="t" r="r" b="b"/>
                <a:pathLst>
                  <a:path w="11549" h="3878">
                    <a:moveTo>
                      <a:pt x="7017" y="19"/>
                    </a:moveTo>
                    <a:cubicBezTo>
                      <a:pt x="1337" y="-301"/>
                      <a:pt x="-4161" y="3534"/>
                      <a:pt x="4531" y="3859"/>
                    </a:cubicBezTo>
                    <a:cubicBezTo>
                      <a:pt x="10218" y="4179"/>
                      <a:pt x="15710" y="344"/>
                      <a:pt x="7017"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2" name="Freeform: Shape 2541">
                <a:extLst>
                  <a:ext uri="{FF2B5EF4-FFF2-40B4-BE49-F238E27FC236}">
                    <a16:creationId xmlns:a16="http://schemas.microsoft.com/office/drawing/2014/main" id="{BF72B647-C219-3932-B759-1B0132C61466}"/>
                  </a:ext>
                </a:extLst>
              </p:cNvPr>
              <p:cNvSpPr/>
              <p:nvPr/>
            </p:nvSpPr>
            <p:spPr>
              <a:xfrm>
                <a:off x="3320152" y="6381257"/>
                <a:ext cx="9809" cy="3070"/>
              </a:xfrm>
              <a:custGeom>
                <a:avLst/>
                <a:gdLst>
                  <a:gd name="connsiteX0" fmla="*/ 5698 w 9809"/>
                  <a:gd name="connsiteY0" fmla="*/ 9 h 3070"/>
                  <a:gd name="connsiteX1" fmla="*/ 0 w 9809"/>
                  <a:gd name="connsiteY1" fmla="*/ 1923 h 3070"/>
                  <a:gd name="connsiteX2" fmla="*/ 5698 w 9809"/>
                  <a:gd name="connsiteY2" fmla="*/ 9 h 3070"/>
                </a:gdLst>
                <a:ahLst/>
                <a:cxnLst>
                  <a:cxn ang="0">
                    <a:pos x="connsiteX0" y="connsiteY0"/>
                  </a:cxn>
                  <a:cxn ang="0">
                    <a:pos x="connsiteX1" y="connsiteY1"/>
                  </a:cxn>
                  <a:cxn ang="0">
                    <a:pos x="connsiteX2" y="connsiteY2"/>
                  </a:cxn>
                </a:cxnLst>
                <a:rect l="l" t="t" r="r" b="b"/>
                <a:pathLst>
                  <a:path w="9809" h="3070">
                    <a:moveTo>
                      <a:pt x="5698" y="9"/>
                    </a:moveTo>
                    <a:cubicBezTo>
                      <a:pt x="3035" y="254"/>
                      <a:pt x="486" y="1117"/>
                      <a:pt x="0" y="1923"/>
                    </a:cubicBezTo>
                    <a:cubicBezTo>
                      <a:pt x="343" y="5432"/>
                      <a:pt x="17436" y="-249"/>
                      <a:pt x="5698"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3" name="Freeform: Shape 2542">
                <a:extLst>
                  <a:ext uri="{FF2B5EF4-FFF2-40B4-BE49-F238E27FC236}">
                    <a16:creationId xmlns:a16="http://schemas.microsoft.com/office/drawing/2014/main" id="{4AB94A80-B9A8-982E-C4DC-040006954293}"/>
                  </a:ext>
                </a:extLst>
              </p:cNvPr>
              <p:cNvSpPr/>
              <p:nvPr/>
            </p:nvSpPr>
            <p:spPr>
              <a:xfrm>
                <a:off x="2781690" y="7241242"/>
                <a:ext cx="12368" cy="4434"/>
              </a:xfrm>
              <a:custGeom>
                <a:avLst/>
                <a:gdLst>
                  <a:gd name="connsiteX0" fmla="*/ 7601 w 12368"/>
                  <a:gd name="connsiteY0" fmla="*/ 22 h 4434"/>
                  <a:gd name="connsiteX1" fmla="*/ 4766 w 12368"/>
                  <a:gd name="connsiteY1" fmla="*/ 4412 h 4434"/>
                  <a:gd name="connsiteX2" fmla="*/ 7601 w 12368"/>
                  <a:gd name="connsiteY2" fmla="*/ 22 h 4434"/>
                </a:gdLst>
                <a:ahLst/>
                <a:cxnLst>
                  <a:cxn ang="0">
                    <a:pos x="connsiteX0" y="connsiteY0"/>
                  </a:cxn>
                  <a:cxn ang="0">
                    <a:pos x="connsiteX1" y="connsiteY1"/>
                  </a:cxn>
                  <a:cxn ang="0">
                    <a:pos x="connsiteX2" y="connsiteY2"/>
                  </a:cxn>
                </a:cxnLst>
                <a:rect l="l" t="t" r="r" b="b"/>
                <a:pathLst>
                  <a:path w="12368" h="4434">
                    <a:moveTo>
                      <a:pt x="7601" y="22"/>
                    </a:moveTo>
                    <a:cubicBezTo>
                      <a:pt x="1623" y="-349"/>
                      <a:pt x="-4532" y="4023"/>
                      <a:pt x="4766" y="4412"/>
                    </a:cubicBezTo>
                    <a:cubicBezTo>
                      <a:pt x="10750" y="4783"/>
                      <a:pt x="16899" y="411"/>
                      <a:pt x="7601"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4" name="Freeform: Shape 2543">
                <a:extLst>
                  <a:ext uri="{FF2B5EF4-FFF2-40B4-BE49-F238E27FC236}">
                    <a16:creationId xmlns:a16="http://schemas.microsoft.com/office/drawing/2014/main" id="{70736722-2372-4446-565E-3BC937805CFF}"/>
                  </a:ext>
                </a:extLst>
              </p:cNvPr>
              <p:cNvSpPr/>
              <p:nvPr/>
            </p:nvSpPr>
            <p:spPr>
              <a:xfrm>
                <a:off x="3465920" y="6390790"/>
                <a:ext cx="8837" cy="3578"/>
              </a:xfrm>
              <a:custGeom>
                <a:avLst/>
                <a:gdLst>
                  <a:gd name="connsiteX0" fmla="*/ 5165 w 8837"/>
                  <a:gd name="connsiteY0" fmla="*/ 3569 h 3578"/>
                  <a:gd name="connsiteX1" fmla="*/ 3673 w 8837"/>
                  <a:gd name="connsiteY1" fmla="*/ 8 h 3578"/>
                  <a:gd name="connsiteX2" fmla="*/ 5165 w 8837"/>
                  <a:gd name="connsiteY2" fmla="*/ 3569 h 3578"/>
                </a:gdLst>
                <a:ahLst/>
                <a:cxnLst>
                  <a:cxn ang="0">
                    <a:pos x="connsiteX0" y="connsiteY0"/>
                  </a:cxn>
                  <a:cxn ang="0">
                    <a:pos x="connsiteX1" y="connsiteY1"/>
                  </a:cxn>
                  <a:cxn ang="0">
                    <a:pos x="connsiteX2" y="connsiteY2"/>
                  </a:cxn>
                </a:cxnLst>
                <a:rect l="l" t="t" r="r" b="b"/>
                <a:pathLst>
                  <a:path w="8837" h="3578">
                    <a:moveTo>
                      <a:pt x="5165" y="3569"/>
                    </a:moveTo>
                    <a:cubicBezTo>
                      <a:pt x="387" y="3786"/>
                      <a:pt x="-2859" y="214"/>
                      <a:pt x="3673" y="8"/>
                    </a:cubicBezTo>
                    <a:cubicBezTo>
                      <a:pt x="8416" y="-197"/>
                      <a:pt x="11720" y="3432"/>
                      <a:pt x="5165" y="356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5" name="Freeform: Shape 2544">
                <a:extLst>
                  <a:ext uri="{FF2B5EF4-FFF2-40B4-BE49-F238E27FC236}">
                    <a16:creationId xmlns:a16="http://schemas.microsoft.com/office/drawing/2014/main" id="{44364B25-8E9A-0349-66E5-1B525531CF9B}"/>
                  </a:ext>
                </a:extLst>
              </p:cNvPr>
              <p:cNvSpPr/>
              <p:nvPr/>
            </p:nvSpPr>
            <p:spPr>
              <a:xfrm>
                <a:off x="3701799" y="6307600"/>
                <a:ext cx="7877" cy="1592"/>
              </a:xfrm>
              <a:custGeom>
                <a:avLst/>
                <a:gdLst>
                  <a:gd name="connsiteX0" fmla="*/ 4458 w 7877"/>
                  <a:gd name="connsiteY0" fmla="*/ 28 h 1592"/>
                  <a:gd name="connsiteX1" fmla="*/ 0 w 7877"/>
                  <a:gd name="connsiteY1" fmla="*/ 577 h 1592"/>
                  <a:gd name="connsiteX2" fmla="*/ 4458 w 7877"/>
                  <a:gd name="connsiteY2" fmla="*/ 28 h 1592"/>
                </a:gdLst>
                <a:ahLst/>
                <a:cxnLst>
                  <a:cxn ang="0">
                    <a:pos x="connsiteX0" y="connsiteY0"/>
                  </a:cxn>
                  <a:cxn ang="0">
                    <a:pos x="connsiteX1" y="connsiteY1"/>
                  </a:cxn>
                  <a:cxn ang="0">
                    <a:pos x="connsiteX2" y="connsiteY2"/>
                  </a:cxn>
                </a:cxnLst>
                <a:rect l="l" t="t" r="r" b="b"/>
                <a:pathLst>
                  <a:path w="7877" h="1592">
                    <a:moveTo>
                      <a:pt x="4458" y="28"/>
                    </a:moveTo>
                    <a:cubicBezTo>
                      <a:pt x="2309" y="-86"/>
                      <a:pt x="320" y="154"/>
                      <a:pt x="0" y="577"/>
                    </a:cubicBezTo>
                    <a:cubicBezTo>
                      <a:pt x="394" y="2691"/>
                      <a:pt x="14076" y="1000"/>
                      <a:pt x="4458" y="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6" name="Freeform: Shape 2545">
                <a:extLst>
                  <a:ext uri="{FF2B5EF4-FFF2-40B4-BE49-F238E27FC236}">
                    <a16:creationId xmlns:a16="http://schemas.microsoft.com/office/drawing/2014/main" id="{6A3D1FBA-F399-9BE3-F819-700E1273D3A7}"/>
                  </a:ext>
                </a:extLst>
              </p:cNvPr>
              <p:cNvSpPr/>
              <p:nvPr/>
            </p:nvSpPr>
            <p:spPr>
              <a:xfrm>
                <a:off x="3666795" y="6356110"/>
                <a:ext cx="8049" cy="1712"/>
              </a:xfrm>
              <a:custGeom>
                <a:avLst/>
                <a:gdLst>
                  <a:gd name="connsiteX0" fmla="*/ 4555 w 8049"/>
                  <a:gd name="connsiteY0" fmla="*/ 9 h 1712"/>
                  <a:gd name="connsiteX1" fmla="*/ 0 w 8049"/>
                  <a:gd name="connsiteY1" fmla="*/ 713 h 1712"/>
                  <a:gd name="connsiteX2" fmla="*/ 4555 w 8049"/>
                  <a:gd name="connsiteY2" fmla="*/ 9 h 1712"/>
                </a:gdLst>
                <a:ahLst/>
                <a:cxnLst>
                  <a:cxn ang="0">
                    <a:pos x="connsiteX0" y="connsiteY0"/>
                  </a:cxn>
                  <a:cxn ang="0">
                    <a:pos x="connsiteX1" y="connsiteY1"/>
                  </a:cxn>
                  <a:cxn ang="0">
                    <a:pos x="connsiteX2" y="connsiteY2"/>
                  </a:cxn>
                </a:cxnLst>
                <a:rect l="l" t="t" r="r" b="b"/>
                <a:pathLst>
                  <a:path w="8049" h="1712">
                    <a:moveTo>
                      <a:pt x="4555" y="9"/>
                    </a:moveTo>
                    <a:cubicBezTo>
                      <a:pt x="2360" y="-59"/>
                      <a:pt x="326" y="249"/>
                      <a:pt x="0" y="713"/>
                    </a:cubicBezTo>
                    <a:cubicBezTo>
                      <a:pt x="417" y="2964"/>
                      <a:pt x="14379" y="826"/>
                      <a:pt x="4555"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7" name="Freeform: Shape 2546">
                <a:extLst>
                  <a:ext uri="{FF2B5EF4-FFF2-40B4-BE49-F238E27FC236}">
                    <a16:creationId xmlns:a16="http://schemas.microsoft.com/office/drawing/2014/main" id="{6B7BAE5F-F15F-7300-9AE9-4F3CAAC4A0FF}"/>
                  </a:ext>
                </a:extLst>
              </p:cNvPr>
              <p:cNvSpPr/>
              <p:nvPr/>
            </p:nvSpPr>
            <p:spPr>
              <a:xfrm>
                <a:off x="3630950" y="6406709"/>
                <a:ext cx="8230" cy="1207"/>
              </a:xfrm>
              <a:custGeom>
                <a:avLst/>
                <a:gdLst>
                  <a:gd name="connsiteX0" fmla="*/ 4669 w 8230"/>
                  <a:gd name="connsiteY0" fmla="*/ 56 h 1207"/>
                  <a:gd name="connsiteX1" fmla="*/ 0 w 8230"/>
                  <a:gd name="connsiteY1" fmla="*/ 354 h 1207"/>
                  <a:gd name="connsiteX2" fmla="*/ 4669 w 8230"/>
                  <a:gd name="connsiteY2" fmla="*/ 56 h 1207"/>
                </a:gdLst>
                <a:ahLst/>
                <a:cxnLst>
                  <a:cxn ang="0">
                    <a:pos x="connsiteX0" y="connsiteY0"/>
                  </a:cxn>
                  <a:cxn ang="0">
                    <a:pos x="connsiteX1" y="connsiteY1"/>
                  </a:cxn>
                  <a:cxn ang="0">
                    <a:pos x="connsiteX2" y="connsiteY2"/>
                  </a:cxn>
                </a:cxnLst>
                <a:rect l="l" t="t" r="r" b="b"/>
                <a:pathLst>
                  <a:path w="8230" h="1207">
                    <a:moveTo>
                      <a:pt x="4669" y="56"/>
                    </a:moveTo>
                    <a:cubicBezTo>
                      <a:pt x="2423" y="-86"/>
                      <a:pt x="337" y="51"/>
                      <a:pt x="0" y="354"/>
                    </a:cubicBezTo>
                    <a:cubicBezTo>
                      <a:pt x="451" y="1897"/>
                      <a:pt x="14682" y="1068"/>
                      <a:pt x="4669" y="5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8" name="Freeform: Shape 2547">
                <a:extLst>
                  <a:ext uri="{FF2B5EF4-FFF2-40B4-BE49-F238E27FC236}">
                    <a16:creationId xmlns:a16="http://schemas.microsoft.com/office/drawing/2014/main" id="{ADDEE1BC-88A0-546A-E2E4-7EA98165E4A2}"/>
                  </a:ext>
                </a:extLst>
              </p:cNvPr>
              <p:cNvSpPr/>
              <p:nvPr/>
            </p:nvSpPr>
            <p:spPr>
              <a:xfrm>
                <a:off x="3371427" y="6296276"/>
                <a:ext cx="9349" cy="2817"/>
              </a:xfrm>
              <a:custGeom>
                <a:avLst/>
                <a:gdLst>
                  <a:gd name="connsiteX0" fmla="*/ 5486 w 9349"/>
                  <a:gd name="connsiteY0" fmla="*/ 53 h 2817"/>
                  <a:gd name="connsiteX1" fmla="*/ 3863 w 9349"/>
                  <a:gd name="connsiteY1" fmla="*/ 2756 h 2817"/>
                  <a:gd name="connsiteX2" fmla="*/ 5486 w 9349"/>
                  <a:gd name="connsiteY2" fmla="*/ 53 h 2817"/>
                </a:gdLst>
                <a:ahLst/>
                <a:cxnLst>
                  <a:cxn ang="0">
                    <a:pos x="connsiteX0" y="connsiteY0"/>
                  </a:cxn>
                  <a:cxn ang="0">
                    <a:pos x="connsiteX1" y="connsiteY1"/>
                  </a:cxn>
                  <a:cxn ang="0">
                    <a:pos x="connsiteX2" y="connsiteY2"/>
                  </a:cxn>
                </a:cxnLst>
                <a:rect l="l" t="t" r="r" b="b"/>
                <a:pathLst>
                  <a:path w="9349" h="2817">
                    <a:moveTo>
                      <a:pt x="5486" y="53"/>
                    </a:moveTo>
                    <a:cubicBezTo>
                      <a:pt x="822" y="316"/>
                      <a:pt x="-3287" y="3277"/>
                      <a:pt x="3863" y="2756"/>
                    </a:cubicBezTo>
                    <a:cubicBezTo>
                      <a:pt x="8549" y="2511"/>
                      <a:pt x="12624" y="-427"/>
                      <a:pt x="5486" y="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9" name="Freeform: Shape 2548">
                <a:extLst>
                  <a:ext uri="{FF2B5EF4-FFF2-40B4-BE49-F238E27FC236}">
                    <a16:creationId xmlns:a16="http://schemas.microsoft.com/office/drawing/2014/main" id="{A11B8D87-1404-39CC-D6F1-542B5207E7F9}"/>
                  </a:ext>
                </a:extLst>
              </p:cNvPr>
              <p:cNvSpPr/>
              <p:nvPr/>
            </p:nvSpPr>
            <p:spPr>
              <a:xfrm>
                <a:off x="3768547" y="6219878"/>
                <a:ext cx="7344" cy="1940"/>
              </a:xfrm>
              <a:custGeom>
                <a:avLst/>
                <a:gdLst>
                  <a:gd name="connsiteX0" fmla="*/ 4198 w 7344"/>
                  <a:gd name="connsiteY0" fmla="*/ 293 h 1940"/>
                  <a:gd name="connsiteX1" fmla="*/ 3147 w 7344"/>
                  <a:gd name="connsiteY1" fmla="*/ 1676 h 1940"/>
                  <a:gd name="connsiteX2" fmla="*/ 4198 w 7344"/>
                  <a:gd name="connsiteY2" fmla="*/ 293 h 1940"/>
                </a:gdLst>
                <a:ahLst/>
                <a:cxnLst>
                  <a:cxn ang="0">
                    <a:pos x="connsiteX0" y="connsiteY0"/>
                  </a:cxn>
                  <a:cxn ang="0">
                    <a:pos x="connsiteX1" y="connsiteY1"/>
                  </a:cxn>
                  <a:cxn ang="0">
                    <a:pos x="connsiteX2" y="connsiteY2"/>
                  </a:cxn>
                </a:cxnLst>
                <a:rect l="l" t="t" r="r" b="b"/>
                <a:pathLst>
                  <a:path w="7344" h="1940">
                    <a:moveTo>
                      <a:pt x="4198" y="293"/>
                    </a:moveTo>
                    <a:cubicBezTo>
                      <a:pt x="20" y="-570"/>
                      <a:pt x="-2197" y="648"/>
                      <a:pt x="3147" y="1676"/>
                    </a:cubicBezTo>
                    <a:cubicBezTo>
                      <a:pt x="7307" y="2482"/>
                      <a:pt x="9553" y="1282"/>
                      <a:pt x="4198" y="29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0" name="Freeform: Shape 2549">
                <a:extLst>
                  <a:ext uri="{FF2B5EF4-FFF2-40B4-BE49-F238E27FC236}">
                    <a16:creationId xmlns:a16="http://schemas.microsoft.com/office/drawing/2014/main" id="{D775A3A9-5365-791F-1872-09D74B0037A0}"/>
                  </a:ext>
                </a:extLst>
              </p:cNvPr>
              <p:cNvSpPr/>
              <p:nvPr/>
            </p:nvSpPr>
            <p:spPr>
              <a:xfrm>
                <a:off x="3735792" y="6262616"/>
                <a:ext cx="7714" cy="1636"/>
              </a:xfrm>
              <a:custGeom>
                <a:avLst/>
                <a:gdLst>
                  <a:gd name="connsiteX0" fmla="*/ 4355 w 7714"/>
                  <a:gd name="connsiteY0" fmla="*/ 121 h 1636"/>
                  <a:gd name="connsiteX1" fmla="*/ 0 w 7714"/>
                  <a:gd name="connsiteY1" fmla="*/ 400 h 1636"/>
                  <a:gd name="connsiteX2" fmla="*/ 4355 w 7714"/>
                  <a:gd name="connsiteY2" fmla="*/ 121 h 1636"/>
                </a:gdLst>
                <a:ahLst/>
                <a:cxnLst>
                  <a:cxn ang="0">
                    <a:pos x="connsiteX0" y="connsiteY0"/>
                  </a:cxn>
                  <a:cxn ang="0">
                    <a:pos x="connsiteX1" y="connsiteY1"/>
                  </a:cxn>
                  <a:cxn ang="0">
                    <a:pos x="connsiteX2" y="connsiteY2"/>
                  </a:cxn>
                </a:cxnLst>
                <a:rect l="l" t="t" r="r" b="b"/>
                <a:pathLst>
                  <a:path w="7714" h="1636">
                    <a:moveTo>
                      <a:pt x="4355" y="121"/>
                    </a:moveTo>
                    <a:cubicBezTo>
                      <a:pt x="2252" y="-114"/>
                      <a:pt x="303" y="1"/>
                      <a:pt x="0" y="400"/>
                    </a:cubicBezTo>
                    <a:cubicBezTo>
                      <a:pt x="331" y="2475"/>
                      <a:pt x="13813" y="1629"/>
                      <a:pt x="4355" y="1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1" name="Freeform: Shape 2550">
                <a:extLst>
                  <a:ext uri="{FF2B5EF4-FFF2-40B4-BE49-F238E27FC236}">
                    <a16:creationId xmlns:a16="http://schemas.microsoft.com/office/drawing/2014/main" id="{DBAD519A-F61D-20FB-505A-3A9EA0E03EC9}"/>
                  </a:ext>
                </a:extLst>
              </p:cNvPr>
              <p:cNvSpPr/>
              <p:nvPr/>
            </p:nvSpPr>
            <p:spPr>
              <a:xfrm>
                <a:off x="3419326" y="6263743"/>
                <a:ext cx="9073" cy="3005"/>
              </a:xfrm>
              <a:custGeom>
                <a:avLst/>
                <a:gdLst>
                  <a:gd name="connsiteX0" fmla="*/ 5319 w 9073"/>
                  <a:gd name="connsiteY0" fmla="*/ 2897 h 3005"/>
                  <a:gd name="connsiteX1" fmla="*/ 3758 w 9073"/>
                  <a:gd name="connsiteY1" fmla="*/ 119 h 3005"/>
                  <a:gd name="connsiteX2" fmla="*/ 5319 w 9073"/>
                  <a:gd name="connsiteY2" fmla="*/ 2897 h 3005"/>
                </a:gdLst>
                <a:ahLst/>
                <a:cxnLst>
                  <a:cxn ang="0">
                    <a:pos x="connsiteX0" y="connsiteY0"/>
                  </a:cxn>
                  <a:cxn ang="0">
                    <a:pos x="connsiteX1" y="connsiteY1"/>
                  </a:cxn>
                  <a:cxn ang="0">
                    <a:pos x="connsiteX2" y="connsiteY2"/>
                  </a:cxn>
                </a:cxnLst>
                <a:rect l="l" t="t" r="r" b="b"/>
                <a:pathLst>
                  <a:path w="9073" h="3005">
                    <a:moveTo>
                      <a:pt x="5319" y="2897"/>
                    </a:moveTo>
                    <a:cubicBezTo>
                      <a:pt x="341" y="3571"/>
                      <a:pt x="-2894" y="931"/>
                      <a:pt x="3758" y="119"/>
                    </a:cubicBezTo>
                    <a:cubicBezTo>
                      <a:pt x="8759" y="-589"/>
                      <a:pt x="11948" y="2068"/>
                      <a:pt x="5319" y="289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2" name="Freeform: Shape 2551">
                <a:extLst>
                  <a:ext uri="{FF2B5EF4-FFF2-40B4-BE49-F238E27FC236}">
                    <a16:creationId xmlns:a16="http://schemas.microsoft.com/office/drawing/2014/main" id="{C42C3C4C-C0D4-7881-4599-3BF1C1985D16}"/>
                  </a:ext>
                </a:extLst>
              </p:cNvPr>
              <p:cNvSpPr/>
              <p:nvPr/>
            </p:nvSpPr>
            <p:spPr>
              <a:xfrm>
                <a:off x="3592511" y="6411103"/>
                <a:ext cx="8393" cy="687"/>
              </a:xfrm>
              <a:custGeom>
                <a:avLst/>
                <a:gdLst>
                  <a:gd name="connsiteX0" fmla="*/ 4801 w 8393"/>
                  <a:gd name="connsiteY0" fmla="*/ 635 h 687"/>
                  <a:gd name="connsiteX1" fmla="*/ 0 w 8393"/>
                  <a:gd name="connsiteY1" fmla="*/ 149 h 687"/>
                  <a:gd name="connsiteX2" fmla="*/ 4801 w 8393"/>
                  <a:gd name="connsiteY2" fmla="*/ 635 h 687"/>
                </a:gdLst>
                <a:ahLst/>
                <a:cxnLst>
                  <a:cxn ang="0">
                    <a:pos x="connsiteX0" y="connsiteY0"/>
                  </a:cxn>
                  <a:cxn ang="0">
                    <a:pos x="connsiteX1" y="connsiteY1"/>
                  </a:cxn>
                  <a:cxn ang="0">
                    <a:pos x="connsiteX2" y="connsiteY2"/>
                  </a:cxn>
                </a:cxnLst>
                <a:rect l="l" t="t" r="r" b="b"/>
                <a:pathLst>
                  <a:path w="8393" h="687">
                    <a:moveTo>
                      <a:pt x="4801" y="635"/>
                    </a:moveTo>
                    <a:cubicBezTo>
                      <a:pt x="2509" y="521"/>
                      <a:pt x="360" y="298"/>
                      <a:pt x="0" y="149"/>
                    </a:cubicBezTo>
                    <a:cubicBezTo>
                      <a:pt x="543" y="-451"/>
                      <a:pt x="14905" y="973"/>
                      <a:pt x="4801" y="6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3" name="Freeform: Shape 2552">
                <a:extLst>
                  <a:ext uri="{FF2B5EF4-FFF2-40B4-BE49-F238E27FC236}">
                    <a16:creationId xmlns:a16="http://schemas.microsoft.com/office/drawing/2014/main" id="{6A0C9E5A-BD12-3F7F-778D-25230A8E1B25}"/>
                  </a:ext>
                </a:extLst>
              </p:cNvPr>
              <p:cNvSpPr/>
              <p:nvPr/>
            </p:nvSpPr>
            <p:spPr>
              <a:xfrm>
                <a:off x="3799675" y="6178280"/>
                <a:ext cx="7189" cy="2114"/>
              </a:xfrm>
              <a:custGeom>
                <a:avLst/>
                <a:gdLst>
                  <a:gd name="connsiteX0" fmla="*/ 4091 w 7189"/>
                  <a:gd name="connsiteY0" fmla="*/ 389 h 2114"/>
                  <a:gd name="connsiteX1" fmla="*/ 3096 w 7189"/>
                  <a:gd name="connsiteY1" fmla="*/ 1755 h 2114"/>
                  <a:gd name="connsiteX2" fmla="*/ 4091 w 7189"/>
                  <a:gd name="connsiteY2" fmla="*/ 389 h 2114"/>
                </a:gdLst>
                <a:ahLst/>
                <a:cxnLst>
                  <a:cxn ang="0">
                    <a:pos x="connsiteX0" y="connsiteY0"/>
                  </a:cxn>
                  <a:cxn ang="0">
                    <a:pos x="connsiteX1" y="connsiteY1"/>
                  </a:cxn>
                  <a:cxn ang="0">
                    <a:pos x="connsiteX2" y="connsiteY2"/>
                  </a:cxn>
                </a:cxnLst>
                <a:rect l="l" t="t" r="r" b="b"/>
                <a:pathLst>
                  <a:path w="7189" h="2114">
                    <a:moveTo>
                      <a:pt x="4091" y="389"/>
                    </a:moveTo>
                    <a:cubicBezTo>
                      <a:pt x="-81" y="-634"/>
                      <a:pt x="-2081" y="549"/>
                      <a:pt x="3096" y="1755"/>
                    </a:cubicBezTo>
                    <a:cubicBezTo>
                      <a:pt x="7251" y="2727"/>
                      <a:pt x="9286" y="1544"/>
                      <a:pt x="4091" y="38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4" name="Freeform: Shape 2553">
                <a:extLst>
                  <a:ext uri="{FF2B5EF4-FFF2-40B4-BE49-F238E27FC236}">
                    <a16:creationId xmlns:a16="http://schemas.microsoft.com/office/drawing/2014/main" id="{5E0E4C95-9581-87FB-1E7F-405D55E97DA2}"/>
                  </a:ext>
                </a:extLst>
              </p:cNvPr>
              <p:cNvSpPr/>
              <p:nvPr/>
            </p:nvSpPr>
            <p:spPr>
              <a:xfrm>
                <a:off x="3551609" y="6390223"/>
                <a:ext cx="8574" cy="575"/>
              </a:xfrm>
              <a:custGeom>
                <a:avLst/>
                <a:gdLst>
                  <a:gd name="connsiteX0" fmla="*/ 4921 w 8574"/>
                  <a:gd name="connsiteY0" fmla="*/ 575 h 575"/>
                  <a:gd name="connsiteX1" fmla="*/ 0 w 8574"/>
                  <a:gd name="connsiteY1" fmla="*/ 255 h 575"/>
                  <a:gd name="connsiteX2" fmla="*/ 4921 w 8574"/>
                  <a:gd name="connsiteY2" fmla="*/ 575 h 575"/>
                </a:gdLst>
                <a:ahLst/>
                <a:cxnLst>
                  <a:cxn ang="0">
                    <a:pos x="connsiteX0" y="connsiteY0"/>
                  </a:cxn>
                  <a:cxn ang="0">
                    <a:pos x="connsiteX1" y="connsiteY1"/>
                  </a:cxn>
                  <a:cxn ang="0">
                    <a:pos x="connsiteX2" y="connsiteY2"/>
                  </a:cxn>
                </a:cxnLst>
                <a:rect l="l" t="t" r="r" b="b"/>
                <a:pathLst>
                  <a:path w="8574" h="575">
                    <a:moveTo>
                      <a:pt x="4921" y="575"/>
                    </a:moveTo>
                    <a:cubicBezTo>
                      <a:pt x="2583" y="552"/>
                      <a:pt x="377" y="409"/>
                      <a:pt x="0" y="255"/>
                    </a:cubicBezTo>
                    <a:cubicBezTo>
                      <a:pt x="515" y="-431"/>
                      <a:pt x="15225" y="473"/>
                      <a:pt x="4921" y="57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5" name="Freeform: Shape 2554">
                <a:extLst>
                  <a:ext uri="{FF2B5EF4-FFF2-40B4-BE49-F238E27FC236}">
                    <a16:creationId xmlns:a16="http://schemas.microsoft.com/office/drawing/2014/main" id="{AE72EB03-1FFE-DA6C-E4EF-0F972DA14559}"/>
                  </a:ext>
                </a:extLst>
              </p:cNvPr>
              <p:cNvSpPr/>
              <p:nvPr/>
            </p:nvSpPr>
            <p:spPr>
              <a:xfrm>
                <a:off x="3509375" y="6393919"/>
                <a:ext cx="8774" cy="1117"/>
              </a:xfrm>
              <a:custGeom>
                <a:avLst/>
                <a:gdLst>
                  <a:gd name="connsiteX0" fmla="*/ 5029 w 8774"/>
                  <a:gd name="connsiteY0" fmla="*/ 0 h 1117"/>
                  <a:gd name="connsiteX1" fmla="*/ 0 w 8774"/>
                  <a:gd name="connsiteY1" fmla="*/ 577 h 1117"/>
                  <a:gd name="connsiteX2" fmla="*/ 5029 w 8774"/>
                  <a:gd name="connsiteY2" fmla="*/ 0 h 1117"/>
                </a:gdLst>
                <a:ahLst/>
                <a:cxnLst>
                  <a:cxn ang="0">
                    <a:pos x="connsiteX0" y="connsiteY0"/>
                  </a:cxn>
                  <a:cxn ang="0">
                    <a:pos x="connsiteX1" y="connsiteY1"/>
                  </a:cxn>
                  <a:cxn ang="0">
                    <a:pos x="connsiteX2" y="connsiteY2"/>
                  </a:cxn>
                </a:cxnLst>
                <a:rect l="l" t="t" r="r" b="b"/>
                <a:pathLst>
                  <a:path w="8774" h="1117">
                    <a:moveTo>
                      <a:pt x="5029" y="0"/>
                    </a:moveTo>
                    <a:cubicBezTo>
                      <a:pt x="2635" y="23"/>
                      <a:pt x="389" y="274"/>
                      <a:pt x="0" y="577"/>
                    </a:cubicBezTo>
                    <a:cubicBezTo>
                      <a:pt x="469" y="1995"/>
                      <a:pt x="15608" y="200"/>
                      <a:pt x="502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6" name="Freeform: Shape 2555">
                <a:extLst>
                  <a:ext uri="{FF2B5EF4-FFF2-40B4-BE49-F238E27FC236}">
                    <a16:creationId xmlns:a16="http://schemas.microsoft.com/office/drawing/2014/main" id="{4AEB82BE-DF07-A4A1-4167-7CBEA9A6C2DE}"/>
                  </a:ext>
                </a:extLst>
              </p:cNvPr>
              <p:cNvSpPr/>
              <p:nvPr/>
            </p:nvSpPr>
            <p:spPr>
              <a:xfrm>
                <a:off x="2600313" y="7526146"/>
                <a:ext cx="13119" cy="5276"/>
              </a:xfrm>
              <a:custGeom>
                <a:avLst/>
                <a:gdLst>
                  <a:gd name="connsiteX0" fmla="*/ 8138 w 13119"/>
                  <a:gd name="connsiteY0" fmla="*/ 0 h 5276"/>
                  <a:gd name="connsiteX1" fmla="*/ 0 w 13119"/>
                  <a:gd name="connsiteY1" fmla="*/ 2521 h 5276"/>
                  <a:gd name="connsiteX2" fmla="*/ 8138 w 13119"/>
                  <a:gd name="connsiteY2" fmla="*/ 0 h 5276"/>
                </a:gdLst>
                <a:ahLst/>
                <a:cxnLst>
                  <a:cxn ang="0">
                    <a:pos x="connsiteX0" y="connsiteY0"/>
                  </a:cxn>
                  <a:cxn ang="0">
                    <a:pos x="connsiteX1" y="connsiteY1"/>
                  </a:cxn>
                  <a:cxn ang="0">
                    <a:pos x="connsiteX2" y="connsiteY2"/>
                  </a:cxn>
                </a:cxnLst>
                <a:rect l="l" t="t" r="r" b="b"/>
                <a:pathLst>
                  <a:path w="13119" h="5276">
                    <a:moveTo>
                      <a:pt x="8138" y="0"/>
                    </a:moveTo>
                    <a:cubicBezTo>
                      <a:pt x="5526" y="17"/>
                      <a:pt x="1434" y="634"/>
                      <a:pt x="0" y="2521"/>
                    </a:cubicBezTo>
                    <a:cubicBezTo>
                      <a:pt x="532" y="9538"/>
                      <a:pt x="22780" y="1069"/>
                      <a:pt x="813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7" name="Freeform: Shape 2556">
                <a:extLst>
                  <a:ext uri="{FF2B5EF4-FFF2-40B4-BE49-F238E27FC236}">
                    <a16:creationId xmlns:a16="http://schemas.microsoft.com/office/drawing/2014/main" id="{C8FEEAC9-28F1-39D2-9C73-296DA8F19F72}"/>
                  </a:ext>
                </a:extLst>
              </p:cNvPr>
              <p:cNvSpPr/>
              <p:nvPr/>
            </p:nvSpPr>
            <p:spPr>
              <a:xfrm>
                <a:off x="3633631" y="6016357"/>
                <a:ext cx="6337" cy="5975"/>
              </a:xfrm>
              <a:custGeom>
                <a:avLst/>
                <a:gdLst>
                  <a:gd name="connsiteX0" fmla="*/ 3703 w 6337"/>
                  <a:gd name="connsiteY0" fmla="*/ 2361 h 5975"/>
                  <a:gd name="connsiteX1" fmla="*/ 2640 w 6337"/>
                  <a:gd name="connsiteY1" fmla="*/ 3641 h 5975"/>
                  <a:gd name="connsiteX2" fmla="*/ 3703 w 6337"/>
                  <a:gd name="connsiteY2" fmla="*/ 2361 h 5975"/>
                </a:gdLst>
                <a:ahLst/>
                <a:cxnLst>
                  <a:cxn ang="0">
                    <a:pos x="connsiteX0" y="connsiteY0"/>
                  </a:cxn>
                  <a:cxn ang="0">
                    <a:pos x="connsiteX1" y="connsiteY1"/>
                  </a:cxn>
                  <a:cxn ang="0">
                    <a:pos x="connsiteX2" y="connsiteY2"/>
                  </a:cxn>
                </a:cxnLst>
                <a:rect l="l" t="t" r="r" b="b"/>
                <a:pathLst>
                  <a:path w="6337" h="5975">
                    <a:moveTo>
                      <a:pt x="3703" y="2361"/>
                    </a:moveTo>
                    <a:cubicBezTo>
                      <a:pt x="-326" y="-1742"/>
                      <a:pt x="-1623" y="35"/>
                      <a:pt x="2640" y="3641"/>
                    </a:cubicBezTo>
                    <a:cubicBezTo>
                      <a:pt x="6658" y="7699"/>
                      <a:pt x="7961" y="5944"/>
                      <a:pt x="3703" y="236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8" name="Freeform: Shape 2557">
                <a:extLst>
                  <a:ext uri="{FF2B5EF4-FFF2-40B4-BE49-F238E27FC236}">
                    <a16:creationId xmlns:a16="http://schemas.microsoft.com/office/drawing/2014/main" id="{320E9755-E732-8FBF-3445-0E141F9416A5}"/>
                  </a:ext>
                </a:extLst>
              </p:cNvPr>
              <p:cNvSpPr/>
              <p:nvPr/>
            </p:nvSpPr>
            <p:spPr>
              <a:xfrm>
                <a:off x="2860230" y="6675345"/>
                <a:ext cx="10546" cy="2995"/>
              </a:xfrm>
              <a:custGeom>
                <a:avLst/>
                <a:gdLst>
                  <a:gd name="connsiteX0" fmla="*/ 6437 w 10546"/>
                  <a:gd name="connsiteY0" fmla="*/ 4 h 2995"/>
                  <a:gd name="connsiteX1" fmla="*/ 4111 w 10546"/>
                  <a:gd name="connsiteY1" fmla="*/ 2992 h 2995"/>
                  <a:gd name="connsiteX2" fmla="*/ 6437 w 10546"/>
                  <a:gd name="connsiteY2" fmla="*/ 4 h 2995"/>
                </a:gdLst>
                <a:ahLst/>
                <a:cxnLst>
                  <a:cxn ang="0">
                    <a:pos x="connsiteX0" y="connsiteY0"/>
                  </a:cxn>
                  <a:cxn ang="0">
                    <a:pos x="connsiteX1" y="connsiteY1"/>
                  </a:cxn>
                  <a:cxn ang="0">
                    <a:pos x="connsiteX2" y="connsiteY2"/>
                  </a:cxn>
                </a:cxnLst>
                <a:rect l="l" t="t" r="r" b="b"/>
                <a:pathLst>
                  <a:path w="10546" h="2995">
                    <a:moveTo>
                      <a:pt x="6437" y="4"/>
                    </a:moveTo>
                    <a:cubicBezTo>
                      <a:pt x="1499" y="-3"/>
                      <a:pt x="-3953" y="3107"/>
                      <a:pt x="4111" y="2992"/>
                    </a:cubicBezTo>
                    <a:cubicBezTo>
                      <a:pt x="9054" y="3021"/>
                      <a:pt x="14495" y="-123"/>
                      <a:pt x="6437"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9" name="Freeform: Shape 2558">
                <a:extLst>
                  <a:ext uri="{FF2B5EF4-FFF2-40B4-BE49-F238E27FC236}">
                    <a16:creationId xmlns:a16="http://schemas.microsoft.com/office/drawing/2014/main" id="{F9C47D50-CC05-4641-9190-3E82C45D9B34}"/>
                  </a:ext>
                </a:extLst>
              </p:cNvPr>
              <p:cNvSpPr/>
              <p:nvPr/>
            </p:nvSpPr>
            <p:spPr>
              <a:xfrm>
                <a:off x="2788112" y="6772858"/>
                <a:ext cx="11024" cy="3562"/>
              </a:xfrm>
              <a:custGeom>
                <a:avLst/>
                <a:gdLst>
                  <a:gd name="connsiteX0" fmla="*/ 6608 w 11024"/>
                  <a:gd name="connsiteY0" fmla="*/ 0 h 3562"/>
                  <a:gd name="connsiteX1" fmla="*/ 2 w 11024"/>
                  <a:gd name="connsiteY1" fmla="*/ 1771 h 3562"/>
                  <a:gd name="connsiteX2" fmla="*/ 6608 w 11024"/>
                  <a:gd name="connsiteY2" fmla="*/ 0 h 3562"/>
                </a:gdLst>
                <a:ahLst/>
                <a:cxnLst>
                  <a:cxn ang="0">
                    <a:pos x="connsiteX0" y="connsiteY0"/>
                  </a:cxn>
                  <a:cxn ang="0">
                    <a:pos x="connsiteX1" y="connsiteY1"/>
                  </a:cxn>
                  <a:cxn ang="0">
                    <a:pos x="connsiteX2" y="connsiteY2"/>
                  </a:cxn>
                </a:cxnLst>
                <a:rect l="l" t="t" r="r" b="b"/>
                <a:pathLst>
                  <a:path w="11024" h="3562">
                    <a:moveTo>
                      <a:pt x="6608" y="0"/>
                    </a:moveTo>
                    <a:cubicBezTo>
                      <a:pt x="3631" y="17"/>
                      <a:pt x="676" y="806"/>
                      <a:pt x="2" y="1771"/>
                    </a:cubicBezTo>
                    <a:cubicBezTo>
                      <a:pt x="-210" y="6292"/>
                      <a:pt x="19593" y="943"/>
                      <a:pt x="660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0" name="Freeform: Shape 2559">
                <a:extLst>
                  <a:ext uri="{FF2B5EF4-FFF2-40B4-BE49-F238E27FC236}">
                    <a16:creationId xmlns:a16="http://schemas.microsoft.com/office/drawing/2014/main" id="{5F062B57-67D9-2453-8D3F-7A6B8766E4EF}"/>
                  </a:ext>
                </a:extLst>
              </p:cNvPr>
              <p:cNvSpPr/>
              <p:nvPr/>
            </p:nvSpPr>
            <p:spPr>
              <a:xfrm>
                <a:off x="2929194" y="6590515"/>
                <a:ext cx="10368" cy="2978"/>
              </a:xfrm>
              <a:custGeom>
                <a:avLst/>
                <a:gdLst>
                  <a:gd name="connsiteX0" fmla="*/ 6195 w 10368"/>
                  <a:gd name="connsiteY0" fmla="*/ 103 h 2978"/>
                  <a:gd name="connsiteX1" fmla="*/ 0 w 10368"/>
                  <a:gd name="connsiteY1" fmla="*/ 2097 h 2978"/>
                  <a:gd name="connsiteX2" fmla="*/ 6195 w 10368"/>
                  <a:gd name="connsiteY2" fmla="*/ 103 h 2978"/>
                </a:gdLst>
                <a:ahLst/>
                <a:cxnLst>
                  <a:cxn ang="0">
                    <a:pos x="connsiteX0" y="connsiteY0"/>
                  </a:cxn>
                  <a:cxn ang="0">
                    <a:pos x="connsiteX1" y="connsiteY1"/>
                  </a:cxn>
                  <a:cxn ang="0">
                    <a:pos x="connsiteX2" y="connsiteY2"/>
                  </a:cxn>
                </a:cxnLst>
                <a:rect l="l" t="t" r="r" b="b"/>
                <a:pathLst>
                  <a:path w="10368" h="2978">
                    <a:moveTo>
                      <a:pt x="6195" y="103"/>
                    </a:moveTo>
                    <a:cubicBezTo>
                      <a:pt x="3383" y="480"/>
                      <a:pt x="611" y="1372"/>
                      <a:pt x="0" y="2097"/>
                    </a:cubicBezTo>
                    <a:cubicBezTo>
                      <a:pt x="131" y="5166"/>
                      <a:pt x="18339" y="-846"/>
                      <a:pt x="6195" y="10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1" name="Freeform: Shape 2560">
                <a:extLst>
                  <a:ext uri="{FF2B5EF4-FFF2-40B4-BE49-F238E27FC236}">
                    <a16:creationId xmlns:a16="http://schemas.microsoft.com/office/drawing/2014/main" id="{78AC0D07-1925-F0B7-8163-15CCEE506C1D}"/>
                  </a:ext>
                </a:extLst>
              </p:cNvPr>
              <p:cNvSpPr/>
              <p:nvPr/>
            </p:nvSpPr>
            <p:spPr>
              <a:xfrm>
                <a:off x="2994699" y="6513358"/>
                <a:ext cx="10077" cy="3355"/>
              </a:xfrm>
              <a:custGeom>
                <a:avLst/>
                <a:gdLst>
                  <a:gd name="connsiteX0" fmla="*/ 6001 w 10077"/>
                  <a:gd name="connsiteY0" fmla="*/ 422 h 3355"/>
                  <a:gd name="connsiteX1" fmla="*/ 0 w 10077"/>
                  <a:gd name="connsiteY1" fmla="*/ 2799 h 3355"/>
                  <a:gd name="connsiteX2" fmla="*/ 6001 w 10077"/>
                  <a:gd name="connsiteY2" fmla="*/ 422 h 3355"/>
                </a:gdLst>
                <a:ahLst/>
                <a:cxnLst>
                  <a:cxn ang="0">
                    <a:pos x="connsiteX0" y="connsiteY0"/>
                  </a:cxn>
                  <a:cxn ang="0">
                    <a:pos x="connsiteX1" y="connsiteY1"/>
                  </a:cxn>
                  <a:cxn ang="0">
                    <a:pos x="connsiteX2" y="connsiteY2"/>
                  </a:cxn>
                </a:cxnLst>
                <a:rect l="l" t="t" r="r" b="b"/>
                <a:pathLst>
                  <a:path w="10077" h="3355">
                    <a:moveTo>
                      <a:pt x="6001" y="422"/>
                    </a:moveTo>
                    <a:cubicBezTo>
                      <a:pt x="3263" y="1056"/>
                      <a:pt x="577" y="2119"/>
                      <a:pt x="0" y="2799"/>
                    </a:cubicBezTo>
                    <a:cubicBezTo>
                      <a:pt x="286" y="5337"/>
                      <a:pt x="17791" y="-1756"/>
                      <a:pt x="6001" y="4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2" name="Freeform: Shape 2561">
                <a:extLst>
                  <a:ext uri="{FF2B5EF4-FFF2-40B4-BE49-F238E27FC236}">
                    <a16:creationId xmlns:a16="http://schemas.microsoft.com/office/drawing/2014/main" id="{4FC9616A-B3B6-C1FD-8B95-2471C6B17D8D}"/>
                  </a:ext>
                </a:extLst>
              </p:cNvPr>
              <p:cNvSpPr/>
              <p:nvPr/>
            </p:nvSpPr>
            <p:spPr>
              <a:xfrm>
                <a:off x="2712038" y="6880134"/>
                <a:ext cx="11385" cy="3681"/>
              </a:xfrm>
              <a:custGeom>
                <a:avLst/>
                <a:gdLst>
                  <a:gd name="connsiteX0" fmla="*/ 6867 w 11385"/>
                  <a:gd name="connsiteY0" fmla="*/ 0 h 3681"/>
                  <a:gd name="connsiteX1" fmla="*/ 4 w 11385"/>
                  <a:gd name="connsiteY1" fmla="*/ 1805 h 3681"/>
                  <a:gd name="connsiteX2" fmla="*/ 6867 w 11385"/>
                  <a:gd name="connsiteY2" fmla="*/ 0 h 3681"/>
                </a:gdLst>
                <a:ahLst/>
                <a:cxnLst>
                  <a:cxn ang="0">
                    <a:pos x="connsiteX0" y="connsiteY0"/>
                  </a:cxn>
                  <a:cxn ang="0">
                    <a:pos x="connsiteX1" y="connsiteY1"/>
                  </a:cxn>
                  <a:cxn ang="0">
                    <a:pos x="connsiteX2" y="connsiteY2"/>
                  </a:cxn>
                </a:cxnLst>
                <a:rect l="l" t="t" r="r" b="b"/>
                <a:pathLst>
                  <a:path w="11385" h="3681">
                    <a:moveTo>
                      <a:pt x="6867" y="0"/>
                    </a:moveTo>
                    <a:cubicBezTo>
                      <a:pt x="3793" y="0"/>
                      <a:pt x="724" y="806"/>
                      <a:pt x="4" y="1805"/>
                    </a:cubicBezTo>
                    <a:cubicBezTo>
                      <a:pt x="-316" y="6498"/>
                      <a:pt x="20223" y="1034"/>
                      <a:pt x="686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3" name="Freeform: Shape 2562">
                <a:extLst>
                  <a:ext uri="{FF2B5EF4-FFF2-40B4-BE49-F238E27FC236}">
                    <a16:creationId xmlns:a16="http://schemas.microsoft.com/office/drawing/2014/main" id="{FEC0BACF-9039-E4E6-83A4-C1856BC8C167}"/>
                  </a:ext>
                </a:extLst>
              </p:cNvPr>
              <p:cNvSpPr/>
              <p:nvPr/>
            </p:nvSpPr>
            <p:spPr>
              <a:xfrm>
                <a:off x="2347131" y="7378712"/>
                <a:ext cx="12940" cy="4757"/>
              </a:xfrm>
              <a:custGeom>
                <a:avLst/>
                <a:gdLst>
                  <a:gd name="connsiteX0" fmla="*/ 8168 w 12940"/>
                  <a:gd name="connsiteY0" fmla="*/ 27 h 4757"/>
                  <a:gd name="connsiteX1" fmla="*/ 4774 w 12940"/>
                  <a:gd name="connsiteY1" fmla="*/ 4731 h 4757"/>
                  <a:gd name="connsiteX2" fmla="*/ 8168 w 12940"/>
                  <a:gd name="connsiteY2" fmla="*/ 27 h 4757"/>
                </a:gdLst>
                <a:ahLst/>
                <a:cxnLst>
                  <a:cxn ang="0">
                    <a:pos x="connsiteX0" y="connsiteY0"/>
                  </a:cxn>
                  <a:cxn ang="0">
                    <a:pos x="connsiteX1" y="connsiteY1"/>
                  </a:cxn>
                  <a:cxn ang="0">
                    <a:pos x="connsiteX2" y="connsiteY2"/>
                  </a:cxn>
                </a:cxnLst>
                <a:rect l="l" t="t" r="r" b="b"/>
                <a:pathLst>
                  <a:path w="12940" h="4757">
                    <a:moveTo>
                      <a:pt x="8168" y="27"/>
                    </a:moveTo>
                    <a:cubicBezTo>
                      <a:pt x="2259" y="-396"/>
                      <a:pt x="-4959" y="4256"/>
                      <a:pt x="4774" y="4731"/>
                    </a:cubicBezTo>
                    <a:cubicBezTo>
                      <a:pt x="10689" y="5153"/>
                      <a:pt x="17895" y="502"/>
                      <a:pt x="8168"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4" name="Freeform: Shape 2563">
                <a:extLst>
                  <a:ext uri="{FF2B5EF4-FFF2-40B4-BE49-F238E27FC236}">
                    <a16:creationId xmlns:a16="http://schemas.microsoft.com/office/drawing/2014/main" id="{0DF15BC2-0218-80C7-4752-BFBAC9080343}"/>
                  </a:ext>
                </a:extLst>
              </p:cNvPr>
              <p:cNvSpPr/>
              <p:nvPr/>
            </p:nvSpPr>
            <p:spPr>
              <a:xfrm>
                <a:off x="3056593" y="6439175"/>
                <a:ext cx="9806" cy="3949"/>
              </a:xfrm>
              <a:custGeom>
                <a:avLst/>
                <a:gdLst>
                  <a:gd name="connsiteX0" fmla="*/ 5812 w 9806"/>
                  <a:gd name="connsiteY0" fmla="*/ 767 h 3949"/>
                  <a:gd name="connsiteX1" fmla="*/ 0 w 9806"/>
                  <a:gd name="connsiteY1" fmla="*/ 3562 h 3949"/>
                  <a:gd name="connsiteX2" fmla="*/ 5812 w 9806"/>
                  <a:gd name="connsiteY2" fmla="*/ 767 h 3949"/>
                </a:gdLst>
                <a:ahLst/>
                <a:cxnLst>
                  <a:cxn ang="0">
                    <a:pos x="connsiteX0" y="connsiteY0"/>
                  </a:cxn>
                  <a:cxn ang="0">
                    <a:pos x="connsiteX1" y="connsiteY1"/>
                  </a:cxn>
                  <a:cxn ang="0">
                    <a:pos x="connsiteX2" y="connsiteY2"/>
                  </a:cxn>
                </a:cxnLst>
                <a:rect l="l" t="t" r="r" b="b"/>
                <a:pathLst>
                  <a:path w="9806" h="3949">
                    <a:moveTo>
                      <a:pt x="5812" y="767"/>
                    </a:moveTo>
                    <a:cubicBezTo>
                      <a:pt x="3149" y="1635"/>
                      <a:pt x="549" y="2893"/>
                      <a:pt x="0" y="3562"/>
                    </a:cubicBezTo>
                    <a:cubicBezTo>
                      <a:pt x="417" y="5796"/>
                      <a:pt x="17294" y="-2485"/>
                      <a:pt x="5812" y="7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5" name="Freeform: Shape 2564">
                <a:extLst>
                  <a:ext uri="{FF2B5EF4-FFF2-40B4-BE49-F238E27FC236}">
                    <a16:creationId xmlns:a16="http://schemas.microsoft.com/office/drawing/2014/main" id="{F438D1B0-4D94-AA58-7A6C-B43BA2668D5F}"/>
                  </a:ext>
                </a:extLst>
              </p:cNvPr>
              <p:cNvSpPr/>
              <p:nvPr/>
            </p:nvSpPr>
            <p:spPr>
              <a:xfrm>
                <a:off x="2447404" y="7241264"/>
                <a:ext cx="12582" cy="4472"/>
              </a:xfrm>
              <a:custGeom>
                <a:avLst/>
                <a:gdLst>
                  <a:gd name="connsiteX0" fmla="*/ 7737 w 12582"/>
                  <a:gd name="connsiteY0" fmla="*/ 0 h 4472"/>
                  <a:gd name="connsiteX1" fmla="*/ 16 w 12582"/>
                  <a:gd name="connsiteY1" fmla="*/ 2195 h 4472"/>
                  <a:gd name="connsiteX2" fmla="*/ 7737 w 12582"/>
                  <a:gd name="connsiteY2" fmla="*/ 0 h 4472"/>
                </a:gdLst>
                <a:ahLst/>
                <a:cxnLst>
                  <a:cxn ang="0">
                    <a:pos x="connsiteX0" y="connsiteY0"/>
                  </a:cxn>
                  <a:cxn ang="0">
                    <a:pos x="connsiteX1" y="connsiteY1"/>
                  </a:cxn>
                  <a:cxn ang="0">
                    <a:pos x="connsiteX2" y="connsiteY2"/>
                  </a:cxn>
                </a:cxnLst>
                <a:rect l="l" t="t" r="r" b="b"/>
                <a:pathLst>
                  <a:path w="12582" h="4472">
                    <a:moveTo>
                      <a:pt x="7737" y="0"/>
                    </a:moveTo>
                    <a:cubicBezTo>
                      <a:pt x="4359" y="0"/>
                      <a:pt x="902" y="983"/>
                      <a:pt x="16" y="2195"/>
                    </a:cubicBezTo>
                    <a:cubicBezTo>
                      <a:pt x="-687" y="7898"/>
                      <a:pt x="22304" y="1246"/>
                      <a:pt x="773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6" name="Freeform: Shape 2565">
                <a:extLst>
                  <a:ext uri="{FF2B5EF4-FFF2-40B4-BE49-F238E27FC236}">
                    <a16:creationId xmlns:a16="http://schemas.microsoft.com/office/drawing/2014/main" id="{2C03CF82-CCE5-C921-267E-45B7E03C05FD}"/>
                  </a:ext>
                </a:extLst>
              </p:cNvPr>
              <p:cNvSpPr/>
              <p:nvPr/>
            </p:nvSpPr>
            <p:spPr>
              <a:xfrm>
                <a:off x="2629815" y="6992772"/>
                <a:ext cx="11640" cy="3884"/>
              </a:xfrm>
              <a:custGeom>
                <a:avLst/>
                <a:gdLst>
                  <a:gd name="connsiteX0" fmla="*/ 7223 w 11640"/>
                  <a:gd name="connsiteY0" fmla="*/ 22 h 3884"/>
                  <a:gd name="connsiteX1" fmla="*/ 4416 w 11640"/>
                  <a:gd name="connsiteY1" fmla="*/ 3862 h 3884"/>
                  <a:gd name="connsiteX2" fmla="*/ 7223 w 11640"/>
                  <a:gd name="connsiteY2" fmla="*/ 22 h 3884"/>
                </a:gdLst>
                <a:ahLst/>
                <a:cxnLst>
                  <a:cxn ang="0">
                    <a:pos x="connsiteX0" y="connsiteY0"/>
                  </a:cxn>
                  <a:cxn ang="0">
                    <a:pos x="connsiteX1" y="connsiteY1"/>
                  </a:cxn>
                  <a:cxn ang="0">
                    <a:pos x="connsiteX2" y="connsiteY2"/>
                  </a:cxn>
                </a:cxnLst>
                <a:rect l="l" t="t" r="r" b="b"/>
                <a:pathLst>
                  <a:path w="11640" h="3884">
                    <a:moveTo>
                      <a:pt x="7223" y="22"/>
                    </a:moveTo>
                    <a:cubicBezTo>
                      <a:pt x="1759" y="-321"/>
                      <a:pt x="-4368" y="3496"/>
                      <a:pt x="4416" y="3862"/>
                    </a:cubicBezTo>
                    <a:cubicBezTo>
                      <a:pt x="9886" y="4205"/>
                      <a:pt x="16006" y="393"/>
                      <a:pt x="7223"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7" name="Freeform: Shape 2566">
                <a:extLst>
                  <a:ext uri="{FF2B5EF4-FFF2-40B4-BE49-F238E27FC236}">
                    <a16:creationId xmlns:a16="http://schemas.microsoft.com/office/drawing/2014/main" id="{DFCAF5BB-5B54-C280-75D8-3C21247F2A15}"/>
                  </a:ext>
                </a:extLst>
              </p:cNvPr>
              <p:cNvSpPr/>
              <p:nvPr/>
            </p:nvSpPr>
            <p:spPr>
              <a:xfrm>
                <a:off x="2541649" y="7112894"/>
                <a:ext cx="12159" cy="4181"/>
              </a:xfrm>
              <a:custGeom>
                <a:avLst/>
                <a:gdLst>
                  <a:gd name="connsiteX0" fmla="*/ 7435 w 12159"/>
                  <a:gd name="connsiteY0" fmla="*/ 0 h 4181"/>
                  <a:gd name="connsiteX1" fmla="*/ 11 w 12159"/>
                  <a:gd name="connsiteY1" fmla="*/ 2052 h 4181"/>
                  <a:gd name="connsiteX2" fmla="*/ 7435 w 12159"/>
                  <a:gd name="connsiteY2" fmla="*/ 0 h 4181"/>
                </a:gdLst>
                <a:ahLst/>
                <a:cxnLst>
                  <a:cxn ang="0">
                    <a:pos x="connsiteX0" y="connsiteY0"/>
                  </a:cxn>
                  <a:cxn ang="0">
                    <a:pos x="connsiteX1" y="connsiteY1"/>
                  </a:cxn>
                  <a:cxn ang="0">
                    <a:pos x="connsiteX2" y="connsiteY2"/>
                  </a:cxn>
                </a:cxnLst>
                <a:rect l="l" t="t" r="r" b="b"/>
                <a:pathLst>
                  <a:path w="12159" h="4181">
                    <a:moveTo>
                      <a:pt x="7435" y="0"/>
                    </a:moveTo>
                    <a:cubicBezTo>
                      <a:pt x="4166" y="0"/>
                      <a:pt x="840" y="915"/>
                      <a:pt x="11" y="2052"/>
                    </a:cubicBezTo>
                    <a:cubicBezTo>
                      <a:pt x="-566" y="7384"/>
                      <a:pt x="21568" y="1166"/>
                      <a:pt x="743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8" name="Freeform: Shape 2567">
                <a:extLst>
                  <a:ext uri="{FF2B5EF4-FFF2-40B4-BE49-F238E27FC236}">
                    <a16:creationId xmlns:a16="http://schemas.microsoft.com/office/drawing/2014/main" id="{1160E45A-0DB5-6AEB-6338-A2A5A10EA7D7}"/>
                  </a:ext>
                </a:extLst>
              </p:cNvPr>
              <p:cNvSpPr/>
              <p:nvPr/>
            </p:nvSpPr>
            <p:spPr>
              <a:xfrm>
                <a:off x="3169623" y="6323712"/>
                <a:ext cx="9312" cy="3537"/>
              </a:xfrm>
              <a:custGeom>
                <a:avLst/>
                <a:gdLst>
                  <a:gd name="connsiteX0" fmla="*/ 5465 w 9312"/>
                  <a:gd name="connsiteY0" fmla="*/ 2546 h 3537"/>
                  <a:gd name="connsiteX1" fmla="*/ 2 w 9312"/>
                  <a:gd name="connsiteY1" fmla="*/ 3352 h 3537"/>
                  <a:gd name="connsiteX2" fmla="*/ 5465 w 9312"/>
                  <a:gd name="connsiteY2" fmla="*/ 2546 h 3537"/>
                </a:gdLst>
                <a:ahLst/>
                <a:cxnLst>
                  <a:cxn ang="0">
                    <a:pos x="connsiteX0" y="connsiteY0"/>
                  </a:cxn>
                  <a:cxn ang="0">
                    <a:pos x="connsiteX1" y="connsiteY1"/>
                  </a:cxn>
                  <a:cxn ang="0">
                    <a:pos x="connsiteX2" y="connsiteY2"/>
                  </a:cxn>
                </a:cxnLst>
                <a:rect l="l" t="t" r="r" b="b"/>
                <a:pathLst>
                  <a:path w="9312" h="3537">
                    <a:moveTo>
                      <a:pt x="5465" y="2546"/>
                    </a:moveTo>
                    <a:cubicBezTo>
                      <a:pt x="2945" y="3432"/>
                      <a:pt x="499" y="3786"/>
                      <a:pt x="2" y="3352"/>
                    </a:cubicBezTo>
                    <a:cubicBezTo>
                      <a:pt x="-187" y="592"/>
                      <a:pt x="16672" y="-2163"/>
                      <a:pt x="5465" y="25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9" name="Freeform: Shape 2568">
                <a:extLst>
                  <a:ext uri="{FF2B5EF4-FFF2-40B4-BE49-F238E27FC236}">
                    <a16:creationId xmlns:a16="http://schemas.microsoft.com/office/drawing/2014/main" id="{96D94E9C-9B10-F6B9-D555-150F6BD7B223}"/>
                  </a:ext>
                </a:extLst>
              </p:cNvPr>
              <p:cNvSpPr/>
              <p:nvPr/>
            </p:nvSpPr>
            <p:spPr>
              <a:xfrm>
                <a:off x="3489480" y="6253823"/>
                <a:ext cx="7898" cy="3709"/>
              </a:xfrm>
              <a:custGeom>
                <a:avLst/>
                <a:gdLst>
                  <a:gd name="connsiteX0" fmla="*/ 4528 w 7898"/>
                  <a:gd name="connsiteY0" fmla="*/ 838 h 3709"/>
                  <a:gd name="connsiteX1" fmla="*/ 2 w 7898"/>
                  <a:gd name="connsiteY1" fmla="*/ 335 h 3709"/>
                  <a:gd name="connsiteX2" fmla="*/ 4528 w 7898"/>
                  <a:gd name="connsiteY2" fmla="*/ 838 h 3709"/>
                </a:gdLst>
                <a:ahLst/>
                <a:cxnLst>
                  <a:cxn ang="0">
                    <a:pos x="connsiteX0" y="connsiteY0"/>
                  </a:cxn>
                  <a:cxn ang="0">
                    <a:pos x="connsiteX1" y="connsiteY1"/>
                  </a:cxn>
                  <a:cxn ang="0">
                    <a:pos x="connsiteX2" y="connsiteY2"/>
                  </a:cxn>
                </a:cxnLst>
                <a:rect l="l" t="t" r="r" b="b"/>
                <a:pathLst>
                  <a:path w="7898" h="3709">
                    <a:moveTo>
                      <a:pt x="4528" y="838"/>
                    </a:moveTo>
                    <a:cubicBezTo>
                      <a:pt x="2385" y="-36"/>
                      <a:pt x="356" y="-265"/>
                      <a:pt x="2" y="335"/>
                    </a:cubicBezTo>
                    <a:cubicBezTo>
                      <a:pt x="-181" y="3673"/>
                      <a:pt x="14255" y="5645"/>
                      <a:pt x="4528" y="8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0" name="Freeform: Shape 2569">
                <a:extLst>
                  <a:ext uri="{FF2B5EF4-FFF2-40B4-BE49-F238E27FC236}">
                    <a16:creationId xmlns:a16="http://schemas.microsoft.com/office/drawing/2014/main" id="{9D4CA847-B1E0-4EB5-EBDB-DD63E3903A0A}"/>
                  </a:ext>
                </a:extLst>
              </p:cNvPr>
              <p:cNvSpPr/>
              <p:nvPr/>
            </p:nvSpPr>
            <p:spPr>
              <a:xfrm>
                <a:off x="3527900" y="6187000"/>
                <a:ext cx="7508" cy="4709"/>
              </a:xfrm>
              <a:custGeom>
                <a:avLst/>
                <a:gdLst>
                  <a:gd name="connsiteX0" fmla="*/ 4375 w 7508"/>
                  <a:gd name="connsiteY0" fmla="*/ 1265 h 4709"/>
                  <a:gd name="connsiteX1" fmla="*/ 3135 w 7508"/>
                  <a:gd name="connsiteY1" fmla="*/ 3465 h 4709"/>
                  <a:gd name="connsiteX2" fmla="*/ 4375 w 7508"/>
                  <a:gd name="connsiteY2" fmla="*/ 1265 h 4709"/>
                </a:gdLst>
                <a:ahLst/>
                <a:cxnLst>
                  <a:cxn ang="0">
                    <a:pos x="connsiteX0" y="connsiteY0"/>
                  </a:cxn>
                  <a:cxn ang="0">
                    <a:pos x="connsiteX1" y="connsiteY1"/>
                  </a:cxn>
                  <a:cxn ang="0">
                    <a:pos x="connsiteX2" y="connsiteY2"/>
                  </a:cxn>
                </a:cxnLst>
                <a:rect l="l" t="t" r="r" b="b"/>
                <a:pathLst>
                  <a:path w="7508" h="4709">
                    <a:moveTo>
                      <a:pt x="4375" y="1265"/>
                    </a:moveTo>
                    <a:cubicBezTo>
                      <a:pt x="-522" y="-1513"/>
                      <a:pt x="-1820" y="768"/>
                      <a:pt x="3135" y="3465"/>
                    </a:cubicBezTo>
                    <a:cubicBezTo>
                      <a:pt x="8027" y="6191"/>
                      <a:pt x="9330" y="3974"/>
                      <a:pt x="4375" y="126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1" name="Freeform: Shape 2570">
                <a:extLst>
                  <a:ext uri="{FF2B5EF4-FFF2-40B4-BE49-F238E27FC236}">
                    <a16:creationId xmlns:a16="http://schemas.microsoft.com/office/drawing/2014/main" id="{BF9B4049-9C6B-EF4E-EF6A-C4C6CD0BFC03}"/>
                  </a:ext>
                </a:extLst>
              </p:cNvPr>
              <p:cNvSpPr/>
              <p:nvPr/>
            </p:nvSpPr>
            <p:spPr>
              <a:xfrm>
                <a:off x="3599959" y="6062702"/>
                <a:ext cx="7188" cy="6315"/>
              </a:xfrm>
              <a:custGeom>
                <a:avLst/>
                <a:gdLst>
                  <a:gd name="connsiteX0" fmla="*/ 4159 w 7188"/>
                  <a:gd name="connsiteY0" fmla="*/ 2289 h 6315"/>
                  <a:gd name="connsiteX1" fmla="*/ 3034 w 7188"/>
                  <a:gd name="connsiteY1" fmla="*/ 4049 h 6315"/>
                  <a:gd name="connsiteX2" fmla="*/ 4159 w 7188"/>
                  <a:gd name="connsiteY2" fmla="*/ 2289 h 6315"/>
                </a:gdLst>
                <a:ahLst/>
                <a:cxnLst>
                  <a:cxn ang="0">
                    <a:pos x="connsiteX0" y="connsiteY0"/>
                  </a:cxn>
                  <a:cxn ang="0">
                    <a:pos x="connsiteX1" y="connsiteY1"/>
                  </a:cxn>
                  <a:cxn ang="0">
                    <a:pos x="connsiteX2" y="connsiteY2"/>
                  </a:cxn>
                </a:cxnLst>
                <a:rect l="l" t="t" r="r" b="b"/>
                <a:pathLst>
                  <a:path w="7188" h="6315">
                    <a:moveTo>
                      <a:pt x="4159" y="2289"/>
                    </a:moveTo>
                    <a:cubicBezTo>
                      <a:pt x="-716" y="-1883"/>
                      <a:pt x="-1578" y="215"/>
                      <a:pt x="3034" y="4049"/>
                    </a:cubicBezTo>
                    <a:cubicBezTo>
                      <a:pt x="7903" y="8170"/>
                      <a:pt x="8766" y="6119"/>
                      <a:pt x="4159" y="228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2" name="Freeform: Shape 2571">
                <a:extLst>
                  <a:ext uri="{FF2B5EF4-FFF2-40B4-BE49-F238E27FC236}">
                    <a16:creationId xmlns:a16="http://schemas.microsoft.com/office/drawing/2014/main" id="{C151A21B-0E16-0F9F-1780-317482E12019}"/>
                  </a:ext>
                </a:extLst>
              </p:cNvPr>
              <p:cNvSpPr/>
              <p:nvPr/>
            </p:nvSpPr>
            <p:spPr>
              <a:xfrm>
                <a:off x="3564771" y="6121492"/>
                <a:ext cx="7347" cy="5611"/>
              </a:xfrm>
              <a:custGeom>
                <a:avLst/>
                <a:gdLst>
                  <a:gd name="connsiteX0" fmla="*/ 4269 w 7347"/>
                  <a:gd name="connsiteY0" fmla="*/ 1782 h 5611"/>
                  <a:gd name="connsiteX1" fmla="*/ 3081 w 7347"/>
                  <a:gd name="connsiteY1" fmla="*/ 3851 h 5611"/>
                  <a:gd name="connsiteX2" fmla="*/ 4269 w 7347"/>
                  <a:gd name="connsiteY2" fmla="*/ 1782 h 5611"/>
                </a:gdLst>
                <a:ahLst/>
                <a:cxnLst>
                  <a:cxn ang="0">
                    <a:pos x="connsiteX0" y="connsiteY0"/>
                  </a:cxn>
                  <a:cxn ang="0">
                    <a:pos x="connsiteX1" y="connsiteY1"/>
                  </a:cxn>
                  <a:cxn ang="0">
                    <a:pos x="connsiteX2" y="connsiteY2"/>
                  </a:cxn>
                </a:cxnLst>
                <a:rect l="l" t="t" r="r" b="b"/>
                <a:pathLst>
                  <a:path w="7347" h="5611">
                    <a:moveTo>
                      <a:pt x="4269" y="1782"/>
                    </a:moveTo>
                    <a:cubicBezTo>
                      <a:pt x="-686" y="-1778"/>
                      <a:pt x="-1646" y="564"/>
                      <a:pt x="3081" y="3851"/>
                    </a:cubicBezTo>
                    <a:cubicBezTo>
                      <a:pt x="8030" y="7360"/>
                      <a:pt x="8996" y="5074"/>
                      <a:pt x="4269" y="17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3" name="Freeform: Shape 2572">
                <a:extLst>
                  <a:ext uri="{FF2B5EF4-FFF2-40B4-BE49-F238E27FC236}">
                    <a16:creationId xmlns:a16="http://schemas.microsoft.com/office/drawing/2014/main" id="{6A04DF5C-800B-039F-6481-55AFECF24FE9}"/>
                  </a:ext>
                </a:extLst>
              </p:cNvPr>
              <p:cNvSpPr/>
              <p:nvPr/>
            </p:nvSpPr>
            <p:spPr>
              <a:xfrm>
                <a:off x="3449785" y="6316608"/>
                <a:ext cx="8075" cy="2969"/>
              </a:xfrm>
              <a:custGeom>
                <a:avLst/>
                <a:gdLst>
                  <a:gd name="connsiteX0" fmla="*/ 4635 w 8075"/>
                  <a:gd name="connsiteY0" fmla="*/ 564 h 2969"/>
                  <a:gd name="connsiteX1" fmla="*/ 0 w 8075"/>
                  <a:gd name="connsiteY1" fmla="*/ 347 h 2969"/>
                  <a:gd name="connsiteX2" fmla="*/ 4635 w 8075"/>
                  <a:gd name="connsiteY2" fmla="*/ 564 h 2969"/>
                </a:gdLst>
                <a:ahLst/>
                <a:cxnLst>
                  <a:cxn ang="0">
                    <a:pos x="connsiteX0" y="connsiteY0"/>
                  </a:cxn>
                  <a:cxn ang="0">
                    <a:pos x="connsiteX1" y="connsiteY1"/>
                  </a:cxn>
                  <a:cxn ang="0">
                    <a:pos x="connsiteX2" y="connsiteY2"/>
                  </a:cxn>
                </a:cxnLst>
                <a:rect l="l" t="t" r="r" b="b"/>
                <a:pathLst>
                  <a:path w="8075" h="2969">
                    <a:moveTo>
                      <a:pt x="4635" y="564"/>
                    </a:moveTo>
                    <a:cubicBezTo>
                      <a:pt x="2440" y="-93"/>
                      <a:pt x="366" y="-190"/>
                      <a:pt x="0" y="347"/>
                    </a:cubicBezTo>
                    <a:cubicBezTo>
                      <a:pt x="-46" y="3308"/>
                      <a:pt x="14522" y="4256"/>
                      <a:pt x="4635" y="5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4" name="Freeform: Shape 2573">
                <a:extLst>
                  <a:ext uri="{FF2B5EF4-FFF2-40B4-BE49-F238E27FC236}">
                    <a16:creationId xmlns:a16="http://schemas.microsoft.com/office/drawing/2014/main" id="{4496B58F-8CDD-F029-5774-42FD498C3B64}"/>
                  </a:ext>
                </a:extLst>
              </p:cNvPr>
              <p:cNvSpPr/>
              <p:nvPr/>
            </p:nvSpPr>
            <p:spPr>
              <a:xfrm>
                <a:off x="3272786" y="6393487"/>
                <a:ext cx="8789" cy="1268"/>
              </a:xfrm>
              <a:custGeom>
                <a:avLst/>
                <a:gdLst>
                  <a:gd name="connsiteX0" fmla="*/ 5121 w 8789"/>
                  <a:gd name="connsiteY0" fmla="*/ 2 h 1268"/>
                  <a:gd name="connsiteX1" fmla="*/ 0 w 8789"/>
                  <a:gd name="connsiteY1" fmla="*/ 568 h 1268"/>
                  <a:gd name="connsiteX2" fmla="*/ 5121 w 8789"/>
                  <a:gd name="connsiteY2" fmla="*/ 2 h 1268"/>
                </a:gdLst>
                <a:ahLst/>
                <a:cxnLst>
                  <a:cxn ang="0">
                    <a:pos x="connsiteX0" y="connsiteY0"/>
                  </a:cxn>
                  <a:cxn ang="0">
                    <a:pos x="connsiteX1" y="connsiteY1"/>
                  </a:cxn>
                  <a:cxn ang="0">
                    <a:pos x="connsiteX2" y="connsiteY2"/>
                  </a:cxn>
                </a:cxnLst>
                <a:rect l="l" t="t" r="r" b="b"/>
                <a:pathLst>
                  <a:path w="8789" h="1268">
                    <a:moveTo>
                      <a:pt x="5121" y="2"/>
                    </a:moveTo>
                    <a:cubicBezTo>
                      <a:pt x="2726" y="-26"/>
                      <a:pt x="434" y="225"/>
                      <a:pt x="0" y="568"/>
                    </a:cubicBezTo>
                    <a:cubicBezTo>
                      <a:pt x="297" y="2231"/>
                      <a:pt x="15613" y="471"/>
                      <a:pt x="5121" y="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5" name="Freeform: Shape 2574">
                <a:extLst>
                  <a:ext uri="{FF2B5EF4-FFF2-40B4-BE49-F238E27FC236}">
                    <a16:creationId xmlns:a16="http://schemas.microsoft.com/office/drawing/2014/main" id="{26E94758-D929-F870-ED1B-E77DB7E04FD1}"/>
                  </a:ext>
                </a:extLst>
              </p:cNvPr>
              <p:cNvSpPr/>
              <p:nvPr/>
            </p:nvSpPr>
            <p:spPr>
              <a:xfrm>
                <a:off x="3114692" y="6363240"/>
                <a:ext cx="9545" cy="4483"/>
              </a:xfrm>
              <a:custGeom>
                <a:avLst/>
                <a:gdLst>
                  <a:gd name="connsiteX0" fmla="*/ 5624 w 9545"/>
                  <a:gd name="connsiteY0" fmla="*/ 978 h 4483"/>
                  <a:gd name="connsiteX1" fmla="*/ 0 w 9545"/>
                  <a:gd name="connsiteY1" fmla="*/ 4132 h 4483"/>
                  <a:gd name="connsiteX2" fmla="*/ 5624 w 9545"/>
                  <a:gd name="connsiteY2" fmla="*/ 978 h 4483"/>
                </a:gdLst>
                <a:ahLst/>
                <a:cxnLst>
                  <a:cxn ang="0">
                    <a:pos x="connsiteX0" y="connsiteY0"/>
                  </a:cxn>
                  <a:cxn ang="0">
                    <a:pos x="connsiteX1" y="connsiteY1"/>
                  </a:cxn>
                  <a:cxn ang="0">
                    <a:pos x="connsiteX2" y="connsiteY2"/>
                  </a:cxn>
                </a:cxnLst>
                <a:rect l="l" t="t" r="r" b="b"/>
                <a:pathLst>
                  <a:path w="9545" h="4483">
                    <a:moveTo>
                      <a:pt x="5624" y="978"/>
                    </a:moveTo>
                    <a:cubicBezTo>
                      <a:pt x="3029" y="2007"/>
                      <a:pt x="514" y="3424"/>
                      <a:pt x="0" y="4132"/>
                    </a:cubicBezTo>
                    <a:cubicBezTo>
                      <a:pt x="526" y="6367"/>
                      <a:pt x="16825" y="-2948"/>
                      <a:pt x="5624" y="97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6" name="Freeform: Shape 2575">
                <a:extLst>
                  <a:ext uri="{FF2B5EF4-FFF2-40B4-BE49-F238E27FC236}">
                    <a16:creationId xmlns:a16="http://schemas.microsoft.com/office/drawing/2014/main" id="{F100A7C8-8DFC-1CCB-2461-D1CFCA9199CF}"/>
                  </a:ext>
                </a:extLst>
              </p:cNvPr>
              <p:cNvSpPr/>
              <p:nvPr/>
            </p:nvSpPr>
            <p:spPr>
              <a:xfrm>
                <a:off x="3223008" y="6403330"/>
                <a:ext cx="9057" cy="2308"/>
              </a:xfrm>
              <a:custGeom>
                <a:avLst/>
                <a:gdLst>
                  <a:gd name="connsiteX0" fmla="*/ 5303 w 9057"/>
                  <a:gd name="connsiteY0" fmla="*/ 2236 h 2308"/>
                  <a:gd name="connsiteX1" fmla="*/ 0 w 9057"/>
                  <a:gd name="connsiteY1" fmla="*/ 1579 h 2308"/>
                  <a:gd name="connsiteX2" fmla="*/ 5303 w 9057"/>
                  <a:gd name="connsiteY2" fmla="*/ 2236 h 2308"/>
                </a:gdLst>
                <a:ahLst/>
                <a:cxnLst>
                  <a:cxn ang="0">
                    <a:pos x="connsiteX0" y="connsiteY0"/>
                  </a:cxn>
                  <a:cxn ang="0">
                    <a:pos x="connsiteX1" y="connsiteY1"/>
                  </a:cxn>
                  <a:cxn ang="0">
                    <a:pos x="connsiteX2" y="connsiteY2"/>
                  </a:cxn>
                </a:cxnLst>
                <a:rect l="l" t="t" r="r" b="b"/>
                <a:pathLst>
                  <a:path w="9057" h="2308">
                    <a:moveTo>
                      <a:pt x="5303" y="2236"/>
                    </a:moveTo>
                    <a:cubicBezTo>
                      <a:pt x="2846" y="2453"/>
                      <a:pt x="474" y="2168"/>
                      <a:pt x="0" y="1579"/>
                    </a:cubicBezTo>
                    <a:cubicBezTo>
                      <a:pt x="29" y="-1479"/>
                      <a:pt x="16156" y="556"/>
                      <a:pt x="5303" y="22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7" name="Freeform: Shape 2576">
                <a:extLst>
                  <a:ext uri="{FF2B5EF4-FFF2-40B4-BE49-F238E27FC236}">
                    <a16:creationId xmlns:a16="http://schemas.microsoft.com/office/drawing/2014/main" id="{27CD364B-4A97-01BE-EF6C-F463F7D077E5}"/>
                  </a:ext>
                </a:extLst>
              </p:cNvPr>
              <p:cNvSpPr/>
              <p:nvPr/>
            </p:nvSpPr>
            <p:spPr>
              <a:xfrm>
                <a:off x="3408974" y="6368781"/>
                <a:ext cx="8252" cy="2321"/>
              </a:xfrm>
              <a:custGeom>
                <a:avLst/>
                <a:gdLst>
                  <a:gd name="connsiteX0" fmla="*/ 4749 w 8252"/>
                  <a:gd name="connsiteY0" fmla="*/ 592 h 2321"/>
                  <a:gd name="connsiteX1" fmla="*/ 0 w 8252"/>
                  <a:gd name="connsiteY1" fmla="*/ 158 h 2321"/>
                  <a:gd name="connsiteX2" fmla="*/ 4749 w 8252"/>
                  <a:gd name="connsiteY2" fmla="*/ 592 h 2321"/>
                </a:gdLst>
                <a:ahLst/>
                <a:cxnLst>
                  <a:cxn ang="0">
                    <a:pos x="connsiteX0" y="connsiteY0"/>
                  </a:cxn>
                  <a:cxn ang="0">
                    <a:pos x="connsiteX1" y="connsiteY1"/>
                  </a:cxn>
                  <a:cxn ang="0">
                    <a:pos x="connsiteX2" y="connsiteY2"/>
                  </a:cxn>
                </a:cxnLst>
                <a:rect l="l" t="t" r="r" b="b"/>
                <a:pathLst>
                  <a:path w="8252" h="2321">
                    <a:moveTo>
                      <a:pt x="4749" y="592"/>
                    </a:moveTo>
                    <a:cubicBezTo>
                      <a:pt x="2503" y="26"/>
                      <a:pt x="383" y="-168"/>
                      <a:pt x="0" y="158"/>
                    </a:cubicBezTo>
                    <a:cubicBezTo>
                      <a:pt x="160" y="2146"/>
                      <a:pt x="14756" y="3621"/>
                      <a:pt x="4749" y="5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8" name="Freeform: Shape 2577">
                <a:extLst>
                  <a:ext uri="{FF2B5EF4-FFF2-40B4-BE49-F238E27FC236}">
                    <a16:creationId xmlns:a16="http://schemas.microsoft.com/office/drawing/2014/main" id="{2F79F766-53C0-A8BD-86AB-5DA1A041E4E9}"/>
                  </a:ext>
                </a:extLst>
              </p:cNvPr>
              <p:cNvSpPr/>
              <p:nvPr/>
            </p:nvSpPr>
            <p:spPr>
              <a:xfrm>
                <a:off x="3365854" y="6382997"/>
                <a:ext cx="8403" cy="1502"/>
              </a:xfrm>
              <a:custGeom>
                <a:avLst/>
                <a:gdLst>
                  <a:gd name="connsiteX0" fmla="*/ 4881 w 8403"/>
                  <a:gd name="connsiteY0" fmla="*/ 777 h 1502"/>
                  <a:gd name="connsiteX1" fmla="*/ 0 w 8403"/>
                  <a:gd name="connsiteY1" fmla="*/ 0 h 1502"/>
                  <a:gd name="connsiteX2" fmla="*/ 4881 w 8403"/>
                  <a:gd name="connsiteY2" fmla="*/ 777 h 1502"/>
                </a:gdLst>
                <a:ahLst/>
                <a:cxnLst>
                  <a:cxn ang="0">
                    <a:pos x="connsiteX0" y="connsiteY0"/>
                  </a:cxn>
                  <a:cxn ang="0">
                    <a:pos x="connsiteX1" y="connsiteY1"/>
                  </a:cxn>
                  <a:cxn ang="0">
                    <a:pos x="connsiteX2" y="connsiteY2"/>
                  </a:cxn>
                </a:cxnLst>
                <a:rect l="l" t="t" r="r" b="b"/>
                <a:pathLst>
                  <a:path w="8403" h="1502">
                    <a:moveTo>
                      <a:pt x="4881" y="777"/>
                    </a:moveTo>
                    <a:cubicBezTo>
                      <a:pt x="2589" y="360"/>
                      <a:pt x="406" y="11"/>
                      <a:pt x="0" y="0"/>
                    </a:cubicBezTo>
                    <a:cubicBezTo>
                      <a:pt x="440" y="354"/>
                      <a:pt x="14888" y="2646"/>
                      <a:pt x="4881" y="77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9" name="Freeform: Shape 2578">
                <a:extLst>
                  <a:ext uri="{FF2B5EF4-FFF2-40B4-BE49-F238E27FC236}">
                    <a16:creationId xmlns:a16="http://schemas.microsoft.com/office/drawing/2014/main" id="{BA188B79-DAF5-3584-0D35-8CE2DEBCA6E1}"/>
                  </a:ext>
                </a:extLst>
              </p:cNvPr>
              <p:cNvSpPr/>
              <p:nvPr/>
            </p:nvSpPr>
            <p:spPr>
              <a:xfrm>
                <a:off x="3320186" y="6378734"/>
                <a:ext cx="8581" cy="701"/>
              </a:xfrm>
              <a:custGeom>
                <a:avLst/>
                <a:gdLst>
                  <a:gd name="connsiteX0" fmla="*/ 5006 w 8581"/>
                  <a:gd name="connsiteY0" fmla="*/ 371 h 701"/>
                  <a:gd name="connsiteX1" fmla="*/ 0 w 8581"/>
                  <a:gd name="connsiteY1" fmla="*/ 0 h 701"/>
                  <a:gd name="connsiteX2" fmla="*/ 5006 w 8581"/>
                  <a:gd name="connsiteY2" fmla="*/ 371 h 701"/>
                </a:gdLst>
                <a:ahLst/>
                <a:cxnLst>
                  <a:cxn ang="0">
                    <a:pos x="connsiteX0" y="connsiteY0"/>
                  </a:cxn>
                  <a:cxn ang="0">
                    <a:pos x="connsiteX1" y="connsiteY1"/>
                  </a:cxn>
                  <a:cxn ang="0">
                    <a:pos x="connsiteX2" y="connsiteY2"/>
                  </a:cxn>
                </a:cxnLst>
                <a:rect l="l" t="t" r="r" b="b"/>
                <a:pathLst>
                  <a:path w="8581" h="701">
                    <a:moveTo>
                      <a:pt x="5006" y="371"/>
                    </a:moveTo>
                    <a:cubicBezTo>
                      <a:pt x="2663" y="177"/>
                      <a:pt x="429" y="6"/>
                      <a:pt x="0" y="0"/>
                    </a:cubicBezTo>
                    <a:cubicBezTo>
                      <a:pt x="457" y="165"/>
                      <a:pt x="15179" y="1229"/>
                      <a:pt x="5006" y="37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0" name="Freeform: Shape 2579">
                <a:extLst>
                  <a:ext uri="{FF2B5EF4-FFF2-40B4-BE49-F238E27FC236}">
                    <a16:creationId xmlns:a16="http://schemas.microsoft.com/office/drawing/2014/main" id="{7DADDABB-66A5-832A-2DAC-AA775A776FE7}"/>
                  </a:ext>
                </a:extLst>
              </p:cNvPr>
              <p:cNvSpPr/>
              <p:nvPr/>
            </p:nvSpPr>
            <p:spPr>
              <a:xfrm>
                <a:off x="2241417" y="7526058"/>
                <a:ext cx="12896" cy="5222"/>
              </a:xfrm>
              <a:custGeom>
                <a:avLst/>
                <a:gdLst>
                  <a:gd name="connsiteX0" fmla="*/ 8241 w 12896"/>
                  <a:gd name="connsiteY0" fmla="*/ 88 h 5222"/>
                  <a:gd name="connsiteX1" fmla="*/ 4658 w 12896"/>
                  <a:gd name="connsiteY1" fmla="*/ 5134 h 5222"/>
                  <a:gd name="connsiteX2" fmla="*/ 8241 w 12896"/>
                  <a:gd name="connsiteY2" fmla="*/ 88 h 5222"/>
                </a:gdLst>
                <a:ahLst/>
                <a:cxnLst>
                  <a:cxn ang="0">
                    <a:pos x="connsiteX0" y="connsiteY0"/>
                  </a:cxn>
                  <a:cxn ang="0">
                    <a:pos x="connsiteX1" y="connsiteY1"/>
                  </a:cxn>
                  <a:cxn ang="0">
                    <a:pos x="connsiteX2" y="connsiteY2"/>
                  </a:cxn>
                </a:cxnLst>
                <a:rect l="l" t="t" r="r" b="b"/>
                <a:pathLst>
                  <a:path w="12896" h="5222">
                    <a:moveTo>
                      <a:pt x="8241" y="88"/>
                    </a:moveTo>
                    <a:cubicBezTo>
                      <a:pt x="2875" y="-769"/>
                      <a:pt x="-5223" y="4889"/>
                      <a:pt x="4658" y="5134"/>
                    </a:cubicBezTo>
                    <a:cubicBezTo>
                      <a:pt x="10024" y="5992"/>
                      <a:pt x="18117" y="334"/>
                      <a:pt x="8241" y="8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1" name="Freeform: Shape 2580">
                <a:extLst>
                  <a:ext uri="{FF2B5EF4-FFF2-40B4-BE49-F238E27FC236}">
                    <a16:creationId xmlns:a16="http://schemas.microsoft.com/office/drawing/2014/main" id="{3844E92D-7416-898C-DEC1-11F2C308AE93}"/>
                  </a:ext>
                </a:extLst>
              </p:cNvPr>
              <p:cNvSpPr/>
              <p:nvPr/>
            </p:nvSpPr>
            <p:spPr>
              <a:xfrm>
                <a:off x="3437911" y="5801390"/>
                <a:ext cx="6789" cy="8097"/>
              </a:xfrm>
              <a:custGeom>
                <a:avLst/>
                <a:gdLst>
                  <a:gd name="connsiteX0" fmla="*/ 3810 w 6789"/>
                  <a:gd name="connsiteY0" fmla="*/ 3152 h 8097"/>
                  <a:gd name="connsiteX1" fmla="*/ 5319 w 6789"/>
                  <a:gd name="connsiteY1" fmla="*/ 7444 h 8097"/>
                  <a:gd name="connsiteX2" fmla="*/ 3810 w 6789"/>
                  <a:gd name="connsiteY2" fmla="*/ 3152 h 8097"/>
                </a:gdLst>
                <a:ahLst/>
                <a:cxnLst>
                  <a:cxn ang="0">
                    <a:pos x="connsiteX0" y="connsiteY0"/>
                  </a:cxn>
                  <a:cxn ang="0">
                    <a:pos x="connsiteX1" y="connsiteY1"/>
                  </a:cxn>
                  <a:cxn ang="0">
                    <a:pos x="connsiteX2" y="connsiteY2"/>
                  </a:cxn>
                </a:cxnLst>
                <a:rect l="l" t="t" r="r" b="b"/>
                <a:pathLst>
                  <a:path w="6789" h="8097">
                    <a:moveTo>
                      <a:pt x="3810" y="3152"/>
                    </a:moveTo>
                    <a:cubicBezTo>
                      <a:pt x="-3682" y="-5032"/>
                      <a:pt x="1547" y="5026"/>
                      <a:pt x="5319" y="7444"/>
                    </a:cubicBezTo>
                    <a:cubicBezTo>
                      <a:pt x="8896" y="10004"/>
                      <a:pt x="4970" y="4295"/>
                      <a:pt x="3810" y="315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2" name="Freeform: Shape 2581">
                <a:extLst>
                  <a:ext uri="{FF2B5EF4-FFF2-40B4-BE49-F238E27FC236}">
                    <a16:creationId xmlns:a16="http://schemas.microsoft.com/office/drawing/2014/main" id="{0D2926CA-4B0A-F218-05A1-A503AE0BC6F0}"/>
                  </a:ext>
                </a:extLst>
              </p:cNvPr>
              <p:cNvSpPr/>
              <p:nvPr/>
            </p:nvSpPr>
            <p:spPr>
              <a:xfrm>
                <a:off x="2493312" y="6775220"/>
                <a:ext cx="10955" cy="3183"/>
              </a:xfrm>
              <a:custGeom>
                <a:avLst/>
                <a:gdLst>
                  <a:gd name="connsiteX0" fmla="*/ 6840 w 10955"/>
                  <a:gd name="connsiteY0" fmla="*/ 14 h 3183"/>
                  <a:gd name="connsiteX1" fmla="*/ 4109 w 10955"/>
                  <a:gd name="connsiteY1" fmla="*/ 3169 h 3183"/>
                  <a:gd name="connsiteX2" fmla="*/ 6840 w 10955"/>
                  <a:gd name="connsiteY2" fmla="*/ 14 h 3183"/>
                </a:gdLst>
                <a:ahLst/>
                <a:cxnLst>
                  <a:cxn ang="0">
                    <a:pos x="connsiteX0" y="connsiteY0"/>
                  </a:cxn>
                  <a:cxn ang="0">
                    <a:pos x="connsiteX1" y="connsiteY1"/>
                  </a:cxn>
                  <a:cxn ang="0">
                    <a:pos x="connsiteX2" y="connsiteY2"/>
                  </a:cxn>
                </a:cxnLst>
                <a:rect l="l" t="t" r="r" b="b"/>
                <a:pathLst>
                  <a:path w="10955" h="3183">
                    <a:moveTo>
                      <a:pt x="6840" y="14"/>
                    </a:moveTo>
                    <a:cubicBezTo>
                      <a:pt x="1868" y="-237"/>
                      <a:pt x="-4207" y="2907"/>
                      <a:pt x="4109" y="3169"/>
                    </a:cubicBezTo>
                    <a:cubicBezTo>
                      <a:pt x="9098" y="3426"/>
                      <a:pt x="15161" y="261"/>
                      <a:pt x="6840" y="1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3" name="Freeform: Shape 2582">
                <a:extLst>
                  <a:ext uri="{FF2B5EF4-FFF2-40B4-BE49-F238E27FC236}">
                    <a16:creationId xmlns:a16="http://schemas.microsoft.com/office/drawing/2014/main" id="{F84E4349-6A51-B03B-4AF9-646B91C6130C}"/>
                  </a:ext>
                </a:extLst>
              </p:cNvPr>
              <p:cNvSpPr/>
              <p:nvPr/>
            </p:nvSpPr>
            <p:spPr>
              <a:xfrm>
                <a:off x="2651182" y="6634739"/>
                <a:ext cx="10389" cy="2454"/>
              </a:xfrm>
              <a:custGeom>
                <a:avLst/>
                <a:gdLst>
                  <a:gd name="connsiteX0" fmla="*/ 6315 w 10389"/>
                  <a:gd name="connsiteY0" fmla="*/ 364 h 2454"/>
                  <a:gd name="connsiteX1" fmla="*/ 0 w 10389"/>
                  <a:gd name="connsiteY1" fmla="*/ 2095 h 2454"/>
                  <a:gd name="connsiteX2" fmla="*/ 6315 w 10389"/>
                  <a:gd name="connsiteY2" fmla="*/ 364 h 2454"/>
                </a:gdLst>
                <a:ahLst/>
                <a:cxnLst>
                  <a:cxn ang="0">
                    <a:pos x="connsiteX0" y="connsiteY0"/>
                  </a:cxn>
                  <a:cxn ang="0">
                    <a:pos x="connsiteX1" y="connsiteY1"/>
                  </a:cxn>
                  <a:cxn ang="0">
                    <a:pos x="connsiteX2" y="connsiteY2"/>
                  </a:cxn>
                </a:cxnLst>
                <a:rect l="l" t="t" r="r" b="b"/>
                <a:pathLst>
                  <a:path w="10389" h="2454">
                    <a:moveTo>
                      <a:pt x="6315" y="364"/>
                    </a:moveTo>
                    <a:cubicBezTo>
                      <a:pt x="3509" y="849"/>
                      <a:pt x="680" y="1627"/>
                      <a:pt x="0" y="2095"/>
                    </a:cubicBezTo>
                    <a:cubicBezTo>
                      <a:pt x="17" y="3833"/>
                      <a:pt x="18305" y="-1385"/>
                      <a:pt x="6315" y="36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4" name="Freeform: Shape 2583">
                <a:extLst>
                  <a:ext uri="{FF2B5EF4-FFF2-40B4-BE49-F238E27FC236}">
                    <a16:creationId xmlns:a16="http://schemas.microsoft.com/office/drawing/2014/main" id="{FE32DE14-F076-148D-8642-9029EE577704}"/>
                  </a:ext>
                </a:extLst>
              </p:cNvPr>
              <p:cNvSpPr/>
              <p:nvPr/>
            </p:nvSpPr>
            <p:spPr>
              <a:xfrm>
                <a:off x="2724100" y="6586115"/>
                <a:ext cx="10123" cy="3221"/>
              </a:xfrm>
              <a:custGeom>
                <a:avLst/>
                <a:gdLst>
                  <a:gd name="connsiteX0" fmla="*/ 6115 w 10123"/>
                  <a:gd name="connsiteY0" fmla="*/ 908 h 3221"/>
                  <a:gd name="connsiteX1" fmla="*/ 0 w 10123"/>
                  <a:gd name="connsiteY1" fmla="*/ 3092 h 3221"/>
                  <a:gd name="connsiteX2" fmla="*/ 6115 w 10123"/>
                  <a:gd name="connsiteY2" fmla="*/ 908 h 3221"/>
                </a:gdLst>
                <a:ahLst/>
                <a:cxnLst>
                  <a:cxn ang="0">
                    <a:pos x="connsiteX0" y="connsiteY0"/>
                  </a:cxn>
                  <a:cxn ang="0">
                    <a:pos x="connsiteX1" y="connsiteY1"/>
                  </a:cxn>
                  <a:cxn ang="0">
                    <a:pos x="connsiteX2" y="connsiteY2"/>
                  </a:cxn>
                </a:cxnLst>
                <a:rect l="l" t="t" r="r" b="b"/>
                <a:pathLst>
                  <a:path w="10123" h="3221">
                    <a:moveTo>
                      <a:pt x="6115" y="908"/>
                    </a:moveTo>
                    <a:cubicBezTo>
                      <a:pt x="3383" y="1703"/>
                      <a:pt x="646" y="2680"/>
                      <a:pt x="0" y="3092"/>
                    </a:cubicBezTo>
                    <a:cubicBezTo>
                      <a:pt x="120" y="4206"/>
                      <a:pt x="17842" y="-2326"/>
                      <a:pt x="6115" y="9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5" name="Freeform: Shape 2584">
                <a:extLst>
                  <a:ext uri="{FF2B5EF4-FFF2-40B4-BE49-F238E27FC236}">
                    <a16:creationId xmlns:a16="http://schemas.microsoft.com/office/drawing/2014/main" id="{FCEFE4EA-3A05-C10E-BD15-4E7581397AF1}"/>
                  </a:ext>
                </a:extLst>
              </p:cNvPr>
              <p:cNvSpPr/>
              <p:nvPr/>
            </p:nvSpPr>
            <p:spPr>
              <a:xfrm>
                <a:off x="2793034" y="6538459"/>
                <a:ext cx="9767" cy="4091"/>
              </a:xfrm>
              <a:custGeom>
                <a:avLst/>
                <a:gdLst>
                  <a:gd name="connsiteX0" fmla="*/ 5921 w 9767"/>
                  <a:gd name="connsiteY0" fmla="*/ 1267 h 4091"/>
                  <a:gd name="connsiteX1" fmla="*/ 0 w 9767"/>
                  <a:gd name="connsiteY1" fmla="*/ 4038 h 4091"/>
                  <a:gd name="connsiteX2" fmla="*/ 5921 w 9767"/>
                  <a:gd name="connsiteY2" fmla="*/ 1267 h 4091"/>
                </a:gdLst>
                <a:ahLst/>
                <a:cxnLst>
                  <a:cxn ang="0">
                    <a:pos x="connsiteX0" y="connsiteY0"/>
                  </a:cxn>
                  <a:cxn ang="0">
                    <a:pos x="connsiteX1" y="connsiteY1"/>
                  </a:cxn>
                  <a:cxn ang="0">
                    <a:pos x="connsiteX2" y="connsiteY2"/>
                  </a:cxn>
                </a:cxnLst>
                <a:rect l="l" t="t" r="r" b="b"/>
                <a:pathLst>
                  <a:path w="9767" h="4091">
                    <a:moveTo>
                      <a:pt x="5921" y="1267"/>
                    </a:moveTo>
                    <a:cubicBezTo>
                      <a:pt x="3263" y="2347"/>
                      <a:pt x="611" y="3587"/>
                      <a:pt x="0" y="4038"/>
                    </a:cubicBezTo>
                    <a:cubicBezTo>
                      <a:pt x="434" y="4799"/>
                      <a:pt x="17088" y="-2957"/>
                      <a:pt x="5921" y="12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6" name="Freeform: Shape 2585">
                <a:extLst>
                  <a:ext uri="{FF2B5EF4-FFF2-40B4-BE49-F238E27FC236}">
                    <a16:creationId xmlns:a16="http://schemas.microsoft.com/office/drawing/2014/main" id="{F70A5D5C-1630-77B8-BA52-03E7B1DDE513}"/>
                  </a:ext>
                </a:extLst>
              </p:cNvPr>
              <p:cNvSpPr/>
              <p:nvPr/>
            </p:nvSpPr>
            <p:spPr>
              <a:xfrm>
                <a:off x="2574214" y="6694334"/>
                <a:ext cx="10601" cy="2333"/>
              </a:xfrm>
              <a:custGeom>
                <a:avLst/>
                <a:gdLst>
                  <a:gd name="connsiteX0" fmla="*/ 6599 w 10601"/>
                  <a:gd name="connsiteY0" fmla="*/ 34 h 2333"/>
                  <a:gd name="connsiteX1" fmla="*/ 3999 w 10601"/>
                  <a:gd name="connsiteY1" fmla="*/ 2303 h 2333"/>
                  <a:gd name="connsiteX2" fmla="*/ 6599 w 10601"/>
                  <a:gd name="connsiteY2" fmla="*/ 34 h 2333"/>
                </a:gdLst>
                <a:ahLst/>
                <a:cxnLst>
                  <a:cxn ang="0">
                    <a:pos x="connsiteX0" y="connsiteY0"/>
                  </a:cxn>
                  <a:cxn ang="0">
                    <a:pos x="connsiteX1" y="connsiteY1"/>
                  </a:cxn>
                  <a:cxn ang="0">
                    <a:pos x="connsiteX2" y="connsiteY2"/>
                  </a:cxn>
                </a:cxnLst>
                <a:rect l="l" t="t" r="r" b="b"/>
                <a:pathLst>
                  <a:path w="10601" h="2333">
                    <a:moveTo>
                      <a:pt x="6599" y="34"/>
                    </a:moveTo>
                    <a:cubicBezTo>
                      <a:pt x="1982" y="160"/>
                      <a:pt x="-4179" y="2634"/>
                      <a:pt x="3999" y="2303"/>
                    </a:cubicBezTo>
                    <a:cubicBezTo>
                      <a:pt x="8628" y="2194"/>
                      <a:pt x="14778" y="-320"/>
                      <a:pt x="6599" y="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7" name="Freeform: Shape 2586">
                <a:extLst>
                  <a:ext uri="{FF2B5EF4-FFF2-40B4-BE49-F238E27FC236}">
                    <a16:creationId xmlns:a16="http://schemas.microsoft.com/office/drawing/2014/main" id="{FDD9EBED-F6BB-3703-4719-BC73CC86196A}"/>
                  </a:ext>
                </a:extLst>
              </p:cNvPr>
              <p:cNvSpPr/>
              <p:nvPr/>
            </p:nvSpPr>
            <p:spPr>
              <a:xfrm>
                <a:off x="2001193" y="7378739"/>
                <a:ext cx="13104" cy="4792"/>
              </a:xfrm>
              <a:custGeom>
                <a:avLst/>
                <a:gdLst>
                  <a:gd name="connsiteX0" fmla="*/ 8269 w 13104"/>
                  <a:gd name="connsiteY0" fmla="*/ 0 h 4792"/>
                  <a:gd name="connsiteX1" fmla="*/ 45 w 13104"/>
                  <a:gd name="connsiteY1" fmla="*/ 2349 h 4792"/>
                  <a:gd name="connsiteX2" fmla="*/ 8269 w 13104"/>
                  <a:gd name="connsiteY2" fmla="*/ 0 h 4792"/>
                </a:gdLst>
                <a:ahLst/>
                <a:cxnLst>
                  <a:cxn ang="0">
                    <a:pos x="connsiteX0" y="connsiteY0"/>
                  </a:cxn>
                  <a:cxn ang="0">
                    <a:pos x="connsiteX1" y="connsiteY1"/>
                  </a:cxn>
                  <a:cxn ang="0">
                    <a:pos x="connsiteX2" y="connsiteY2"/>
                  </a:cxn>
                </a:cxnLst>
                <a:rect l="l" t="t" r="r" b="b"/>
                <a:pathLst>
                  <a:path w="13104" h="4792">
                    <a:moveTo>
                      <a:pt x="8269" y="0"/>
                    </a:moveTo>
                    <a:cubicBezTo>
                      <a:pt x="4777" y="0"/>
                      <a:pt x="1096" y="1051"/>
                      <a:pt x="45" y="2349"/>
                    </a:cubicBezTo>
                    <a:cubicBezTo>
                      <a:pt x="-1178" y="8475"/>
                      <a:pt x="23151" y="1309"/>
                      <a:pt x="826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8" name="Freeform: Shape 2587">
                <a:extLst>
                  <a:ext uri="{FF2B5EF4-FFF2-40B4-BE49-F238E27FC236}">
                    <a16:creationId xmlns:a16="http://schemas.microsoft.com/office/drawing/2014/main" id="{EB7E4436-7369-2C18-8FBD-C91E95401984}"/>
                  </a:ext>
                </a:extLst>
              </p:cNvPr>
              <p:cNvSpPr/>
              <p:nvPr/>
            </p:nvSpPr>
            <p:spPr>
              <a:xfrm>
                <a:off x="2112902" y="7241235"/>
                <a:ext cx="12586" cy="4447"/>
              </a:xfrm>
              <a:custGeom>
                <a:avLst/>
                <a:gdLst>
                  <a:gd name="connsiteX0" fmla="*/ 8077 w 12586"/>
                  <a:gd name="connsiteY0" fmla="*/ 29 h 4447"/>
                  <a:gd name="connsiteX1" fmla="*/ 4505 w 12586"/>
                  <a:gd name="connsiteY1" fmla="*/ 4419 h 4447"/>
                  <a:gd name="connsiteX2" fmla="*/ 8077 w 12586"/>
                  <a:gd name="connsiteY2" fmla="*/ 29 h 4447"/>
                </a:gdLst>
                <a:ahLst/>
                <a:cxnLst>
                  <a:cxn ang="0">
                    <a:pos x="connsiteX0" y="connsiteY0"/>
                  </a:cxn>
                  <a:cxn ang="0">
                    <a:pos x="connsiteX1" y="connsiteY1"/>
                  </a:cxn>
                  <a:cxn ang="0">
                    <a:pos x="connsiteX2" y="connsiteY2"/>
                  </a:cxn>
                </a:cxnLst>
                <a:rect l="l" t="t" r="r" b="b"/>
                <a:pathLst>
                  <a:path w="12586" h="4447">
                    <a:moveTo>
                      <a:pt x="8077" y="29"/>
                    </a:moveTo>
                    <a:cubicBezTo>
                      <a:pt x="2585" y="-394"/>
                      <a:pt x="-4959" y="3927"/>
                      <a:pt x="4505" y="4419"/>
                    </a:cubicBezTo>
                    <a:cubicBezTo>
                      <a:pt x="10008" y="4841"/>
                      <a:pt x="17546" y="521"/>
                      <a:pt x="8077"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9" name="Freeform: Shape 2588">
                <a:extLst>
                  <a:ext uri="{FF2B5EF4-FFF2-40B4-BE49-F238E27FC236}">
                    <a16:creationId xmlns:a16="http://schemas.microsoft.com/office/drawing/2014/main" id="{3A766695-F1A5-52E6-F9FB-7F285FF89F15}"/>
                  </a:ext>
                </a:extLst>
              </p:cNvPr>
              <p:cNvSpPr/>
              <p:nvPr/>
            </p:nvSpPr>
            <p:spPr>
              <a:xfrm>
                <a:off x="2316107" y="6992770"/>
                <a:ext cx="11733" cy="3889"/>
              </a:xfrm>
              <a:custGeom>
                <a:avLst/>
                <a:gdLst>
                  <a:gd name="connsiteX0" fmla="*/ 7428 w 11733"/>
                  <a:gd name="connsiteY0" fmla="*/ 24 h 3889"/>
                  <a:gd name="connsiteX1" fmla="*/ 4302 w 11733"/>
                  <a:gd name="connsiteY1" fmla="*/ 3865 h 3889"/>
                  <a:gd name="connsiteX2" fmla="*/ 7428 w 11733"/>
                  <a:gd name="connsiteY2" fmla="*/ 24 h 3889"/>
                </a:gdLst>
                <a:ahLst/>
                <a:cxnLst>
                  <a:cxn ang="0">
                    <a:pos x="connsiteX0" y="connsiteY0"/>
                  </a:cxn>
                  <a:cxn ang="0">
                    <a:pos x="connsiteX1" y="connsiteY1"/>
                  </a:cxn>
                  <a:cxn ang="0">
                    <a:pos x="connsiteX2" y="connsiteY2"/>
                  </a:cxn>
                </a:cxnLst>
                <a:rect l="l" t="t" r="r" b="b"/>
                <a:pathLst>
                  <a:path w="11733" h="3889">
                    <a:moveTo>
                      <a:pt x="7428" y="24"/>
                    </a:moveTo>
                    <a:cubicBezTo>
                      <a:pt x="2182" y="-337"/>
                      <a:pt x="-4556" y="3453"/>
                      <a:pt x="4302" y="3865"/>
                    </a:cubicBezTo>
                    <a:cubicBezTo>
                      <a:pt x="9560" y="4230"/>
                      <a:pt x="16287" y="435"/>
                      <a:pt x="7428" y="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0" name="Freeform: Shape 2589">
                <a:extLst>
                  <a:ext uri="{FF2B5EF4-FFF2-40B4-BE49-F238E27FC236}">
                    <a16:creationId xmlns:a16="http://schemas.microsoft.com/office/drawing/2014/main" id="{F46A5B39-108F-55FB-3718-D730573ECF34}"/>
                  </a:ext>
                </a:extLst>
              </p:cNvPr>
              <p:cNvSpPr/>
              <p:nvPr/>
            </p:nvSpPr>
            <p:spPr>
              <a:xfrm>
                <a:off x="2217860" y="7112868"/>
                <a:ext cx="12149" cy="4156"/>
              </a:xfrm>
              <a:custGeom>
                <a:avLst/>
                <a:gdLst>
                  <a:gd name="connsiteX0" fmla="*/ 7744 w 12149"/>
                  <a:gd name="connsiteY0" fmla="*/ 26 h 4156"/>
                  <a:gd name="connsiteX1" fmla="*/ 4400 w 12149"/>
                  <a:gd name="connsiteY1" fmla="*/ 4130 h 4156"/>
                  <a:gd name="connsiteX2" fmla="*/ 7744 w 12149"/>
                  <a:gd name="connsiteY2" fmla="*/ 26 h 4156"/>
                </a:gdLst>
                <a:ahLst/>
                <a:cxnLst>
                  <a:cxn ang="0">
                    <a:pos x="connsiteX0" y="connsiteY0"/>
                  </a:cxn>
                  <a:cxn ang="0">
                    <a:pos x="connsiteX1" y="connsiteY1"/>
                  </a:cxn>
                  <a:cxn ang="0">
                    <a:pos x="connsiteX2" y="connsiteY2"/>
                  </a:cxn>
                </a:cxnLst>
                <a:rect l="l" t="t" r="r" b="b"/>
                <a:pathLst>
                  <a:path w="12149" h="4156">
                    <a:moveTo>
                      <a:pt x="7744" y="26"/>
                    </a:moveTo>
                    <a:cubicBezTo>
                      <a:pt x="2383" y="-362"/>
                      <a:pt x="-4755" y="3678"/>
                      <a:pt x="4400" y="4130"/>
                    </a:cubicBezTo>
                    <a:cubicBezTo>
                      <a:pt x="9772" y="4518"/>
                      <a:pt x="16905" y="478"/>
                      <a:pt x="7744" y="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1" name="Freeform: Shape 2590">
                <a:extLst>
                  <a:ext uri="{FF2B5EF4-FFF2-40B4-BE49-F238E27FC236}">
                    <a16:creationId xmlns:a16="http://schemas.microsoft.com/office/drawing/2014/main" id="{00B51CBE-6257-0416-F8D8-CE34913DF617}"/>
                  </a:ext>
                </a:extLst>
              </p:cNvPr>
              <p:cNvSpPr/>
              <p:nvPr/>
            </p:nvSpPr>
            <p:spPr>
              <a:xfrm>
                <a:off x="2857985" y="6481267"/>
                <a:ext cx="9574" cy="5063"/>
              </a:xfrm>
              <a:custGeom>
                <a:avLst/>
                <a:gdLst>
                  <a:gd name="connsiteX0" fmla="*/ 5732 w 9574"/>
                  <a:gd name="connsiteY0" fmla="*/ 1543 h 5063"/>
                  <a:gd name="connsiteX1" fmla="*/ 0 w 9574"/>
                  <a:gd name="connsiteY1" fmla="*/ 4938 h 5063"/>
                  <a:gd name="connsiteX2" fmla="*/ 5732 w 9574"/>
                  <a:gd name="connsiteY2" fmla="*/ 1543 h 5063"/>
                </a:gdLst>
                <a:ahLst/>
                <a:cxnLst>
                  <a:cxn ang="0">
                    <a:pos x="connsiteX0" y="connsiteY0"/>
                  </a:cxn>
                  <a:cxn ang="0">
                    <a:pos x="connsiteX1" y="connsiteY1"/>
                  </a:cxn>
                  <a:cxn ang="0">
                    <a:pos x="connsiteX2" y="connsiteY2"/>
                  </a:cxn>
                </a:cxnLst>
                <a:rect l="l" t="t" r="r" b="b"/>
                <a:pathLst>
                  <a:path w="9574" h="5063">
                    <a:moveTo>
                      <a:pt x="5732" y="1543"/>
                    </a:moveTo>
                    <a:cubicBezTo>
                      <a:pt x="3143" y="2829"/>
                      <a:pt x="577" y="4349"/>
                      <a:pt x="0" y="4938"/>
                    </a:cubicBezTo>
                    <a:cubicBezTo>
                      <a:pt x="326" y="6281"/>
                      <a:pt x="16854" y="-3721"/>
                      <a:pt x="5732" y="15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2" name="Freeform: Shape 2591">
                <a:extLst>
                  <a:ext uri="{FF2B5EF4-FFF2-40B4-BE49-F238E27FC236}">
                    <a16:creationId xmlns:a16="http://schemas.microsoft.com/office/drawing/2014/main" id="{842C4BAE-575D-30EC-572A-725A50AE4610}"/>
                  </a:ext>
                </a:extLst>
              </p:cNvPr>
              <p:cNvSpPr/>
              <p:nvPr/>
            </p:nvSpPr>
            <p:spPr>
              <a:xfrm>
                <a:off x="2407922" y="6880134"/>
                <a:ext cx="11431" cy="3683"/>
              </a:xfrm>
              <a:custGeom>
                <a:avLst/>
                <a:gdLst>
                  <a:gd name="connsiteX0" fmla="*/ 7031 w 11431"/>
                  <a:gd name="connsiteY0" fmla="*/ 0 h 3683"/>
                  <a:gd name="connsiteX1" fmla="*/ 13 w 11431"/>
                  <a:gd name="connsiteY1" fmla="*/ 1805 h 3683"/>
                  <a:gd name="connsiteX2" fmla="*/ 7031 w 11431"/>
                  <a:gd name="connsiteY2" fmla="*/ 0 h 3683"/>
                </a:gdLst>
                <a:ahLst/>
                <a:cxnLst>
                  <a:cxn ang="0">
                    <a:pos x="connsiteX0" y="connsiteY0"/>
                  </a:cxn>
                  <a:cxn ang="0">
                    <a:pos x="connsiteX1" y="connsiteY1"/>
                  </a:cxn>
                  <a:cxn ang="0">
                    <a:pos x="connsiteX2" y="connsiteY2"/>
                  </a:cxn>
                </a:cxnLst>
                <a:rect l="l" t="t" r="r" b="b"/>
                <a:pathLst>
                  <a:path w="11431" h="3683">
                    <a:moveTo>
                      <a:pt x="7031" y="0"/>
                    </a:moveTo>
                    <a:cubicBezTo>
                      <a:pt x="3962" y="0"/>
                      <a:pt x="818" y="806"/>
                      <a:pt x="13" y="1805"/>
                    </a:cubicBezTo>
                    <a:cubicBezTo>
                      <a:pt x="-582" y="6509"/>
                      <a:pt x="20249" y="1017"/>
                      <a:pt x="703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3" name="Freeform: Shape 2592">
                <a:extLst>
                  <a:ext uri="{FF2B5EF4-FFF2-40B4-BE49-F238E27FC236}">
                    <a16:creationId xmlns:a16="http://schemas.microsoft.com/office/drawing/2014/main" id="{468478AF-3326-DA8F-A24B-496CA4332318}"/>
                  </a:ext>
                </a:extLst>
              </p:cNvPr>
              <p:cNvSpPr/>
              <p:nvPr/>
            </p:nvSpPr>
            <p:spPr>
              <a:xfrm>
                <a:off x="3232769" y="6238628"/>
                <a:ext cx="8097" cy="3874"/>
              </a:xfrm>
              <a:custGeom>
                <a:avLst/>
                <a:gdLst>
                  <a:gd name="connsiteX0" fmla="*/ 4715 w 8097"/>
                  <a:gd name="connsiteY0" fmla="*/ 718 h 3874"/>
                  <a:gd name="connsiteX1" fmla="*/ 6 w 8097"/>
                  <a:gd name="connsiteY1" fmla="*/ 472 h 3874"/>
                  <a:gd name="connsiteX2" fmla="*/ 4715 w 8097"/>
                  <a:gd name="connsiteY2" fmla="*/ 718 h 3874"/>
                </a:gdLst>
                <a:ahLst/>
                <a:cxnLst>
                  <a:cxn ang="0">
                    <a:pos x="connsiteX0" y="connsiteY0"/>
                  </a:cxn>
                  <a:cxn ang="0">
                    <a:pos x="connsiteX1" y="connsiteY1"/>
                  </a:cxn>
                  <a:cxn ang="0">
                    <a:pos x="connsiteX2" y="connsiteY2"/>
                  </a:cxn>
                </a:cxnLst>
                <a:rect l="l" t="t" r="r" b="b"/>
                <a:pathLst>
                  <a:path w="8097" h="3874">
                    <a:moveTo>
                      <a:pt x="4715" y="718"/>
                    </a:moveTo>
                    <a:cubicBezTo>
                      <a:pt x="2526" y="-134"/>
                      <a:pt x="417" y="-242"/>
                      <a:pt x="6" y="472"/>
                    </a:cubicBezTo>
                    <a:cubicBezTo>
                      <a:pt x="-337" y="4341"/>
                      <a:pt x="14591" y="5535"/>
                      <a:pt x="4715" y="7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4" name="Freeform: Shape 2593">
                <a:extLst>
                  <a:ext uri="{FF2B5EF4-FFF2-40B4-BE49-F238E27FC236}">
                    <a16:creationId xmlns:a16="http://schemas.microsoft.com/office/drawing/2014/main" id="{021014C4-A75B-3BA3-6729-8178F5A328AD}"/>
                  </a:ext>
                </a:extLst>
              </p:cNvPr>
              <p:cNvSpPr/>
              <p:nvPr/>
            </p:nvSpPr>
            <p:spPr>
              <a:xfrm>
                <a:off x="3319936" y="6050620"/>
                <a:ext cx="7535" cy="6277"/>
              </a:xfrm>
              <a:custGeom>
                <a:avLst/>
                <a:gdLst>
                  <a:gd name="connsiteX0" fmla="*/ 4456 w 7535"/>
                  <a:gd name="connsiteY0" fmla="*/ 1473 h 6277"/>
                  <a:gd name="connsiteX1" fmla="*/ 3073 w 7535"/>
                  <a:gd name="connsiteY1" fmla="*/ 4811 h 6277"/>
                  <a:gd name="connsiteX2" fmla="*/ 4456 w 7535"/>
                  <a:gd name="connsiteY2" fmla="*/ 1473 h 6277"/>
                </a:gdLst>
                <a:ahLst/>
                <a:cxnLst>
                  <a:cxn ang="0">
                    <a:pos x="connsiteX0" y="connsiteY0"/>
                  </a:cxn>
                  <a:cxn ang="0">
                    <a:pos x="connsiteX1" y="connsiteY1"/>
                  </a:cxn>
                  <a:cxn ang="0">
                    <a:pos x="connsiteX2" y="connsiteY2"/>
                  </a:cxn>
                </a:cxnLst>
                <a:rect l="l" t="t" r="r" b="b"/>
                <a:pathLst>
                  <a:path w="7535" h="6277">
                    <a:moveTo>
                      <a:pt x="4456" y="1473"/>
                    </a:moveTo>
                    <a:cubicBezTo>
                      <a:pt x="-893" y="-2202"/>
                      <a:pt x="-1516" y="1794"/>
                      <a:pt x="3073" y="4811"/>
                    </a:cubicBezTo>
                    <a:cubicBezTo>
                      <a:pt x="8440" y="8457"/>
                      <a:pt x="9045" y="4525"/>
                      <a:pt x="4456" y="147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5" name="Freeform: Shape 2594">
                <a:extLst>
                  <a:ext uri="{FF2B5EF4-FFF2-40B4-BE49-F238E27FC236}">
                    <a16:creationId xmlns:a16="http://schemas.microsoft.com/office/drawing/2014/main" id="{E6D4E77F-F05F-200C-C63A-F33F16D00004}"/>
                  </a:ext>
                </a:extLst>
              </p:cNvPr>
              <p:cNvSpPr/>
              <p:nvPr/>
            </p:nvSpPr>
            <p:spPr>
              <a:xfrm>
                <a:off x="3277183" y="6150401"/>
                <a:ext cx="7705" cy="5159"/>
              </a:xfrm>
              <a:custGeom>
                <a:avLst/>
                <a:gdLst>
                  <a:gd name="connsiteX0" fmla="*/ 4569 w 7705"/>
                  <a:gd name="connsiteY0" fmla="*/ 1008 h 5159"/>
                  <a:gd name="connsiteX1" fmla="*/ 3135 w 7705"/>
                  <a:gd name="connsiteY1" fmla="*/ 4156 h 5159"/>
                  <a:gd name="connsiteX2" fmla="*/ 4569 w 7705"/>
                  <a:gd name="connsiteY2" fmla="*/ 1008 h 5159"/>
                </a:gdLst>
                <a:ahLst/>
                <a:cxnLst>
                  <a:cxn ang="0">
                    <a:pos x="connsiteX0" y="connsiteY0"/>
                  </a:cxn>
                  <a:cxn ang="0">
                    <a:pos x="connsiteX1" y="connsiteY1"/>
                  </a:cxn>
                  <a:cxn ang="0">
                    <a:pos x="connsiteX2" y="connsiteY2"/>
                  </a:cxn>
                </a:cxnLst>
                <a:rect l="l" t="t" r="r" b="b"/>
                <a:pathLst>
                  <a:path w="7705" h="5159">
                    <a:moveTo>
                      <a:pt x="4569" y="1008"/>
                    </a:moveTo>
                    <a:cubicBezTo>
                      <a:pt x="-557" y="-1708"/>
                      <a:pt x="-1831" y="1653"/>
                      <a:pt x="3135" y="4156"/>
                    </a:cubicBezTo>
                    <a:cubicBezTo>
                      <a:pt x="8273" y="6848"/>
                      <a:pt x="9530" y="3545"/>
                      <a:pt x="4569" y="100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6" name="Freeform: Shape 2595">
                <a:extLst>
                  <a:ext uri="{FF2B5EF4-FFF2-40B4-BE49-F238E27FC236}">
                    <a16:creationId xmlns:a16="http://schemas.microsoft.com/office/drawing/2014/main" id="{7B28A9F0-2B4A-3453-6E16-897A8B7E6B94}"/>
                  </a:ext>
                </a:extLst>
              </p:cNvPr>
              <p:cNvSpPr/>
              <p:nvPr/>
            </p:nvSpPr>
            <p:spPr>
              <a:xfrm>
                <a:off x="3400137" y="5863900"/>
                <a:ext cx="7400" cy="8151"/>
              </a:xfrm>
              <a:custGeom>
                <a:avLst/>
                <a:gdLst>
                  <a:gd name="connsiteX0" fmla="*/ 4322 w 7400"/>
                  <a:gd name="connsiteY0" fmla="*/ 2896 h 8151"/>
                  <a:gd name="connsiteX1" fmla="*/ 7345 w 7400"/>
                  <a:gd name="connsiteY1" fmla="*/ 8040 h 8151"/>
                  <a:gd name="connsiteX2" fmla="*/ 4322 w 7400"/>
                  <a:gd name="connsiteY2" fmla="*/ 2896 h 8151"/>
                </a:gdLst>
                <a:ahLst/>
                <a:cxnLst>
                  <a:cxn ang="0">
                    <a:pos x="connsiteX0" y="connsiteY0"/>
                  </a:cxn>
                  <a:cxn ang="0">
                    <a:pos x="connsiteX1" y="connsiteY1"/>
                  </a:cxn>
                  <a:cxn ang="0">
                    <a:pos x="connsiteX2" y="connsiteY2"/>
                  </a:cxn>
                </a:cxnLst>
                <a:rect l="l" t="t" r="r" b="b"/>
                <a:pathLst>
                  <a:path w="7400" h="8151">
                    <a:moveTo>
                      <a:pt x="4322" y="2896"/>
                    </a:moveTo>
                    <a:cubicBezTo>
                      <a:pt x="-5571" y="-6346"/>
                      <a:pt x="4179" y="9628"/>
                      <a:pt x="7345" y="8040"/>
                    </a:cubicBezTo>
                    <a:cubicBezTo>
                      <a:pt x="7694" y="7342"/>
                      <a:pt x="6340" y="5039"/>
                      <a:pt x="4322" y="28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7" name="Freeform: Shape 2596">
                <a:extLst>
                  <a:ext uri="{FF2B5EF4-FFF2-40B4-BE49-F238E27FC236}">
                    <a16:creationId xmlns:a16="http://schemas.microsoft.com/office/drawing/2014/main" id="{A0CF310E-201C-8ED6-9C0D-C71A6AB601A2}"/>
                  </a:ext>
                </a:extLst>
              </p:cNvPr>
              <p:cNvSpPr/>
              <p:nvPr/>
            </p:nvSpPr>
            <p:spPr>
              <a:xfrm>
                <a:off x="3360977" y="5951185"/>
                <a:ext cx="7372" cy="7282"/>
              </a:xfrm>
              <a:custGeom>
                <a:avLst/>
                <a:gdLst>
                  <a:gd name="connsiteX0" fmla="*/ 4345 w 7372"/>
                  <a:gd name="connsiteY0" fmla="*/ 2079 h 7282"/>
                  <a:gd name="connsiteX1" fmla="*/ 3025 w 7372"/>
                  <a:gd name="connsiteY1" fmla="*/ 5211 h 7282"/>
                  <a:gd name="connsiteX2" fmla="*/ 4345 w 7372"/>
                  <a:gd name="connsiteY2" fmla="*/ 2079 h 7282"/>
                </a:gdLst>
                <a:ahLst/>
                <a:cxnLst>
                  <a:cxn ang="0">
                    <a:pos x="connsiteX0" y="connsiteY0"/>
                  </a:cxn>
                  <a:cxn ang="0">
                    <a:pos x="connsiteX1" y="connsiteY1"/>
                  </a:cxn>
                  <a:cxn ang="0">
                    <a:pos x="connsiteX2" y="connsiteY2"/>
                  </a:cxn>
                </a:cxnLst>
                <a:rect l="l" t="t" r="r" b="b"/>
                <a:pathLst>
                  <a:path w="7372" h="7282">
                    <a:moveTo>
                      <a:pt x="4345" y="2079"/>
                    </a:moveTo>
                    <a:cubicBezTo>
                      <a:pt x="-1049" y="-2596"/>
                      <a:pt x="-1341" y="1570"/>
                      <a:pt x="3025" y="5211"/>
                    </a:cubicBezTo>
                    <a:cubicBezTo>
                      <a:pt x="8432" y="9857"/>
                      <a:pt x="8706" y="5748"/>
                      <a:pt x="4345" y="207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8" name="Freeform: Shape 2597">
                <a:extLst>
                  <a:ext uri="{FF2B5EF4-FFF2-40B4-BE49-F238E27FC236}">
                    <a16:creationId xmlns:a16="http://schemas.microsoft.com/office/drawing/2014/main" id="{9EA8AC0E-A805-101E-A173-E290E2C12EDE}"/>
                  </a:ext>
                </a:extLst>
              </p:cNvPr>
              <p:cNvSpPr/>
              <p:nvPr/>
            </p:nvSpPr>
            <p:spPr>
              <a:xfrm>
                <a:off x="3139043" y="6335206"/>
                <a:ext cx="8437" cy="1970"/>
              </a:xfrm>
              <a:custGeom>
                <a:avLst/>
                <a:gdLst>
                  <a:gd name="connsiteX0" fmla="*/ 4961 w 8437"/>
                  <a:gd name="connsiteY0" fmla="*/ 643 h 1970"/>
                  <a:gd name="connsiteX1" fmla="*/ 0 w 8437"/>
                  <a:gd name="connsiteY1" fmla="*/ 66 h 1970"/>
                  <a:gd name="connsiteX2" fmla="*/ 4961 w 8437"/>
                  <a:gd name="connsiteY2" fmla="*/ 643 h 1970"/>
                </a:gdLst>
                <a:ahLst/>
                <a:cxnLst>
                  <a:cxn ang="0">
                    <a:pos x="connsiteX0" y="connsiteY0"/>
                  </a:cxn>
                  <a:cxn ang="0">
                    <a:pos x="connsiteX1" y="connsiteY1"/>
                  </a:cxn>
                  <a:cxn ang="0">
                    <a:pos x="connsiteX2" y="connsiteY2"/>
                  </a:cxn>
                </a:cxnLst>
                <a:rect l="l" t="t" r="r" b="b"/>
                <a:pathLst>
                  <a:path w="8437" h="1970">
                    <a:moveTo>
                      <a:pt x="4961" y="643"/>
                    </a:moveTo>
                    <a:cubicBezTo>
                      <a:pt x="2669" y="122"/>
                      <a:pt x="451" y="-129"/>
                      <a:pt x="0" y="66"/>
                    </a:cubicBezTo>
                    <a:cubicBezTo>
                      <a:pt x="114" y="1488"/>
                      <a:pt x="15002" y="3226"/>
                      <a:pt x="4961" y="6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9" name="Freeform: Shape 2598">
                <a:extLst>
                  <a:ext uri="{FF2B5EF4-FFF2-40B4-BE49-F238E27FC236}">
                    <a16:creationId xmlns:a16="http://schemas.microsoft.com/office/drawing/2014/main" id="{3627544B-EEF1-701A-328C-EE2B1473A500}"/>
                  </a:ext>
                </a:extLst>
              </p:cNvPr>
              <p:cNvSpPr/>
              <p:nvPr/>
            </p:nvSpPr>
            <p:spPr>
              <a:xfrm>
                <a:off x="3035796" y="6389668"/>
                <a:ext cx="8836" cy="1700"/>
              </a:xfrm>
              <a:custGeom>
                <a:avLst/>
                <a:gdLst>
                  <a:gd name="connsiteX0" fmla="*/ 5224 w 8836"/>
                  <a:gd name="connsiteY0" fmla="*/ 4 h 1700"/>
                  <a:gd name="connsiteX1" fmla="*/ 0 w 8836"/>
                  <a:gd name="connsiteY1" fmla="*/ 753 h 1700"/>
                  <a:gd name="connsiteX2" fmla="*/ 5224 w 8836"/>
                  <a:gd name="connsiteY2" fmla="*/ 4 h 1700"/>
                </a:gdLst>
                <a:ahLst/>
                <a:cxnLst>
                  <a:cxn ang="0">
                    <a:pos x="connsiteX0" y="connsiteY0"/>
                  </a:cxn>
                  <a:cxn ang="0">
                    <a:pos x="connsiteX1" y="connsiteY1"/>
                  </a:cxn>
                  <a:cxn ang="0">
                    <a:pos x="connsiteX2" y="connsiteY2"/>
                  </a:cxn>
                </a:cxnLst>
                <a:rect l="l" t="t" r="r" b="b"/>
                <a:pathLst>
                  <a:path w="8836" h="1700">
                    <a:moveTo>
                      <a:pt x="5224" y="4"/>
                    </a:moveTo>
                    <a:cubicBezTo>
                      <a:pt x="2829" y="-41"/>
                      <a:pt x="491" y="290"/>
                      <a:pt x="0" y="753"/>
                    </a:cubicBezTo>
                    <a:cubicBezTo>
                      <a:pt x="103" y="2982"/>
                      <a:pt x="15688" y="667"/>
                      <a:pt x="5224"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0" name="Freeform: Shape 2599">
                <a:extLst>
                  <a:ext uri="{FF2B5EF4-FFF2-40B4-BE49-F238E27FC236}">
                    <a16:creationId xmlns:a16="http://schemas.microsoft.com/office/drawing/2014/main" id="{A4E0493A-7C99-EA9C-6307-804BB4BF4058}"/>
                  </a:ext>
                </a:extLst>
              </p:cNvPr>
              <p:cNvSpPr/>
              <p:nvPr/>
            </p:nvSpPr>
            <p:spPr>
              <a:xfrm>
                <a:off x="2979818" y="6431764"/>
                <a:ext cx="9038" cy="1119"/>
              </a:xfrm>
              <a:custGeom>
                <a:avLst/>
                <a:gdLst>
                  <a:gd name="connsiteX0" fmla="*/ 5412 w 9038"/>
                  <a:gd name="connsiteY0" fmla="*/ 520 h 1119"/>
                  <a:gd name="connsiteX1" fmla="*/ 0 w 9038"/>
                  <a:gd name="connsiteY1" fmla="*/ 1120 h 1119"/>
                  <a:gd name="connsiteX2" fmla="*/ 5412 w 9038"/>
                  <a:gd name="connsiteY2" fmla="*/ 520 h 1119"/>
                </a:gdLst>
                <a:ahLst/>
                <a:cxnLst>
                  <a:cxn ang="0">
                    <a:pos x="connsiteX0" y="connsiteY0"/>
                  </a:cxn>
                  <a:cxn ang="0">
                    <a:pos x="connsiteX1" y="connsiteY1"/>
                  </a:cxn>
                  <a:cxn ang="0">
                    <a:pos x="connsiteX2" y="connsiteY2"/>
                  </a:cxn>
                </a:cxnLst>
                <a:rect l="l" t="t" r="r" b="b"/>
                <a:pathLst>
                  <a:path w="9038" h="1119">
                    <a:moveTo>
                      <a:pt x="5412" y="520"/>
                    </a:moveTo>
                    <a:cubicBezTo>
                      <a:pt x="2955" y="817"/>
                      <a:pt x="531" y="1091"/>
                      <a:pt x="0" y="1120"/>
                    </a:cubicBezTo>
                    <a:cubicBezTo>
                      <a:pt x="274" y="857"/>
                      <a:pt x="15922" y="-835"/>
                      <a:pt x="5412" y="5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1" name="Freeform: Shape 2600">
                <a:extLst>
                  <a:ext uri="{FF2B5EF4-FFF2-40B4-BE49-F238E27FC236}">
                    <a16:creationId xmlns:a16="http://schemas.microsoft.com/office/drawing/2014/main" id="{9B479195-EB31-697A-836C-8EDDC4ACAB9A}"/>
                  </a:ext>
                </a:extLst>
              </p:cNvPr>
              <p:cNvSpPr/>
              <p:nvPr/>
            </p:nvSpPr>
            <p:spPr>
              <a:xfrm>
                <a:off x="3186969" y="6302992"/>
                <a:ext cx="8267" cy="2928"/>
              </a:xfrm>
              <a:custGeom>
                <a:avLst/>
                <a:gdLst>
                  <a:gd name="connsiteX0" fmla="*/ 4824 w 8267"/>
                  <a:gd name="connsiteY0" fmla="*/ 726 h 2928"/>
                  <a:gd name="connsiteX1" fmla="*/ 0 w 8267"/>
                  <a:gd name="connsiteY1" fmla="*/ 212 h 2928"/>
                  <a:gd name="connsiteX2" fmla="*/ 4824 w 8267"/>
                  <a:gd name="connsiteY2" fmla="*/ 726 h 2928"/>
                </a:gdLst>
                <a:ahLst/>
                <a:cxnLst>
                  <a:cxn ang="0">
                    <a:pos x="connsiteX0" y="connsiteY0"/>
                  </a:cxn>
                  <a:cxn ang="0">
                    <a:pos x="connsiteX1" y="connsiteY1"/>
                  </a:cxn>
                  <a:cxn ang="0">
                    <a:pos x="connsiteX2" y="connsiteY2"/>
                  </a:cxn>
                </a:cxnLst>
                <a:rect l="l" t="t" r="r" b="b"/>
                <a:pathLst>
                  <a:path w="8267" h="2928">
                    <a:moveTo>
                      <a:pt x="4824" y="726"/>
                    </a:moveTo>
                    <a:cubicBezTo>
                      <a:pt x="2584" y="18"/>
                      <a:pt x="423" y="-211"/>
                      <a:pt x="0" y="212"/>
                    </a:cubicBezTo>
                    <a:cubicBezTo>
                      <a:pt x="-91" y="2761"/>
                      <a:pt x="14802" y="4539"/>
                      <a:pt x="4824" y="7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2" name="Freeform: Shape 2601">
                <a:extLst>
                  <a:ext uri="{FF2B5EF4-FFF2-40B4-BE49-F238E27FC236}">
                    <a16:creationId xmlns:a16="http://schemas.microsoft.com/office/drawing/2014/main" id="{67774256-E8D6-BA8C-1253-47C741B742A4}"/>
                  </a:ext>
                </a:extLst>
              </p:cNvPr>
              <p:cNvSpPr/>
              <p:nvPr/>
            </p:nvSpPr>
            <p:spPr>
              <a:xfrm>
                <a:off x="3088488" y="6355518"/>
                <a:ext cx="8621" cy="1158"/>
              </a:xfrm>
              <a:custGeom>
                <a:avLst/>
                <a:gdLst>
                  <a:gd name="connsiteX0" fmla="*/ 5092 w 8621"/>
                  <a:gd name="connsiteY0" fmla="*/ 219 h 1158"/>
                  <a:gd name="connsiteX1" fmla="*/ 0 w 8621"/>
                  <a:gd name="connsiteY1" fmla="*/ 138 h 1158"/>
                  <a:gd name="connsiteX2" fmla="*/ 5092 w 8621"/>
                  <a:gd name="connsiteY2" fmla="*/ 219 h 1158"/>
                </a:gdLst>
                <a:ahLst/>
                <a:cxnLst>
                  <a:cxn ang="0">
                    <a:pos x="connsiteX0" y="connsiteY0"/>
                  </a:cxn>
                  <a:cxn ang="0">
                    <a:pos x="connsiteX1" y="connsiteY1"/>
                  </a:cxn>
                  <a:cxn ang="0">
                    <a:pos x="connsiteX2" y="connsiteY2"/>
                  </a:cxn>
                </a:cxnLst>
                <a:rect l="l" t="t" r="r" b="b"/>
                <a:pathLst>
                  <a:path w="8621" h="1158">
                    <a:moveTo>
                      <a:pt x="5092" y="219"/>
                    </a:moveTo>
                    <a:cubicBezTo>
                      <a:pt x="2755" y="-39"/>
                      <a:pt x="469" y="-73"/>
                      <a:pt x="0" y="138"/>
                    </a:cubicBezTo>
                    <a:cubicBezTo>
                      <a:pt x="171" y="1384"/>
                      <a:pt x="15288" y="1579"/>
                      <a:pt x="5092" y="2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3" name="Freeform: Shape 2602">
                <a:extLst>
                  <a:ext uri="{FF2B5EF4-FFF2-40B4-BE49-F238E27FC236}">
                    <a16:creationId xmlns:a16="http://schemas.microsoft.com/office/drawing/2014/main" id="{DF6135FE-25FB-83AE-00A5-E01810FB996E}"/>
                  </a:ext>
                </a:extLst>
              </p:cNvPr>
              <p:cNvSpPr/>
              <p:nvPr/>
            </p:nvSpPr>
            <p:spPr>
              <a:xfrm>
                <a:off x="2919839" y="6425823"/>
                <a:ext cx="9308" cy="4049"/>
              </a:xfrm>
              <a:custGeom>
                <a:avLst/>
                <a:gdLst>
                  <a:gd name="connsiteX0" fmla="*/ 5578 w 9308"/>
                  <a:gd name="connsiteY0" fmla="*/ 1826 h 4049"/>
                  <a:gd name="connsiteX1" fmla="*/ 0 w 9308"/>
                  <a:gd name="connsiteY1" fmla="*/ 4049 h 4049"/>
                  <a:gd name="connsiteX2" fmla="*/ 5578 w 9308"/>
                  <a:gd name="connsiteY2" fmla="*/ 1826 h 4049"/>
                </a:gdLst>
                <a:ahLst/>
                <a:cxnLst>
                  <a:cxn ang="0">
                    <a:pos x="connsiteX0" y="connsiteY0"/>
                  </a:cxn>
                  <a:cxn ang="0">
                    <a:pos x="connsiteX1" y="connsiteY1"/>
                  </a:cxn>
                  <a:cxn ang="0">
                    <a:pos x="connsiteX2" y="connsiteY2"/>
                  </a:cxn>
                </a:cxnLst>
                <a:rect l="l" t="t" r="r" b="b"/>
                <a:pathLst>
                  <a:path w="9308" h="4049">
                    <a:moveTo>
                      <a:pt x="5578" y="1826"/>
                    </a:moveTo>
                    <a:cubicBezTo>
                      <a:pt x="3058" y="2923"/>
                      <a:pt x="560" y="3906"/>
                      <a:pt x="0" y="4049"/>
                    </a:cubicBezTo>
                    <a:cubicBezTo>
                      <a:pt x="132" y="3466"/>
                      <a:pt x="16442" y="-3112"/>
                      <a:pt x="5578" y="18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4" name="Freeform: Shape 2603">
                <a:extLst>
                  <a:ext uri="{FF2B5EF4-FFF2-40B4-BE49-F238E27FC236}">
                    <a16:creationId xmlns:a16="http://schemas.microsoft.com/office/drawing/2014/main" id="{C11A69B2-BEB2-7F78-34B6-A75279377D0A}"/>
                  </a:ext>
                </a:extLst>
              </p:cNvPr>
              <p:cNvSpPr/>
              <p:nvPr/>
            </p:nvSpPr>
            <p:spPr>
              <a:xfrm>
                <a:off x="1882297" y="7526055"/>
                <a:ext cx="13081" cy="5228"/>
              </a:xfrm>
              <a:custGeom>
                <a:avLst/>
                <a:gdLst>
                  <a:gd name="connsiteX0" fmla="*/ 8556 w 13081"/>
                  <a:gd name="connsiteY0" fmla="*/ 91 h 5228"/>
                  <a:gd name="connsiteX1" fmla="*/ 4521 w 13081"/>
                  <a:gd name="connsiteY1" fmla="*/ 5137 h 5228"/>
                  <a:gd name="connsiteX2" fmla="*/ 8556 w 13081"/>
                  <a:gd name="connsiteY2" fmla="*/ 91 h 5228"/>
                </a:gdLst>
                <a:ahLst/>
                <a:cxnLst>
                  <a:cxn ang="0">
                    <a:pos x="connsiteX0" y="connsiteY0"/>
                  </a:cxn>
                  <a:cxn ang="0">
                    <a:pos x="connsiteX1" y="connsiteY1"/>
                  </a:cxn>
                  <a:cxn ang="0">
                    <a:pos x="connsiteX2" y="connsiteY2"/>
                  </a:cxn>
                </a:cxnLst>
                <a:rect l="l" t="t" r="r" b="b"/>
                <a:pathLst>
                  <a:path w="13081" h="5228">
                    <a:moveTo>
                      <a:pt x="8556" y="91"/>
                    </a:moveTo>
                    <a:cubicBezTo>
                      <a:pt x="3464" y="-772"/>
                      <a:pt x="-5457" y="4800"/>
                      <a:pt x="4521" y="5137"/>
                    </a:cubicBezTo>
                    <a:cubicBezTo>
                      <a:pt x="9613" y="6006"/>
                      <a:pt x="18546" y="428"/>
                      <a:pt x="8556" y="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5" name="Freeform: Shape 2604">
                <a:extLst>
                  <a:ext uri="{FF2B5EF4-FFF2-40B4-BE49-F238E27FC236}">
                    <a16:creationId xmlns:a16="http://schemas.microsoft.com/office/drawing/2014/main" id="{0EED0336-7318-9E79-D8FB-D2CAD576AB0F}"/>
                  </a:ext>
                </a:extLst>
              </p:cNvPr>
              <p:cNvSpPr/>
              <p:nvPr/>
            </p:nvSpPr>
            <p:spPr>
              <a:xfrm>
                <a:off x="3242222" y="5587464"/>
                <a:ext cx="6827" cy="6631"/>
              </a:xfrm>
              <a:custGeom>
                <a:avLst/>
                <a:gdLst>
                  <a:gd name="connsiteX0" fmla="*/ 3897 w 6827"/>
                  <a:gd name="connsiteY0" fmla="*/ 2326 h 6631"/>
                  <a:gd name="connsiteX1" fmla="*/ 5292 w 6827"/>
                  <a:gd name="connsiteY1" fmla="*/ 6241 h 6631"/>
                  <a:gd name="connsiteX2" fmla="*/ 3897 w 6827"/>
                  <a:gd name="connsiteY2" fmla="*/ 2326 h 6631"/>
                </a:gdLst>
                <a:ahLst/>
                <a:cxnLst>
                  <a:cxn ang="0">
                    <a:pos x="connsiteX0" y="connsiteY0"/>
                  </a:cxn>
                  <a:cxn ang="0">
                    <a:pos x="connsiteX1" y="connsiteY1"/>
                  </a:cxn>
                  <a:cxn ang="0">
                    <a:pos x="connsiteX2" y="connsiteY2"/>
                  </a:cxn>
                </a:cxnLst>
                <a:rect l="l" t="t" r="r" b="b"/>
                <a:pathLst>
                  <a:path w="6827" h="6631">
                    <a:moveTo>
                      <a:pt x="3897" y="2326"/>
                    </a:moveTo>
                    <a:cubicBezTo>
                      <a:pt x="-3567" y="-4069"/>
                      <a:pt x="1280" y="4572"/>
                      <a:pt x="5292" y="6241"/>
                    </a:cubicBezTo>
                    <a:cubicBezTo>
                      <a:pt x="8904" y="8001"/>
                      <a:pt x="5183" y="3303"/>
                      <a:pt x="3897" y="23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6" name="Freeform: Shape 2605">
                <a:extLst>
                  <a:ext uri="{FF2B5EF4-FFF2-40B4-BE49-F238E27FC236}">
                    <a16:creationId xmlns:a16="http://schemas.microsoft.com/office/drawing/2014/main" id="{C63F49D7-7E83-335C-5E4E-5B96C7E4E002}"/>
                  </a:ext>
                </a:extLst>
              </p:cNvPr>
              <p:cNvSpPr/>
              <p:nvPr/>
            </p:nvSpPr>
            <p:spPr>
              <a:xfrm>
                <a:off x="2198669" y="6777624"/>
                <a:ext cx="11094" cy="2888"/>
              </a:xfrm>
              <a:custGeom>
                <a:avLst/>
                <a:gdLst>
                  <a:gd name="connsiteX0" fmla="*/ 6926 w 11094"/>
                  <a:gd name="connsiteY0" fmla="*/ 0 h 2888"/>
                  <a:gd name="connsiteX1" fmla="*/ 17 w 11094"/>
                  <a:gd name="connsiteY1" fmla="*/ 1429 h 2888"/>
                  <a:gd name="connsiteX2" fmla="*/ 6926 w 11094"/>
                  <a:gd name="connsiteY2" fmla="*/ 0 h 2888"/>
                </a:gdLst>
                <a:ahLst/>
                <a:cxnLst>
                  <a:cxn ang="0">
                    <a:pos x="connsiteX0" y="connsiteY0"/>
                  </a:cxn>
                  <a:cxn ang="0">
                    <a:pos x="connsiteX1" y="connsiteY1"/>
                  </a:cxn>
                  <a:cxn ang="0">
                    <a:pos x="connsiteX2" y="connsiteY2"/>
                  </a:cxn>
                </a:cxnLst>
                <a:rect l="l" t="t" r="r" b="b"/>
                <a:pathLst>
                  <a:path w="11094" h="2888">
                    <a:moveTo>
                      <a:pt x="6926" y="0"/>
                    </a:moveTo>
                    <a:cubicBezTo>
                      <a:pt x="3948" y="17"/>
                      <a:pt x="857" y="652"/>
                      <a:pt x="17" y="1429"/>
                    </a:cubicBezTo>
                    <a:cubicBezTo>
                      <a:pt x="-658" y="5137"/>
                      <a:pt x="19573" y="691"/>
                      <a:pt x="692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7" name="Freeform: Shape 2606">
                <a:extLst>
                  <a:ext uri="{FF2B5EF4-FFF2-40B4-BE49-F238E27FC236}">
                    <a16:creationId xmlns:a16="http://schemas.microsoft.com/office/drawing/2014/main" id="{BF90EA07-4C28-7F99-F5B6-BD3021F1ED52}"/>
                  </a:ext>
                </a:extLst>
              </p:cNvPr>
              <p:cNvSpPr/>
              <p:nvPr/>
            </p:nvSpPr>
            <p:spPr>
              <a:xfrm>
                <a:off x="2288291" y="6713439"/>
                <a:ext cx="10742" cy="1661"/>
              </a:xfrm>
              <a:custGeom>
                <a:avLst/>
                <a:gdLst>
                  <a:gd name="connsiteX0" fmla="*/ 6675 w 10742"/>
                  <a:gd name="connsiteY0" fmla="*/ 22 h 1661"/>
                  <a:gd name="connsiteX1" fmla="*/ 6 w 10742"/>
                  <a:gd name="connsiteY1" fmla="*/ 1057 h 1661"/>
                  <a:gd name="connsiteX2" fmla="*/ 6675 w 10742"/>
                  <a:gd name="connsiteY2" fmla="*/ 22 h 1661"/>
                </a:gdLst>
                <a:ahLst/>
                <a:cxnLst>
                  <a:cxn ang="0">
                    <a:pos x="connsiteX0" y="connsiteY0"/>
                  </a:cxn>
                  <a:cxn ang="0">
                    <a:pos x="connsiteX1" y="connsiteY1"/>
                  </a:cxn>
                  <a:cxn ang="0">
                    <a:pos x="connsiteX2" y="connsiteY2"/>
                  </a:cxn>
                </a:cxnLst>
                <a:rect l="l" t="t" r="r" b="b"/>
                <a:pathLst>
                  <a:path w="10742" h="1661">
                    <a:moveTo>
                      <a:pt x="6675" y="22"/>
                    </a:moveTo>
                    <a:cubicBezTo>
                      <a:pt x="3783" y="176"/>
                      <a:pt x="800" y="634"/>
                      <a:pt x="6" y="1057"/>
                    </a:cubicBezTo>
                    <a:cubicBezTo>
                      <a:pt x="-377" y="2971"/>
                      <a:pt x="18905" y="-298"/>
                      <a:pt x="6675"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8" name="Freeform: Shape 2607">
                <a:extLst>
                  <a:ext uri="{FF2B5EF4-FFF2-40B4-BE49-F238E27FC236}">
                    <a16:creationId xmlns:a16="http://schemas.microsoft.com/office/drawing/2014/main" id="{199E6614-6FEE-B889-612F-14346299D58D}"/>
                  </a:ext>
                </a:extLst>
              </p:cNvPr>
              <p:cNvSpPr/>
              <p:nvPr/>
            </p:nvSpPr>
            <p:spPr>
              <a:xfrm>
                <a:off x="2373169" y="6679290"/>
                <a:ext cx="10487" cy="1573"/>
              </a:xfrm>
              <a:custGeom>
                <a:avLst/>
                <a:gdLst>
                  <a:gd name="connsiteX0" fmla="*/ 6448 w 10487"/>
                  <a:gd name="connsiteY0" fmla="*/ 424 h 1573"/>
                  <a:gd name="connsiteX1" fmla="*/ 1 w 10487"/>
                  <a:gd name="connsiteY1" fmla="*/ 1493 h 1573"/>
                  <a:gd name="connsiteX2" fmla="*/ 6448 w 10487"/>
                  <a:gd name="connsiteY2" fmla="*/ 424 h 1573"/>
                </a:gdLst>
                <a:ahLst/>
                <a:cxnLst>
                  <a:cxn ang="0">
                    <a:pos x="connsiteX0" y="connsiteY0"/>
                  </a:cxn>
                  <a:cxn ang="0">
                    <a:pos x="connsiteX1" y="connsiteY1"/>
                  </a:cxn>
                  <a:cxn ang="0">
                    <a:pos x="connsiteX2" y="connsiteY2"/>
                  </a:cxn>
                </a:cxnLst>
                <a:rect l="l" t="t" r="r" b="b"/>
                <a:pathLst>
                  <a:path w="10487" h="1573">
                    <a:moveTo>
                      <a:pt x="6448" y="424"/>
                    </a:moveTo>
                    <a:cubicBezTo>
                      <a:pt x="3636" y="801"/>
                      <a:pt x="756" y="1276"/>
                      <a:pt x="1" y="1493"/>
                    </a:cubicBezTo>
                    <a:cubicBezTo>
                      <a:pt x="-176" y="2116"/>
                      <a:pt x="18466" y="-1125"/>
                      <a:pt x="6448" y="42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9" name="Freeform: Shape 2608">
                <a:extLst>
                  <a:ext uri="{FF2B5EF4-FFF2-40B4-BE49-F238E27FC236}">
                    <a16:creationId xmlns:a16="http://schemas.microsoft.com/office/drawing/2014/main" id="{B4008609-EBFA-A142-8B9D-07C00E4628BD}"/>
                  </a:ext>
                </a:extLst>
              </p:cNvPr>
              <p:cNvSpPr/>
              <p:nvPr/>
            </p:nvSpPr>
            <p:spPr>
              <a:xfrm>
                <a:off x="2529470" y="6638549"/>
                <a:ext cx="9809" cy="3217"/>
              </a:xfrm>
              <a:custGeom>
                <a:avLst/>
                <a:gdLst>
                  <a:gd name="connsiteX0" fmla="*/ 6041 w 9809"/>
                  <a:gd name="connsiteY0" fmla="*/ 1212 h 3217"/>
                  <a:gd name="connsiteX1" fmla="*/ 0 w 9809"/>
                  <a:gd name="connsiteY1" fmla="*/ 3217 h 3217"/>
                  <a:gd name="connsiteX2" fmla="*/ 6041 w 9809"/>
                  <a:gd name="connsiteY2" fmla="*/ 1212 h 3217"/>
                </a:gdLst>
                <a:ahLst/>
                <a:cxnLst>
                  <a:cxn ang="0">
                    <a:pos x="connsiteX0" y="connsiteY0"/>
                  </a:cxn>
                  <a:cxn ang="0">
                    <a:pos x="connsiteX1" y="connsiteY1"/>
                  </a:cxn>
                  <a:cxn ang="0">
                    <a:pos x="connsiteX2" y="connsiteY2"/>
                  </a:cxn>
                </a:cxnLst>
                <a:rect l="l" t="t" r="r" b="b"/>
                <a:pathLst>
                  <a:path w="9809" h="3217">
                    <a:moveTo>
                      <a:pt x="6041" y="1212"/>
                    </a:moveTo>
                    <a:cubicBezTo>
                      <a:pt x="3378" y="2086"/>
                      <a:pt x="674" y="2984"/>
                      <a:pt x="0" y="3217"/>
                    </a:cubicBezTo>
                    <a:cubicBezTo>
                      <a:pt x="417" y="3195"/>
                      <a:pt x="17071" y="-2394"/>
                      <a:pt x="6041" y="121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0" name="Freeform: Shape 2609">
                <a:extLst>
                  <a:ext uri="{FF2B5EF4-FFF2-40B4-BE49-F238E27FC236}">
                    <a16:creationId xmlns:a16="http://schemas.microsoft.com/office/drawing/2014/main" id="{BFD85532-98CA-4CEF-67F8-38B509B1A724}"/>
                  </a:ext>
                </a:extLst>
              </p:cNvPr>
              <p:cNvSpPr/>
              <p:nvPr/>
            </p:nvSpPr>
            <p:spPr>
              <a:xfrm>
                <a:off x="2453485" y="6659514"/>
                <a:ext cx="10258" cy="2370"/>
              </a:xfrm>
              <a:custGeom>
                <a:avLst/>
                <a:gdLst>
                  <a:gd name="connsiteX0" fmla="*/ 6251 w 10258"/>
                  <a:gd name="connsiteY0" fmla="*/ 941 h 2370"/>
                  <a:gd name="connsiteX1" fmla="*/ 10 w 10258"/>
                  <a:gd name="connsiteY1" fmla="*/ 2369 h 2370"/>
                  <a:gd name="connsiteX2" fmla="*/ 6251 w 10258"/>
                  <a:gd name="connsiteY2" fmla="*/ 941 h 2370"/>
                </a:gdLst>
                <a:ahLst/>
                <a:cxnLst>
                  <a:cxn ang="0">
                    <a:pos x="connsiteX0" y="connsiteY0"/>
                  </a:cxn>
                  <a:cxn ang="0">
                    <a:pos x="connsiteX1" y="connsiteY1"/>
                  </a:cxn>
                  <a:cxn ang="0">
                    <a:pos x="connsiteX2" y="connsiteY2"/>
                  </a:cxn>
                </a:cxnLst>
                <a:rect l="l" t="t" r="r" b="b"/>
                <a:pathLst>
                  <a:path w="10258" h="2370">
                    <a:moveTo>
                      <a:pt x="6251" y="941"/>
                    </a:moveTo>
                    <a:cubicBezTo>
                      <a:pt x="3513" y="1581"/>
                      <a:pt x="724" y="2215"/>
                      <a:pt x="10" y="2369"/>
                    </a:cubicBezTo>
                    <a:cubicBezTo>
                      <a:pt x="-493" y="2461"/>
                      <a:pt x="18224" y="-1848"/>
                      <a:pt x="6251" y="9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1" name="Freeform: Shape 2610">
                <a:extLst>
                  <a:ext uri="{FF2B5EF4-FFF2-40B4-BE49-F238E27FC236}">
                    <a16:creationId xmlns:a16="http://schemas.microsoft.com/office/drawing/2014/main" id="{2D94619F-CCA3-ACB8-B100-AD5EA60FA68C}"/>
                  </a:ext>
                </a:extLst>
              </p:cNvPr>
              <p:cNvSpPr/>
              <p:nvPr/>
            </p:nvSpPr>
            <p:spPr>
              <a:xfrm>
                <a:off x="1654924" y="7378705"/>
                <a:ext cx="13201" cy="4772"/>
              </a:xfrm>
              <a:custGeom>
                <a:avLst/>
                <a:gdLst>
                  <a:gd name="connsiteX0" fmla="*/ 8707 w 13201"/>
                  <a:gd name="connsiteY0" fmla="*/ 34 h 4772"/>
                  <a:gd name="connsiteX1" fmla="*/ 4500 w 13201"/>
                  <a:gd name="connsiteY1" fmla="*/ 4738 h 4772"/>
                  <a:gd name="connsiteX2" fmla="*/ 8707 w 13201"/>
                  <a:gd name="connsiteY2" fmla="*/ 34 h 4772"/>
                </a:gdLst>
                <a:ahLst/>
                <a:cxnLst>
                  <a:cxn ang="0">
                    <a:pos x="connsiteX0" y="connsiteY0"/>
                  </a:cxn>
                  <a:cxn ang="0">
                    <a:pos x="connsiteX1" y="connsiteY1"/>
                  </a:cxn>
                  <a:cxn ang="0">
                    <a:pos x="connsiteX2" y="connsiteY2"/>
                  </a:cxn>
                </a:cxnLst>
                <a:rect l="l" t="t" r="r" b="b"/>
                <a:pathLst>
                  <a:path w="13201" h="4772">
                    <a:moveTo>
                      <a:pt x="8707" y="34"/>
                    </a:moveTo>
                    <a:cubicBezTo>
                      <a:pt x="3300" y="-440"/>
                      <a:pt x="-5375" y="4149"/>
                      <a:pt x="4500" y="4738"/>
                    </a:cubicBezTo>
                    <a:cubicBezTo>
                      <a:pt x="9907" y="5212"/>
                      <a:pt x="18571" y="617"/>
                      <a:pt x="8707" y="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2" name="Freeform: Shape 2611">
                <a:extLst>
                  <a:ext uri="{FF2B5EF4-FFF2-40B4-BE49-F238E27FC236}">
                    <a16:creationId xmlns:a16="http://schemas.microsoft.com/office/drawing/2014/main" id="{E9A37BB2-8768-8032-C41A-A2F9A330A4D6}"/>
                  </a:ext>
                </a:extLst>
              </p:cNvPr>
              <p:cNvSpPr/>
              <p:nvPr/>
            </p:nvSpPr>
            <p:spPr>
              <a:xfrm>
                <a:off x="1778503" y="7241233"/>
                <a:ext cx="12707" cy="4452"/>
              </a:xfrm>
              <a:custGeom>
                <a:avLst/>
                <a:gdLst>
                  <a:gd name="connsiteX0" fmla="*/ 8326 w 12707"/>
                  <a:gd name="connsiteY0" fmla="*/ 32 h 4452"/>
                  <a:gd name="connsiteX1" fmla="*/ 4388 w 12707"/>
                  <a:gd name="connsiteY1" fmla="*/ 4421 h 4452"/>
                  <a:gd name="connsiteX2" fmla="*/ 8326 w 12707"/>
                  <a:gd name="connsiteY2" fmla="*/ 32 h 4452"/>
                </a:gdLst>
                <a:ahLst/>
                <a:cxnLst>
                  <a:cxn ang="0">
                    <a:pos x="connsiteX0" y="connsiteY0"/>
                  </a:cxn>
                  <a:cxn ang="0">
                    <a:pos x="connsiteX1" y="connsiteY1"/>
                  </a:cxn>
                  <a:cxn ang="0">
                    <a:pos x="connsiteX2" y="connsiteY2"/>
                  </a:cxn>
                </a:cxnLst>
                <a:rect l="l" t="t" r="r" b="b"/>
                <a:pathLst>
                  <a:path w="12707" h="4452">
                    <a:moveTo>
                      <a:pt x="8326" y="32"/>
                    </a:moveTo>
                    <a:cubicBezTo>
                      <a:pt x="3051" y="-409"/>
                      <a:pt x="-5145" y="3884"/>
                      <a:pt x="4388" y="4421"/>
                    </a:cubicBezTo>
                    <a:cubicBezTo>
                      <a:pt x="9657" y="4861"/>
                      <a:pt x="17847" y="569"/>
                      <a:pt x="8326" y="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3" name="Freeform: Shape 2612">
                <a:extLst>
                  <a:ext uri="{FF2B5EF4-FFF2-40B4-BE49-F238E27FC236}">
                    <a16:creationId xmlns:a16="http://schemas.microsoft.com/office/drawing/2014/main" id="{BE7A262C-5A82-1DE4-926D-C09B57DB92D7}"/>
                  </a:ext>
                </a:extLst>
              </p:cNvPr>
              <p:cNvSpPr/>
              <p:nvPr/>
            </p:nvSpPr>
            <p:spPr>
              <a:xfrm>
                <a:off x="1894161" y="7112864"/>
                <a:ext cx="12258" cy="4162"/>
              </a:xfrm>
              <a:custGeom>
                <a:avLst/>
                <a:gdLst>
                  <a:gd name="connsiteX0" fmla="*/ 7974 w 12258"/>
                  <a:gd name="connsiteY0" fmla="*/ 29 h 4162"/>
                  <a:gd name="connsiteX1" fmla="*/ 4287 w 12258"/>
                  <a:gd name="connsiteY1" fmla="*/ 4133 h 4162"/>
                  <a:gd name="connsiteX2" fmla="*/ 7974 w 12258"/>
                  <a:gd name="connsiteY2" fmla="*/ 29 h 4162"/>
                </a:gdLst>
                <a:ahLst/>
                <a:cxnLst>
                  <a:cxn ang="0">
                    <a:pos x="connsiteX0" y="connsiteY0"/>
                  </a:cxn>
                  <a:cxn ang="0">
                    <a:pos x="connsiteX1" y="connsiteY1"/>
                  </a:cxn>
                  <a:cxn ang="0">
                    <a:pos x="connsiteX2" y="connsiteY2"/>
                  </a:cxn>
                </a:cxnLst>
                <a:rect l="l" t="t" r="r" b="b"/>
                <a:pathLst>
                  <a:path w="12258" h="4162">
                    <a:moveTo>
                      <a:pt x="7974" y="29"/>
                    </a:moveTo>
                    <a:cubicBezTo>
                      <a:pt x="2819" y="-381"/>
                      <a:pt x="-4931" y="3636"/>
                      <a:pt x="4287" y="4133"/>
                    </a:cubicBezTo>
                    <a:cubicBezTo>
                      <a:pt x="9442" y="4545"/>
                      <a:pt x="17186" y="521"/>
                      <a:pt x="7974"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4" name="Freeform: Shape 2613">
                <a:extLst>
                  <a:ext uri="{FF2B5EF4-FFF2-40B4-BE49-F238E27FC236}">
                    <a16:creationId xmlns:a16="http://schemas.microsoft.com/office/drawing/2014/main" id="{2191EB78-020D-BE72-51BD-8DFBA94BB32D}"/>
                  </a:ext>
                </a:extLst>
              </p:cNvPr>
              <p:cNvSpPr/>
              <p:nvPr/>
            </p:nvSpPr>
            <p:spPr>
              <a:xfrm>
                <a:off x="2002538" y="6992794"/>
                <a:ext cx="11869" cy="3920"/>
              </a:xfrm>
              <a:custGeom>
                <a:avLst/>
                <a:gdLst>
                  <a:gd name="connsiteX0" fmla="*/ 7501 w 11869"/>
                  <a:gd name="connsiteY0" fmla="*/ 0 h 3920"/>
                  <a:gd name="connsiteX1" fmla="*/ 37 w 11869"/>
                  <a:gd name="connsiteY1" fmla="*/ 1920 h 3920"/>
                  <a:gd name="connsiteX2" fmla="*/ 7501 w 11869"/>
                  <a:gd name="connsiteY2" fmla="*/ 0 h 3920"/>
                </a:gdLst>
                <a:ahLst/>
                <a:cxnLst>
                  <a:cxn ang="0">
                    <a:pos x="connsiteX0" y="connsiteY0"/>
                  </a:cxn>
                  <a:cxn ang="0">
                    <a:pos x="connsiteX1" y="connsiteY1"/>
                  </a:cxn>
                  <a:cxn ang="0">
                    <a:pos x="connsiteX2" y="connsiteY2"/>
                  </a:cxn>
                </a:cxnLst>
                <a:rect l="l" t="t" r="r" b="b"/>
                <a:pathLst>
                  <a:path w="11869" h="3920">
                    <a:moveTo>
                      <a:pt x="7501" y="0"/>
                    </a:moveTo>
                    <a:cubicBezTo>
                      <a:pt x="4329" y="0"/>
                      <a:pt x="992" y="857"/>
                      <a:pt x="37" y="1920"/>
                    </a:cubicBezTo>
                    <a:cubicBezTo>
                      <a:pt x="-1020" y="6938"/>
                      <a:pt x="20943" y="1062"/>
                      <a:pt x="750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5" name="Freeform: Shape 2614">
                <a:extLst>
                  <a:ext uri="{FF2B5EF4-FFF2-40B4-BE49-F238E27FC236}">
                    <a16:creationId xmlns:a16="http://schemas.microsoft.com/office/drawing/2014/main" id="{0B5FB7E1-19B8-7EFF-5FA2-C347BEF7A02A}"/>
                  </a:ext>
                </a:extLst>
              </p:cNvPr>
              <p:cNvSpPr/>
              <p:nvPr/>
            </p:nvSpPr>
            <p:spPr>
              <a:xfrm>
                <a:off x="2103682" y="6880109"/>
                <a:ext cx="11433" cy="3661"/>
              </a:xfrm>
              <a:custGeom>
                <a:avLst/>
                <a:gdLst>
                  <a:gd name="connsiteX0" fmla="*/ 7336 w 11433"/>
                  <a:gd name="connsiteY0" fmla="*/ 25 h 3661"/>
                  <a:gd name="connsiteX1" fmla="*/ 4107 w 11433"/>
                  <a:gd name="connsiteY1" fmla="*/ 3636 h 3661"/>
                  <a:gd name="connsiteX2" fmla="*/ 7336 w 11433"/>
                  <a:gd name="connsiteY2" fmla="*/ 25 h 3661"/>
                </a:gdLst>
                <a:ahLst/>
                <a:cxnLst>
                  <a:cxn ang="0">
                    <a:pos x="connsiteX0" y="connsiteY0"/>
                  </a:cxn>
                  <a:cxn ang="0">
                    <a:pos x="connsiteX1" y="connsiteY1"/>
                  </a:cxn>
                  <a:cxn ang="0">
                    <a:pos x="connsiteX2" y="connsiteY2"/>
                  </a:cxn>
                </a:cxnLst>
                <a:rect l="l" t="t" r="r" b="b"/>
                <a:pathLst>
                  <a:path w="11433" h="3661">
                    <a:moveTo>
                      <a:pt x="7336" y="25"/>
                    </a:moveTo>
                    <a:cubicBezTo>
                      <a:pt x="2387" y="-330"/>
                      <a:pt x="-4534" y="3219"/>
                      <a:pt x="4107" y="3636"/>
                    </a:cubicBezTo>
                    <a:cubicBezTo>
                      <a:pt x="9050" y="3991"/>
                      <a:pt x="15960" y="442"/>
                      <a:pt x="7336" y="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6" name="Freeform: Shape 2615">
                <a:extLst>
                  <a:ext uri="{FF2B5EF4-FFF2-40B4-BE49-F238E27FC236}">
                    <a16:creationId xmlns:a16="http://schemas.microsoft.com/office/drawing/2014/main" id="{744A3507-C11C-3355-E0CF-A00C9F66641C}"/>
                  </a:ext>
                </a:extLst>
              </p:cNvPr>
              <p:cNvSpPr/>
              <p:nvPr/>
            </p:nvSpPr>
            <p:spPr>
              <a:xfrm>
                <a:off x="2911865" y="6287480"/>
                <a:ext cx="8483" cy="2061"/>
              </a:xfrm>
              <a:custGeom>
                <a:avLst/>
                <a:gdLst>
                  <a:gd name="connsiteX0" fmla="*/ 5059 w 8483"/>
                  <a:gd name="connsiteY0" fmla="*/ 317 h 2061"/>
                  <a:gd name="connsiteX1" fmla="*/ 1 w 8483"/>
                  <a:gd name="connsiteY1" fmla="*/ 305 h 2061"/>
                  <a:gd name="connsiteX2" fmla="*/ 5059 w 8483"/>
                  <a:gd name="connsiteY2" fmla="*/ 317 h 2061"/>
                </a:gdLst>
                <a:ahLst/>
                <a:cxnLst>
                  <a:cxn ang="0">
                    <a:pos x="connsiteX0" y="connsiteY0"/>
                  </a:cxn>
                  <a:cxn ang="0">
                    <a:pos x="connsiteX1" y="connsiteY1"/>
                  </a:cxn>
                  <a:cxn ang="0">
                    <a:pos x="connsiteX2" y="connsiteY2"/>
                  </a:cxn>
                </a:cxnLst>
                <a:rect l="l" t="t" r="r" b="b"/>
                <a:pathLst>
                  <a:path w="8483" h="2061">
                    <a:moveTo>
                      <a:pt x="5059" y="317"/>
                    </a:moveTo>
                    <a:cubicBezTo>
                      <a:pt x="2761" y="-100"/>
                      <a:pt x="498" y="-107"/>
                      <a:pt x="1" y="305"/>
                    </a:cubicBezTo>
                    <a:cubicBezTo>
                      <a:pt x="-136" y="2608"/>
                      <a:pt x="15094" y="2682"/>
                      <a:pt x="5059" y="3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7" name="Freeform: Shape 2616">
                <a:extLst>
                  <a:ext uri="{FF2B5EF4-FFF2-40B4-BE49-F238E27FC236}">
                    <a16:creationId xmlns:a16="http://schemas.microsoft.com/office/drawing/2014/main" id="{CC1941CE-E23B-E5DE-1489-18CDF06427F8}"/>
                  </a:ext>
                </a:extLst>
              </p:cNvPr>
              <p:cNvSpPr/>
              <p:nvPr/>
            </p:nvSpPr>
            <p:spPr>
              <a:xfrm>
                <a:off x="3157184" y="5781514"/>
                <a:ext cx="7406" cy="6798"/>
              </a:xfrm>
              <a:custGeom>
                <a:avLst/>
                <a:gdLst>
                  <a:gd name="connsiteX0" fmla="*/ 4433 w 7406"/>
                  <a:gd name="connsiteY0" fmla="*/ 1300 h 6798"/>
                  <a:gd name="connsiteX1" fmla="*/ 2976 w 7406"/>
                  <a:gd name="connsiteY1" fmla="*/ 5495 h 6798"/>
                  <a:gd name="connsiteX2" fmla="*/ 4433 w 7406"/>
                  <a:gd name="connsiteY2" fmla="*/ 1300 h 6798"/>
                </a:gdLst>
                <a:ahLst/>
                <a:cxnLst>
                  <a:cxn ang="0">
                    <a:pos x="connsiteX0" y="connsiteY0"/>
                  </a:cxn>
                  <a:cxn ang="0">
                    <a:pos x="connsiteX1" y="connsiteY1"/>
                  </a:cxn>
                  <a:cxn ang="0">
                    <a:pos x="connsiteX2" y="connsiteY2"/>
                  </a:cxn>
                </a:cxnLst>
                <a:rect l="l" t="t" r="r" b="b"/>
                <a:pathLst>
                  <a:path w="7406" h="6798">
                    <a:moveTo>
                      <a:pt x="4433" y="1300"/>
                    </a:moveTo>
                    <a:cubicBezTo>
                      <a:pt x="-1019" y="-2398"/>
                      <a:pt x="-1368" y="2683"/>
                      <a:pt x="2976" y="5495"/>
                    </a:cubicBezTo>
                    <a:cubicBezTo>
                      <a:pt x="8439" y="9192"/>
                      <a:pt x="8759" y="4140"/>
                      <a:pt x="4433" y="130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8" name="Freeform: Shape 2617">
                <a:extLst>
                  <a:ext uri="{FF2B5EF4-FFF2-40B4-BE49-F238E27FC236}">
                    <a16:creationId xmlns:a16="http://schemas.microsoft.com/office/drawing/2014/main" id="{0AFAC99D-2284-40D1-9760-9F664E238049}"/>
                  </a:ext>
                </a:extLst>
              </p:cNvPr>
              <p:cNvSpPr/>
              <p:nvPr/>
            </p:nvSpPr>
            <p:spPr>
              <a:xfrm>
                <a:off x="3111943" y="5914719"/>
                <a:ext cx="7693" cy="6252"/>
              </a:xfrm>
              <a:custGeom>
                <a:avLst/>
                <a:gdLst>
                  <a:gd name="connsiteX0" fmla="*/ 4578 w 7693"/>
                  <a:gd name="connsiteY0" fmla="*/ 831 h 6252"/>
                  <a:gd name="connsiteX1" fmla="*/ 7618 w 7693"/>
                  <a:gd name="connsiteY1" fmla="*/ 5197 h 6252"/>
                  <a:gd name="connsiteX2" fmla="*/ 4578 w 7693"/>
                  <a:gd name="connsiteY2" fmla="*/ 831 h 6252"/>
                </a:gdLst>
                <a:ahLst/>
                <a:cxnLst>
                  <a:cxn ang="0">
                    <a:pos x="connsiteX0" y="connsiteY0"/>
                  </a:cxn>
                  <a:cxn ang="0">
                    <a:pos x="connsiteX1" y="connsiteY1"/>
                  </a:cxn>
                  <a:cxn ang="0">
                    <a:pos x="connsiteX2" y="connsiteY2"/>
                  </a:cxn>
                </a:cxnLst>
                <a:rect l="l" t="t" r="r" b="b"/>
                <a:pathLst>
                  <a:path w="7693" h="6252">
                    <a:moveTo>
                      <a:pt x="4578" y="831"/>
                    </a:moveTo>
                    <a:cubicBezTo>
                      <a:pt x="-5686" y="-3375"/>
                      <a:pt x="4006" y="9998"/>
                      <a:pt x="7618" y="5197"/>
                    </a:cubicBezTo>
                    <a:cubicBezTo>
                      <a:pt x="8035" y="3968"/>
                      <a:pt x="6675" y="2008"/>
                      <a:pt x="4578" y="8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9" name="Freeform: Shape 2618">
                <a:extLst>
                  <a:ext uri="{FF2B5EF4-FFF2-40B4-BE49-F238E27FC236}">
                    <a16:creationId xmlns:a16="http://schemas.microsoft.com/office/drawing/2014/main" id="{39ED2E7C-CE61-2A59-777C-3EB77A37C401}"/>
                  </a:ext>
                </a:extLst>
              </p:cNvPr>
              <p:cNvSpPr/>
              <p:nvPr/>
            </p:nvSpPr>
            <p:spPr>
              <a:xfrm>
                <a:off x="3015755" y="6160894"/>
                <a:ext cx="8125" cy="3865"/>
              </a:xfrm>
              <a:custGeom>
                <a:avLst/>
                <a:gdLst>
                  <a:gd name="connsiteX0" fmla="*/ 4805 w 8125"/>
                  <a:gd name="connsiteY0" fmla="*/ 390 h 3865"/>
                  <a:gd name="connsiteX1" fmla="*/ 10 w 8125"/>
                  <a:gd name="connsiteY1" fmla="*/ 819 h 3865"/>
                  <a:gd name="connsiteX2" fmla="*/ 4805 w 8125"/>
                  <a:gd name="connsiteY2" fmla="*/ 390 h 3865"/>
                </a:gdLst>
                <a:ahLst/>
                <a:cxnLst>
                  <a:cxn ang="0">
                    <a:pos x="connsiteX0" y="connsiteY0"/>
                  </a:cxn>
                  <a:cxn ang="0">
                    <a:pos x="connsiteX1" y="connsiteY1"/>
                  </a:cxn>
                  <a:cxn ang="0">
                    <a:pos x="connsiteX2" y="connsiteY2"/>
                  </a:cxn>
                </a:cxnLst>
                <a:rect l="l" t="t" r="r" b="b"/>
                <a:pathLst>
                  <a:path w="8125" h="3865">
                    <a:moveTo>
                      <a:pt x="4805" y="390"/>
                    </a:moveTo>
                    <a:cubicBezTo>
                      <a:pt x="2610" y="-268"/>
                      <a:pt x="467" y="-73"/>
                      <a:pt x="10" y="819"/>
                    </a:cubicBezTo>
                    <a:cubicBezTo>
                      <a:pt x="-436" y="5402"/>
                      <a:pt x="14600" y="4448"/>
                      <a:pt x="4805" y="39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0" name="Freeform: Shape 2619">
                <a:extLst>
                  <a:ext uri="{FF2B5EF4-FFF2-40B4-BE49-F238E27FC236}">
                    <a16:creationId xmlns:a16="http://schemas.microsoft.com/office/drawing/2014/main" id="{3BB2148F-038B-020A-6515-FD86EF9CABA9}"/>
                  </a:ext>
                </a:extLst>
              </p:cNvPr>
              <p:cNvSpPr/>
              <p:nvPr/>
            </p:nvSpPr>
            <p:spPr>
              <a:xfrm>
                <a:off x="3064838" y="6047286"/>
                <a:ext cx="7747" cy="5282"/>
              </a:xfrm>
              <a:custGeom>
                <a:avLst/>
                <a:gdLst>
                  <a:gd name="connsiteX0" fmla="*/ 4665 w 7747"/>
                  <a:gd name="connsiteY0" fmla="*/ 566 h 5282"/>
                  <a:gd name="connsiteX1" fmla="*/ 3082 w 7747"/>
                  <a:gd name="connsiteY1" fmla="*/ 4716 h 5282"/>
                  <a:gd name="connsiteX2" fmla="*/ 4665 w 7747"/>
                  <a:gd name="connsiteY2" fmla="*/ 566 h 5282"/>
                </a:gdLst>
                <a:ahLst/>
                <a:cxnLst>
                  <a:cxn ang="0">
                    <a:pos x="connsiteX0" y="connsiteY0"/>
                  </a:cxn>
                  <a:cxn ang="0">
                    <a:pos x="connsiteX1" y="connsiteY1"/>
                  </a:cxn>
                  <a:cxn ang="0">
                    <a:pos x="connsiteX2" y="connsiteY2"/>
                  </a:cxn>
                </a:cxnLst>
                <a:rect l="l" t="t" r="r" b="b"/>
                <a:pathLst>
                  <a:path w="7747" h="5282">
                    <a:moveTo>
                      <a:pt x="4665" y="566"/>
                    </a:moveTo>
                    <a:cubicBezTo>
                      <a:pt x="-404" y="-1536"/>
                      <a:pt x="-1941" y="2750"/>
                      <a:pt x="3082" y="4716"/>
                    </a:cubicBezTo>
                    <a:cubicBezTo>
                      <a:pt x="8174" y="6813"/>
                      <a:pt x="9672" y="2561"/>
                      <a:pt x="4665" y="56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1" name="Freeform: Shape 2620">
                <a:extLst>
                  <a:ext uri="{FF2B5EF4-FFF2-40B4-BE49-F238E27FC236}">
                    <a16:creationId xmlns:a16="http://schemas.microsoft.com/office/drawing/2014/main" id="{9B3D4A4B-97B3-C935-5858-9BFF336E51B0}"/>
                  </a:ext>
                </a:extLst>
              </p:cNvPr>
              <p:cNvSpPr/>
              <p:nvPr/>
            </p:nvSpPr>
            <p:spPr>
              <a:xfrm>
                <a:off x="3200432" y="5666151"/>
                <a:ext cx="7400" cy="7086"/>
              </a:xfrm>
              <a:custGeom>
                <a:avLst/>
                <a:gdLst>
                  <a:gd name="connsiteX0" fmla="*/ 4380 w 7400"/>
                  <a:gd name="connsiteY0" fmla="*/ 1934 h 7086"/>
                  <a:gd name="connsiteX1" fmla="*/ 7334 w 7400"/>
                  <a:gd name="connsiteY1" fmla="*/ 6718 h 7086"/>
                  <a:gd name="connsiteX2" fmla="*/ 4380 w 7400"/>
                  <a:gd name="connsiteY2" fmla="*/ 1934 h 7086"/>
                </a:gdLst>
                <a:ahLst/>
                <a:cxnLst>
                  <a:cxn ang="0">
                    <a:pos x="connsiteX0" y="connsiteY0"/>
                  </a:cxn>
                  <a:cxn ang="0">
                    <a:pos x="connsiteX1" y="connsiteY1"/>
                  </a:cxn>
                  <a:cxn ang="0">
                    <a:pos x="connsiteX2" y="connsiteY2"/>
                  </a:cxn>
                </a:cxnLst>
                <a:rect l="l" t="t" r="r" b="b"/>
                <a:pathLst>
                  <a:path w="7400" h="7086">
                    <a:moveTo>
                      <a:pt x="4380" y="1934"/>
                    </a:moveTo>
                    <a:cubicBezTo>
                      <a:pt x="-5490" y="-5106"/>
                      <a:pt x="3928" y="9552"/>
                      <a:pt x="7334" y="6718"/>
                    </a:cubicBezTo>
                    <a:cubicBezTo>
                      <a:pt x="7717" y="5803"/>
                      <a:pt x="6391" y="3660"/>
                      <a:pt x="4380" y="193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2" name="Freeform: Shape 2621">
                <a:extLst>
                  <a:ext uri="{FF2B5EF4-FFF2-40B4-BE49-F238E27FC236}">
                    <a16:creationId xmlns:a16="http://schemas.microsoft.com/office/drawing/2014/main" id="{B095FDC9-F63E-2E5B-64F8-28958056BB9B}"/>
                  </a:ext>
                </a:extLst>
              </p:cNvPr>
              <p:cNvSpPr/>
              <p:nvPr/>
            </p:nvSpPr>
            <p:spPr>
              <a:xfrm>
                <a:off x="2601273" y="6600484"/>
                <a:ext cx="9581" cy="4023"/>
              </a:xfrm>
              <a:custGeom>
                <a:avLst/>
                <a:gdLst>
                  <a:gd name="connsiteX0" fmla="*/ 5846 w 9581"/>
                  <a:gd name="connsiteY0" fmla="*/ 1220 h 4023"/>
                  <a:gd name="connsiteX1" fmla="*/ 0 w 9581"/>
                  <a:gd name="connsiteY1" fmla="*/ 3935 h 4023"/>
                  <a:gd name="connsiteX2" fmla="*/ 5846 w 9581"/>
                  <a:gd name="connsiteY2" fmla="*/ 1220 h 4023"/>
                </a:gdLst>
                <a:ahLst/>
                <a:cxnLst>
                  <a:cxn ang="0">
                    <a:pos x="connsiteX0" y="connsiteY0"/>
                  </a:cxn>
                  <a:cxn ang="0">
                    <a:pos x="connsiteX1" y="connsiteY1"/>
                  </a:cxn>
                  <a:cxn ang="0">
                    <a:pos x="connsiteX2" y="connsiteY2"/>
                  </a:cxn>
                </a:cxnLst>
                <a:rect l="l" t="t" r="r" b="b"/>
                <a:pathLst>
                  <a:path w="9581" h="4023">
                    <a:moveTo>
                      <a:pt x="5846" y="1220"/>
                    </a:moveTo>
                    <a:cubicBezTo>
                      <a:pt x="3252" y="2254"/>
                      <a:pt x="634" y="3466"/>
                      <a:pt x="0" y="3935"/>
                    </a:cubicBezTo>
                    <a:cubicBezTo>
                      <a:pt x="103" y="4935"/>
                      <a:pt x="16831" y="-2935"/>
                      <a:pt x="5846" y="12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3" name="Freeform: Shape 2622">
                <a:extLst>
                  <a:ext uri="{FF2B5EF4-FFF2-40B4-BE49-F238E27FC236}">
                    <a16:creationId xmlns:a16="http://schemas.microsoft.com/office/drawing/2014/main" id="{E1CD2B5C-1D5C-8B03-1EEC-240AA9A33E9D}"/>
                  </a:ext>
                </a:extLst>
              </p:cNvPr>
              <p:cNvSpPr/>
              <p:nvPr/>
            </p:nvSpPr>
            <p:spPr>
              <a:xfrm>
                <a:off x="2856139" y="6332208"/>
                <a:ext cx="8684" cy="1696"/>
              </a:xfrm>
              <a:custGeom>
                <a:avLst/>
                <a:gdLst>
                  <a:gd name="connsiteX0" fmla="*/ 5201 w 8684"/>
                  <a:gd name="connsiteY0" fmla="*/ 80 h 1696"/>
                  <a:gd name="connsiteX1" fmla="*/ 0 w 8684"/>
                  <a:gd name="connsiteY1" fmla="*/ 503 h 1696"/>
                  <a:gd name="connsiteX2" fmla="*/ 5201 w 8684"/>
                  <a:gd name="connsiteY2" fmla="*/ 80 h 1696"/>
                </a:gdLst>
                <a:ahLst/>
                <a:cxnLst>
                  <a:cxn ang="0">
                    <a:pos x="connsiteX0" y="connsiteY0"/>
                  </a:cxn>
                  <a:cxn ang="0">
                    <a:pos x="connsiteX1" y="connsiteY1"/>
                  </a:cxn>
                  <a:cxn ang="0">
                    <a:pos x="connsiteX2" y="connsiteY2"/>
                  </a:cxn>
                </a:cxnLst>
                <a:rect l="l" t="t" r="r" b="b"/>
                <a:pathLst>
                  <a:path w="8684" h="1696">
                    <a:moveTo>
                      <a:pt x="5201" y="80"/>
                    </a:moveTo>
                    <a:cubicBezTo>
                      <a:pt x="2846" y="-120"/>
                      <a:pt x="520" y="68"/>
                      <a:pt x="0" y="503"/>
                    </a:cubicBezTo>
                    <a:cubicBezTo>
                      <a:pt x="-74" y="2715"/>
                      <a:pt x="15408" y="1423"/>
                      <a:pt x="5201" y="8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4" name="Freeform: Shape 2623">
                <a:extLst>
                  <a:ext uri="{FF2B5EF4-FFF2-40B4-BE49-F238E27FC236}">
                    <a16:creationId xmlns:a16="http://schemas.microsoft.com/office/drawing/2014/main" id="{8E87529A-733C-E1A1-1F88-DD981EFA1C4E}"/>
                  </a:ext>
                </a:extLst>
              </p:cNvPr>
              <p:cNvSpPr/>
              <p:nvPr/>
            </p:nvSpPr>
            <p:spPr>
              <a:xfrm>
                <a:off x="2964875" y="6237427"/>
                <a:ext cx="8136" cy="2824"/>
              </a:xfrm>
              <a:custGeom>
                <a:avLst/>
                <a:gdLst>
                  <a:gd name="connsiteX0" fmla="*/ 4919 w 8136"/>
                  <a:gd name="connsiteY0" fmla="*/ 467 h 2824"/>
                  <a:gd name="connsiteX1" fmla="*/ 3216 w 8136"/>
                  <a:gd name="connsiteY1" fmla="*/ 2352 h 2824"/>
                  <a:gd name="connsiteX2" fmla="*/ 4919 w 8136"/>
                  <a:gd name="connsiteY2" fmla="*/ 467 h 2824"/>
                </a:gdLst>
                <a:ahLst/>
                <a:cxnLst>
                  <a:cxn ang="0">
                    <a:pos x="connsiteX0" y="connsiteY0"/>
                  </a:cxn>
                  <a:cxn ang="0">
                    <a:pos x="connsiteX1" y="connsiteY1"/>
                  </a:cxn>
                  <a:cxn ang="0">
                    <a:pos x="connsiteX2" y="connsiteY2"/>
                  </a:cxn>
                </a:cxnLst>
                <a:rect l="l" t="t" r="r" b="b"/>
                <a:pathLst>
                  <a:path w="8136" h="2824">
                    <a:moveTo>
                      <a:pt x="4919" y="467"/>
                    </a:moveTo>
                    <a:cubicBezTo>
                      <a:pt x="570" y="-796"/>
                      <a:pt x="-2711" y="730"/>
                      <a:pt x="3216" y="2352"/>
                    </a:cubicBezTo>
                    <a:cubicBezTo>
                      <a:pt x="7582" y="3621"/>
                      <a:pt x="10839" y="2107"/>
                      <a:pt x="4919" y="46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5" name="Freeform: Shape 2624">
                <a:extLst>
                  <a:ext uri="{FF2B5EF4-FFF2-40B4-BE49-F238E27FC236}">
                    <a16:creationId xmlns:a16="http://schemas.microsoft.com/office/drawing/2014/main" id="{B331608F-0F58-87D2-B739-E951D7251CF2}"/>
                  </a:ext>
                </a:extLst>
              </p:cNvPr>
              <p:cNvSpPr/>
              <p:nvPr/>
            </p:nvSpPr>
            <p:spPr>
              <a:xfrm>
                <a:off x="2735820" y="6459059"/>
                <a:ext cx="9038" cy="2417"/>
              </a:xfrm>
              <a:custGeom>
                <a:avLst/>
                <a:gdLst>
                  <a:gd name="connsiteX0" fmla="*/ 5585 w 9038"/>
                  <a:gd name="connsiteY0" fmla="*/ 39 h 2417"/>
                  <a:gd name="connsiteX1" fmla="*/ 3459 w 9038"/>
                  <a:gd name="connsiteY1" fmla="*/ 2371 h 2417"/>
                  <a:gd name="connsiteX2" fmla="*/ 5585 w 9038"/>
                  <a:gd name="connsiteY2" fmla="*/ 39 h 2417"/>
                </a:gdLst>
                <a:ahLst/>
                <a:cxnLst>
                  <a:cxn ang="0">
                    <a:pos x="connsiteX0" y="connsiteY0"/>
                  </a:cxn>
                  <a:cxn ang="0">
                    <a:pos x="connsiteX1" y="connsiteY1"/>
                  </a:cxn>
                  <a:cxn ang="0">
                    <a:pos x="connsiteX2" y="connsiteY2"/>
                  </a:cxn>
                </a:cxnLst>
                <a:rect l="l" t="t" r="r" b="b"/>
                <a:pathLst>
                  <a:path w="9038" h="2417">
                    <a:moveTo>
                      <a:pt x="5585" y="39"/>
                    </a:moveTo>
                    <a:cubicBezTo>
                      <a:pt x="1544" y="171"/>
                      <a:pt x="-3508" y="2794"/>
                      <a:pt x="3459" y="2371"/>
                    </a:cubicBezTo>
                    <a:cubicBezTo>
                      <a:pt x="7488" y="2183"/>
                      <a:pt x="12546" y="-344"/>
                      <a:pt x="5585" y="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6" name="Freeform: Shape 2625">
                <a:extLst>
                  <a:ext uri="{FF2B5EF4-FFF2-40B4-BE49-F238E27FC236}">
                    <a16:creationId xmlns:a16="http://schemas.microsoft.com/office/drawing/2014/main" id="{0EAF50B3-58DF-C662-DFB8-3F1423E5CB99}"/>
                  </a:ext>
                </a:extLst>
              </p:cNvPr>
              <p:cNvSpPr/>
              <p:nvPr/>
            </p:nvSpPr>
            <p:spPr>
              <a:xfrm>
                <a:off x="2797874" y="6385831"/>
                <a:ext cx="8902" cy="2133"/>
              </a:xfrm>
              <a:custGeom>
                <a:avLst/>
                <a:gdLst>
                  <a:gd name="connsiteX0" fmla="*/ 5344 w 8902"/>
                  <a:gd name="connsiteY0" fmla="*/ 1 h 2133"/>
                  <a:gd name="connsiteX1" fmla="*/ 0 w 8902"/>
                  <a:gd name="connsiteY1" fmla="*/ 996 h 2133"/>
                  <a:gd name="connsiteX2" fmla="*/ 5344 w 8902"/>
                  <a:gd name="connsiteY2" fmla="*/ 1 h 2133"/>
                </a:gdLst>
                <a:ahLst/>
                <a:cxnLst>
                  <a:cxn ang="0">
                    <a:pos x="connsiteX0" y="connsiteY0"/>
                  </a:cxn>
                  <a:cxn ang="0">
                    <a:pos x="connsiteX1" y="connsiteY1"/>
                  </a:cxn>
                  <a:cxn ang="0">
                    <a:pos x="connsiteX2" y="connsiteY2"/>
                  </a:cxn>
                </a:cxnLst>
                <a:rect l="l" t="t" r="r" b="b"/>
                <a:pathLst>
                  <a:path w="8902" h="2133">
                    <a:moveTo>
                      <a:pt x="5344" y="1"/>
                    </a:moveTo>
                    <a:cubicBezTo>
                      <a:pt x="2932" y="-27"/>
                      <a:pt x="538" y="418"/>
                      <a:pt x="0" y="996"/>
                    </a:cubicBezTo>
                    <a:cubicBezTo>
                      <a:pt x="-102" y="3756"/>
                      <a:pt x="15791" y="716"/>
                      <a:pt x="5344"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7" name="Freeform: Shape 2626">
                <a:extLst>
                  <a:ext uri="{FF2B5EF4-FFF2-40B4-BE49-F238E27FC236}">
                    <a16:creationId xmlns:a16="http://schemas.microsoft.com/office/drawing/2014/main" id="{D945782B-49FE-AF47-9A4C-26491FD442AD}"/>
                  </a:ext>
                </a:extLst>
              </p:cNvPr>
              <p:cNvSpPr/>
              <p:nvPr/>
            </p:nvSpPr>
            <p:spPr>
              <a:xfrm>
                <a:off x="2669807" y="6528477"/>
                <a:ext cx="9350" cy="4084"/>
              </a:xfrm>
              <a:custGeom>
                <a:avLst/>
                <a:gdLst>
                  <a:gd name="connsiteX0" fmla="*/ 5692 w 9350"/>
                  <a:gd name="connsiteY0" fmla="*/ 818 h 4084"/>
                  <a:gd name="connsiteX1" fmla="*/ 0 w 9350"/>
                  <a:gd name="connsiteY1" fmla="*/ 3687 h 4084"/>
                  <a:gd name="connsiteX2" fmla="*/ 5692 w 9350"/>
                  <a:gd name="connsiteY2" fmla="*/ 818 h 4084"/>
                </a:gdLst>
                <a:ahLst/>
                <a:cxnLst>
                  <a:cxn ang="0">
                    <a:pos x="connsiteX0" y="connsiteY0"/>
                  </a:cxn>
                  <a:cxn ang="0">
                    <a:pos x="connsiteX1" y="connsiteY1"/>
                  </a:cxn>
                  <a:cxn ang="0">
                    <a:pos x="connsiteX2" y="connsiteY2"/>
                  </a:cxn>
                </a:cxnLst>
                <a:rect l="l" t="t" r="r" b="b"/>
                <a:pathLst>
                  <a:path w="9350" h="4084">
                    <a:moveTo>
                      <a:pt x="5692" y="818"/>
                    </a:moveTo>
                    <a:cubicBezTo>
                      <a:pt x="3166" y="1710"/>
                      <a:pt x="617" y="2990"/>
                      <a:pt x="0" y="3687"/>
                    </a:cubicBezTo>
                    <a:cubicBezTo>
                      <a:pt x="69" y="5991"/>
                      <a:pt x="16448" y="-2610"/>
                      <a:pt x="5692" y="8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8" name="Freeform: Shape 2627">
                <a:extLst>
                  <a:ext uri="{FF2B5EF4-FFF2-40B4-BE49-F238E27FC236}">
                    <a16:creationId xmlns:a16="http://schemas.microsoft.com/office/drawing/2014/main" id="{ABB994A1-EFC9-A1A6-3212-39DB12B8D109}"/>
                  </a:ext>
                </a:extLst>
              </p:cNvPr>
              <p:cNvSpPr/>
              <p:nvPr/>
            </p:nvSpPr>
            <p:spPr>
              <a:xfrm>
                <a:off x="1523091" y="7526146"/>
                <a:ext cx="13351" cy="5198"/>
              </a:xfrm>
              <a:custGeom>
                <a:avLst/>
                <a:gdLst>
                  <a:gd name="connsiteX0" fmla="*/ 8969 w 13351"/>
                  <a:gd name="connsiteY0" fmla="*/ 0 h 5198"/>
                  <a:gd name="connsiteX1" fmla="*/ 482 w 13351"/>
                  <a:gd name="connsiteY1" fmla="*/ 4303 h 5198"/>
                  <a:gd name="connsiteX2" fmla="*/ 8969 w 13351"/>
                  <a:gd name="connsiteY2" fmla="*/ 0 h 5198"/>
                </a:gdLst>
                <a:ahLst/>
                <a:cxnLst>
                  <a:cxn ang="0">
                    <a:pos x="connsiteX0" y="connsiteY0"/>
                  </a:cxn>
                  <a:cxn ang="0">
                    <a:pos x="connsiteX1" y="connsiteY1"/>
                  </a:cxn>
                  <a:cxn ang="0">
                    <a:pos x="connsiteX2" y="connsiteY2"/>
                  </a:cxn>
                </a:cxnLst>
                <a:rect l="l" t="t" r="r" b="b"/>
                <a:pathLst>
                  <a:path w="13351" h="5198">
                    <a:moveTo>
                      <a:pt x="8969" y="0"/>
                    </a:moveTo>
                    <a:cubicBezTo>
                      <a:pt x="6580" y="6"/>
                      <a:pt x="-2124" y="1046"/>
                      <a:pt x="482" y="4303"/>
                    </a:cubicBezTo>
                    <a:cubicBezTo>
                      <a:pt x="4442" y="7504"/>
                      <a:pt x="21170" y="1183"/>
                      <a:pt x="896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9" name="Freeform: Shape 2628">
                <a:extLst>
                  <a:ext uri="{FF2B5EF4-FFF2-40B4-BE49-F238E27FC236}">
                    <a16:creationId xmlns:a16="http://schemas.microsoft.com/office/drawing/2014/main" id="{42A48704-78FE-8347-643D-3EE8440E55C3}"/>
                  </a:ext>
                </a:extLst>
              </p:cNvPr>
              <p:cNvSpPr/>
              <p:nvPr/>
            </p:nvSpPr>
            <p:spPr>
              <a:xfrm>
                <a:off x="3046216" y="5469512"/>
                <a:ext cx="6972" cy="2209"/>
              </a:xfrm>
              <a:custGeom>
                <a:avLst/>
                <a:gdLst>
                  <a:gd name="connsiteX0" fmla="*/ 4296 w 6972"/>
                  <a:gd name="connsiteY0" fmla="*/ 274 h 2209"/>
                  <a:gd name="connsiteX1" fmla="*/ 507 w 6972"/>
                  <a:gd name="connsiteY1" fmla="*/ 1206 h 2209"/>
                  <a:gd name="connsiteX2" fmla="*/ 4296 w 6972"/>
                  <a:gd name="connsiteY2" fmla="*/ 274 h 2209"/>
                </a:gdLst>
                <a:ahLst/>
                <a:cxnLst>
                  <a:cxn ang="0">
                    <a:pos x="connsiteX0" y="connsiteY0"/>
                  </a:cxn>
                  <a:cxn ang="0">
                    <a:pos x="connsiteX1" y="connsiteY1"/>
                  </a:cxn>
                  <a:cxn ang="0">
                    <a:pos x="connsiteX2" y="connsiteY2"/>
                  </a:cxn>
                </a:cxnLst>
                <a:rect l="l" t="t" r="r" b="b"/>
                <a:pathLst>
                  <a:path w="6972" h="2209">
                    <a:moveTo>
                      <a:pt x="4296" y="274"/>
                    </a:moveTo>
                    <a:cubicBezTo>
                      <a:pt x="3222" y="-35"/>
                      <a:pt x="-1545" y="-418"/>
                      <a:pt x="507" y="1206"/>
                    </a:cubicBezTo>
                    <a:cubicBezTo>
                      <a:pt x="2810" y="2994"/>
                      <a:pt x="11211" y="2211"/>
                      <a:pt x="4296" y="27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0" name="Freeform: Shape 2629">
                <a:extLst>
                  <a:ext uri="{FF2B5EF4-FFF2-40B4-BE49-F238E27FC236}">
                    <a16:creationId xmlns:a16="http://schemas.microsoft.com/office/drawing/2014/main" id="{F2C215BF-CF54-FA56-CBBA-CBAD9E2DBD6C}"/>
                  </a:ext>
                </a:extLst>
              </p:cNvPr>
              <p:cNvSpPr/>
              <p:nvPr/>
            </p:nvSpPr>
            <p:spPr>
              <a:xfrm>
                <a:off x="2095035" y="6702624"/>
                <a:ext cx="10414" cy="243"/>
              </a:xfrm>
              <a:custGeom>
                <a:avLst/>
                <a:gdLst>
                  <a:gd name="connsiteX0" fmla="*/ 6696 w 10414"/>
                  <a:gd name="connsiteY0" fmla="*/ 36 h 243"/>
                  <a:gd name="connsiteX1" fmla="*/ 3724 w 10414"/>
                  <a:gd name="connsiteY1" fmla="*/ 219 h 243"/>
                  <a:gd name="connsiteX2" fmla="*/ 6696 w 10414"/>
                  <a:gd name="connsiteY2" fmla="*/ 36 h 243"/>
                </a:gdLst>
                <a:ahLst/>
                <a:cxnLst>
                  <a:cxn ang="0">
                    <a:pos x="connsiteX0" y="connsiteY0"/>
                  </a:cxn>
                  <a:cxn ang="0">
                    <a:pos x="connsiteX1" y="connsiteY1"/>
                  </a:cxn>
                  <a:cxn ang="0">
                    <a:pos x="connsiteX2" y="connsiteY2"/>
                  </a:cxn>
                </a:cxnLst>
                <a:rect l="l" t="t" r="r" b="b"/>
                <a:pathLst>
                  <a:path w="10414" h="243">
                    <a:moveTo>
                      <a:pt x="6696" y="36"/>
                    </a:moveTo>
                    <a:cubicBezTo>
                      <a:pt x="2655" y="88"/>
                      <a:pt x="-4368" y="317"/>
                      <a:pt x="3724" y="219"/>
                    </a:cubicBezTo>
                    <a:cubicBezTo>
                      <a:pt x="7765" y="168"/>
                      <a:pt x="14777" y="-95"/>
                      <a:pt x="6696" y="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1" name="Freeform: Shape 2630">
                <a:extLst>
                  <a:ext uri="{FF2B5EF4-FFF2-40B4-BE49-F238E27FC236}">
                    <a16:creationId xmlns:a16="http://schemas.microsoft.com/office/drawing/2014/main" id="{2E8B2104-80A3-C385-D3D4-9D92D5898327}"/>
                  </a:ext>
                </a:extLst>
              </p:cNvPr>
              <p:cNvSpPr/>
              <p:nvPr/>
            </p:nvSpPr>
            <p:spPr>
              <a:xfrm>
                <a:off x="1903791" y="6777262"/>
                <a:ext cx="11139" cy="2854"/>
              </a:xfrm>
              <a:custGeom>
                <a:avLst/>
                <a:gdLst>
                  <a:gd name="connsiteX0" fmla="*/ 7241 w 11139"/>
                  <a:gd name="connsiteY0" fmla="*/ 31 h 2854"/>
                  <a:gd name="connsiteX1" fmla="*/ 3904 w 11139"/>
                  <a:gd name="connsiteY1" fmla="*/ 2825 h 2854"/>
                  <a:gd name="connsiteX2" fmla="*/ 7241 w 11139"/>
                  <a:gd name="connsiteY2" fmla="*/ 31 h 2854"/>
                </a:gdLst>
                <a:ahLst/>
                <a:cxnLst>
                  <a:cxn ang="0">
                    <a:pos x="connsiteX0" y="connsiteY0"/>
                  </a:cxn>
                  <a:cxn ang="0">
                    <a:pos x="connsiteX1" y="connsiteY1"/>
                  </a:cxn>
                  <a:cxn ang="0">
                    <a:pos x="connsiteX2" y="connsiteY2"/>
                  </a:cxn>
                </a:cxnLst>
                <a:rect l="l" t="t" r="r" b="b"/>
                <a:pathLst>
                  <a:path w="11139" h="2854">
                    <a:moveTo>
                      <a:pt x="7241" y="31"/>
                    </a:moveTo>
                    <a:cubicBezTo>
                      <a:pt x="2686" y="-318"/>
                      <a:pt x="-4549" y="2385"/>
                      <a:pt x="3904" y="2825"/>
                    </a:cubicBezTo>
                    <a:cubicBezTo>
                      <a:pt x="8447" y="3163"/>
                      <a:pt x="15688" y="459"/>
                      <a:pt x="7241" y="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2" name="Freeform: Shape 2631">
                <a:extLst>
                  <a:ext uri="{FF2B5EF4-FFF2-40B4-BE49-F238E27FC236}">
                    <a16:creationId xmlns:a16="http://schemas.microsoft.com/office/drawing/2014/main" id="{8F4B3A91-9A84-E285-5C37-28F1AC145C23}"/>
                  </a:ext>
                </a:extLst>
              </p:cNvPr>
              <p:cNvSpPr/>
              <p:nvPr/>
            </p:nvSpPr>
            <p:spPr>
              <a:xfrm>
                <a:off x="2265906" y="6698880"/>
                <a:ext cx="9797" cy="976"/>
              </a:xfrm>
              <a:custGeom>
                <a:avLst/>
                <a:gdLst>
                  <a:gd name="connsiteX0" fmla="*/ 6155 w 9797"/>
                  <a:gd name="connsiteY0" fmla="*/ 305 h 976"/>
                  <a:gd name="connsiteX1" fmla="*/ 0 w 9797"/>
                  <a:gd name="connsiteY1" fmla="*/ 963 h 976"/>
                  <a:gd name="connsiteX2" fmla="*/ 6155 w 9797"/>
                  <a:gd name="connsiteY2" fmla="*/ 305 h 976"/>
                </a:gdLst>
                <a:ahLst/>
                <a:cxnLst>
                  <a:cxn ang="0">
                    <a:pos x="connsiteX0" y="connsiteY0"/>
                  </a:cxn>
                  <a:cxn ang="0">
                    <a:pos x="connsiteX1" y="connsiteY1"/>
                  </a:cxn>
                  <a:cxn ang="0">
                    <a:pos x="connsiteX2" y="connsiteY2"/>
                  </a:cxn>
                </a:cxnLst>
                <a:rect l="l" t="t" r="r" b="b"/>
                <a:pathLst>
                  <a:path w="9797" h="976">
                    <a:moveTo>
                      <a:pt x="6155" y="305"/>
                    </a:moveTo>
                    <a:cubicBezTo>
                      <a:pt x="3492" y="562"/>
                      <a:pt x="737" y="848"/>
                      <a:pt x="0" y="963"/>
                    </a:cubicBezTo>
                    <a:cubicBezTo>
                      <a:pt x="6" y="1156"/>
                      <a:pt x="17059" y="-712"/>
                      <a:pt x="6155" y="30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3" name="Freeform: Shape 2632">
                <a:extLst>
                  <a:ext uri="{FF2B5EF4-FFF2-40B4-BE49-F238E27FC236}">
                    <a16:creationId xmlns:a16="http://schemas.microsoft.com/office/drawing/2014/main" id="{15AE9846-CC69-DCD3-BF34-4267CE4E1AF2}"/>
                  </a:ext>
                </a:extLst>
              </p:cNvPr>
              <p:cNvSpPr/>
              <p:nvPr/>
            </p:nvSpPr>
            <p:spPr>
              <a:xfrm>
                <a:off x="2182795" y="6702424"/>
                <a:ext cx="10105" cy="575"/>
              </a:xfrm>
              <a:custGeom>
                <a:avLst/>
                <a:gdLst>
                  <a:gd name="connsiteX0" fmla="*/ 6461 w 10105"/>
                  <a:gd name="connsiteY0" fmla="*/ 327 h 575"/>
                  <a:gd name="connsiteX1" fmla="*/ 3649 w 10105"/>
                  <a:gd name="connsiteY1" fmla="*/ 264 h 575"/>
                  <a:gd name="connsiteX2" fmla="*/ 6461 w 10105"/>
                  <a:gd name="connsiteY2" fmla="*/ 327 h 575"/>
                </a:gdLst>
                <a:ahLst/>
                <a:cxnLst>
                  <a:cxn ang="0">
                    <a:pos x="connsiteX0" y="connsiteY0"/>
                  </a:cxn>
                  <a:cxn ang="0">
                    <a:pos x="connsiteX1" y="connsiteY1"/>
                  </a:cxn>
                  <a:cxn ang="0">
                    <a:pos x="connsiteX2" y="connsiteY2"/>
                  </a:cxn>
                </a:cxnLst>
                <a:rect l="l" t="t" r="r" b="b"/>
                <a:pathLst>
                  <a:path w="10105" h="575">
                    <a:moveTo>
                      <a:pt x="6461" y="327"/>
                    </a:moveTo>
                    <a:cubicBezTo>
                      <a:pt x="2466" y="590"/>
                      <a:pt x="-4203" y="744"/>
                      <a:pt x="3649" y="264"/>
                    </a:cubicBezTo>
                    <a:cubicBezTo>
                      <a:pt x="7644" y="1"/>
                      <a:pt x="14302" y="-193"/>
                      <a:pt x="6461" y="3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4" name="Freeform: Shape 2633">
                <a:extLst>
                  <a:ext uri="{FF2B5EF4-FFF2-40B4-BE49-F238E27FC236}">
                    <a16:creationId xmlns:a16="http://schemas.microsoft.com/office/drawing/2014/main" id="{7AF025E8-23BB-E615-48D0-2BD406F07109}"/>
                  </a:ext>
                </a:extLst>
              </p:cNvPr>
              <p:cNvSpPr/>
              <p:nvPr/>
            </p:nvSpPr>
            <p:spPr>
              <a:xfrm>
                <a:off x="1799685" y="6880134"/>
                <a:ext cx="11550" cy="3686"/>
              </a:xfrm>
              <a:custGeom>
                <a:avLst/>
                <a:gdLst>
                  <a:gd name="connsiteX0" fmla="*/ 7386 w 11550"/>
                  <a:gd name="connsiteY0" fmla="*/ 0 h 3686"/>
                  <a:gd name="connsiteX1" fmla="*/ 48 w 11550"/>
                  <a:gd name="connsiteY1" fmla="*/ 1805 h 3686"/>
                  <a:gd name="connsiteX2" fmla="*/ 7386 w 11550"/>
                  <a:gd name="connsiteY2" fmla="*/ 0 h 3686"/>
                </a:gdLst>
                <a:ahLst/>
                <a:cxnLst>
                  <a:cxn ang="0">
                    <a:pos x="connsiteX0" y="connsiteY0"/>
                  </a:cxn>
                  <a:cxn ang="0">
                    <a:pos x="connsiteX1" y="connsiteY1"/>
                  </a:cxn>
                  <a:cxn ang="0">
                    <a:pos x="connsiteX2" y="connsiteY2"/>
                  </a:cxn>
                </a:cxnLst>
                <a:rect l="l" t="t" r="r" b="b"/>
                <a:pathLst>
                  <a:path w="11550" h="3686">
                    <a:moveTo>
                      <a:pt x="7386" y="0"/>
                    </a:moveTo>
                    <a:cubicBezTo>
                      <a:pt x="4311" y="0"/>
                      <a:pt x="1031" y="806"/>
                      <a:pt x="48" y="1805"/>
                    </a:cubicBezTo>
                    <a:cubicBezTo>
                      <a:pt x="-1141" y="6532"/>
                      <a:pt x="20330" y="983"/>
                      <a:pt x="738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5" name="Freeform: Shape 2634">
                <a:extLst>
                  <a:ext uri="{FF2B5EF4-FFF2-40B4-BE49-F238E27FC236}">
                    <a16:creationId xmlns:a16="http://schemas.microsoft.com/office/drawing/2014/main" id="{895D62ED-2B7A-3C29-AD34-362B68E9FA1B}"/>
                  </a:ext>
                </a:extLst>
              </p:cNvPr>
              <p:cNvSpPr/>
              <p:nvPr/>
            </p:nvSpPr>
            <p:spPr>
              <a:xfrm>
                <a:off x="1444091" y="7241230"/>
                <a:ext cx="12837" cy="4459"/>
              </a:xfrm>
              <a:custGeom>
                <a:avLst/>
                <a:gdLst>
                  <a:gd name="connsiteX0" fmla="*/ 8575 w 12837"/>
                  <a:gd name="connsiteY0" fmla="*/ 35 h 4459"/>
                  <a:gd name="connsiteX1" fmla="*/ 4266 w 12837"/>
                  <a:gd name="connsiteY1" fmla="*/ 4424 h 4459"/>
                  <a:gd name="connsiteX2" fmla="*/ 8575 w 12837"/>
                  <a:gd name="connsiteY2" fmla="*/ 35 h 4459"/>
                </a:gdLst>
                <a:ahLst/>
                <a:cxnLst>
                  <a:cxn ang="0">
                    <a:pos x="connsiteX0" y="connsiteY0"/>
                  </a:cxn>
                  <a:cxn ang="0">
                    <a:pos x="connsiteX1" y="connsiteY1"/>
                  </a:cxn>
                  <a:cxn ang="0">
                    <a:pos x="connsiteX2" y="connsiteY2"/>
                  </a:cxn>
                </a:cxnLst>
                <a:rect l="l" t="t" r="r" b="b"/>
                <a:pathLst>
                  <a:path w="12837" h="4459">
                    <a:moveTo>
                      <a:pt x="8575" y="35"/>
                    </a:moveTo>
                    <a:cubicBezTo>
                      <a:pt x="3523" y="-428"/>
                      <a:pt x="-5312" y="3841"/>
                      <a:pt x="4266" y="4424"/>
                    </a:cubicBezTo>
                    <a:cubicBezTo>
                      <a:pt x="9324" y="4887"/>
                      <a:pt x="18142" y="618"/>
                      <a:pt x="8575"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6" name="Freeform: Shape 2635">
                <a:extLst>
                  <a:ext uri="{FF2B5EF4-FFF2-40B4-BE49-F238E27FC236}">
                    <a16:creationId xmlns:a16="http://schemas.microsoft.com/office/drawing/2014/main" id="{43F73ACD-5333-2DAE-11A6-E3EC71093CA6}"/>
                  </a:ext>
                </a:extLst>
              </p:cNvPr>
              <p:cNvSpPr/>
              <p:nvPr/>
            </p:nvSpPr>
            <p:spPr>
              <a:xfrm>
                <a:off x="1688677" y="6992764"/>
                <a:ext cx="11943" cy="3900"/>
              </a:xfrm>
              <a:custGeom>
                <a:avLst/>
                <a:gdLst>
                  <a:gd name="connsiteX0" fmla="*/ 7860 w 11943"/>
                  <a:gd name="connsiteY0" fmla="*/ 30 h 3900"/>
                  <a:gd name="connsiteX1" fmla="*/ 4088 w 11943"/>
                  <a:gd name="connsiteY1" fmla="*/ 3870 h 3900"/>
                  <a:gd name="connsiteX2" fmla="*/ 7860 w 11943"/>
                  <a:gd name="connsiteY2" fmla="*/ 30 h 3900"/>
                </a:gdLst>
                <a:ahLst/>
                <a:cxnLst>
                  <a:cxn ang="0">
                    <a:pos x="connsiteX0" y="connsiteY0"/>
                  </a:cxn>
                  <a:cxn ang="0">
                    <a:pos x="connsiteX1" y="connsiteY1"/>
                  </a:cxn>
                  <a:cxn ang="0">
                    <a:pos x="connsiteX2" y="connsiteY2"/>
                  </a:cxn>
                </a:cxnLst>
                <a:rect l="l" t="t" r="r" b="b"/>
                <a:pathLst>
                  <a:path w="11943" h="3900">
                    <a:moveTo>
                      <a:pt x="7860" y="30"/>
                    </a:moveTo>
                    <a:cubicBezTo>
                      <a:pt x="3008" y="-371"/>
                      <a:pt x="-4884" y="3384"/>
                      <a:pt x="4088" y="3870"/>
                    </a:cubicBezTo>
                    <a:cubicBezTo>
                      <a:pt x="8940" y="4270"/>
                      <a:pt x="16821" y="521"/>
                      <a:pt x="7860"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7" name="Freeform: Shape 2636">
                <a:extLst>
                  <a:ext uri="{FF2B5EF4-FFF2-40B4-BE49-F238E27FC236}">
                    <a16:creationId xmlns:a16="http://schemas.microsoft.com/office/drawing/2014/main" id="{E8DEAB56-2577-2173-3742-7546D9C5BD5E}"/>
                  </a:ext>
                </a:extLst>
              </p:cNvPr>
              <p:cNvSpPr/>
              <p:nvPr/>
            </p:nvSpPr>
            <p:spPr>
              <a:xfrm>
                <a:off x="1308812" y="7378701"/>
                <a:ext cx="13344" cy="4778"/>
              </a:xfrm>
              <a:custGeom>
                <a:avLst/>
                <a:gdLst>
                  <a:gd name="connsiteX0" fmla="*/ 8981 w 13344"/>
                  <a:gd name="connsiteY0" fmla="*/ 38 h 4778"/>
                  <a:gd name="connsiteX1" fmla="*/ 4369 w 13344"/>
                  <a:gd name="connsiteY1" fmla="*/ 4741 h 4778"/>
                  <a:gd name="connsiteX2" fmla="*/ 8981 w 13344"/>
                  <a:gd name="connsiteY2" fmla="*/ 38 h 4778"/>
                </a:gdLst>
                <a:ahLst/>
                <a:cxnLst>
                  <a:cxn ang="0">
                    <a:pos x="connsiteX0" y="connsiteY0"/>
                  </a:cxn>
                  <a:cxn ang="0">
                    <a:pos x="connsiteX1" y="connsiteY1"/>
                  </a:cxn>
                  <a:cxn ang="0">
                    <a:pos x="connsiteX2" y="connsiteY2"/>
                  </a:cxn>
                </a:cxnLst>
                <a:rect l="l" t="t" r="r" b="b"/>
                <a:pathLst>
                  <a:path w="13344" h="4778">
                    <a:moveTo>
                      <a:pt x="8981" y="38"/>
                    </a:moveTo>
                    <a:cubicBezTo>
                      <a:pt x="3814" y="-460"/>
                      <a:pt x="-5552" y="4106"/>
                      <a:pt x="4369" y="4741"/>
                    </a:cubicBezTo>
                    <a:cubicBezTo>
                      <a:pt x="9535" y="5238"/>
                      <a:pt x="18891" y="672"/>
                      <a:pt x="8981"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8" name="Freeform: Shape 2637">
                <a:extLst>
                  <a:ext uri="{FF2B5EF4-FFF2-40B4-BE49-F238E27FC236}">
                    <a16:creationId xmlns:a16="http://schemas.microsoft.com/office/drawing/2014/main" id="{1EAF7896-AAAE-0F57-92D5-F5382C9733D3}"/>
                  </a:ext>
                </a:extLst>
              </p:cNvPr>
              <p:cNvSpPr/>
              <p:nvPr/>
            </p:nvSpPr>
            <p:spPr>
              <a:xfrm>
                <a:off x="2344558" y="6670395"/>
                <a:ext cx="9633" cy="1876"/>
              </a:xfrm>
              <a:custGeom>
                <a:avLst/>
                <a:gdLst>
                  <a:gd name="connsiteX0" fmla="*/ 5964 w 9633"/>
                  <a:gd name="connsiteY0" fmla="*/ 130 h 1876"/>
                  <a:gd name="connsiteX1" fmla="*/ 3 w 9633"/>
                  <a:gd name="connsiteY1" fmla="*/ 1398 h 1876"/>
                  <a:gd name="connsiteX2" fmla="*/ 5964 w 9633"/>
                  <a:gd name="connsiteY2" fmla="*/ 130 h 1876"/>
                </a:gdLst>
                <a:ahLst/>
                <a:cxnLst>
                  <a:cxn ang="0">
                    <a:pos x="connsiteX0" y="connsiteY0"/>
                  </a:cxn>
                  <a:cxn ang="0">
                    <a:pos x="connsiteX1" y="connsiteY1"/>
                  </a:cxn>
                  <a:cxn ang="0">
                    <a:pos x="connsiteX2" y="connsiteY2"/>
                  </a:cxn>
                </a:cxnLst>
                <a:rect l="l" t="t" r="r" b="b"/>
                <a:pathLst>
                  <a:path w="9633" h="1876">
                    <a:moveTo>
                      <a:pt x="5964" y="130"/>
                    </a:moveTo>
                    <a:cubicBezTo>
                      <a:pt x="3369" y="404"/>
                      <a:pt x="700" y="964"/>
                      <a:pt x="3" y="1398"/>
                    </a:cubicBezTo>
                    <a:cubicBezTo>
                      <a:pt x="-271" y="3204"/>
                      <a:pt x="16954" y="-751"/>
                      <a:pt x="5964" y="1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9" name="Freeform: Shape 2638">
                <a:extLst>
                  <a:ext uri="{FF2B5EF4-FFF2-40B4-BE49-F238E27FC236}">
                    <a16:creationId xmlns:a16="http://schemas.microsoft.com/office/drawing/2014/main" id="{FF25E9A4-8443-52AB-F894-70C71F19684F}"/>
                  </a:ext>
                </a:extLst>
              </p:cNvPr>
              <p:cNvSpPr/>
              <p:nvPr/>
            </p:nvSpPr>
            <p:spPr>
              <a:xfrm>
                <a:off x="1570458" y="7112862"/>
                <a:ext cx="12374" cy="4167"/>
              </a:xfrm>
              <a:custGeom>
                <a:avLst/>
                <a:gdLst>
                  <a:gd name="connsiteX0" fmla="*/ 8201 w 12374"/>
                  <a:gd name="connsiteY0" fmla="*/ 32 h 4167"/>
                  <a:gd name="connsiteX1" fmla="*/ 4178 w 12374"/>
                  <a:gd name="connsiteY1" fmla="*/ 4136 h 4167"/>
                  <a:gd name="connsiteX2" fmla="*/ 8201 w 12374"/>
                  <a:gd name="connsiteY2" fmla="*/ 32 h 4167"/>
                </a:gdLst>
                <a:ahLst/>
                <a:cxnLst>
                  <a:cxn ang="0">
                    <a:pos x="connsiteX0" y="connsiteY0"/>
                  </a:cxn>
                  <a:cxn ang="0">
                    <a:pos x="connsiteX1" y="connsiteY1"/>
                  </a:cxn>
                  <a:cxn ang="0">
                    <a:pos x="connsiteX2" y="connsiteY2"/>
                  </a:cxn>
                </a:cxnLst>
                <a:rect l="l" t="t" r="r" b="b"/>
                <a:pathLst>
                  <a:path w="12374" h="4167">
                    <a:moveTo>
                      <a:pt x="8201" y="32"/>
                    </a:moveTo>
                    <a:cubicBezTo>
                      <a:pt x="3252" y="-396"/>
                      <a:pt x="-5092" y="3598"/>
                      <a:pt x="4178" y="4136"/>
                    </a:cubicBezTo>
                    <a:cubicBezTo>
                      <a:pt x="9127" y="4565"/>
                      <a:pt x="17460" y="564"/>
                      <a:pt x="8201" y="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0" name="Freeform: Shape 2639">
                <a:extLst>
                  <a:ext uri="{FF2B5EF4-FFF2-40B4-BE49-F238E27FC236}">
                    <a16:creationId xmlns:a16="http://schemas.microsoft.com/office/drawing/2014/main" id="{448097D5-8F34-6FBD-86B7-731A2F986AEF}"/>
                  </a:ext>
                </a:extLst>
              </p:cNvPr>
              <p:cNvSpPr/>
              <p:nvPr/>
            </p:nvSpPr>
            <p:spPr>
              <a:xfrm>
                <a:off x="2002290" y="6720356"/>
                <a:ext cx="10840" cy="1168"/>
              </a:xfrm>
              <a:custGeom>
                <a:avLst/>
                <a:gdLst>
                  <a:gd name="connsiteX0" fmla="*/ 6824 w 10840"/>
                  <a:gd name="connsiteY0" fmla="*/ 4 h 1168"/>
                  <a:gd name="connsiteX1" fmla="*/ 17 w 10840"/>
                  <a:gd name="connsiteY1" fmla="*/ 501 h 1168"/>
                  <a:gd name="connsiteX2" fmla="*/ 6824 w 10840"/>
                  <a:gd name="connsiteY2" fmla="*/ 4 h 1168"/>
                </a:gdLst>
                <a:ahLst/>
                <a:cxnLst>
                  <a:cxn ang="0">
                    <a:pos x="connsiteX0" y="connsiteY0"/>
                  </a:cxn>
                  <a:cxn ang="0">
                    <a:pos x="connsiteX1" y="connsiteY1"/>
                  </a:cxn>
                  <a:cxn ang="0">
                    <a:pos x="connsiteX2" y="connsiteY2"/>
                  </a:cxn>
                </a:cxnLst>
                <a:rect l="l" t="t" r="r" b="b"/>
                <a:pathLst>
                  <a:path w="10840" h="1168">
                    <a:moveTo>
                      <a:pt x="6824" y="4"/>
                    </a:moveTo>
                    <a:cubicBezTo>
                      <a:pt x="3932" y="-31"/>
                      <a:pt x="886" y="186"/>
                      <a:pt x="17" y="501"/>
                    </a:cubicBezTo>
                    <a:cubicBezTo>
                      <a:pt x="-657" y="2118"/>
                      <a:pt x="19071" y="329"/>
                      <a:pt x="6824"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1" name="Freeform: Shape 2640">
                <a:extLst>
                  <a:ext uri="{FF2B5EF4-FFF2-40B4-BE49-F238E27FC236}">
                    <a16:creationId xmlns:a16="http://schemas.microsoft.com/office/drawing/2014/main" id="{27150C93-ED79-4B39-D66D-D45BD98EF7FF}"/>
                  </a:ext>
                </a:extLst>
              </p:cNvPr>
              <p:cNvSpPr/>
              <p:nvPr/>
            </p:nvSpPr>
            <p:spPr>
              <a:xfrm>
                <a:off x="2852469" y="5993927"/>
                <a:ext cx="7833" cy="4851"/>
              </a:xfrm>
              <a:custGeom>
                <a:avLst/>
                <a:gdLst>
                  <a:gd name="connsiteX0" fmla="*/ 4785 w 7833"/>
                  <a:gd name="connsiteY0" fmla="*/ 39 h 4851"/>
                  <a:gd name="connsiteX1" fmla="*/ 3053 w 7833"/>
                  <a:gd name="connsiteY1" fmla="*/ 4811 h 4851"/>
                  <a:gd name="connsiteX2" fmla="*/ 4785 w 7833"/>
                  <a:gd name="connsiteY2" fmla="*/ 39 h 4851"/>
                </a:gdLst>
                <a:ahLst/>
                <a:cxnLst>
                  <a:cxn ang="0">
                    <a:pos x="connsiteX0" y="connsiteY0"/>
                  </a:cxn>
                  <a:cxn ang="0">
                    <a:pos x="connsiteX1" y="connsiteY1"/>
                  </a:cxn>
                  <a:cxn ang="0">
                    <a:pos x="connsiteX2" y="connsiteY2"/>
                  </a:cxn>
                </a:cxnLst>
                <a:rect l="l" t="t" r="r" b="b"/>
                <a:pathLst>
                  <a:path w="7833" h="4851">
                    <a:moveTo>
                      <a:pt x="4785" y="39"/>
                    </a:moveTo>
                    <a:cubicBezTo>
                      <a:pt x="556" y="-475"/>
                      <a:pt x="-2599" y="4268"/>
                      <a:pt x="3053" y="4811"/>
                    </a:cubicBezTo>
                    <a:cubicBezTo>
                      <a:pt x="7311" y="5337"/>
                      <a:pt x="10409" y="622"/>
                      <a:pt x="4785" y="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2" name="Freeform: Shape 2641">
                <a:extLst>
                  <a:ext uri="{FF2B5EF4-FFF2-40B4-BE49-F238E27FC236}">
                    <a16:creationId xmlns:a16="http://schemas.microsoft.com/office/drawing/2014/main" id="{46A2C417-F3A4-D4E8-60F9-5ABA3E86F3BE}"/>
                  </a:ext>
                </a:extLst>
              </p:cNvPr>
              <p:cNvSpPr/>
              <p:nvPr/>
            </p:nvSpPr>
            <p:spPr>
              <a:xfrm>
                <a:off x="2904001" y="5839907"/>
                <a:ext cx="7818" cy="5312"/>
              </a:xfrm>
              <a:custGeom>
                <a:avLst/>
                <a:gdLst>
                  <a:gd name="connsiteX0" fmla="*/ 4642 w 7818"/>
                  <a:gd name="connsiteY0" fmla="*/ 39 h 5312"/>
                  <a:gd name="connsiteX1" fmla="*/ 7 w 7818"/>
                  <a:gd name="connsiteY1" fmla="*/ 2234 h 5312"/>
                  <a:gd name="connsiteX2" fmla="*/ 4642 w 7818"/>
                  <a:gd name="connsiteY2" fmla="*/ 39 h 5312"/>
                </a:gdLst>
                <a:ahLst/>
                <a:cxnLst>
                  <a:cxn ang="0">
                    <a:pos x="connsiteX0" y="connsiteY0"/>
                  </a:cxn>
                  <a:cxn ang="0">
                    <a:pos x="connsiteX1" y="connsiteY1"/>
                  </a:cxn>
                  <a:cxn ang="0">
                    <a:pos x="connsiteX2" y="connsiteY2"/>
                  </a:cxn>
                </a:cxnLst>
                <a:rect l="l" t="t" r="r" b="b"/>
                <a:pathLst>
                  <a:path w="7818" h="5312">
                    <a:moveTo>
                      <a:pt x="4642" y="39"/>
                    </a:moveTo>
                    <a:cubicBezTo>
                      <a:pt x="2539" y="-213"/>
                      <a:pt x="464" y="782"/>
                      <a:pt x="7" y="2234"/>
                    </a:cubicBezTo>
                    <a:cubicBezTo>
                      <a:pt x="-359" y="9155"/>
                      <a:pt x="14009" y="2605"/>
                      <a:pt x="4642" y="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3" name="Freeform: Shape 2642">
                <a:extLst>
                  <a:ext uri="{FF2B5EF4-FFF2-40B4-BE49-F238E27FC236}">
                    <a16:creationId xmlns:a16="http://schemas.microsoft.com/office/drawing/2014/main" id="{79D383F4-20C6-5ADB-1D89-ECFEFF9051DF}"/>
                  </a:ext>
                </a:extLst>
              </p:cNvPr>
              <p:cNvSpPr/>
              <p:nvPr/>
            </p:nvSpPr>
            <p:spPr>
              <a:xfrm>
                <a:off x="2953366" y="5684447"/>
                <a:ext cx="7473" cy="5160"/>
              </a:xfrm>
              <a:custGeom>
                <a:avLst/>
                <a:gdLst>
                  <a:gd name="connsiteX0" fmla="*/ 4534 w 7473"/>
                  <a:gd name="connsiteY0" fmla="*/ 132 h 5160"/>
                  <a:gd name="connsiteX1" fmla="*/ 2940 w 7473"/>
                  <a:gd name="connsiteY1" fmla="*/ 5024 h 5160"/>
                  <a:gd name="connsiteX2" fmla="*/ 4534 w 7473"/>
                  <a:gd name="connsiteY2" fmla="*/ 132 h 5160"/>
                </a:gdLst>
                <a:ahLst/>
                <a:cxnLst>
                  <a:cxn ang="0">
                    <a:pos x="connsiteX0" y="connsiteY0"/>
                  </a:cxn>
                  <a:cxn ang="0">
                    <a:pos x="connsiteX1" y="connsiteY1"/>
                  </a:cxn>
                  <a:cxn ang="0">
                    <a:pos x="connsiteX2" y="connsiteY2"/>
                  </a:cxn>
                </a:cxnLst>
                <a:rect l="l" t="t" r="r" b="b"/>
                <a:pathLst>
                  <a:path w="7473" h="5160">
                    <a:moveTo>
                      <a:pt x="4534" y="132"/>
                    </a:moveTo>
                    <a:cubicBezTo>
                      <a:pt x="77" y="-857"/>
                      <a:pt x="-2192" y="4006"/>
                      <a:pt x="2940" y="5024"/>
                    </a:cubicBezTo>
                    <a:cubicBezTo>
                      <a:pt x="7438" y="6030"/>
                      <a:pt x="9638" y="1178"/>
                      <a:pt x="4534" y="13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4" name="Freeform: Shape 2643">
                <a:extLst>
                  <a:ext uri="{FF2B5EF4-FFF2-40B4-BE49-F238E27FC236}">
                    <a16:creationId xmlns:a16="http://schemas.microsoft.com/office/drawing/2014/main" id="{A34B1456-7B01-A018-2BAB-FCEF633B495F}"/>
                  </a:ext>
                </a:extLst>
              </p:cNvPr>
              <p:cNvSpPr/>
              <p:nvPr/>
            </p:nvSpPr>
            <p:spPr>
              <a:xfrm>
                <a:off x="2798745" y="6121617"/>
                <a:ext cx="8140" cy="3526"/>
              </a:xfrm>
              <a:custGeom>
                <a:avLst/>
                <a:gdLst>
                  <a:gd name="connsiteX0" fmla="*/ 4879 w 8140"/>
                  <a:gd name="connsiteY0" fmla="*/ 5 h 3526"/>
                  <a:gd name="connsiteX1" fmla="*/ 4 w 8140"/>
                  <a:gd name="connsiteY1" fmla="*/ 1622 h 3526"/>
                  <a:gd name="connsiteX2" fmla="*/ 4879 w 8140"/>
                  <a:gd name="connsiteY2" fmla="*/ 5 h 3526"/>
                </a:gdLst>
                <a:ahLst/>
                <a:cxnLst>
                  <a:cxn ang="0">
                    <a:pos x="connsiteX0" y="connsiteY0"/>
                  </a:cxn>
                  <a:cxn ang="0">
                    <a:pos x="connsiteX1" y="connsiteY1"/>
                  </a:cxn>
                  <a:cxn ang="0">
                    <a:pos x="connsiteX2" y="connsiteY2"/>
                  </a:cxn>
                </a:cxnLst>
                <a:rect l="l" t="t" r="r" b="b"/>
                <a:pathLst>
                  <a:path w="8140" h="3526">
                    <a:moveTo>
                      <a:pt x="4879" y="5"/>
                    </a:moveTo>
                    <a:cubicBezTo>
                      <a:pt x="2690" y="-69"/>
                      <a:pt x="507" y="662"/>
                      <a:pt x="4" y="1622"/>
                    </a:cubicBezTo>
                    <a:cubicBezTo>
                      <a:pt x="-276" y="6137"/>
                      <a:pt x="14509" y="1388"/>
                      <a:pt x="4879" y="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5" name="Freeform: Shape 2644">
                <a:extLst>
                  <a:ext uri="{FF2B5EF4-FFF2-40B4-BE49-F238E27FC236}">
                    <a16:creationId xmlns:a16="http://schemas.microsoft.com/office/drawing/2014/main" id="{2CDB2EC6-C5AD-9A95-A475-A5CEEE8A6350}"/>
                  </a:ext>
                </a:extLst>
              </p:cNvPr>
              <p:cNvSpPr/>
              <p:nvPr/>
            </p:nvSpPr>
            <p:spPr>
              <a:xfrm>
                <a:off x="2419379" y="6589677"/>
                <a:ext cx="9419" cy="3867"/>
              </a:xfrm>
              <a:custGeom>
                <a:avLst/>
                <a:gdLst>
                  <a:gd name="connsiteX0" fmla="*/ 5798 w 9419"/>
                  <a:gd name="connsiteY0" fmla="*/ 4 h 3867"/>
                  <a:gd name="connsiteX1" fmla="*/ 9 w 9419"/>
                  <a:gd name="connsiteY1" fmla="*/ 2329 h 3867"/>
                  <a:gd name="connsiteX2" fmla="*/ 5798 w 9419"/>
                  <a:gd name="connsiteY2" fmla="*/ 4 h 3867"/>
                </a:gdLst>
                <a:ahLst/>
                <a:cxnLst>
                  <a:cxn ang="0">
                    <a:pos x="connsiteX0" y="connsiteY0"/>
                  </a:cxn>
                  <a:cxn ang="0">
                    <a:pos x="connsiteX1" y="connsiteY1"/>
                  </a:cxn>
                  <a:cxn ang="0">
                    <a:pos x="connsiteX2" y="connsiteY2"/>
                  </a:cxn>
                </a:cxnLst>
                <a:rect l="l" t="t" r="r" b="b"/>
                <a:pathLst>
                  <a:path w="9419" h="3867">
                    <a:moveTo>
                      <a:pt x="5798" y="4"/>
                    </a:moveTo>
                    <a:cubicBezTo>
                      <a:pt x="3266" y="266"/>
                      <a:pt x="672" y="1300"/>
                      <a:pt x="9" y="2329"/>
                    </a:cubicBezTo>
                    <a:cubicBezTo>
                      <a:pt x="-443" y="6895"/>
                      <a:pt x="16668" y="-180"/>
                      <a:pt x="5798"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6" name="Freeform: Shape 2645">
                <a:extLst>
                  <a:ext uri="{FF2B5EF4-FFF2-40B4-BE49-F238E27FC236}">
                    <a16:creationId xmlns:a16="http://schemas.microsoft.com/office/drawing/2014/main" id="{96FC2FDE-D10E-4BF6-FA01-ACC4A99D2F48}"/>
                  </a:ext>
                </a:extLst>
              </p:cNvPr>
              <p:cNvSpPr/>
              <p:nvPr/>
            </p:nvSpPr>
            <p:spPr>
              <a:xfrm>
                <a:off x="2742666" y="6199944"/>
                <a:ext cx="8313" cy="2054"/>
              </a:xfrm>
              <a:custGeom>
                <a:avLst/>
                <a:gdLst>
                  <a:gd name="connsiteX0" fmla="*/ 5014 w 8313"/>
                  <a:gd name="connsiteY0" fmla="*/ 36 h 2054"/>
                  <a:gd name="connsiteX1" fmla="*/ 2 w 8313"/>
                  <a:gd name="connsiteY1" fmla="*/ 762 h 2054"/>
                  <a:gd name="connsiteX2" fmla="*/ 5014 w 8313"/>
                  <a:gd name="connsiteY2" fmla="*/ 36 h 2054"/>
                </a:gdLst>
                <a:ahLst/>
                <a:cxnLst>
                  <a:cxn ang="0">
                    <a:pos x="connsiteX0" y="connsiteY0"/>
                  </a:cxn>
                  <a:cxn ang="0">
                    <a:pos x="connsiteX1" y="connsiteY1"/>
                  </a:cxn>
                  <a:cxn ang="0">
                    <a:pos x="connsiteX2" y="connsiteY2"/>
                  </a:cxn>
                </a:cxnLst>
                <a:rect l="l" t="t" r="r" b="b"/>
                <a:pathLst>
                  <a:path w="8313" h="2054">
                    <a:moveTo>
                      <a:pt x="5014" y="36"/>
                    </a:moveTo>
                    <a:cubicBezTo>
                      <a:pt x="2768" y="-113"/>
                      <a:pt x="528" y="218"/>
                      <a:pt x="2" y="762"/>
                    </a:cubicBezTo>
                    <a:cubicBezTo>
                      <a:pt x="-187" y="3453"/>
                      <a:pt x="14752" y="1305"/>
                      <a:pt x="5014" y="3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7" name="Freeform: Shape 2646">
                <a:extLst>
                  <a:ext uri="{FF2B5EF4-FFF2-40B4-BE49-F238E27FC236}">
                    <a16:creationId xmlns:a16="http://schemas.microsoft.com/office/drawing/2014/main" id="{061B1470-A314-571D-02B0-EE2E55EBAED5}"/>
                  </a:ext>
                </a:extLst>
              </p:cNvPr>
              <p:cNvSpPr/>
              <p:nvPr/>
            </p:nvSpPr>
            <p:spPr>
              <a:xfrm>
                <a:off x="2558459" y="6385346"/>
                <a:ext cx="8995" cy="2297"/>
              </a:xfrm>
              <a:custGeom>
                <a:avLst/>
                <a:gdLst>
                  <a:gd name="connsiteX0" fmla="*/ 5484 w 8995"/>
                  <a:gd name="connsiteY0" fmla="*/ 0 h 2297"/>
                  <a:gd name="connsiteX1" fmla="*/ 3 w 8995"/>
                  <a:gd name="connsiteY1" fmla="*/ 1166 h 2297"/>
                  <a:gd name="connsiteX2" fmla="*/ 5484 w 8995"/>
                  <a:gd name="connsiteY2" fmla="*/ 0 h 2297"/>
                </a:gdLst>
                <a:ahLst/>
                <a:cxnLst>
                  <a:cxn ang="0">
                    <a:pos x="connsiteX0" y="connsiteY0"/>
                  </a:cxn>
                  <a:cxn ang="0">
                    <a:pos x="connsiteX1" y="connsiteY1"/>
                  </a:cxn>
                  <a:cxn ang="0">
                    <a:pos x="connsiteX2" y="connsiteY2"/>
                  </a:cxn>
                </a:cxnLst>
                <a:rect l="l" t="t" r="r" b="b"/>
                <a:pathLst>
                  <a:path w="8995" h="2297">
                    <a:moveTo>
                      <a:pt x="5484" y="0"/>
                    </a:moveTo>
                    <a:cubicBezTo>
                      <a:pt x="3055" y="23"/>
                      <a:pt x="603" y="543"/>
                      <a:pt x="3" y="1166"/>
                    </a:cubicBezTo>
                    <a:cubicBezTo>
                      <a:pt x="-254" y="4075"/>
                      <a:pt x="15919" y="520"/>
                      <a:pt x="548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8" name="Freeform: Shape 2647">
                <a:extLst>
                  <a:ext uri="{FF2B5EF4-FFF2-40B4-BE49-F238E27FC236}">
                    <a16:creationId xmlns:a16="http://schemas.microsoft.com/office/drawing/2014/main" id="{9866DD0B-43E5-8EF8-BCE3-771B0712652F}"/>
                  </a:ext>
                </a:extLst>
              </p:cNvPr>
              <p:cNvSpPr/>
              <p:nvPr/>
            </p:nvSpPr>
            <p:spPr>
              <a:xfrm>
                <a:off x="3000727" y="5552677"/>
                <a:ext cx="7488" cy="3982"/>
              </a:xfrm>
              <a:custGeom>
                <a:avLst/>
                <a:gdLst>
                  <a:gd name="connsiteX0" fmla="*/ 4425 w 7488"/>
                  <a:gd name="connsiteY0" fmla="*/ 177 h 3982"/>
                  <a:gd name="connsiteX1" fmla="*/ 7 w 7488"/>
                  <a:gd name="connsiteY1" fmla="*/ 1223 h 3982"/>
                  <a:gd name="connsiteX2" fmla="*/ 4425 w 7488"/>
                  <a:gd name="connsiteY2" fmla="*/ 177 h 3982"/>
                </a:gdLst>
                <a:ahLst/>
                <a:cxnLst>
                  <a:cxn ang="0">
                    <a:pos x="connsiteX0" y="connsiteY0"/>
                  </a:cxn>
                  <a:cxn ang="0">
                    <a:pos x="connsiteX1" y="connsiteY1"/>
                  </a:cxn>
                  <a:cxn ang="0">
                    <a:pos x="connsiteX2" y="connsiteY2"/>
                  </a:cxn>
                </a:cxnLst>
                <a:rect l="l" t="t" r="r" b="b"/>
                <a:pathLst>
                  <a:path w="7488" h="3982">
                    <a:moveTo>
                      <a:pt x="4425" y="177"/>
                    </a:moveTo>
                    <a:cubicBezTo>
                      <a:pt x="2407" y="-286"/>
                      <a:pt x="430" y="194"/>
                      <a:pt x="7" y="1223"/>
                    </a:cubicBezTo>
                    <a:cubicBezTo>
                      <a:pt x="-359" y="6309"/>
                      <a:pt x="13443" y="3406"/>
                      <a:pt x="4425" y="17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9" name="Freeform: Shape 2648">
                <a:extLst>
                  <a:ext uri="{FF2B5EF4-FFF2-40B4-BE49-F238E27FC236}">
                    <a16:creationId xmlns:a16="http://schemas.microsoft.com/office/drawing/2014/main" id="{0743BEDC-E957-017E-6FC7-04380DDFB0C3}"/>
                  </a:ext>
                </a:extLst>
              </p:cNvPr>
              <p:cNvSpPr/>
              <p:nvPr/>
            </p:nvSpPr>
            <p:spPr>
              <a:xfrm>
                <a:off x="2490652" y="6470568"/>
                <a:ext cx="9157" cy="3773"/>
              </a:xfrm>
              <a:custGeom>
                <a:avLst/>
                <a:gdLst>
                  <a:gd name="connsiteX0" fmla="*/ 5728 w 9157"/>
                  <a:gd name="connsiteY0" fmla="*/ 23 h 3773"/>
                  <a:gd name="connsiteX1" fmla="*/ 3431 w 9157"/>
                  <a:gd name="connsiteY1" fmla="*/ 3755 h 3773"/>
                  <a:gd name="connsiteX2" fmla="*/ 5728 w 9157"/>
                  <a:gd name="connsiteY2" fmla="*/ 23 h 3773"/>
                </a:gdLst>
                <a:ahLst/>
                <a:cxnLst>
                  <a:cxn ang="0">
                    <a:pos x="connsiteX0" y="connsiteY0"/>
                  </a:cxn>
                  <a:cxn ang="0">
                    <a:pos x="connsiteX1" y="connsiteY1"/>
                  </a:cxn>
                  <a:cxn ang="0">
                    <a:pos x="connsiteX2" y="connsiteY2"/>
                  </a:cxn>
                </a:cxnLst>
                <a:rect l="l" t="t" r="r" b="b"/>
                <a:pathLst>
                  <a:path w="9157" h="3773">
                    <a:moveTo>
                      <a:pt x="5728" y="23"/>
                    </a:moveTo>
                    <a:cubicBezTo>
                      <a:pt x="1374" y="-326"/>
                      <a:pt x="-3410" y="3384"/>
                      <a:pt x="3431" y="3755"/>
                    </a:cubicBezTo>
                    <a:cubicBezTo>
                      <a:pt x="7769" y="4069"/>
                      <a:pt x="12575" y="389"/>
                      <a:pt x="5728"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0" name="Freeform: Shape 2649">
                <a:extLst>
                  <a:ext uri="{FF2B5EF4-FFF2-40B4-BE49-F238E27FC236}">
                    <a16:creationId xmlns:a16="http://schemas.microsoft.com/office/drawing/2014/main" id="{09D8E13E-955B-9C5C-5C85-085D8E29B1F2}"/>
                  </a:ext>
                </a:extLst>
              </p:cNvPr>
              <p:cNvSpPr/>
              <p:nvPr/>
            </p:nvSpPr>
            <p:spPr>
              <a:xfrm>
                <a:off x="2684110" y="6259450"/>
                <a:ext cx="8532" cy="2040"/>
              </a:xfrm>
              <a:custGeom>
                <a:avLst/>
                <a:gdLst>
                  <a:gd name="connsiteX0" fmla="*/ 5163 w 8532"/>
                  <a:gd name="connsiteY0" fmla="*/ 23 h 2040"/>
                  <a:gd name="connsiteX1" fmla="*/ 2 w 8532"/>
                  <a:gd name="connsiteY1" fmla="*/ 801 h 2040"/>
                  <a:gd name="connsiteX2" fmla="*/ 5163 w 8532"/>
                  <a:gd name="connsiteY2" fmla="*/ 23 h 2040"/>
                </a:gdLst>
                <a:ahLst/>
                <a:cxnLst>
                  <a:cxn ang="0">
                    <a:pos x="connsiteX0" y="connsiteY0"/>
                  </a:cxn>
                  <a:cxn ang="0">
                    <a:pos x="connsiteX1" y="connsiteY1"/>
                  </a:cxn>
                  <a:cxn ang="0">
                    <a:pos x="connsiteX2" y="connsiteY2"/>
                  </a:cxn>
                </a:cxnLst>
                <a:rect l="l" t="t" r="r" b="b"/>
                <a:pathLst>
                  <a:path w="8532" h="2040">
                    <a:moveTo>
                      <a:pt x="5163" y="23"/>
                    </a:moveTo>
                    <a:cubicBezTo>
                      <a:pt x="2860" y="-97"/>
                      <a:pt x="551" y="258"/>
                      <a:pt x="2" y="801"/>
                    </a:cubicBezTo>
                    <a:cubicBezTo>
                      <a:pt x="-209" y="3486"/>
                      <a:pt x="15130" y="1137"/>
                      <a:pt x="5163"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1" name="Freeform: Shape 2650">
                <a:extLst>
                  <a:ext uri="{FF2B5EF4-FFF2-40B4-BE49-F238E27FC236}">
                    <a16:creationId xmlns:a16="http://schemas.microsoft.com/office/drawing/2014/main" id="{EEC1D2E3-2530-61E7-DBE9-7E5F1ABD6260}"/>
                  </a:ext>
                </a:extLst>
              </p:cNvPr>
              <p:cNvSpPr/>
              <p:nvPr/>
            </p:nvSpPr>
            <p:spPr>
              <a:xfrm>
                <a:off x="2622765" y="6320383"/>
                <a:ext cx="8753" cy="2112"/>
              </a:xfrm>
              <a:custGeom>
                <a:avLst/>
                <a:gdLst>
                  <a:gd name="connsiteX0" fmla="*/ 5317 w 8753"/>
                  <a:gd name="connsiteY0" fmla="*/ 1 h 2112"/>
                  <a:gd name="connsiteX1" fmla="*/ 2 w 8753"/>
                  <a:gd name="connsiteY1" fmla="*/ 996 h 2112"/>
                  <a:gd name="connsiteX2" fmla="*/ 5317 w 8753"/>
                  <a:gd name="connsiteY2" fmla="*/ 1 h 2112"/>
                </a:gdLst>
                <a:ahLst/>
                <a:cxnLst>
                  <a:cxn ang="0">
                    <a:pos x="connsiteX0" y="connsiteY0"/>
                  </a:cxn>
                  <a:cxn ang="0">
                    <a:pos x="connsiteX1" y="connsiteY1"/>
                  </a:cxn>
                  <a:cxn ang="0">
                    <a:pos x="connsiteX2" y="connsiteY2"/>
                  </a:cxn>
                </a:cxnLst>
                <a:rect l="l" t="t" r="r" b="b"/>
                <a:pathLst>
                  <a:path w="8753" h="2112">
                    <a:moveTo>
                      <a:pt x="5317" y="1"/>
                    </a:moveTo>
                    <a:cubicBezTo>
                      <a:pt x="2951" y="-22"/>
                      <a:pt x="574" y="424"/>
                      <a:pt x="2" y="996"/>
                    </a:cubicBezTo>
                    <a:cubicBezTo>
                      <a:pt x="-221" y="3721"/>
                      <a:pt x="15501" y="687"/>
                      <a:pt x="5317" y="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2" name="Freeform: Shape 2651">
                <a:extLst>
                  <a:ext uri="{FF2B5EF4-FFF2-40B4-BE49-F238E27FC236}">
                    <a16:creationId xmlns:a16="http://schemas.microsoft.com/office/drawing/2014/main" id="{A731550B-386A-362B-9372-5F27A6BB35B5}"/>
                  </a:ext>
                </a:extLst>
              </p:cNvPr>
              <p:cNvSpPr/>
              <p:nvPr/>
            </p:nvSpPr>
            <p:spPr>
              <a:xfrm>
                <a:off x="1164051" y="7526052"/>
                <a:ext cx="13470" cy="5234"/>
              </a:xfrm>
              <a:custGeom>
                <a:avLst/>
                <a:gdLst>
                  <a:gd name="connsiteX0" fmla="*/ 9209 w 13470"/>
                  <a:gd name="connsiteY0" fmla="*/ 94 h 5234"/>
                  <a:gd name="connsiteX1" fmla="*/ 4265 w 13470"/>
                  <a:gd name="connsiteY1" fmla="*/ 5140 h 5234"/>
                  <a:gd name="connsiteX2" fmla="*/ 9209 w 13470"/>
                  <a:gd name="connsiteY2" fmla="*/ 94 h 5234"/>
                </a:gdLst>
                <a:ahLst/>
                <a:cxnLst>
                  <a:cxn ang="0">
                    <a:pos x="connsiteX0" y="connsiteY0"/>
                  </a:cxn>
                  <a:cxn ang="0">
                    <a:pos x="connsiteX1" y="connsiteY1"/>
                  </a:cxn>
                  <a:cxn ang="0">
                    <a:pos x="connsiteX2" y="connsiteY2"/>
                  </a:cxn>
                </a:cxnLst>
                <a:rect l="l" t="t" r="r" b="b"/>
                <a:pathLst>
                  <a:path w="13470" h="5234">
                    <a:moveTo>
                      <a:pt x="9209" y="94"/>
                    </a:moveTo>
                    <a:cubicBezTo>
                      <a:pt x="4614" y="-774"/>
                      <a:pt x="-5856" y="4626"/>
                      <a:pt x="4265" y="5140"/>
                    </a:cubicBezTo>
                    <a:cubicBezTo>
                      <a:pt x="8855" y="6010"/>
                      <a:pt x="19324" y="603"/>
                      <a:pt x="9209" y="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3" name="Freeform: Shape 2652">
                <a:extLst>
                  <a:ext uri="{FF2B5EF4-FFF2-40B4-BE49-F238E27FC236}">
                    <a16:creationId xmlns:a16="http://schemas.microsoft.com/office/drawing/2014/main" id="{52D0B6D2-8B5B-9E7E-6D61-71A3488BC8C5}"/>
                  </a:ext>
                </a:extLst>
              </p:cNvPr>
              <p:cNvSpPr/>
              <p:nvPr/>
            </p:nvSpPr>
            <p:spPr>
              <a:xfrm>
                <a:off x="2850844" y="5493968"/>
                <a:ext cx="6784" cy="3068"/>
              </a:xfrm>
              <a:custGeom>
                <a:avLst/>
                <a:gdLst>
                  <a:gd name="connsiteX0" fmla="*/ 4278 w 6784"/>
                  <a:gd name="connsiteY0" fmla="*/ 472 h 3068"/>
                  <a:gd name="connsiteX1" fmla="*/ 391 w 6784"/>
                  <a:gd name="connsiteY1" fmla="*/ 3067 h 3068"/>
                  <a:gd name="connsiteX2" fmla="*/ 4278 w 6784"/>
                  <a:gd name="connsiteY2" fmla="*/ 472 h 3068"/>
                </a:gdLst>
                <a:ahLst/>
                <a:cxnLst>
                  <a:cxn ang="0">
                    <a:pos x="connsiteX0" y="connsiteY0"/>
                  </a:cxn>
                  <a:cxn ang="0">
                    <a:pos x="connsiteX1" y="connsiteY1"/>
                  </a:cxn>
                  <a:cxn ang="0">
                    <a:pos x="connsiteX2" y="connsiteY2"/>
                  </a:cxn>
                </a:cxnLst>
                <a:rect l="l" t="t" r="r" b="b"/>
                <a:pathLst>
                  <a:path w="6784" h="3068">
                    <a:moveTo>
                      <a:pt x="4278" y="472"/>
                    </a:moveTo>
                    <a:cubicBezTo>
                      <a:pt x="3323" y="832"/>
                      <a:pt x="-1369" y="2621"/>
                      <a:pt x="391" y="3067"/>
                    </a:cubicBezTo>
                    <a:cubicBezTo>
                      <a:pt x="2666" y="3170"/>
                      <a:pt x="10856" y="-1460"/>
                      <a:pt x="4278" y="47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4" name="Freeform: Shape 2653">
                <a:extLst>
                  <a:ext uri="{FF2B5EF4-FFF2-40B4-BE49-F238E27FC236}">
                    <a16:creationId xmlns:a16="http://schemas.microsoft.com/office/drawing/2014/main" id="{4D649E9F-ED45-A938-ACAF-597F1CA56065}"/>
                  </a:ext>
                </a:extLst>
              </p:cNvPr>
              <p:cNvSpPr/>
              <p:nvPr/>
            </p:nvSpPr>
            <p:spPr>
              <a:xfrm>
                <a:off x="1716059" y="6719062"/>
                <a:ext cx="10822" cy="1124"/>
              </a:xfrm>
              <a:custGeom>
                <a:avLst/>
                <a:gdLst>
                  <a:gd name="connsiteX0" fmla="*/ 6962 w 10822"/>
                  <a:gd name="connsiteY0" fmla="*/ 0 h 1124"/>
                  <a:gd name="connsiteX1" fmla="*/ 18 w 10822"/>
                  <a:gd name="connsiteY1" fmla="*/ 555 h 1124"/>
                  <a:gd name="connsiteX2" fmla="*/ 6962 w 10822"/>
                  <a:gd name="connsiteY2" fmla="*/ 0 h 1124"/>
                </a:gdLst>
                <a:ahLst/>
                <a:cxnLst>
                  <a:cxn ang="0">
                    <a:pos x="connsiteX0" y="connsiteY0"/>
                  </a:cxn>
                  <a:cxn ang="0">
                    <a:pos x="connsiteX1" y="connsiteY1"/>
                  </a:cxn>
                  <a:cxn ang="0">
                    <a:pos x="connsiteX2" y="connsiteY2"/>
                  </a:cxn>
                </a:cxnLst>
                <a:rect l="l" t="t" r="r" b="b"/>
                <a:pathLst>
                  <a:path w="10822" h="1124">
                    <a:moveTo>
                      <a:pt x="6962" y="0"/>
                    </a:moveTo>
                    <a:cubicBezTo>
                      <a:pt x="4076" y="0"/>
                      <a:pt x="967" y="246"/>
                      <a:pt x="18" y="555"/>
                    </a:cubicBezTo>
                    <a:cubicBezTo>
                      <a:pt x="-679" y="1978"/>
                      <a:pt x="18883" y="326"/>
                      <a:pt x="696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5" name="Freeform: Shape 2654">
                <a:extLst>
                  <a:ext uri="{FF2B5EF4-FFF2-40B4-BE49-F238E27FC236}">
                    <a16:creationId xmlns:a16="http://schemas.microsoft.com/office/drawing/2014/main" id="{FFCF02C6-3D93-C501-F366-218C937A5D3A}"/>
                  </a:ext>
                </a:extLst>
              </p:cNvPr>
              <p:cNvSpPr/>
              <p:nvPr/>
            </p:nvSpPr>
            <p:spPr>
              <a:xfrm>
                <a:off x="2002340" y="6703723"/>
                <a:ext cx="9892" cy="361"/>
              </a:xfrm>
              <a:custGeom>
                <a:avLst/>
                <a:gdLst>
                  <a:gd name="connsiteX0" fmla="*/ 6390 w 9892"/>
                  <a:gd name="connsiteY0" fmla="*/ 0 h 361"/>
                  <a:gd name="connsiteX1" fmla="*/ 3498 w 9892"/>
                  <a:gd name="connsiteY1" fmla="*/ 360 h 361"/>
                  <a:gd name="connsiteX2" fmla="*/ 6390 w 9892"/>
                  <a:gd name="connsiteY2" fmla="*/ 0 h 361"/>
                </a:gdLst>
                <a:ahLst/>
                <a:cxnLst>
                  <a:cxn ang="0">
                    <a:pos x="connsiteX0" y="connsiteY0"/>
                  </a:cxn>
                  <a:cxn ang="0">
                    <a:pos x="connsiteX1" y="connsiteY1"/>
                  </a:cxn>
                  <a:cxn ang="0">
                    <a:pos x="connsiteX2" y="connsiteY2"/>
                  </a:cxn>
                </a:cxnLst>
                <a:rect l="l" t="t" r="r" b="b"/>
                <a:pathLst>
                  <a:path w="9892" h="361">
                    <a:moveTo>
                      <a:pt x="6390" y="0"/>
                    </a:moveTo>
                    <a:cubicBezTo>
                      <a:pt x="2601" y="-5"/>
                      <a:pt x="-4165" y="383"/>
                      <a:pt x="3498" y="360"/>
                    </a:cubicBezTo>
                    <a:cubicBezTo>
                      <a:pt x="7293" y="371"/>
                      <a:pt x="14060" y="-11"/>
                      <a:pt x="639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6" name="Freeform: Shape 2655">
                <a:extLst>
                  <a:ext uri="{FF2B5EF4-FFF2-40B4-BE49-F238E27FC236}">
                    <a16:creationId xmlns:a16="http://schemas.microsoft.com/office/drawing/2014/main" id="{0CA9F911-2691-4A9D-522C-9120CAC27699}"/>
                  </a:ext>
                </a:extLst>
              </p:cNvPr>
              <p:cNvSpPr/>
              <p:nvPr/>
            </p:nvSpPr>
            <p:spPr>
              <a:xfrm>
                <a:off x="1912134" y="6705286"/>
                <a:ext cx="10198" cy="153"/>
              </a:xfrm>
              <a:custGeom>
                <a:avLst/>
                <a:gdLst>
                  <a:gd name="connsiteX0" fmla="*/ 6625 w 10198"/>
                  <a:gd name="connsiteY0" fmla="*/ 145 h 153"/>
                  <a:gd name="connsiteX1" fmla="*/ 3568 w 10198"/>
                  <a:gd name="connsiteY1" fmla="*/ 8 h 153"/>
                  <a:gd name="connsiteX2" fmla="*/ 6625 w 10198"/>
                  <a:gd name="connsiteY2" fmla="*/ 145 h 153"/>
                </a:gdLst>
                <a:ahLst/>
                <a:cxnLst>
                  <a:cxn ang="0">
                    <a:pos x="connsiteX0" y="connsiteY0"/>
                  </a:cxn>
                  <a:cxn ang="0">
                    <a:pos x="connsiteX1" y="connsiteY1"/>
                  </a:cxn>
                  <a:cxn ang="0">
                    <a:pos x="connsiteX2" y="connsiteY2"/>
                  </a:cxn>
                </a:cxnLst>
                <a:rect l="l" t="t" r="r" b="b"/>
                <a:pathLst>
                  <a:path w="10198" h="153">
                    <a:moveTo>
                      <a:pt x="6625" y="145"/>
                    </a:moveTo>
                    <a:cubicBezTo>
                      <a:pt x="2791" y="186"/>
                      <a:pt x="-4325" y="77"/>
                      <a:pt x="3568" y="8"/>
                    </a:cubicBezTo>
                    <a:cubicBezTo>
                      <a:pt x="7414" y="-32"/>
                      <a:pt x="14523" y="82"/>
                      <a:pt x="6625" y="1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7" name="Freeform: Shape 2656">
                <a:extLst>
                  <a:ext uri="{FF2B5EF4-FFF2-40B4-BE49-F238E27FC236}">
                    <a16:creationId xmlns:a16="http://schemas.microsoft.com/office/drawing/2014/main" id="{6E19DB24-1083-174D-4071-3AD8F28493CF}"/>
                  </a:ext>
                </a:extLst>
              </p:cNvPr>
              <p:cNvSpPr/>
              <p:nvPr/>
            </p:nvSpPr>
            <p:spPr>
              <a:xfrm>
                <a:off x="1495736" y="6880134"/>
                <a:ext cx="11611" cy="3688"/>
              </a:xfrm>
              <a:custGeom>
                <a:avLst/>
                <a:gdLst>
                  <a:gd name="connsiteX0" fmla="*/ 7554 w 11611"/>
                  <a:gd name="connsiteY0" fmla="*/ 0 h 3688"/>
                  <a:gd name="connsiteX1" fmla="*/ 73 w 11611"/>
                  <a:gd name="connsiteY1" fmla="*/ 1805 h 3688"/>
                  <a:gd name="connsiteX2" fmla="*/ 7554 w 11611"/>
                  <a:gd name="connsiteY2" fmla="*/ 0 h 3688"/>
                </a:gdLst>
                <a:ahLst/>
                <a:cxnLst>
                  <a:cxn ang="0">
                    <a:pos x="connsiteX0" y="connsiteY0"/>
                  </a:cxn>
                  <a:cxn ang="0">
                    <a:pos x="connsiteX1" y="connsiteY1"/>
                  </a:cxn>
                  <a:cxn ang="0">
                    <a:pos x="connsiteX2" y="connsiteY2"/>
                  </a:cxn>
                </a:cxnLst>
                <a:rect l="l" t="t" r="r" b="b"/>
                <a:pathLst>
                  <a:path w="11611" h="3688">
                    <a:moveTo>
                      <a:pt x="7554" y="0"/>
                    </a:moveTo>
                    <a:cubicBezTo>
                      <a:pt x="4491" y="0"/>
                      <a:pt x="1142" y="806"/>
                      <a:pt x="73" y="1805"/>
                    </a:cubicBezTo>
                    <a:cubicBezTo>
                      <a:pt x="-1413" y="6543"/>
                      <a:pt x="20373" y="966"/>
                      <a:pt x="755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8" name="Freeform: Shape 2657">
                <a:extLst>
                  <a:ext uri="{FF2B5EF4-FFF2-40B4-BE49-F238E27FC236}">
                    <a16:creationId xmlns:a16="http://schemas.microsoft.com/office/drawing/2014/main" id="{2FDE35E3-E486-441E-20AD-07BEC91A4073}"/>
                  </a:ext>
                </a:extLst>
              </p:cNvPr>
              <p:cNvSpPr/>
              <p:nvPr/>
            </p:nvSpPr>
            <p:spPr>
              <a:xfrm>
                <a:off x="1816796" y="6702951"/>
                <a:ext cx="10518" cy="109"/>
              </a:xfrm>
              <a:custGeom>
                <a:avLst/>
                <a:gdLst>
                  <a:gd name="connsiteX0" fmla="*/ 6871 w 10518"/>
                  <a:gd name="connsiteY0" fmla="*/ 0 h 109"/>
                  <a:gd name="connsiteX1" fmla="*/ 3642 w 10518"/>
                  <a:gd name="connsiteY1" fmla="*/ 109 h 109"/>
                  <a:gd name="connsiteX2" fmla="*/ 6871 w 10518"/>
                  <a:gd name="connsiteY2" fmla="*/ 0 h 109"/>
                </a:gdLst>
                <a:ahLst/>
                <a:cxnLst>
                  <a:cxn ang="0">
                    <a:pos x="connsiteX0" y="connsiteY0"/>
                  </a:cxn>
                  <a:cxn ang="0">
                    <a:pos x="connsiteX1" y="connsiteY1"/>
                  </a:cxn>
                  <a:cxn ang="0">
                    <a:pos x="connsiteX2" y="connsiteY2"/>
                  </a:cxn>
                </a:cxnLst>
                <a:rect l="l" t="t" r="r" b="b"/>
                <a:pathLst>
                  <a:path w="10518" h="109">
                    <a:moveTo>
                      <a:pt x="6871" y="0"/>
                    </a:moveTo>
                    <a:cubicBezTo>
                      <a:pt x="2985" y="0"/>
                      <a:pt x="-4490" y="115"/>
                      <a:pt x="3642" y="109"/>
                    </a:cubicBezTo>
                    <a:cubicBezTo>
                      <a:pt x="7540" y="115"/>
                      <a:pt x="15010" y="-5"/>
                      <a:pt x="687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9" name="Freeform: Shape 2658">
                <a:extLst>
                  <a:ext uri="{FF2B5EF4-FFF2-40B4-BE49-F238E27FC236}">
                    <a16:creationId xmlns:a16="http://schemas.microsoft.com/office/drawing/2014/main" id="{52C4A578-DECA-3F26-0B37-4A19C5077A8C}"/>
                  </a:ext>
                </a:extLst>
              </p:cNvPr>
              <p:cNvSpPr/>
              <p:nvPr/>
            </p:nvSpPr>
            <p:spPr>
              <a:xfrm>
                <a:off x="1608942" y="6776523"/>
                <a:ext cx="11236" cy="2918"/>
              </a:xfrm>
              <a:custGeom>
                <a:avLst/>
                <a:gdLst>
                  <a:gd name="connsiteX0" fmla="*/ 7431 w 11236"/>
                  <a:gd name="connsiteY0" fmla="*/ 26 h 2918"/>
                  <a:gd name="connsiteX1" fmla="*/ 3802 w 11236"/>
                  <a:gd name="connsiteY1" fmla="*/ 2895 h 2918"/>
                  <a:gd name="connsiteX2" fmla="*/ 7431 w 11236"/>
                  <a:gd name="connsiteY2" fmla="*/ 26 h 2918"/>
                </a:gdLst>
                <a:ahLst/>
                <a:cxnLst>
                  <a:cxn ang="0">
                    <a:pos x="connsiteX0" y="connsiteY0"/>
                  </a:cxn>
                  <a:cxn ang="0">
                    <a:pos x="connsiteX1" y="connsiteY1"/>
                  </a:cxn>
                  <a:cxn ang="0">
                    <a:pos x="connsiteX2" y="connsiteY2"/>
                  </a:cxn>
                </a:cxnLst>
                <a:rect l="l" t="t" r="r" b="b"/>
                <a:pathLst>
                  <a:path w="11236" h="2918">
                    <a:moveTo>
                      <a:pt x="7431" y="26"/>
                    </a:moveTo>
                    <a:cubicBezTo>
                      <a:pt x="3070" y="-299"/>
                      <a:pt x="-4685" y="2484"/>
                      <a:pt x="3802" y="2895"/>
                    </a:cubicBezTo>
                    <a:cubicBezTo>
                      <a:pt x="8168" y="3203"/>
                      <a:pt x="15924" y="409"/>
                      <a:pt x="7431" y="2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0" name="Freeform: Shape 2659">
                <a:extLst>
                  <a:ext uri="{FF2B5EF4-FFF2-40B4-BE49-F238E27FC236}">
                    <a16:creationId xmlns:a16="http://schemas.microsoft.com/office/drawing/2014/main" id="{9FF37F7A-C0A7-70D0-A0E2-C7C55617FDA2}"/>
                  </a:ext>
                </a:extLst>
              </p:cNvPr>
              <p:cNvSpPr/>
              <p:nvPr/>
            </p:nvSpPr>
            <p:spPr>
              <a:xfrm>
                <a:off x="962358" y="7378698"/>
                <a:ext cx="13499" cy="4785"/>
              </a:xfrm>
              <a:custGeom>
                <a:avLst/>
                <a:gdLst>
                  <a:gd name="connsiteX0" fmla="*/ 9255 w 13499"/>
                  <a:gd name="connsiteY0" fmla="*/ 41 h 4785"/>
                  <a:gd name="connsiteX1" fmla="*/ 4243 w 13499"/>
                  <a:gd name="connsiteY1" fmla="*/ 4745 h 4785"/>
                  <a:gd name="connsiteX2" fmla="*/ 9255 w 13499"/>
                  <a:gd name="connsiteY2" fmla="*/ 41 h 4785"/>
                </a:gdLst>
                <a:ahLst/>
                <a:cxnLst>
                  <a:cxn ang="0">
                    <a:pos x="connsiteX0" y="connsiteY0"/>
                  </a:cxn>
                  <a:cxn ang="0">
                    <a:pos x="connsiteX1" y="connsiteY1"/>
                  </a:cxn>
                  <a:cxn ang="0">
                    <a:pos x="connsiteX2" y="connsiteY2"/>
                  </a:cxn>
                </a:cxnLst>
                <a:rect l="l" t="t" r="r" b="b"/>
                <a:pathLst>
                  <a:path w="13499" h="4785">
                    <a:moveTo>
                      <a:pt x="9255" y="41"/>
                    </a:moveTo>
                    <a:cubicBezTo>
                      <a:pt x="4311" y="-479"/>
                      <a:pt x="-5707" y="4065"/>
                      <a:pt x="4243" y="4745"/>
                    </a:cubicBezTo>
                    <a:cubicBezTo>
                      <a:pt x="9198" y="5259"/>
                      <a:pt x="19205" y="722"/>
                      <a:pt x="9255" y="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1" name="Freeform: Shape 2660">
                <a:extLst>
                  <a:ext uri="{FF2B5EF4-FFF2-40B4-BE49-F238E27FC236}">
                    <a16:creationId xmlns:a16="http://schemas.microsoft.com/office/drawing/2014/main" id="{902590CB-889A-E5E7-051F-20E75C869B8A}"/>
                  </a:ext>
                </a:extLst>
              </p:cNvPr>
              <p:cNvSpPr/>
              <p:nvPr/>
            </p:nvSpPr>
            <p:spPr>
              <a:xfrm>
                <a:off x="1375084" y="6992761"/>
                <a:ext cx="12050" cy="3905"/>
              </a:xfrm>
              <a:custGeom>
                <a:avLst/>
                <a:gdLst>
                  <a:gd name="connsiteX0" fmla="*/ 8071 w 12050"/>
                  <a:gd name="connsiteY0" fmla="*/ 33 h 3905"/>
                  <a:gd name="connsiteX1" fmla="*/ 3973 w 12050"/>
                  <a:gd name="connsiteY1" fmla="*/ 3873 h 3905"/>
                  <a:gd name="connsiteX2" fmla="*/ 8071 w 12050"/>
                  <a:gd name="connsiteY2" fmla="*/ 33 h 3905"/>
                </a:gdLst>
                <a:ahLst/>
                <a:cxnLst>
                  <a:cxn ang="0">
                    <a:pos x="connsiteX0" y="connsiteY0"/>
                  </a:cxn>
                  <a:cxn ang="0">
                    <a:pos x="connsiteX1" y="connsiteY1"/>
                  </a:cxn>
                  <a:cxn ang="0">
                    <a:pos x="connsiteX2" y="connsiteY2"/>
                  </a:cxn>
                </a:cxnLst>
                <a:rect l="l" t="t" r="r" b="b"/>
                <a:pathLst>
                  <a:path w="12050" h="3905">
                    <a:moveTo>
                      <a:pt x="8071" y="33"/>
                    </a:moveTo>
                    <a:cubicBezTo>
                      <a:pt x="3425" y="-385"/>
                      <a:pt x="-5022" y="3347"/>
                      <a:pt x="3973" y="3873"/>
                    </a:cubicBezTo>
                    <a:cubicBezTo>
                      <a:pt x="8637" y="4290"/>
                      <a:pt x="17072" y="558"/>
                      <a:pt x="8071" y="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2" name="Freeform: Shape 2661">
                <a:extLst>
                  <a:ext uri="{FF2B5EF4-FFF2-40B4-BE49-F238E27FC236}">
                    <a16:creationId xmlns:a16="http://schemas.microsoft.com/office/drawing/2014/main" id="{CCA34006-6C12-273B-D71E-7D9B781B9C56}"/>
                  </a:ext>
                </a:extLst>
              </p:cNvPr>
              <p:cNvSpPr/>
              <p:nvPr/>
            </p:nvSpPr>
            <p:spPr>
              <a:xfrm>
                <a:off x="1109376" y="7241227"/>
                <a:ext cx="12980" cy="4465"/>
              </a:xfrm>
              <a:custGeom>
                <a:avLst/>
                <a:gdLst>
                  <a:gd name="connsiteX0" fmla="*/ 8826 w 12980"/>
                  <a:gd name="connsiteY0" fmla="*/ 38 h 4465"/>
                  <a:gd name="connsiteX1" fmla="*/ 4145 w 12980"/>
                  <a:gd name="connsiteY1" fmla="*/ 4427 h 4465"/>
                  <a:gd name="connsiteX2" fmla="*/ 8826 w 12980"/>
                  <a:gd name="connsiteY2" fmla="*/ 38 h 4465"/>
                </a:gdLst>
                <a:ahLst/>
                <a:cxnLst>
                  <a:cxn ang="0">
                    <a:pos x="connsiteX0" y="connsiteY0"/>
                  </a:cxn>
                  <a:cxn ang="0">
                    <a:pos x="connsiteX1" y="connsiteY1"/>
                  </a:cxn>
                  <a:cxn ang="0">
                    <a:pos x="connsiteX2" y="connsiteY2"/>
                  </a:cxn>
                </a:cxnLst>
                <a:rect l="l" t="t" r="r" b="b"/>
                <a:pathLst>
                  <a:path w="12980" h="4465">
                    <a:moveTo>
                      <a:pt x="8826" y="38"/>
                    </a:moveTo>
                    <a:cubicBezTo>
                      <a:pt x="3991" y="-442"/>
                      <a:pt x="-5462" y="3798"/>
                      <a:pt x="4145" y="4427"/>
                    </a:cubicBezTo>
                    <a:cubicBezTo>
                      <a:pt x="9003" y="4907"/>
                      <a:pt x="18444" y="661"/>
                      <a:pt x="8826"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3" name="Freeform: Shape 2662">
                <a:extLst>
                  <a:ext uri="{FF2B5EF4-FFF2-40B4-BE49-F238E27FC236}">
                    <a16:creationId xmlns:a16="http://schemas.microsoft.com/office/drawing/2014/main" id="{F2C130D5-5D50-44CF-9546-FF7B2D7901AD}"/>
                  </a:ext>
                </a:extLst>
              </p:cNvPr>
              <p:cNvSpPr/>
              <p:nvPr/>
            </p:nvSpPr>
            <p:spPr>
              <a:xfrm>
                <a:off x="1246663" y="7112859"/>
                <a:ext cx="12493" cy="4173"/>
              </a:xfrm>
              <a:custGeom>
                <a:avLst/>
                <a:gdLst>
                  <a:gd name="connsiteX0" fmla="*/ 8431 w 12493"/>
                  <a:gd name="connsiteY0" fmla="*/ 35 h 4173"/>
                  <a:gd name="connsiteX1" fmla="*/ 4059 w 12493"/>
                  <a:gd name="connsiteY1" fmla="*/ 4138 h 4173"/>
                  <a:gd name="connsiteX2" fmla="*/ 8431 w 12493"/>
                  <a:gd name="connsiteY2" fmla="*/ 35 h 4173"/>
                </a:gdLst>
                <a:ahLst/>
                <a:cxnLst>
                  <a:cxn ang="0">
                    <a:pos x="connsiteX0" y="connsiteY0"/>
                  </a:cxn>
                  <a:cxn ang="0">
                    <a:pos x="connsiteX1" y="connsiteY1"/>
                  </a:cxn>
                  <a:cxn ang="0">
                    <a:pos x="connsiteX2" y="connsiteY2"/>
                  </a:cxn>
                </a:cxnLst>
                <a:rect l="l" t="t" r="r" b="b"/>
                <a:pathLst>
                  <a:path w="12493" h="4173">
                    <a:moveTo>
                      <a:pt x="8431" y="35"/>
                    </a:moveTo>
                    <a:cubicBezTo>
                      <a:pt x="3693" y="-411"/>
                      <a:pt x="-5234" y="3561"/>
                      <a:pt x="4059" y="4138"/>
                    </a:cubicBezTo>
                    <a:cubicBezTo>
                      <a:pt x="8808" y="4584"/>
                      <a:pt x="17729" y="607"/>
                      <a:pt x="8431"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4" name="Freeform: Shape 2663">
                <a:extLst>
                  <a:ext uri="{FF2B5EF4-FFF2-40B4-BE49-F238E27FC236}">
                    <a16:creationId xmlns:a16="http://schemas.microsoft.com/office/drawing/2014/main" id="{B1B91B22-9661-B08F-2419-7051B57238E7}"/>
                  </a:ext>
                </a:extLst>
              </p:cNvPr>
              <p:cNvSpPr/>
              <p:nvPr/>
            </p:nvSpPr>
            <p:spPr>
              <a:xfrm>
                <a:off x="2696100" y="5849925"/>
                <a:ext cx="7810" cy="5041"/>
              </a:xfrm>
              <a:custGeom>
                <a:avLst/>
                <a:gdLst>
                  <a:gd name="connsiteX0" fmla="*/ 4706 w 7810"/>
                  <a:gd name="connsiteY0" fmla="*/ 0 h 5041"/>
                  <a:gd name="connsiteX1" fmla="*/ 2 w 7810"/>
                  <a:gd name="connsiteY1" fmla="*/ 3012 h 5041"/>
                  <a:gd name="connsiteX2" fmla="*/ 4706 w 7810"/>
                  <a:gd name="connsiteY2" fmla="*/ 0 h 5041"/>
                </a:gdLst>
                <a:ahLst/>
                <a:cxnLst>
                  <a:cxn ang="0">
                    <a:pos x="connsiteX0" y="connsiteY0"/>
                  </a:cxn>
                  <a:cxn ang="0">
                    <a:pos x="connsiteX1" y="connsiteY1"/>
                  </a:cxn>
                  <a:cxn ang="0">
                    <a:pos x="connsiteX2" y="connsiteY2"/>
                  </a:cxn>
                </a:cxnLst>
                <a:rect l="l" t="t" r="r" b="b"/>
                <a:pathLst>
                  <a:path w="7810" h="5041">
                    <a:moveTo>
                      <a:pt x="4706" y="0"/>
                    </a:moveTo>
                    <a:cubicBezTo>
                      <a:pt x="2609" y="315"/>
                      <a:pt x="505" y="1669"/>
                      <a:pt x="2" y="3012"/>
                    </a:cubicBezTo>
                    <a:cubicBezTo>
                      <a:pt x="-215" y="8962"/>
                      <a:pt x="13879" y="-74"/>
                      <a:pt x="470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5" name="Freeform: Shape 2664">
                <a:extLst>
                  <a:ext uri="{FF2B5EF4-FFF2-40B4-BE49-F238E27FC236}">
                    <a16:creationId xmlns:a16="http://schemas.microsoft.com/office/drawing/2014/main" id="{E8E4EF01-65BD-7D34-1091-2C471F78D705}"/>
                  </a:ext>
                </a:extLst>
              </p:cNvPr>
              <p:cNvSpPr/>
              <p:nvPr/>
            </p:nvSpPr>
            <p:spPr>
              <a:xfrm>
                <a:off x="2581528" y="6117048"/>
                <a:ext cx="8072" cy="3519"/>
              </a:xfrm>
              <a:custGeom>
                <a:avLst/>
                <a:gdLst>
                  <a:gd name="connsiteX0" fmla="*/ 5018 w 8072"/>
                  <a:gd name="connsiteY0" fmla="*/ 19 h 3519"/>
                  <a:gd name="connsiteX1" fmla="*/ 3052 w 8072"/>
                  <a:gd name="connsiteY1" fmla="*/ 3499 h 3519"/>
                  <a:gd name="connsiteX2" fmla="*/ 5018 w 8072"/>
                  <a:gd name="connsiteY2" fmla="*/ 19 h 3519"/>
                </a:gdLst>
                <a:ahLst/>
                <a:cxnLst>
                  <a:cxn ang="0">
                    <a:pos x="connsiteX0" y="connsiteY0"/>
                  </a:cxn>
                  <a:cxn ang="0">
                    <a:pos x="connsiteX1" y="connsiteY1"/>
                  </a:cxn>
                  <a:cxn ang="0">
                    <a:pos x="connsiteX2" y="connsiteY2"/>
                  </a:cxn>
                </a:cxnLst>
                <a:rect l="l" t="t" r="r" b="b"/>
                <a:pathLst>
                  <a:path w="8072" h="3519">
                    <a:moveTo>
                      <a:pt x="5018" y="19"/>
                    </a:moveTo>
                    <a:cubicBezTo>
                      <a:pt x="1120" y="-284"/>
                      <a:pt x="-2966" y="3162"/>
                      <a:pt x="3052" y="3499"/>
                    </a:cubicBezTo>
                    <a:cubicBezTo>
                      <a:pt x="6972" y="3813"/>
                      <a:pt x="11030" y="367"/>
                      <a:pt x="5018"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6" name="Freeform: Shape 2665">
                <a:extLst>
                  <a:ext uri="{FF2B5EF4-FFF2-40B4-BE49-F238E27FC236}">
                    <a16:creationId xmlns:a16="http://schemas.microsoft.com/office/drawing/2014/main" id="{58A8E163-90B0-97FC-BCC0-601F3553BDC8}"/>
                  </a:ext>
                </a:extLst>
              </p:cNvPr>
              <p:cNvSpPr/>
              <p:nvPr/>
            </p:nvSpPr>
            <p:spPr>
              <a:xfrm>
                <a:off x="2520459" y="6198214"/>
                <a:ext cx="8325" cy="1973"/>
              </a:xfrm>
              <a:custGeom>
                <a:avLst/>
                <a:gdLst>
                  <a:gd name="connsiteX0" fmla="*/ 5102 w 8325"/>
                  <a:gd name="connsiteY0" fmla="*/ 0 h 1973"/>
                  <a:gd name="connsiteX1" fmla="*/ 4 w 8325"/>
                  <a:gd name="connsiteY1" fmla="*/ 966 h 1973"/>
                  <a:gd name="connsiteX2" fmla="*/ 5102 w 8325"/>
                  <a:gd name="connsiteY2" fmla="*/ 0 h 1973"/>
                </a:gdLst>
                <a:ahLst/>
                <a:cxnLst>
                  <a:cxn ang="0">
                    <a:pos x="connsiteX0" y="connsiteY0"/>
                  </a:cxn>
                  <a:cxn ang="0">
                    <a:pos x="connsiteX1" y="connsiteY1"/>
                  </a:cxn>
                  <a:cxn ang="0">
                    <a:pos x="connsiteX2" y="connsiteY2"/>
                  </a:cxn>
                </a:cxnLst>
                <a:rect l="l" t="t" r="r" b="b"/>
                <a:pathLst>
                  <a:path w="8325" h="1973">
                    <a:moveTo>
                      <a:pt x="5102" y="0"/>
                    </a:moveTo>
                    <a:cubicBezTo>
                      <a:pt x="2861" y="0"/>
                      <a:pt x="581" y="428"/>
                      <a:pt x="4" y="966"/>
                    </a:cubicBezTo>
                    <a:cubicBezTo>
                      <a:pt x="-276" y="3497"/>
                      <a:pt x="14720" y="526"/>
                      <a:pt x="510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7" name="Freeform: Shape 2666">
                <a:extLst>
                  <a:ext uri="{FF2B5EF4-FFF2-40B4-BE49-F238E27FC236}">
                    <a16:creationId xmlns:a16="http://schemas.microsoft.com/office/drawing/2014/main" id="{43AB7E4D-DE0D-A208-116A-9366BA4695EA}"/>
                  </a:ext>
                </a:extLst>
              </p:cNvPr>
              <p:cNvSpPr/>
              <p:nvPr/>
            </p:nvSpPr>
            <p:spPr>
              <a:xfrm>
                <a:off x="2087939" y="6675034"/>
                <a:ext cx="9670" cy="1667"/>
              </a:xfrm>
              <a:custGeom>
                <a:avLst/>
                <a:gdLst>
                  <a:gd name="connsiteX0" fmla="*/ 6076 w 9670"/>
                  <a:gd name="connsiteY0" fmla="*/ 0 h 1667"/>
                  <a:gd name="connsiteX1" fmla="*/ 13 w 9670"/>
                  <a:gd name="connsiteY1" fmla="*/ 863 h 1667"/>
                  <a:gd name="connsiteX2" fmla="*/ 6076 w 9670"/>
                  <a:gd name="connsiteY2" fmla="*/ 0 h 1667"/>
                </a:gdLst>
                <a:ahLst/>
                <a:cxnLst>
                  <a:cxn ang="0">
                    <a:pos x="connsiteX0" y="connsiteY0"/>
                  </a:cxn>
                  <a:cxn ang="0">
                    <a:pos x="connsiteX1" y="connsiteY1"/>
                  </a:cxn>
                  <a:cxn ang="0">
                    <a:pos x="connsiteX2" y="connsiteY2"/>
                  </a:cxn>
                </a:cxnLst>
                <a:rect l="l" t="t" r="r" b="b"/>
                <a:pathLst>
                  <a:path w="9670" h="1667">
                    <a:moveTo>
                      <a:pt x="6076" y="0"/>
                    </a:moveTo>
                    <a:cubicBezTo>
                      <a:pt x="3487" y="29"/>
                      <a:pt x="773" y="417"/>
                      <a:pt x="13" y="863"/>
                    </a:cubicBezTo>
                    <a:cubicBezTo>
                      <a:pt x="-536" y="2977"/>
                      <a:pt x="17009" y="286"/>
                      <a:pt x="607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8" name="Freeform: Shape 2667">
                <a:extLst>
                  <a:ext uri="{FF2B5EF4-FFF2-40B4-BE49-F238E27FC236}">
                    <a16:creationId xmlns:a16="http://schemas.microsoft.com/office/drawing/2014/main" id="{51F53D66-8E61-55EA-2598-4A534A9F1FD8}"/>
                  </a:ext>
                </a:extLst>
              </p:cNvPr>
              <p:cNvSpPr/>
              <p:nvPr/>
            </p:nvSpPr>
            <p:spPr>
              <a:xfrm>
                <a:off x="2749840" y="5705210"/>
                <a:ext cx="7621" cy="4963"/>
              </a:xfrm>
              <a:custGeom>
                <a:avLst/>
                <a:gdLst>
                  <a:gd name="connsiteX0" fmla="*/ 4584 w 7621"/>
                  <a:gd name="connsiteY0" fmla="*/ 97 h 4963"/>
                  <a:gd name="connsiteX1" fmla="*/ 0 w 7621"/>
                  <a:gd name="connsiteY1" fmla="*/ 3360 h 4963"/>
                  <a:gd name="connsiteX2" fmla="*/ 4584 w 7621"/>
                  <a:gd name="connsiteY2" fmla="*/ 97 h 4963"/>
                </a:gdLst>
                <a:ahLst/>
                <a:cxnLst>
                  <a:cxn ang="0">
                    <a:pos x="connsiteX0" y="connsiteY0"/>
                  </a:cxn>
                  <a:cxn ang="0">
                    <a:pos x="connsiteX1" y="connsiteY1"/>
                  </a:cxn>
                  <a:cxn ang="0">
                    <a:pos x="connsiteX2" y="connsiteY2"/>
                  </a:cxn>
                </a:cxnLst>
                <a:rect l="l" t="t" r="r" b="b"/>
                <a:pathLst>
                  <a:path w="7621" h="4963">
                    <a:moveTo>
                      <a:pt x="4584" y="97"/>
                    </a:moveTo>
                    <a:cubicBezTo>
                      <a:pt x="2532" y="634"/>
                      <a:pt x="480" y="2097"/>
                      <a:pt x="0" y="3360"/>
                    </a:cubicBezTo>
                    <a:cubicBezTo>
                      <a:pt x="-51" y="8686"/>
                      <a:pt x="13499" y="-1063"/>
                      <a:pt x="4584" y="9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9" name="Freeform: Shape 2668">
                <a:extLst>
                  <a:ext uri="{FF2B5EF4-FFF2-40B4-BE49-F238E27FC236}">
                    <a16:creationId xmlns:a16="http://schemas.microsoft.com/office/drawing/2014/main" id="{6C82E290-EFDB-8E73-E4DF-593E3400FA86}"/>
                  </a:ext>
                </a:extLst>
              </p:cNvPr>
              <p:cNvSpPr/>
              <p:nvPr/>
            </p:nvSpPr>
            <p:spPr>
              <a:xfrm>
                <a:off x="2801355" y="5579786"/>
                <a:ext cx="7440" cy="4382"/>
              </a:xfrm>
              <a:custGeom>
                <a:avLst/>
                <a:gdLst>
                  <a:gd name="connsiteX0" fmla="*/ 4475 w 7440"/>
                  <a:gd name="connsiteY0" fmla="*/ 328 h 4382"/>
                  <a:gd name="connsiteX1" fmla="*/ 0 w 7440"/>
                  <a:gd name="connsiteY1" fmla="*/ 3391 h 4382"/>
                  <a:gd name="connsiteX2" fmla="*/ 4475 w 7440"/>
                  <a:gd name="connsiteY2" fmla="*/ 328 h 4382"/>
                </a:gdLst>
                <a:ahLst/>
                <a:cxnLst>
                  <a:cxn ang="0">
                    <a:pos x="connsiteX0" y="connsiteY0"/>
                  </a:cxn>
                  <a:cxn ang="0">
                    <a:pos x="connsiteX1" y="connsiteY1"/>
                  </a:cxn>
                  <a:cxn ang="0">
                    <a:pos x="connsiteX2" y="connsiteY2"/>
                  </a:cxn>
                </a:cxnLst>
                <a:rect l="l" t="t" r="r" b="b"/>
                <a:pathLst>
                  <a:path w="7440" h="4382">
                    <a:moveTo>
                      <a:pt x="4475" y="328"/>
                    </a:moveTo>
                    <a:cubicBezTo>
                      <a:pt x="2463" y="1019"/>
                      <a:pt x="463" y="2397"/>
                      <a:pt x="0" y="3391"/>
                    </a:cubicBezTo>
                    <a:cubicBezTo>
                      <a:pt x="120" y="7311"/>
                      <a:pt x="13122" y="-1804"/>
                      <a:pt x="4475" y="3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0" name="Freeform: Shape 2669">
                <a:extLst>
                  <a:ext uri="{FF2B5EF4-FFF2-40B4-BE49-F238E27FC236}">
                    <a16:creationId xmlns:a16="http://schemas.microsoft.com/office/drawing/2014/main" id="{7082F13E-190A-DC21-F489-A6D2C6890B68}"/>
                  </a:ext>
                </a:extLst>
              </p:cNvPr>
              <p:cNvSpPr/>
              <p:nvPr/>
            </p:nvSpPr>
            <p:spPr>
              <a:xfrm>
                <a:off x="2639989" y="5993871"/>
                <a:ext cx="7897" cy="4516"/>
              </a:xfrm>
              <a:custGeom>
                <a:avLst/>
                <a:gdLst>
                  <a:gd name="connsiteX0" fmla="*/ 4890 w 7897"/>
                  <a:gd name="connsiteY0" fmla="*/ 3 h 4516"/>
                  <a:gd name="connsiteX1" fmla="*/ 3004 w 7897"/>
                  <a:gd name="connsiteY1" fmla="*/ 4513 h 4516"/>
                  <a:gd name="connsiteX2" fmla="*/ 4890 w 7897"/>
                  <a:gd name="connsiteY2" fmla="*/ 3 h 4516"/>
                </a:gdLst>
                <a:ahLst/>
                <a:cxnLst>
                  <a:cxn ang="0">
                    <a:pos x="connsiteX0" y="connsiteY0"/>
                  </a:cxn>
                  <a:cxn ang="0">
                    <a:pos x="connsiteX1" y="connsiteY1"/>
                  </a:cxn>
                  <a:cxn ang="0">
                    <a:pos x="connsiteX2" y="connsiteY2"/>
                  </a:cxn>
                </a:cxnLst>
                <a:rect l="l" t="t" r="r" b="b"/>
                <a:pathLst>
                  <a:path w="7897" h="4516">
                    <a:moveTo>
                      <a:pt x="4890" y="3"/>
                    </a:moveTo>
                    <a:cubicBezTo>
                      <a:pt x="1038" y="-134"/>
                      <a:pt x="-2877" y="4432"/>
                      <a:pt x="3004" y="4513"/>
                    </a:cubicBezTo>
                    <a:cubicBezTo>
                      <a:pt x="6879" y="4672"/>
                      <a:pt x="10765" y="83"/>
                      <a:pt x="4890"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1" name="Freeform: Shape 2670">
                <a:extLst>
                  <a:ext uri="{FF2B5EF4-FFF2-40B4-BE49-F238E27FC236}">
                    <a16:creationId xmlns:a16="http://schemas.microsoft.com/office/drawing/2014/main" id="{AC514B84-8BE2-E10B-825B-A4C2CA593B53}"/>
                  </a:ext>
                </a:extLst>
              </p:cNvPr>
              <p:cNvSpPr/>
              <p:nvPr/>
            </p:nvSpPr>
            <p:spPr>
              <a:xfrm>
                <a:off x="2456170" y="6257913"/>
                <a:ext cx="8536" cy="2061"/>
              </a:xfrm>
              <a:custGeom>
                <a:avLst/>
                <a:gdLst>
                  <a:gd name="connsiteX0" fmla="*/ 5252 w 8536"/>
                  <a:gd name="connsiteY0" fmla="*/ 0 h 2061"/>
                  <a:gd name="connsiteX1" fmla="*/ 5 w 8536"/>
                  <a:gd name="connsiteY1" fmla="*/ 1005 h 2061"/>
                  <a:gd name="connsiteX2" fmla="*/ 5252 w 8536"/>
                  <a:gd name="connsiteY2" fmla="*/ 0 h 2061"/>
                </a:gdLst>
                <a:ahLst/>
                <a:cxnLst>
                  <a:cxn ang="0">
                    <a:pos x="connsiteX0" y="connsiteY0"/>
                  </a:cxn>
                  <a:cxn ang="0">
                    <a:pos x="connsiteX1" y="connsiteY1"/>
                  </a:cxn>
                  <a:cxn ang="0">
                    <a:pos x="connsiteX2" y="connsiteY2"/>
                  </a:cxn>
                </a:cxnLst>
                <a:rect l="l" t="t" r="r" b="b"/>
                <a:pathLst>
                  <a:path w="8536" h="2061">
                    <a:moveTo>
                      <a:pt x="5252" y="0"/>
                    </a:moveTo>
                    <a:cubicBezTo>
                      <a:pt x="2954" y="0"/>
                      <a:pt x="606" y="451"/>
                      <a:pt x="5" y="1005"/>
                    </a:cubicBezTo>
                    <a:cubicBezTo>
                      <a:pt x="-332" y="3657"/>
                      <a:pt x="15087" y="548"/>
                      <a:pt x="5252"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2" name="Freeform: Shape 2671">
                <a:extLst>
                  <a:ext uri="{FF2B5EF4-FFF2-40B4-BE49-F238E27FC236}">
                    <a16:creationId xmlns:a16="http://schemas.microsoft.com/office/drawing/2014/main" id="{1A7232D2-9D39-A0F0-8145-DD5DB8773A8F}"/>
                  </a:ext>
                </a:extLst>
              </p:cNvPr>
              <p:cNvSpPr/>
              <p:nvPr/>
            </p:nvSpPr>
            <p:spPr>
              <a:xfrm>
                <a:off x="2168626" y="6594270"/>
                <a:ext cx="9406" cy="3829"/>
              </a:xfrm>
              <a:custGeom>
                <a:avLst/>
                <a:gdLst>
                  <a:gd name="connsiteX0" fmla="*/ 5994 w 9406"/>
                  <a:gd name="connsiteY0" fmla="*/ 17 h 3829"/>
                  <a:gd name="connsiteX1" fmla="*/ 3411 w 9406"/>
                  <a:gd name="connsiteY1" fmla="*/ 3812 h 3829"/>
                  <a:gd name="connsiteX2" fmla="*/ 5994 w 9406"/>
                  <a:gd name="connsiteY2" fmla="*/ 17 h 3829"/>
                </a:gdLst>
                <a:ahLst/>
                <a:cxnLst>
                  <a:cxn ang="0">
                    <a:pos x="connsiteX0" y="connsiteY0"/>
                  </a:cxn>
                  <a:cxn ang="0">
                    <a:pos x="connsiteX1" y="connsiteY1"/>
                  </a:cxn>
                  <a:cxn ang="0">
                    <a:pos x="connsiteX2" y="connsiteY2"/>
                  </a:cxn>
                </a:cxnLst>
                <a:rect l="l" t="t" r="r" b="b"/>
                <a:pathLst>
                  <a:path w="9406" h="3829">
                    <a:moveTo>
                      <a:pt x="5994" y="17"/>
                    </a:moveTo>
                    <a:cubicBezTo>
                      <a:pt x="1765" y="-281"/>
                      <a:pt x="-3641" y="3497"/>
                      <a:pt x="3411" y="3812"/>
                    </a:cubicBezTo>
                    <a:cubicBezTo>
                      <a:pt x="7657" y="4120"/>
                      <a:pt x="13041" y="354"/>
                      <a:pt x="5994"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3" name="Freeform: Shape 2672">
                <a:extLst>
                  <a:ext uri="{FF2B5EF4-FFF2-40B4-BE49-F238E27FC236}">
                    <a16:creationId xmlns:a16="http://schemas.microsoft.com/office/drawing/2014/main" id="{C75EEF79-9919-C4FA-EF2C-50D81B36AC09}"/>
                  </a:ext>
                </a:extLst>
              </p:cNvPr>
              <p:cNvSpPr/>
              <p:nvPr/>
            </p:nvSpPr>
            <p:spPr>
              <a:xfrm>
                <a:off x="2245042" y="6469628"/>
                <a:ext cx="9180" cy="3902"/>
              </a:xfrm>
              <a:custGeom>
                <a:avLst/>
                <a:gdLst>
                  <a:gd name="connsiteX0" fmla="*/ 5816 w 9180"/>
                  <a:gd name="connsiteY0" fmla="*/ 20 h 3902"/>
                  <a:gd name="connsiteX1" fmla="*/ 3358 w 9180"/>
                  <a:gd name="connsiteY1" fmla="*/ 3884 h 3902"/>
                  <a:gd name="connsiteX2" fmla="*/ 5816 w 9180"/>
                  <a:gd name="connsiteY2" fmla="*/ 20 h 3902"/>
                </a:gdLst>
                <a:ahLst/>
                <a:cxnLst>
                  <a:cxn ang="0">
                    <a:pos x="connsiteX0" y="connsiteY0"/>
                  </a:cxn>
                  <a:cxn ang="0">
                    <a:pos x="connsiteX1" y="connsiteY1"/>
                  </a:cxn>
                  <a:cxn ang="0">
                    <a:pos x="connsiteX2" y="connsiteY2"/>
                  </a:cxn>
                </a:cxnLst>
                <a:rect l="l" t="t" r="r" b="b"/>
                <a:pathLst>
                  <a:path w="9180" h="3902">
                    <a:moveTo>
                      <a:pt x="5816" y="20"/>
                    </a:moveTo>
                    <a:cubicBezTo>
                      <a:pt x="1586" y="-311"/>
                      <a:pt x="-3494" y="3512"/>
                      <a:pt x="3358" y="3884"/>
                    </a:cubicBezTo>
                    <a:cubicBezTo>
                      <a:pt x="7593" y="4204"/>
                      <a:pt x="12679" y="380"/>
                      <a:pt x="5816"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4" name="Freeform: Shape 2673">
                <a:extLst>
                  <a:ext uri="{FF2B5EF4-FFF2-40B4-BE49-F238E27FC236}">
                    <a16:creationId xmlns:a16="http://schemas.microsoft.com/office/drawing/2014/main" id="{20405C1B-E89A-FD5F-E335-2196F18241D3}"/>
                  </a:ext>
                </a:extLst>
              </p:cNvPr>
              <p:cNvSpPr/>
              <p:nvPr/>
            </p:nvSpPr>
            <p:spPr>
              <a:xfrm>
                <a:off x="2318343" y="6385952"/>
                <a:ext cx="8995" cy="2268"/>
              </a:xfrm>
              <a:custGeom>
                <a:avLst/>
                <a:gdLst>
                  <a:gd name="connsiteX0" fmla="*/ 5576 w 8995"/>
                  <a:gd name="connsiteY0" fmla="*/ 0 h 2268"/>
                  <a:gd name="connsiteX1" fmla="*/ 9 w 8995"/>
                  <a:gd name="connsiteY1" fmla="*/ 1109 h 2268"/>
                  <a:gd name="connsiteX2" fmla="*/ 5576 w 8995"/>
                  <a:gd name="connsiteY2" fmla="*/ 0 h 2268"/>
                </a:gdLst>
                <a:ahLst/>
                <a:cxnLst>
                  <a:cxn ang="0">
                    <a:pos x="connsiteX0" y="connsiteY0"/>
                  </a:cxn>
                  <a:cxn ang="0">
                    <a:pos x="connsiteX1" y="connsiteY1"/>
                  </a:cxn>
                  <a:cxn ang="0">
                    <a:pos x="connsiteX2" y="connsiteY2"/>
                  </a:cxn>
                </a:cxnLst>
                <a:rect l="l" t="t" r="r" b="b"/>
                <a:pathLst>
                  <a:path w="8995" h="2268">
                    <a:moveTo>
                      <a:pt x="5576" y="0"/>
                    </a:moveTo>
                    <a:cubicBezTo>
                      <a:pt x="3158" y="0"/>
                      <a:pt x="672" y="497"/>
                      <a:pt x="9" y="1109"/>
                    </a:cubicBezTo>
                    <a:cubicBezTo>
                      <a:pt x="-448" y="4023"/>
                      <a:pt x="15886" y="600"/>
                      <a:pt x="557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5" name="Freeform: Shape 2674">
                <a:extLst>
                  <a:ext uri="{FF2B5EF4-FFF2-40B4-BE49-F238E27FC236}">
                    <a16:creationId xmlns:a16="http://schemas.microsoft.com/office/drawing/2014/main" id="{A4406A9C-9416-034A-6648-703AA8A135DF}"/>
                  </a:ext>
                </a:extLst>
              </p:cNvPr>
              <p:cNvSpPr/>
              <p:nvPr/>
            </p:nvSpPr>
            <p:spPr>
              <a:xfrm>
                <a:off x="2388879" y="6320418"/>
                <a:ext cx="8760" cy="2162"/>
              </a:xfrm>
              <a:custGeom>
                <a:avLst/>
                <a:gdLst>
                  <a:gd name="connsiteX0" fmla="*/ 5408 w 8760"/>
                  <a:gd name="connsiteY0" fmla="*/ 0 h 2162"/>
                  <a:gd name="connsiteX1" fmla="*/ 7 w 8760"/>
                  <a:gd name="connsiteY1" fmla="*/ 1057 h 2162"/>
                  <a:gd name="connsiteX2" fmla="*/ 5408 w 8760"/>
                  <a:gd name="connsiteY2" fmla="*/ 0 h 2162"/>
                </a:gdLst>
                <a:ahLst/>
                <a:cxnLst>
                  <a:cxn ang="0">
                    <a:pos x="connsiteX0" y="connsiteY0"/>
                  </a:cxn>
                  <a:cxn ang="0">
                    <a:pos x="connsiteX1" y="connsiteY1"/>
                  </a:cxn>
                  <a:cxn ang="0">
                    <a:pos x="connsiteX2" y="connsiteY2"/>
                  </a:cxn>
                </a:cxnLst>
                <a:rect l="l" t="t" r="r" b="b"/>
                <a:pathLst>
                  <a:path w="8760" h="2162">
                    <a:moveTo>
                      <a:pt x="5408" y="0"/>
                    </a:moveTo>
                    <a:cubicBezTo>
                      <a:pt x="3053" y="0"/>
                      <a:pt x="636" y="474"/>
                      <a:pt x="7" y="1057"/>
                    </a:cubicBezTo>
                    <a:cubicBezTo>
                      <a:pt x="-387" y="3834"/>
                      <a:pt x="15478" y="571"/>
                      <a:pt x="540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6" name="Freeform: Shape 2675">
                <a:extLst>
                  <a:ext uri="{FF2B5EF4-FFF2-40B4-BE49-F238E27FC236}">
                    <a16:creationId xmlns:a16="http://schemas.microsoft.com/office/drawing/2014/main" id="{A8AD4475-88FE-2546-17FE-2E6F7D11B9EC}"/>
                  </a:ext>
                </a:extLst>
              </p:cNvPr>
              <p:cNvSpPr/>
              <p:nvPr/>
            </p:nvSpPr>
            <p:spPr>
              <a:xfrm>
                <a:off x="804908" y="7526050"/>
                <a:ext cx="13659" cy="5235"/>
              </a:xfrm>
              <a:custGeom>
                <a:avLst/>
                <a:gdLst>
                  <a:gd name="connsiteX0" fmla="*/ 9519 w 13659"/>
                  <a:gd name="connsiteY0" fmla="*/ 95 h 5235"/>
                  <a:gd name="connsiteX1" fmla="*/ 4141 w 13659"/>
                  <a:gd name="connsiteY1" fmla="*/ 5141 h 5235"/>
                  <a:gd name="connsiteX2" fmla="*/ 9519 w 13659"/>
                  <a:gd name="connsiteY2" fmla="*/ 95 h 5235"/>
                </a:gdLst>
                <a:ahLst/>
                <a:cxnLst>
                  <a:cxn ang="0">
                    <a:pos x="connsiteX0" y="connsiteY0"/>
                  </a:cxn>
                  <a:cxn ang="0">
                    <a:pos x="connsiteX1" y="connsiteY1"/>
                  </a:cxn>
                  <a:cxn ang="0">
                    <a:pos x="connsiteX2" y="connsiteY2"/>
                  </a:cxn>
                </a:cxnLst>
                <a:rect l="l" t="t" r="r" b="b"/>
                <a:pathLst>
                  <a:path w="13659" h="5235">
                    <a:moveTo>
                      <a:pt x="9519" y="95"/>
                    </a:moveTo>
                    <a:cubicBezTo>
                      <a:pt x="5135" y="-773"/>
                      <a:pt x="-6003" y="4553"/>
                      <a:pt x="4141" y="5141"/>
                    </a:cubicBezTo>
                    <a:cubicBezTo>
                      <a:pt x="8524" y="6004"/>
                      <a:pt x="19663" y="684"/>
                      <a:pt x="9519" y="9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7" name="Freeform: Shape 2676">
                <a:extLst>
                  <a:ext uri="{FF2B5EF4-FFF2-40B4-BE49-F238E27FC236}">
                    <a16:creationId xmlns:a16="http://schemas.microsoft.com/office/drawing/2014/main" id="{B2C09D22-61B6-EE40-1F7D-E3595A6FE475}"/>
                  </a:ext>
                </a:extLst>
              </p:cNvPr>
              <p:cNvSpPr/>
              <p:nvPr/>
            </p:nvSpPr>
            <p:spPr>
              <a:xfrm>
                <a:off x="2656005" y="5596472"/>
                <a:ext cx="6637" cy="4814"/>
              </a:xfrm>
              <a:custGeom>
                <a:avLst/>
                <a:gdLst>
                  <a:gd name="connsiteX0" fmla="*/ 4281 w 6637"/>
                  <a:gd name="connsiteY0" fmla="*/ 1296 h 4814"/>
                  <a:gd name="connsiteX1" fmla="*/ 292 w 6637"/>
                  <a:gd name="connsiteY1" fmla="*/ 4799 h 4814"/>
                  <a:gd name="connsiteX2" fmla="*/ 4281 w 6637"/>
                  <a:gd name="connsiteY2" fmla="*/ 1296 h 4814"/>
                </a:gdLst>
                <a:ahLst/>
                <a:cxnLst>
                  <a:cxn ang="0">
                    <a:pos x="connsiteX0" y="connsiteY0"/>
                  </a:cxn>
                  <a:cxn ang="0">
                    <a:pos x="connsiteX1" y="connsiteY1"/>
                  </a:cxn>
                  <a:cxn ang="0">
                    <a:pos x="connsiteX2" y="connsiteY2"/>
                  </a:cxn>
                </a:cxnLst>
                <a:rect l="l" t="t" r="r" b="b"/>
                <a:pathLst>
                  <a:path w="6637" h="4814">
                    <a:moveTo>
                      <a:pt x="4281" y="1296"/>
                    </a:moveTo>
                    <a:cubicBezTo>
                      <a:pt x="3366" y="1964"/>
                      <a:pt x="-1183" y="5062"/>
                      <a:pt x="292" y="4799"/>
                    </a:cubicBezTo>
                    <a:cubicBezTo>
                      <a:pt x="2463" y="3890"/>
                      <a:pt x="10596" y="-2751"/>
                      <a:pt x="4281" y="12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8" name="Freeform: Shape 2677">
                <a:extLst>
                  <a:ext uri="{FF2B5EF4-FFF2-40B4-BE49-F238E27FC236}">
                    <a16:creationId xmlns:a16="http://schemas.microsoft.com/office/drawing/2014/main" id="{61BD4B9B-BB3D-9477-9D2D-8BF0CDCEDD3C}"/>
                  </a:ext>
                </a:extLst>
              </p:cNvPr>
              <p:cNvSpPr/>
              <p:nvPr/>
            </p:nvSpPr>
            <p:spPr>
              <a:xfrm>
                <a:off x="1191821" y="6880134"/>
                <a:ext cx="11690" cy="3688"/>
              </a:xfrm>
              <a:custGeom>
                <a:avLst/>
                <a:gdLst>
                  <a:gd name="connsiteX0" fmla="*/ 7740 w 11690"/>
                  <a:gd name="connsiteY0" fmla="*/ 0 h 3688"/>
                  <a:gd name="connsiteX1" fmla="*/ 105 w 11690"/>
                  <a:gd name="connsiteY1" fmla="*/ 1805 h 3688"/>
                  <a:gd name="connsiteX2" fmla="*/ 7740 w 11690"/>
                  <a:gd name="connsiteY2" fmla="*/ 0 h 3688"/>
                </a:gdLst>
                <a:ahLst/>
                <a:cxnLst>
                  <a:cxn ang="0">
                    <a:pos x="connsiteX0" y="connsiteY0"/>
                  </a:cxn>
                  <a:cxn ang="0">
                    <a:pos x="connsiteX1" y="connsiteY1"/>
                  </a:cxn>
                  <a:cxn ang="0">
                    <a:pos x="connsiteX2" y="connsiteY2"/>
                  </a:cxn>
                </a:cxnLst>
                <a:rect l="l" t="t" r="r" b="b"/>
                <a:pathLst>
                  <a:path w="11690" h="3688">
                    <a:moveTo>
                      <a:pt x="7740" y="0"/>
                    </a:moveTo>
                    <a:cubicBezTo>
                      <a:pt x="4677" y="0"/>
                      <a:pt x="1254" y="806"/>
                      <a:pt x="105" y="1805"/>
                    </a:cubicBezTo>
                    <a:cubicBezTo>
                      <a:pt x="-1695" y="6549"/>
                      <a:pt x="20439" y="948"/>
                      <a:pt x="774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9" name="Freeform: Shape 2678">
                <a:extLst>
                  <a:ext uri="{FF2B5EF4-FFF2-40B4-BE49-F238E27FC236}">
                    <a16:creationId xmlns:a16="http://schemas.microsoft.com/office/drawing/2014/main" id="{7F553279-FE26-040D-C466-F304B2C75485}"/>
                  </a:ext>
                </a:extLst>
              </p:cNvPr>
              <p:cNvSpPr/>
              <p:nvPr/>
            </p:nvSpPr>
            <p:spPr>
              <a:xfrm>
                <a:off x="1429539" y="6719452"/>
                <a:ext cx="10961" cy="1110"/>
              </a:xfrm>
              <a:custGeom>
                <a:avLst/>
                <a:gdLst>
                  <a:gd name="connsiteX0" fmla="*/ 7326 w 10961"/>
                  <a:gd name="connsiteY0" fmla="*/ 10 h 1110"/>
                  <a:gd name="connsiteX1" fmla="*/ 3628 w 10961"/>
                  <a:gd name="connsiteY1" fmla="*/ 1101 h 1110"/>
                  <a:gd name="connsiteX2" fmla="*/ 7326 w 10961"/>
                  <a:gd name="connsiteY2" fmla="*/ 10 h 1110"/>
                </a:gdLst>
                <a:ahLst/>
                <a:cxnLst>
                  <a:cxn ang="0">
                    <a:pos x="connsiteX0" y="connsiteY0"/>
                  </a:cxn>
                  <a:cxn ang="0">
                    <a:pos x="connsiteX1" y="connsiteY1"/>
                  </a:cxn>
                  <a:cxn ang="0">
                    <a:pos x="connsiteX2" y="connsiteY2"/>
                  </a:cxn>
                </a:cxnLst>
                <a:rect l="l" t="t" r="r" b="b"/>
                <a:pathLst>
                  <a:path w="10961" h="1110">
                    <a:moveTo>
                      <a:pt x="7326" y="10"/>
                    </a:moveTo>
                    <a:cubicBezTo>
                      <a:pt x="3474" y="-115"/>
                      <a:pt x="-4744" y="947"/>
                      <a:pt x="3628" y="1101"/>
                    </a:cubicBezTo>
                    <a:cubicBezTo>
                      <a:pt x="7492" y="1221"/>
                      <a:pt x="15710" y="147"/>
                      <a:pt x="7326" y="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0" name="Freeform: Shape 2679">
                <a:extLst>
                  <a:ext uri="{FF2B5EF4-FFF2-40B4-BE49-F238E27FC236}">
                    <a16:creationId xmlns:a16="http://schemas.microsoft.com/office/drawing/2014/main" id="{2E602EE2-A184-EBFE-F7BE-9B23E113CBDC}"/>
                  </a:ext>
                </a:extLst>
              </p:cNvPr>
              <p:cNvSpPr/>
              <p:nvPr/>
            </p:nvSpPr>
            <p:spPr>
              <a:xfrm>
                <a:off x="1314059" y="6776510"/>
                <a:ext cx="11337" cy="2917"/>
              </a:xfrm>
              <a:custGeom>
                <a:avLst/>
                <a:gdLst>
                  <a:gd name="connsiteX0" fmla="*/ 7626 w 11337"/>
                  <a:gd name="connsiteY0" fmla="*/ 27 h 2917"/>
                  <a:gd name="connsiteX1" fmla="*/ 3706 w 11337"/>
                  <a:gd name="connsiteY1" fmla="*/ 2891 h 2917"/>
                  <a:gd name="connsiteX2" fmla="*/ 7626 w 11337"/>
                  <a:gd name="connsiteY2" fmla="*/ 27 h 2917"/>
                </a:gdLst>
                <a:ahLst/>
                <a:cxnLst>
                  <a:cxn ang="0">
                    <a:pos x="connsiteX0" y="connsiteY0"/>
                  </a:cxn>
                  <a:cxn ang="0">
                    <a:pos x="connsiteX1" y="connsiteY1"/>
                  </a:cxn>
                  <a:cxn ang="0">
                    <a:pos x="connsiteX2" y="connsiteY2"/>
                  </a:cxn>
                </a:cxnLst>
                <a:rect l="l" t="t" r="r" b="b"/>
                <a:pathLst>
                  <a:path w="11337" h="2917">
                    <a:moveTo>
                      <a:pt x="7626" y="27"/>
                    </a:moveTo>
                    <a:cubicBezTo>
                      <a:pt x="3437" y="-304"/>
                      <a:pt x="-4804" y="2462"/>
                      <a:pt x="3706" y="2891"/>
                    </a:cubicBezTo>
                    <a:cubicBezTo>
                      <a:pt x="7900" y="3216"/>
                      <a:pt x="16147" y="434"/>
                      <a:pt x="7626"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1" name="Freeform: Shape 2680">
                <a:extLst>
                  <a:ext uri="{FF2B5EF4-FFF2-40B4-BE49-F238E27FC236}">
                    <a16:creationId xmlns:a16="http://schemas.microsoft.com/office/drawing/2014/main" id="{17715BCD-920D-DA40-CCF3-0D0F1A701B52}"/>
                  </a:ext>
                </a:extLst>
              </p:cNvPr>
              <p:cNvSpPr/>
              <p:nvPr/>
            </p:nvSpPr>
            <p:spPr>
              <a:xfrm>
                <a:off x="1641470" y="6707521"/>
                <a:ext cx="10300" cy="210"/>
              </a:xfrm>
              <a:custGeom>
                <a:avLst/>
                <a:gdLst>
                  <a:gd name="connsiteX0" fmla="*/ 6798 w 10300"/>
                  <a:gd name="connsiteY0" fmla="*/ 191 h 210"/>
                  <a:gd name="connsiteX1" fmla="*/ 3501 w 10300"/>
                  <a:gd name="connsiteY1" fmla="*/ 19 h 210"/>
                  <a:gd name="connsiteX2" fmla="*/ 6798 w 10300"/>
                  <a:gd name="connsiteY2" fmla="*/ 191 h 210"/>
                </a:gdLst>
                <a:ahLst/>
                <a:cxnLst>
                  <a:cxn ang="0">
                    <a:pos x="connsiteX0" y="connsiteY0"/>
                  </a:cxn>
                  <a:cxn ang="0">
                    <a:pos x="connsiteX1" y="connsiteY1"/>
                  </a:cxn>
                  <a:cxn ang="0">
                    <a:pos x="connsiteX2" y="connsiteY2"/>
                  </a:cxn>
                </a:cxnLst>
                <a:rect l="l" t="t" r="r" b="b"/>
                <a:pathLst>
                  <a:path w="10300" h="210">
                    <a:moveTo>
                      <a:pt x="6798" y="191"/>
                    </a:moveTo>
                    <a:cubicBezTo>
                      <a:pt x="3106" y="259"/>
                      <a:pt x="-4443" y="134"/>
                      <a:pt x="3501" y="19"/>
                    </a:cubicBezTo>
                    <a:cubicBezTo>
                      <a:pt x="7198" y="-49"/>
                      <a:pt x="14742" y="77"/>
                      <a:pt x="6798" y="1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2" name="Freeform: Shape 2681">
                <a:extLst>
                  <a:ext uri="{FF2B5EF4-FFF2-40B4-BE49-F238E27FC236}">
                    <a16:creationId xmlns:a16="http://schemas.microsoft.com/office/drawing/2014/main" id="{25BD36D2-D9B9-D92B-27B7-0553DCEE4F37}"/>
                  </a:ext>
                </a:extLst>
              </p:cNvPr>
              <p:cNvSpPr/>
              <p:nvPr/>
            </p:nvSpPr>
            <p:spPr>
              <a:xfrm>
                <a:off x="1538505" y="6704197"/>
                <a:ext cx="10644" cy="98"/>
              </a:xfrm>
              <a:custGeom>
                <a:avLst/>
                <a:gdLst>
                  <a:gd name="connsiteX0" fmla="*/ 7064 w 10644"/>
                  <a:gd name="connsiteY0" fmla="*/ 11 h 98"/>
                  <a:gd name="connsiteX1" fmla="*/ 3573 w 10644"/>
                  <a:gd name="connsiteY1" fmla="*/ 92 h 98"/>
                  <a:gd name="connsiteX2" fmla="*/ 7064 w 10644"/>
                  <a:gd name="connsiteY2" fmla="*/ 11 h 98"/>
                </a:gdLst>
                <a:ahLst/>
                <a:cxnLst>
                  <a:cxn ang="0">
                    <a:pos x="connsiteX0" y="connsiteY0"/>
                  </a:cxn>
                  <a:cxn ang="0">
                    <a:pos x="connsiteX1" y="connsiteY1"/>
                  </a:cxn>
                  <a:cxn ang="0">
                    <a:pos x="connsiteX2" y="connsiteY2"/>
                  </a:cxn>
                </a:cxnLst>
                <a:rect l="l" t="t" r="r" b="b"/>
                <a:pathLst>
                  <a:path w="10644" h="98">
                    <a:moveTo>
                      <a:pt x="7064" y="11"/>
                    </a:moveTo>
                    <a:cubicBezTo>
                      <a:pt x="3327" y="23"/>
                      <a:pt x="-4617" y="126"/>
                      <a:pt x="3573" y="92"/>
                    </a:cubicBezTo>
                    <a:cubicBezTo>
                      <a:pt x="7322" y="69"/>
                      <a:pt x="15265" y="-34"/>
                      <a:pt x="7064" y="1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3" name="Freeform: Shape 2682">
                <a:extLst>
                  <a:ext uri="{FF2B5EF4-FFF2-40B4-BE49-F238E27FC236}">
                    <a16:creationId xmlns:a16="http://schemas.microsoft.com/office/drawing/2014/main" id="{9D558965-2E61-87C9-1B4C-DC8D47CCBB13}"/>
                  </a:ext>
                </a:extLst>
              </p:cNvPr>
              <p:cNvSpPr/>
              <p:nvPr/>
            </p:nvSpPr>
            <p:spPr>
              <a:xfrm>
                <a:off x="1738881" y="6706904"/>
                <a:ext cx="9984" cy="354"/>
              </a:xfrm>
              <a:custGeom>
                <a:avLst/>
                <a:gdLst>
                  <a:gd name="connsiteX0" fmla="*/ 6554 w 9984"/>
                  <a:gd name="connsiteY0" fmla="*/ 8 h 354"/>
                  <a:gd name="connsiteX1" fmla="*/ 3428 w 9984"/>
                  <a:gd name="connsiteY1" fmla="*/ 345 h 354"/>
                  <a:gd name="connsiteX2" fmla="*/ 6554 w 9984"/>
                  <a:gd name="connsiteY2" fmla="*/ 8 h 354"/>
                </a:gdLst>
                <a:ahLst/>
                <a:cxnLst>
                  <a:cxn ang="0">
                    <a:pos x="connsiteX0" y="connsiteY0"/>
                  </a:cxn>
                  <a:cxn ang="0">
                    <a:pos x="connsiteX1" y="connsiteY1"/>
                  </a:cxn>
                  <a:cxn ang="0">
                    <a:pos x="connsiteX2" y="connsiteY2"/>
                  </a:cxn>
                </a:cxnLst>
                <a:rect l="l" t="t" r="r" b="b"/>
                <a:pathLst>
                  <a:path w="9984" h="354">
                    <a:moveTo>
                      <a:pt x="6554" y="8"/>
                    </a:moveTo>
                    <a:cubicBezTo>
                      <a:pt x="2913" y="31"/>
                      <a:pt x="-4282" y="420"/>
                      <a:pt x="3428" y="345"/>
                    </a:cubicBezTo>
                    <a:cubicBezTo>
                      <a:pt x="7085" y="323"/>
                      <a:pt x="14263" y="-60"/>
                      <a:pt x="6554"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4" name="Freeform: Shape 2683">
                <a:extLst>
                  <a:ext uri="{FF2B5EF4-FFF2-40B4-BE49-F238E27FC236}">
                    <a16:creationId xmlns:a16="http://schemas.microsoft.com/office/drawing/2014/main" id="{3B5A47DC-8537-F1A1-58B9-1FCF738F68DE}"/>
                  </a:ext>
                </a:extLst>
              </p:cNvPr>
              <p:cNvSpPr/>
              <p:nvPr/>
            </p:nvSpPr>
            <p:spPr>
              <a:xfrm>
                <a:off x="615815" y="7378695"/>
                <a:ext cx="13652" cy="4791"/>
              </a:xfrm>
              <a:custGeom>
                <a:avLst/>
                <a:gdLst>
                  <a:gd name="connsiteX0" fmla="*/ 9531 w 13652"/>
                  <a:gd name="connsiteY0" fmla="*/ 44 h 4791"/>
                  <a:gd name="connsiteX1" fmla="*/ 4113 w 13652"/>
                  <a:gd name="connsiteY1" fmla="*/ 4748 h 4791"/>
                  <a:gd name="connsiteX2" fmla="*/ 9531 w 13652"/>
                  <a:gd name="connsiteY2" fmla="*/ 44 h 4791"/>
                </a:gdLst>
                <a:ahLst/>
                <a:cxnLst>
                  <a:cxn ang="0">
                    <a:pos x="connsiteX0" y="connsiteY0"/>
                  </a:cxn>
                  <a:cxn ang="0">
                    <a:pos x="connsiteX1" y="connsiteY1"/>
                  </a:cxn>
                  <a:cxn ang="0">
                    <a:pos x="connsiteX2" y="connsiteY2"/>
                  </a:cxn>
                </a:cxnLst>
                <a:rect l="l" t="t" r="r" b="b"/>
                <a:pathLst>
                  <a:path w="13652" h="4791">
                    <a:moveTo>
                      <a:pt x="9531" y="44"/>
                    </a:moveTo>
                    <a:cubicBezTo>
                      <a:pt x="4805" y="-493"/>
                      <a:pt x="-5842" y="4021"/>
                      <a:pt x="4113" y="4748"/>
                    </a:cubicBezTo>
                    <a:cubicBezTo>
                      <a:pt x="8857" y="5285"/>
                      <a:pt x="19498" y="770"/>
                      <a:pt x="9531" y="4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5" name="Freeform: Shape 2684">
                <a:extLst>
                  <a:ext uri="{FF2B5EF4-FFF2-40B4-BE49-F238E27FC236}">
                    <a16:creationId xmlns:a16="http://schemas.microsoft.com/office/drawing/2014/main" id="{6A2AA2B9-20FE-0316-D4BF-817A268DFB58}"/>
                  </a:ext>
                </a:extLst>
              </p:cNvPr>
              <p:cNvSpPr/>
              <p:nvPr/>
            </p:nvSpPr>
            <p:spPr>
              <a:xfrm>
                <a:off x="1061521" y="6992759"/>
                <a:ext cx="12166" cy="3910"/>
              </a:xfrm>
              <a:custGeom>
                <a:avLst/>
                <a:gdLst>
                  <a:gd name="connsiteX0" fmla="*/ 8292 w 12166"/>
                  <a:gd name="connsiteY0" fmla="*/ 35 h 3910"/>
                  <a:gd name="connsiteX1" fmla="*/ 3868 w 12166"/>
                  <a:gd name="connsiteY1" fmla="*/ 3876 h 3910"/>
                  <a:gd name="connsiteX2" fmla="*/ 8292 w 12166"/>
                  <a:gd name="connsiteY2" fmla="*/ 35 h 3910"/>
                </a:gdLst>
                <a:ahLst/>
                <a:cxnLst>
                  <a:cxn ang="0">
                    <a:pos x="connsiteX0" y="connsiteY0"/>
                  </a:cxn>
                  <a:cxn ang="0">
                    <a:pos x="connsiteX1" y="connsiteY1"/>
                  </a:cxn>
                  <a:cxn ang="0">
                    <a:pos x="connsiteX2" y="connsiteY2"/>
                  </a:cxn>
                </a:cxnLst>
                <a:rect l="l" t="t" r="r" b="b"/>
                <a:pathLst>
                  <a:path w="12166" h="3910">
                    <a:moveTo>
                      <a:pt x="8292" y="35"/>
                    </a:moveTo>
                    <a:cubicBezTo>
                      <a:pt x="3846" y="-399"/>
                      <a:pt x="-5156" y="3316"/>
                      <a:pt x="3868" y="3876"/>
                    </a:cubicBezTo>
                    <a:cubicBezTo>
                      <a:pt x="8332" y="4310"/>
                      <a:pt x="17321" y="601"/>
                      <a:pt x="8292"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6" name="Freeform: Shape 2685">
                <a:extLst>
                  <a:ext uri="{FF2B5EF4-FFF2-40B4-BE49-F238E27FC236}">
                    <a16:creationId xmlns:a16="http://schemas.microsoft.com/office/drawing/2014/main" id="{C0501A29-A007-209D-B3AC-9A865F8B9AE4}"/>
                  </a:ext>
                </a:extLst>
              </p:cNvPr>
              <p:cNvSpPr/>
              <p:nvPr/>
            </p:nvSpPr>
            <p:spPr>
              <a:xfrm>
                <a:off x="922833" y="7112856"/>
                <a:ext cx="12625" cy="4178"/>
              </a:xfrm>
              <a:custGeom>
                <a:avLst/>
                <a:gdLst>
                  <a:gd name="connsiteX0" fmla="*/ 8672 w 12625"/>
                  <a:gd name="connsiteY0" fmla="*/ 38 h 4178"/>
                  <a:gd name="connsiteX1" fmla="*/ 3946 w 12625"/>
                  <a:gd name="connsiteY1" fmla="*/ 4141 h 4178"/>
                  <a:gd name="connsiteX2" fmla="*/ 8672 w 12625"/>
                  <a:gd name="connsiteY2" fmla="*/ 38 h 4178"/>
                </a:gdLst>
                <a:ahLst/>
                <a:cxnLst>
                  <a:cxn ang="0">
                    <a:pos x="connsiteX0" y="connsiteY0"/>
                  </a:cxn>
                  <a:cxn ang="0">
                    <a:pos x="connsiteX1" y="connsiteY1"/>
                  </a:cxn>
                  <a:cxn ang="0">
                    <a:pos x="connsiteX2" y="connsiteY2"/>
                  </a:cxn>
                </a:cxnLst>
                <a:rect l="l" t="t" r="r" b="b"/>
                <a:pathLst>
                  <a:path w="12625" h="4178">
                    <a:moveTo>
                      <a:pt x="8672" y="38"/>
                    </a:moveTo>
                    <a:cubicBezTo>
                      <a:pt x="4140" y="-425"/>
                      <a:pt x="-5370" y="3524"/>
                      <a:pt x="3946" y="4141"/>
                    </a:cubicBezTo>
                    <a:cubicBezTo>
                      <a:pt x="8495" y="4604"/>
                      <a:pt x="17999" y="649"/>
                      <a:pt x="8672" y="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7" name="Freeform: Shape 2686">
                <a:extLst>
                  <a:ext uri="{FF2B5EF4-FFF2-40B4-BE49-F238E27FC236}">
                    <a16:creationId xmlns:a16="http://schemas.microsoft.com/office/drawing/2014/main" id="{4CB59E73-8DE9-9DDB-2C6F-9CC2D618BABF}"/>
                  </a:ext>
                </a:extLst>
              </p:cNvPr>
              <p:cNvSpPr/>
              <p:nvPr/>
            </p:nvSpPr>
            <p:spPr>
              <a:xfrm>
                <a:off x="774583" y="7241224"/>
                <a:ext cx="13118" cy="4470"/>
              </a:xfrm>
              <a:custGeom>
                <a:avLst/>
                <a:gdLst>
                  <a:gd name="connsiteX0" fmla="*/ 9086 w 13118"/>
                  <a:gd name="connsiteY0" fmla="*/ 41 h 4470"/>
                  <a:gd name="connsiteX1" fmla="*/ 4028 w 13118"/>
                  <a:gd name="connsiteY1" fmla="*/ 4430 h 4470"/>
                  <a:gd name="connsiteX2" fmla="*/ 9086 w 13118"/>
                  <a:gd name="connsiteY2" fmla="*/ 41 h 4470"/>
                </a:gdLst>
                <a:ahLst/>
                <a:cxnLst>
                  <a:cxn ang="0">
                    <a:pos x="connsiteX0" y="connsiteY0"/>
                  </a:cxn>
                  <a:cxn ang="0">
                    <a:pos x="connsiteX1" y="connsiteY1"/>
                  </a:cxn>
                  <a:cxn ang="0">
                    <a:pos x="connsiteX2" y="connsiteY2"/>
                  </a:cxn>
                </a:cxnLst>
                <a:rect l="l" t="t" r="r" b="b"/>
                <a:pathLst>
                  <a:path w="13118" h="4470">
                    <a:moveTo>
                      <a:pt x="9086" y="41"/>
                    </a:moveTo>
                    <a:cubicBezTo>
                      <a:pt x="4451" y="-457"/>
                      <a:pt x="-5596" y="3761"/>
                      <a:pt x="4028" y="4430"/>
                    </a:cubicBezTo>
                    <a:cubicBezTo>
                      <a:pt x="8674" y="4927"/>
                      <a:pt x="18716" y="703"/>
                      <a:pt x="9086" y="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8" name="Freeform: Shape 2687">
                <a:extLst>
                  <a:ext uri="{FF2B5EF4-FFF2-40B4-BE49-F238E27FC236}">
                    <a16:creationId xmlns:a16="http://schemas.microsoft.com/office/drawing/2014/main" id="{A651644D-3ED7-82BE-4FE6-7E6C9398A910}"/>
                  </a:ext>
                </a:extLst>
              </p:cNvPr>
              <p:cNvSpPr/>
              <p:nvPr/>
            </p:nvSpPr>
            <p:spPr>
              <a:xfrm>
                <a:off x="2079823" y="6385952"/>
                <a:ext cx="8976" cy="2270"/>
              </a:xfrm>
              <a:custGeom>
                <a:avLst/>
                <a:gdLst>
                  <a:gd name="connsiteX0" fmla="*/ 5654 w 8976"/>
                  <a:gd name="connsiteY0" fmla="*/ 0 h 2270"/>
                  <a:gd name="connsiteX1" fmla="*/ 19 w 8976"/>
                  <a:gd name="connsiteY1" fmla="*/ 1109 h 2270"/>
                  <a:gd name="connsiteX2" fmla="*/ 5654 w 8976"/>
                  <a:gd name="connsiteY2" fmla="*/ 0 h 2270"/>
                </a:gdLst>
                <a:ahLst/>
                <a:cxnLst>
                  <a:cxn ang="0">
                    <a:pos x="connsiteX0" y="connsiteY0"/>
                  </a:cxn>
                  <a:cxn ang="0">
                    <a:pos x="connsiteX1" y="connsiteY1"/>
                  </a:cxn>
                  <a:cxn ang="0">
                    <a:pos x="connsiteX2" y="connsiteY2"/>
                  </a:cxn>
                </a:cxnLst>
                <a:rect l="l" t="t" r="r" b="b"/>
                <a:pathLst>
                  <a:path w="8976" h="2270">
                    <a:moveTo>
                      <a:pt x="5654" y="0"/>
                    </a:moveTo>
                    <a:cubicBezTo>
                      <a:pt x="3254" y="0"/>
                      <a:pt x="728" y="497"/>
                      <a:pt x="19" y="1109"/>
                    </a:cubicBezTo>
                    <a:cubicBezTo>
                      <a:pt x="-633" y="4035"/>
                      <a:pt x="15815" y="583"/>
                      <a:pt x="565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9" name="Freeform: Shape 2688">
                <a:extLst>
                  <a:ext uri="{FF2B5EF4-FFF2-40B4-BE49-F238E27FC236}">
                    <a16:creationId xmlns:a16="http://schemas.microsoft.com/office/drawing/2014/main" id="{978F49A1-427F-D798-E3DD-FCBF2C38E3BF}"/>
                  </a:ext>
                </a:extLst>
              </p:cNvPr>
              <p:cNvSpPr/>
              <p:nvPr/>
            </p:nvSpPr>
            <p:spPr>
              <a:xfrm>
                <a:off x="2546603" y="5780181"/>
                <a:ext cx="7565" cy="4970"/>
              </a:xfrm>
              <a:custGeom>
                <a:avLst/>
                <a:gdLst>
                  <a:gd name="connsiteX0" fmla="*/ 4721 w 7565"/>
                  <a:gd name="connsiteY0" fmla="*/ 627 h 4970"/>
                  <a:gd name="connsiteX1" fmla="*/ 2841 w 7565"/>
                  <a:gd name="connsiteY1" fmla="*/ 4348 h 4970"/>
                  <a:gd name="connsiteX2" fmla="*/ 4721 w 7565"/>
                  <a:gd name="connsiteY2" fmla="*/ 627 h 4970"/>
                </a:gdLst>
                <a:ahLst/>
                <a:cxnLst>
                  <a:cxn ang="0">
                    <a:pos x="connsiteX0" y="connsiteY0"/>
                  </a:cxn>
                  <a:cxn ang="0">
                    <a:pos x="connsiteX1" y="connsiteY1"/>
                  </a:cxn>
                  <a:cxn ang="0">
                    <a:pos x="connsiteX2" y="connsiteY2"/>
                  </a:cxn>
                </a:cxnLst>
                <a:rect l="l" t="t" r="r" b="b"/>
                <a:pathLst>
                  <a:path w="7565" h="4970">
                    <a:moveTo>
                      <a:pt x="4721" y="627"/>
                    </a:moveTo>
                    <a:cubicBezTo>
                      <a:pt x="1801" y="1673"/>
                      <a:pt x="-3183" y="6708"/>
                      <a:pt x="2841" y="4348"/>
                    </a:cubicBezTo>
                    <a:cubicBezTo>
                      <a:pt x="5778" y="3325"/>
                      <a:pt x="10745" y="-1750"/>
                      <a:pt x="4721" y="6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0" name="Freeform: Shape 2689">
                <a:extLst>
                  <a:ext uri="{FF2B5EF4-FFF2-40B4-BE49-F238E27FC236}">
                    <a16:creationId xmlns:a16="http://schemas.microsoft.com/office/drawing/2014/main" id="{A44284FE-7C88-0E24-B19A-3CE6CB862D06}"/>
                  </a:ext>
                </a:extLst>
              </p:cNvPr>
              <p:cNvSpPr/>
              <p:nvPr/>
            </p:nvSpPr>
            <p:spPr>
              <a:xfrm>
                <a:off x="2364382" y="6119942"/>
                <a:ext cx="8116" cy="3144"/>
              </a:xfrm>
              <a:custGeom>
                <a:avLst/>
                <a:gdLst>
                  <a:gd name="connsiteX0" fmla="*/ 5119 w 8116"/>
                  <a:gd name="connsiteY0" fmla="*/ 6 h 3144"/>
                  <a:gd name="connsiteX1" fmla="*/ 2993 w 8116"/>
                  <a:gd name="connsiteY1" fmla="*/ 3138 h 3144"/>
                  <a:gd name="connsiteX2" fmla="*/ 5119 w 8116"/>
                  <a:gd name="connsiteY2" fmla="*/ 6 h 3144"/>
                </a:gdLst>
                <a:ahLst/>
                <a:cxnLst>
                  <a:cxn ang="0">
                    <a:pos x="connsiteX0" y="connsiteY0"/>
                  </a:cxn>
                  <a:cxn ang="0">
                    <a:pos x="connsiteX1" y="connsiteY1"/>
                  </a:cxn>
                  <a:cxn ang="0">
                    <a:pos x="connsiteX2" y="connsiteY2"/>
                  </a:cxn>
                </a:cxnLst>
                <a:rect l="l" t="t" r="r" b="b"/>
                <a:pathLst>
                  <a:path w="8116" h="3144">
                    <a:moveTo>
                      <a:pt x="5119" y="6"/>
                    </a:moveTo>
                    <a:cubicBezTo>
                      <a:pt x="1450" y="-155"/>
                      <a:pt x="-3128" y="3000"/>
                      <a:pt x="2993" y="3138"/>
                    </a:cubicBezTo>
                    <a:cubicBezTo>
                      <a:pt x="6679" y="3315"/>
                      <a:pt x="11240" y="137"/>
                      <a:pt x="5119" y="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1" name="Freeform: Shape 2690">
                <a:extLst>
                  <a:ext uri="{FF2B5EF4-FFF2-40B4-BE49-F238E27FC236}">
                    <a16:creationId xmlns:a16="http://schemas.microsoft.com/office/drawing/2014/main" id="{E583B867-03E4-DF47-F9F1-3708AE7BE943}"/>
                  </a:ext>
                </a:extLst>
              </p:cNvPr>
              <p:cNvSpPr/>
              <p:nvPr/>
            </p:nvSpPr>
            <p:spPr>
              <a:xfrm>
                <a:off x="2298314" y="6198199"/>
                <a:ext cx="8301" cy="1955"/>
              </a:xfrm>
              <a:custGeom>
                <a:avLst/>
                <a:gdLst>
                  <a:gd name="connsiteX0" fmla="*/ 5270 w 8301"/>
                  <a:gd name="connsiteY0" fmla="*/ 15 h 1955"/>
                  <a:gd name="connsiteX1" fmla="*/ 3030 w 8301"/>
                  <a:gd name="connsiteY1" fmla="*/ 1941 h 1955"/>
                  <a:gd name="connsiteX2" fmla="*/ 5270 w 8301"/>
                  <a:gd name="connsiteY2" fmla="*/ 15 h 1955"/>
                </a:gdLst>
                <a:ahLst/>
                <a:cxnLst>
                  <a:cxn ang="0">
                    <a:pos x="connsiteX0" y="connsiteY0"/>
                  </a:cxn>
                  <a:cxn ang="0">
                    <a:pos x="connsiteX1" y="connsiteY1"/>
                  </a:cxn>
                  <a:cxn ang="0">
                    <a:pos x="connsiteX2" y="connsiteY2"/>
                  </a:cxn>
                </a:cxnLst>
                <a:rect l="l" t="t" r="r" b="b"/>
                <a:pathLst>
                  <a:path w="8301" h="1955">
                    <a:moveTo>
                      <a:pt x="5270" y="15"/>
                    </a:moveTo>
                    <a:cubicBezTo>
                      <a:pt x="1715" y="-185"/>
                      <a:pt x="-3308" y="1712"/>
                      <a:pt x="3030" y="1941"/>
                    </a:cubicBezTo>
                    <a:cubicBezTo>
                      <a:pt x="6590" y="2140"/>
                      <a:pt x="11608" y="244"/>
                      <a:pt x="5270" y="1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2" name="Freeform: Shape 2691">
                <a:extLst>
                  <a:ext uri="{FF2B5EF4-FFF2-40B4-BE49-F238E27FC236}">
                    <a16:creationId xmlns:a16="http://schemas.microsoft.com/office/drawing/2014/main" id="{5E9B3C69-01DD-CCBA-1279-54B2CA0C5D66}"/>
                  </a:ext>
                </a:extLst>
              </p:cNvPr>
              <p:cNvSpPr/>
              <p:nvPr/>
            </p:nvSpPr>
            <p:spPr>
              <a:xfrm>
                <a:off x="1831348" y="6678731"/>
                <a:ext cx="9722" cy="1665"/>
              </a:xfrm>
              <a:custGeom>
                <a:avLst/>
                <a:gdLst>
                  <a:gd name="connsiteX0" fmla="*/ 6195 w 9722"/>
                  <a:gd name="connsiteY0" fmla="*/ 0 h 1665"/>
                  <a:gd name="connsiteX1" fmla="*/ 23 w 9722"/>
                  <a:gd name="connsiteY1" fmla="*/ 897 h 1665"/>
                  <a:gd name="connsiteX2" fmla="*/ 6195 w 9722"/>
                  <a:gd name="connsiteY2" fmla="*/ 0 h 1665"/>
                </a:gdLst>
                <a:ahLst/>
                <a:cxnLst>
                  <a:cxn ang="0">
                    <a:pos x="connsiteX0" y="connsiteY0"/>
                  </a:cxn>
                  <a:cxn ang="0">
                    <a:pos x="connsiteX1" y="connsiteY1"/>
                  </a:cxn>
                  <a:cxn ang="0">
                    <a:pos x="connsiteX2" y="connsiteY2"/>
                  </a:cxn>
                </a:cxnLst>
                <a:rect l="l" t="t" r="r" b="b"/>
                <a:pathLst>
                  <a:path w="9722" h="1665">
                    <a:moveTo>
                      <a:pt x="6195" y="0"/>
                    </a:moveTo>
                    <a:cubicBezTo>
                      <a:pt x="3606" y="46"/>
                      <a:pt x="840" y="452"/>
                      <a:pt x="23" y="897"/>
                    </a:cubicBezTo>
                    <a:cubicBezTo>
                      <a:pt x="-726" y="2989"/>
                      <a:pt x="17065" y="160"/>
                      <a:pt x="6195"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3" name="Freeform: Shape 2692">
                <a:extLst>
                  <a:ext uri="{FF2B5EF4-FFF2-40B4-BE49-F238E27FC236}">
                    <a16:creationId xmlns:a16="http://schemas.microsoft.com/office/drawing/2014/main" id="{21BFA68F-80E3-2C19-48D2-E88899314EEC}"/>
                  </a:ext>
                </a:extLst>
              </p:cNvPr>
              <p:cNvSpPr/>
              <p:nvPr/>
            </p:nvSpPr>
            <p:spPr>
              <a:xfrm>
                <a:off x="2488361" y="5897272"/>
                <a:ext cx="7757" cy="4406"/>
              </a:xfrm>
              <a:custGeom>
                <a:avLst/>
                <a:gdLst>
                  <a:gd name="connsiteX0" fmla="*/ 4858 w 7757"/>
                  <a:gd name="connsiteY0" fmla="*/ 242 h 4406"/>
                  <a:gd name="connsiteX1" fmla="*/ 2898 w 7757"/>
                  <a:gd name="connsiteY1" fmla="*/ 4168 h 4406"/>
                  <a:gd name="connsiteX2" fmla="*/ 4858 w 7757"/>
                  <a:gd name="connsiteY2" fmla="*/ 242 h 4406"/>
                </a:gdLst>
                <a:ahLst/>
                <a:cxnLst>
                  <a:cxn ang="0">
                    <a:pos x="connsiteX0" y="connsiteY0"/>
                  </a:cxn>
                  <a:cxn ang="0">
                    <a:pos x="connsiteX1" y="connsiteY1"/>
                  </a:cxn>
                  <a:cxn ang="0">
                    <a:pos x="connsiteX2" y="connsiteY2"/>
                  </a:cxn>
                </a:cxnLst>
                <a:rect l="l" t="t" r="r" b="b"/>
                <a:pathLst>
                  <a:path w="7757" h="4406">
                    <a:moveTo>
                      <a:pt x="4858" y="242"/>
                    </a:moveTo>
                    <a:cubicBezTo>
                      <a:pt x="1686" y="842"/>
                      <a:pt x="-3171" y="5499"/>
                      <a:pt x="2898" y="4168"/>
                    </a:cubicBezTo>
                    <a:cubicBezTo>
                      <a:pt x="6087" y="3596"/>
                      <a:pt x="10922" y="-1107"/>
                      <a:pt x="4858" y="24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4" name="Freeform: Shape 2693">
                <a:extLst>
                  <a:ext uri="{FF2B5EF4-FFF2-40B4-BE49-F238E27FC236}">
                    <a16:creationId xmlns:a16="http://schemas.microsoft.com/office/drawing/2014/main" id="{236CB175-431B-F87C-33C3-CE506373A992}"/>
                  </a:ext>
                </a:extLst>
              </p:cNvPr>
              <p:cNvSpPr/>
              <p:nvPr/>
            </p:nvSpPr>
            <p:spPr>
              <a:xfrm>
                <a:off x="2427638" y="6014613"/>
                <a:ext cx="7941" cy="3800"/>
              </a:xfrm>
              <a:custGeom>
                <a:avLst/>
                <a:gdLst>
                  <a:gd name="connsiteX0" fmla="*/ 4991 w 7941"/>
                  <a:gd name="connsiteY0" fmla="*/ 35 h 3800"/>
                  <a:gd name="connsiteX1" fmla="*/ 2945 w 7941"/>
                  <a:gd name="connsiteY1" fmla="*/ 3767 h 3800"/>
                  <a:gd name="connsiteX2" fmla="*/ 4991 w 7941"/>
                  <a:gd name="connsiteY2" fmla="*/ 35 h 3800"/>
                </a:gdLst>
                <a:ahLst/>
                <a:cxnLst>
                  <a:cxn ang="0">
                    <a:pos x="connsiteX0" y="connsiteY0"/>
                  </a:cxn>
                  <a:cxn ang="0">
                    <a:pos x="connsiteX1" y="connsiteY1"/>
                  </a:cxn>
                  <a:cxn ang="0">
                    <a:pos x="connsiteX2" y="connsiteY2"/>
                  </a:cxn>
                </a:cxnLst>
                <a:rect l="l" t="t" r="r" b="b"/>
                <a:pathLst>
                  <a:path w="7941" h="3800">
                    <a:moveTo>
                      <a:pt x="4991" y="35"/>
                    </a:moveTo>
                    <a:cubicBezTo>
                      <a:pt x="1511" y="207"/>
                      <a:pt x="-3119" y="4207"/>
                      <a:pt x="2945" y="3767"/>
                    </a:cubicBezTo>
                    <a:cubicBezTo>
                      <a:pt x="6448" y="3624"/>
                      <a:pt x="11055" y="-416"/>
                      <a:pt x="4991"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5" name="Freeform: Shape 2694">
                <a:extLst>
                  <a:ext uri="{FF2B5EF4-FFF2-40B4-BE49-F238E27FC236}">
                    <a16:creationId xmlns:a16="http://schemas.microsoft.com/office/drawing/2014/main" id="{674DDA77-F7FD-52E8-A09B-51723D9F96D2}"/>
                  </a:ext>
                </a:extLst>
              </p:cNvPr>
              <p:cNvSpPr/>
              <p:nvPr/>
            </p:nvSpPr>
            <p:spPr>
              <a:xfrm>
                <a:off x="2000717" y="6470267"/>
                <a:ext cx="9203" cy="3978"/>
              </a:xfrm>
              <a:custGeom>
                <a:avLst/>
                <a:gdLst>
                  <a:gd name="connsiteX0" fmla="*/ 5922 w 9203"/>
                  <a:gd name="connsiteY0" fmla="*/ 21 h 3978"/>
                  <a:gd name="connsiteX1" fmla="*/ 3276 w 9203"/>
                  <a:gd name="connsiteY1" fmla="*/ 3959 h 3978"/>
                  <a:gd name="connsiteX2" fmla="*/ 5922 w 9203"/>
                  <a:gd name="connsiteY2" fmla="*/ 21 h 3978"/>
                </a:gdLst>
                <a:ahLst/>
                <a:cxnLst>
                  <a:cxn ang="0">
                    <a:pos x="connsiteX0" y="connsiteY0"/>
                  </a:cxn>
                  <a:cxn ang="0">
                    <a:pos x="connsiteX1" y="connsiteY1"/>
                  </a:cxn>
                  <a:cxn ang="0">
                    <a:pos x="connsiteX2" y="connsiteY2"/>
                  </a:cxn>
                </a:cxnLst>
                <a:rect l="l" t="t" r="r" b="b"/>
                <a:pathLst>
                  <a:path w="9203" h="3978">
                    <a:moveTo>
                      <a:pt x="5922" y="21"/>
                    </a:moveTo>
                    <a:cubicBezTo>
                      <a:pt x="1824" y="-322"/>
                      <a:pt x="-3582" y="3565"/>
                      <a:pt x="3276" y="3959"/>
                    </a:cubicBezTo>
                    <a:cubicBezTo>
                      <a:pt x="7374" y="4290"/>
                      <a:pt x="12792" y="398"/>
                      <a:pt x="5922"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6" name="Freeform: Shape 2695">
                <a:extLst>
                  <a:ext uri="{FF2B5EF4-FFF2-40B4-BE49-F238E27FC236}">
                    <a16:creationId xmlns:a16="http://schemas.microsoft.com/office/drawing/2014/main" id="{96F4BE15-55FB-7685-76F7-966A0788B1BC}"/>
                  </a:ext>
                </a:extLst>
              </p:cNvPr>
              <p:cNvSpPr/>
              <p:nvPr/>
            </p:nvSpPr>
            <p:spPr>
              <a:xfrm>
                <a:off x="1918378" y="6597511"/>
                <a:ext cx="9459" cy="3890"/>
              </a:xfrm>
              <a:custGeom>
                <a:avLst/>
                <a:gdLst>
                  <a:gd name="connsiteX0" fmla="*/ 6120 w 9459"/>
                  <a:gd name="connsiteY0" fmla="*/ 16 h 3890"/>
                  <a:gd name="connsiteX1" fmla="*/ 3336 w 9459"/>
                  <a:gd name="connsiteY1" fmla="*/ 3874 h 3890"/>
                  <a:gd name="connsiteX2" fmla="*/ 6120 w 9459"/>
                  <a:gd name="connsiteY2" fmla="*/ 16 h 3890"/>
                </a:gdLst>
                <a:ahLst/>
                <a:cxnLst>
                  <a:cxn ang="0">
                    <a:pos x="connsiteX0" y="connsiteY0"/>
                  </a:cxn>
                  <a:cxn ang="0">
                    <a:pos x="connsiteX1" y="connsiteY1"/>
                  </a:cxn>
                  <a:cxn ang="0">
                    <a:pos x="connsiteX2" y="connsiteY2"/>
                  </a:cxn>
                </a:cxnLst>
                <a:rect l="l" t="t" r="r" b="b"/>
                <a:pathLst>
                  <a:path w="9459" h="3890">
                    <a:moveTo>
                      <a:pt x="6120" y="16"/>
                    </a:moveTo>
                    <a:cubicBezTo>
                      <a:pt x="2028" y="-276"/>
                      <a:pt x="-3745" y="3571"/>
                      <a:pt x="3336" y="3874"/>
                    </a:cubicBezTo>
                    <a:cubicBezTo>
                      <a:pt x="7445" y="4171"/>
                      <a:pt x="13200" y="336"/>
                      <a:pt x="6120"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7" name="Freeform: Shape 2696">
                <a:extLst>
                  <a:ext uri="{FF2B5EF4-FFF2-40B4-BE49-F238E27FC236}">
                    <a16:creationId xmlns:a16="http://schemas.microsoft.com/office/drawing/2014/main" id="{9190F53C-E727-1D45-0D5D-18FA62DC8F3A}"/>
                  </a:ext>
                </a:extLst>
              </p:cNvPr>
              <p:cNvSpPr/>
              <p:nvPr/>
            </p:nvSpPr>
            <p:spPr>
              <a:xfrm>
                <a:off x="2228776" y="6257898"/>
                <a:ext cx="8507" cy="2048"/>
              </a:xfrm>
              <a:custGeom>
                <a:avLst/>
                <a:gdLst>
                  <a:gd name="connsiteX0" fmla="*/ 5423 w 8507"/>
                  <a:gd name="connsiteY0" fmla="*/ 16 h 2048"/>
                  <a:gd name="connsiteX1" fmla="*/ 3079 w 8507"/>
                  <a:gd name="connsiteY1" fmla="*/ 2033 h 2048"/>
                  <a:gd name="connsiteX2" fmla="*/ 5423 w 8507"/>
                  <a:gd name="connsiteY2" fmla="*/ 16 h 2048"/>
                </a:gdLst>
                <a:ahLst/>
                <a:cxnLst>
                  <a:cxn ang="0">
                    <a:pos x="connsiteX0" y="connsiteY0"/>
                  </a:cxn>
                  <a:cxn ang="0">
                    <a:pos x="connsiteX1" y="connsiteY1"/>
                  </a:cxn>
                  <a:cxn ang="0">
                    <a:pos x="connsiteX2" y="connsiteY2"/>
                  </a:cxn>
                </a:cxnLst>
                <a:rect l="l" t="t" r="r" b="b"/>
                <a:pathLst>
                  <a:path w="8507" h="2048">
                    <a:moveTo>
                      <a:pt x="5423" y="16"/>
                    </a:moveTo>
                    <a:cubicBezTo>
                      <a:pt x="1816" y="-196"/>
                      <a:pt x="-3407" y="1787"/>
                      <a:pt x="3079" y="2033"/>
                    </a:cubicBezTo>
                    <a:cubicBezTo>
                      <a:pt x="6697" y="2244"/>
                      <a:pt x="11915" y="261"/>
                      <a:pt x="5423"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8" name="Freeform: Shape 2697">
                <a:extLst>
                  <a:ext uri="{FF2B5EF4-FFF2-40B4-BE49-F238E27FC236}">
                    <a16:creationId xmlns:a16="http://schemas.microsoft.com/office/drawing/2014/main" id="{026ABCBD-8FAA-04D6-001F-66C510387431}"/>
                  </a:ext>
                </a:extLst>
              </p:cNvPr>
              <p:cNvSpPr/>
              <p:nvPr/>
            </p:nvSpPr>
            <p:spPr>
              <a:xfrm>
                <a:off x="2156094" y="6320418"/>
                <a:ext cx="8755" cy="2161"/>
              </a:xfrm>
              <a:custGeom>
                <a:avLst/>
                <a:gdLst>
                  <a:gd name="connsiteX0" fmla="*/ 5490 w 8755"/>
                  <a:gd name="connsiteY0" fmla="*/ 0 h 2161"/>
                  <a:gd name="connsiteX1" fmla="*/ 15 w 8755"/>
                  <a:gd name="connsiteY1" fmla="*/ 1057 h 2161"/>
                  <a:gd name="connsiteX2" fmla="*/ 5490 w 8755"/>
                  <a:gd name="connsiteY2" fmla="*/ 0 h 2161"/>
                </a:gdLst>
                <a:ahLst/>
                <a:cxnLst>
                  <a:cxn ang="0">
                    <a:pos x="connsiteX0" y="connsiteY0"/>
                  </a:cxn>
                  <a:cxn ang="0">
                    <a:pos x="connsiteX1" y="connsiteY1"/>
                  </a:cxn>
                  <a:cxn ang="0">
                    <a:pos x="connsiteX2" y="connsiteY2"/>
                  </a:cxn>
                </a:cxnLst>
                <a:rect l="l" t="t" r="r" b="b"/>
                <a:pathLst>
                  <a:path w="8755" h="2161">
                    <a:moveTo>
                      <a:pt x="5490" y="0"/>
                    </a:moveTo>
                    <a:cubicBezTo>
                      <a:pt x="3147" y="0"/>
                      <a:pt x="695" y="474"/>
                      <a:pt x="15" y="1057"/>
                    </a:cubicBezTo>
                    <a:cubicBezTo>
                      <a:pt x="-562" y="3840"/>
                      <a:pt x="15434" y="554"/>
                      <a:pt x="549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9" name="Freeform: Shape 2698">
                <a:extLst>
                  <a:ext uri="{FF2B5EF4-FFF2-40B4-BE49-F238E27FC236}">
                    <a16:creationId xmlns:a16="http://schemas.microsoft.com/office/drawing/2014/main" id="{FA1788B1-A166-A14C-6AC3-4077ECE7E09D}"/>
                  </a:ext>
                </a:extLst>
              </p:cNvPr>
              <p:cNvSpPr/>
              <p:nvPr/>
            </p:nvSpPr>
            <p:spPr>
              <a:xfrm>
                <a:off x="2602462" y="5675615"/>
                <a:ext cx="7433" cy="5350"/>
              </a:xfrm>
              <a:custGeom>
                <a:avLst/>
                <a:gdLst>
                  <a:gd name="connsiteX0" fmla="*/ 4532 w 7433"/>
                  <a:gd name="connsiteY0" fmla="*/ 1191 h 5350"/>
                  <a:gd name="connsiteX1" fmla="*/ 0 w 7433"/>
                  <a:gd name="connsiteY1" fmla="*/ 4957 h 5350"/>
                  <a:gd name="connsiteX2" fmla="*/ 4532 w 7433"/>
                  <a:gd name="connsiteY2" fmla="*/ 1191 h 5350"/>
                </a:gdLst>
                <a:ahLst/>
                <a:cxnLst>
                  <a:cxn ang="0">
                    <a:pos x="connsiteX0" y="connsiteY0"/>
                  </a:cxn>
                  <a:cxn ang="0">
                    <a:pos x="connsiteX1" y="connsiteY1"/>
                  </a:cxn>
                  <a:cxn ang="0">
                    <a:pos x="connsiteX2" y="connsiteY2"/>
                  </a:cxn>
                </a:cxnLst>
                <a:rect l="l" t="t" r="r" b="b"/>
                <a:pathLst>
                  <a:path w="7433" h="5350">
                    <a:moveTo>
                      <a:pt x="4532" y="1191"/>
                    </a:moveTo>
                    <a:cubicBezTo>
                      <a:pt x="2526" y="2414"/>
                      <a:pt x="497" y="4106"/>
                      <a:pt x="0" y="4957"/>
                    </a:cubicBezTo>
                    <a:cubicBezTo>
                      <a:pt x="189" y="7529"/>
                      <a:pt x="13024" y="-3541"/>
                      <a:pt x="4532" y="119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0" name="Freeform: Shape 2699">
                <a:extLst>
                  <a:ext uri="{FF2B5EF4-FFF2-40B4-BE49-F238E27FC236}">
                    <a16:creationId xmlns:a16="http://schemas.microsoft.com/office/drawing/2014/main" id="{92799F75-4FD0-768D-ED96-8DB5FB323164}"/>
                  </a:ext>
                </a:extLst>
              </p:cNvPr>
              <p:cNvSpPr/>
              <p:nvPr/>
            </p:nvSpPr>
            <p:spPr>
              <a:xfrm>
                <a:off x="445758" y="7526050"/>
                <a:ext cx="13849" cy="5236"/>
              </a:xfrm>
              <a:custGeom>
                <a:avLst/>
                <a:gdLst>
                  <a:gd name="connsiteX0" fmla="*/ 9829 w 13849"/>
                  <a:gd name="connsiteY0" fmla="*/ 96 h 5236"/>
                  <a:gd name="connsiteX1" fmla="*/ 4017 w 13849"/>
                  <a:gd name="connsiteY1" fmla="*/ 5141 h 5236"/>
                  <a:gd name="connsiteX2" fmla="*/ 9829 w 13849"/>
                  <a:gd name="connsiteY2" fmla="*/ 96 h 5236"/>
                </a:gdLst>
                <a:ahLst/>
                <a:cxnLst>
                  <a:cxn ang="0">
                    <a:pos x="connsiteX0" y="connsiteY0"/>
                  </a:cxn>
                  <a:cxn ang="0">
                    <a:pos x="connsiteX1" y="connsiteY1"/>
                  </a:cxn>
                  <a:cxn ang="0">
                    <a:pos x="connsiteX2" y="connsiteY2"/>
                  </a:cxn>
                </a:cxnLst>
                <a:rect l="l" t="t" r="r" b="b"/>
                <a:pathLst>
                  <a:path w="13849" h="5236">
                    <a:moveTo>
                      <a:pt x="9829" y="96"/>
                    </a:moveTo>
                    <a:cubicBezTo>
                      <a:pt x="5652" y="-767"/>
                      <a:pt x="-6133" y="4484"/>
                      <a:pt x="4017" y="5141"/>
                    </a:cubicBezTo>
                    <a:cubicBezTo>
                      <a:pt x="8195" y="6004"/>
                      <a:pt x="19985" y="753"/>
                      <a:pt x="9829" y="9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1" name="Freeform: Shape 2700">
                <a:extLst>
                  <a:ext uri="{FF2B5EF4-FFF2-40B4-BE49-F238E27FC236}">
                    <a16:creationId xmlns:a16="http://schemas.microsoft.com/office/drawing/2014/main" id="{88148BE6-6CCD-A2D6-E952-33BDFCEE8B24}"/>
                  </a:ext>
                </a:extLst>
              </p:cNvPr>
              <p:cNvSpPr/>
              <p:nvPr/>
            </p:nvSpPr>
            <p:spPr>
              <a:xfrm>
                <a:off x="2461506" y="5750890"/>
                <a:ext cx="6590" cy="5907"/>
              </a:xfrm>
              <a:custGeom>
                <a:avLst/>
                <a:gdLst>
                  <a:gd name="connsiteX0" fmla="*/ 4327 w 6590"/>
                  <a:gd name="connsiteY0" fmla="*/ 1920 h 5907"/>
                  <a:gd name="connsiteX1" fmla="*/ 229 w 6590"/>
                  <a:gd name="connsiteY1" fmla="*/ 5761 h 5907"/>
                  <a:gd name="connsiteX2" fmla="*/ 4327 w 6590"/>
                  <a:gd name="connsiteY2" fmla="*/ 1920 h 5907"/>
                </a:gdLst>
                <a:ahLst/>
                <a:cxnLst>
                  <a:cxn ang="0">
                    <a:pos x="connsiteX0" y="connsiteY0"/>
                  </a:cxn>
                  <a:cxn ang="0">
                    <a:pos x="connsiteX1" y="connsiteY1"/>
                  </a:cxn>
                  <a:cxn ang="0">
                    <a:pos x="connsiteX2" y="connsiteY2"/>
                  </a:cxn>
                </a:cxnLst>
                <a:rect l="l" t="t" r="r" b="b"/>
                <a:pathLst>
                  <a:path w="6590" h="5907">
                    <a:moveTo>
                      <a:pt x="4327" y="1920"/>
                    </a:moveTo>
                    <a:cubicBezTo>
                      <a:pt x="3441" y="2720"/>
                      <a:pt x="-1056" y="6715"/>
                      <a:pt x="229" y="5761"/>
                    </a:cubicBezTo>
                    <a:cubicBezTo>
                      <a:pt x="2235" y="4132"/>
                      <a:pt x="10528" y="-3509"/>
                      <a:pt x="4327" y="19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2" name="Freeform: Shape 2701">
                <a:extLst>
                  <a:ext uri="{FF2B5EF4-FFF2-40B4-BE49-F238E27FC236}">
                    <a16:creationId xmlns:a16="http://schemas.microsoft.com/office/drawing/2014/main" id="{DBB745E4-AA37-A508-7E8E-B0DC05221845}"/>
                  </a:ext>
                </a:extLst>
              </p:cNvPr>
              <p:cNvSpPr/>
              <p:nvPr/>
            </p:nvSpPr>
            <p:spPr>
              <a:xfrm>
                <a:off x="1260189" y="6706174"/>
                <a:ext cx="10815" cy="89"/>
              </a:xfrm>
              <a:custGeom>
                <a:avLst/>
                <a:gdLst>
                  <a:gd name="connsiteX0" fmla="*/ 7284 w 10815"/>
                  <a:gd name="connsiteY0" fmla="*/ 29 h 89"/>
                  <a:gd name="connsiteX1" fmla="*/ 3534 w 10815"/>
                  <a:gd name="connsiteY1" fmla="*/ 63 h 89"/>
                  <a:gd name="connsiteX2" fmla="*/ 7284 w 10815"/>
                  <a:gd name="connsiteY2" fmla="*/ 29 h 89"/>
                </a:gdLst>
                <a:ahLst/>
                <a:cxnLst>
                  <a:cxn ang="0">
                    <a:pos x="connsiteX0" y="connsiteY0"/>
                  </a:cxn>
                  <a:cxn ang="0">
                    <a:pos x="connsiteX1" y="connsiteY1"/>
                  </a:cxn>
                  <a:cxn ang="0">
                    <a:pos x="connsiteX2" y="connsiteY2"/>
                  </a:cxn>
                </a:cxnLst>
                <a:rect l="l" t="t" r="r" b="b"/>
                <a:pathLst>
                  <a:path w="10815" h="89">
                    <a:moveTo>
                      <a:pt x="7284" y="29"/>
                    </a:moveTo>
                    <a:cubicBezTo>
                      <a:pt x="3637" y="58"/>
                      <a:pt x="-4747" y="127"/>
                      <a:pt x="3534" y="63"/>
                    </a:cubicBezTo>
                    <a:cubicBezTo>
                      <a:pt x="7181" y="29"/>
                      <a:pt x="15559" y="-39"/>
                      <a:pt x="7284"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3" name="Freeform: Shape 2702">
                <a:extLst>
                  <a:ext uri="{FF2B5EF4-FFF2-40B4-BE49-F238E27FC236}">
                    <a16:creationId xmlns:a16="http://schemas.microsoft.com/office/drawing/2014/main" id="{9A41EE9B-8C7E-B819-A89E-92BEA7E6CE7C}"/>
                  </a:ext>
                </a:extLst>
              </p:cNvPr>
              <p:cNvSpPr/>
              <p:nvPr/>
            </p:nvSpPr>
            <p:spPr>
              <a:xfrm>
                <a:off x="1143194" y="6720264"/>
                <a:ext cx="11078" cy="1076"/>
              </a:xfrm>
              <a:custGeom>
                <a:avLst/>
                <a:gdLst>
                  <a:gd name="connsiteX0" fmla="*/ 7527 w 11078"/>
                  <a:gd name="connsiteY0" fmla="*/ 10 h 1076"/>
                  <a:gd name="connsiteX1" fmla="*/ 3555 w 11078"/>
                  <a:gd name="connsiteY1" fmla="*/ 1067 h 1076"/>
                  <a:gd name="connsiteX2" fmla="*/ 7527 w 11078"/>
                  <a:gd name="connsiteY2" fmla="*/ 10 h 1076"/>
                </a:gdLst>
                <a:ahLst/>
                <a:cxnLst>
                  <a:cxn ang="0">
                    <a:pos x="connsiteX0" y="connsiteY0"/>
                  </a:cxn>
                  <a:cxn ang="0">
                    <a:pos x="connsiteX1" y="connsiteY1"/>
                  </a:cxn>
                  <a:cxn ang="0">
                    <a:pos x="connsiteX2" y="connsiteY2"/>
                  </a:cxn>
                </a:cxnLst>
                <a:rect l="l" t="t" r="r" b="b"/>
                <a:pathLst>
                  <a:path w="11078" h="1076">
                    <a:moveTo>
                      <a:pt x="7527" y="10"/>
                    </a:moveTo>
                    <a:cubicBezTo>
                      <a:pt x="3829" y="-110"/>
                      <a:pt x="-4863" y="924"/>
                      <a:pt x="3555" y="1067"/>
                    </a:cubicBezTo>
                    <a:cubicBezTo>
                      <a:pt x="7252" y="1187"/>
                      <a:pt x="15939" y="135"/>
                      <a:pt x="7527" y="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4" name="Freeform: Shape 2703">
                <a:extLst>
                  <a:ext uri="{FF2B5EF4-FFF2-40B4-BE49-F238E27FC236}">
                    <a16:creationId xmlns:a16="http://schemas.microsoft.com/office/drawing/2014/main" id="{D87B4884-BDC3-05D9-FB45-FCCE047C2073}"/>
                  </a:ext>
                </a:extLst>
              </p:cNvPr>
              <p:cNvSpPr/>
              <p:nvPr/>
            </p:nvSpPr>
            <p:spPr>
              <a:xfrm>
                <a:off x="1370789" y="6710816"/>
                <a:ext cx="10428" cy="262"/>
              </a:xfrm>
              <a:custGeom>
                <a:avLst/>
                <a:gdLst>
                  <a:gd name="connsiteX0" fmla="*/ 6989 w 10428"/>
                  <a:gd name="connsiteY0" fmla="*/ 239 h 262"/>
                  <a:gd name="connsiteX1" fmla="*/ 3446 w 10428"/>
                  <a:gd name="connsiteY1" fmla="*/ 23 h 262"/>
                  <a:gd name="connsiteX2" fmla="*/ 6989 w 10428"/>
                  <a:gd name="connsiteY2" fmla="*/ 239 h 262"/>
                </a:gdLst>
                <a:ahLst/>
                <a:cxnLst>
                  <a:cxn ang="0">
                    <a:pos x="connsiteX0" y="connsiteY0"/>
                  </a:cxn>
                  <a:cxn ang="0">
                    <a:pos x="connsiteX1" y="connsiteY1"/>
                  </a:cxn>
                  <a:cxn ang="0">
                    <a:pos x="connsiteX2" y="connsiteY2"/>
                  </a:cxn>
                </a:cxnLst>
                <a:rect l="l" t="t" r="r" b="b"/>
                <a:pathLst>
                  <a:path w="10428" h="262">
                    <a:moveTo>
                      <a:pt x="6989" y="239"/>
                    </a:moveTo>
                    <a:cubicBezTo>
                      <a:pt x="3417" y="320"/>
                      <a:pt x="-4561" y="171"/>
                      <a:pt x="3446" y="23"/>
                    </a:cubicBezTo>
                    <a:cubicBezTo>
                      <a:pt x="7012" y="-58"/>
                      <a:pt x="14984" y="91"/>
                      <a:pt x="6989" y="2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5" name="Freeform: Shape 2704">
                <a:extLst>
                  <a:ext uri="{FF2B5EF4-FFF2-40B4-BE49-F238E27FC236}">
                    <a16:creationId xmlns:a16="http://schemas.microsoft.com/office/drawing/2014/main" id="{893FEC6C-1BE5-4BB5-F51C-78FE3957ADB9}"/>
                  </a:ext>
                </a:extLst>
              </p:cNvPr>
              <p:cNvSpPr/>
              <p:nvPr/>
            </p:nvSpPr>
            <p:spPr>
              <a:xfrm>
                <a:off x="1475410" y="6711470"/>
                <a:ext cx="10100" cy="340"/>
              </a:xfrm>
              <a:custGeom>
                <a:avLst/>
                <a:gdLst>
                  <a:gd name="connsiteX0" fmla="*/ 6729 w 10100"/>
                  <a:gd name="connsiteY0" fmla="*/ 20 h 340"/>
                  <a:gd name="connsiteX1" fmla="*/ 3374 w 10100"/>
                  <a:gd name="connsiteY1" fmla="*/ 317 h 340"/>
                  <a:gd name="connsiteX2" fmla="*/ 6729 w 10100"/>
                  <a:gd name="connsiteY2" fmla="*/ 20 h 340"/>
                </a:gdLst>
                <a:ahLst/>
                <a:cxnLst>
                  <a:cxn ang="0">
                    <a:pos x="connsiteX0" y="connsiteY0"/>
                  </a:cxn>
                  <a:cxn ang="0">
                    <a:pos x="connsiteX1" y="connsiteY1"/>
                  </a:cxn>
                  <a:cxn ang="0">
                    <a:pos x="connsiteX2" y="connsiteY2"/>
                  </a:cxn>
                </a:cxnLst>
                <a:rect l="l" t="t" r="r" b="b"/>
                <a:pathLst>
                  <a:path w="10100" h="340">
                    <a:moveTo>
                      <a:pt x="6729" y="20"/>
                    </a:moveTo>
                    <a:cubicBezTo>
                      <a:pt x="3214" y="60"/>
                      <a:pt x="-4398" y="437"/>
                      <a:pt x="3374" y="317"/>
                    </a:cubicBezTo>
                    <a:cubicBezTo>
                      <a:pt x="6889" y="283"/>
                      <a:pt x="14496" y="-89"/>
                      <a:pt x="6729"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6" name="Freeform: Shape 2705">
                <a:extLst>
                  <a:ext uri="{FF2B5EF4-FFF2-40B4-BE49-F238E27FC236}">
                    <a16:creationId xmlns:a16="http://schemas.microsoft.com/office/drawing/2014/main" id="{01EB716D-0E51-2932-BD24-4A378BE4876D}"/>
                  </a:ext>
                </a:extLst>
              </p:cNvPr>
              <p:cNvSpPr/>
              <p:nvPr/>
            </p:nvSpPr>
            <p:spPr>
              <a:xfrm>
                <a:off x="1019181" y="6776594"/>
                <a:ext cx="11438" cy="2908"/>
              </a:xfrm>
              <a:custGeom>
                <a:avLst/>
                <a:gdLst>
                  <a:gd name="connsiteX0" fmla="*/ 7826 w 11438"/>
                  <a:gd name="connsiteY0" fmla="*/ 29 h 2908"/>
                  <a:gd name="connsiteX1" fmla="*/ 3620 w 11438"/>
                  <a:gd name="connsiteY1" fmla="*/ 2881 h 2908"/>
                  <a:gd name="connsiteX2" fmla="*/ 7826 w 11438"/>
                  <a:gd name="connsiteY2" fmla="*/ 29 h 2908"/>
                </a:gdLst>
                <a:ahLst/>
                <a:cxnLst>
                  <a:cxn ang="0">
                    <a:pos x="connsiteX0" y="connsiteY0"/>
                  </a:cxn>
                  <a:cxn ang="0">
                    <a:pos x="connsiteX1" y="connsiteY1"/>
                  </a:cxn>
                  <a:cxn ang="0">
                    <a:pos x="connsiteX2" y="connsiteY2"/>
                  </a:cxn>
                </a:cxnLst>
                <a:rect l="l" t="t" r="r" b="b"/>
                <a:pathLst>
                  <a:path w="11438" h="2908">
                    <a:moveTo>
                      <a:pt x="7826" y="29"/>
                    </a:moveTo>
                    <a:cubicBezTo>
                      <a:pt x="3797" y="-313"/>
                      <a:pt x="-4918" y="2436"/>
                      <a:pt x="3620" y="2881"/>
                    </a:cubicBezTo>
                    <a:cubicBezTo>
                      <a:pt x="7632" y="3213"/>
                      <a:pt x="16353" y="452"/>
                      <a:pt x="7826" y="2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7" name="Freeform: Shape 2706">
                <a:extLst>
                  <a:ext uri="{FF2B5EF4-FFF2-40B4-BE49-F238E27FC236}">
                    <a16:creationId xmlns:a16="http://schemas.microsoft.com/office/drawing/2014/main" id="{11EC44DC-AD19-4A7C-0DF8-C23D344B0E09}"/>
                  </a:ext>
                </a:extLst>
              </p:cNvPr>
              <p:cNvSpPr/>
              <p:nvPr/>
            </p:nvSpPr>
            <p:spPr>
              <a:xfrm>
                <a:off x="439788" y="7241221"/>
                <a:ext cx="13260" cy="4476"/>
              </a:xfrm>
              <a:custGeom>
                <a:avLst/>
                <a:gdLst>
                  <a:gd name="connsiteX0" fmla="*/ 9348 w 13260"/>
                  <a:gd name="connsiteY0" fmla="*/ 43 h 4476"/>
                  <a:gd name="connsiteX1" fmla="*/ 3919 w 13260"/>
                  <a:gd name="connsiteY1" fmla="*/ 4433 h 4476"/>
                  <a:gd name="connsiteX2" fmla="*/ 9348 w 13260"/>
                  <a:gd name="connsiteY2" fmla="*/ 43 h 4476"/>
                </a:gdLst>
                <a:ahLst/>
                <a:cxnLst>
                  <a:cxn ang="0">
                    <a:pos x="connsiteX0" y="connsiteY0"/>
                  </a:cxn>
                  <a:cxn ang="0">
                    <a:pos x="connsiteX1" y="connsiteY1"/>
                  </a:cxn>
                  <a:cxn ang="0">
                    <a:pos x="connsiteX2" y="connsiteY2"/>
                  </a:cxn>
                </a:cxnLst>
                <a:rect l="l" t="t" r="r" b="b"/>
                <a:pathLst>
                  <a:path w="13260" h="4476">
                    <a:moveTo>
                      <a:pt x="9348" y="43"/>
                    </a:moveTo>
                    <a:cubicBezTo>
                      <a:pt x="4913" y="-471"/>
                      <a:pt x="-5723" y="3730"/>
                      <a:pt x="3919" y="4433"/>
                    </a:cubicBezTo>
                    <a:cubicBezTo>
                      <a:pt x="8348" y="4947"/>
                      <a:pt x="18977" y="752"/>
                      <a:pt x="9348" y="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8" name="Freeform: Shape 2707">
                <a:extLst>
                  <a:ext uri="{FF2B5EF4-FFF2-40B4-BE49-F238E27FC236}">
                    <a16:creationId xmlns:a16="http://schemas.microsoft.com/office/drawing/2014/main" id="{30F5B9A6-19D2-0763-E9C3-AB0B3C14ACAB}"/>
                  </a:ext>
                </a:extLst>
              </p:cNvPr>
              <p:cNvSpPr/>
              <p:nvPr/>
            </p:nvSpPr>
            <p:spPr>
              <a:xfrm>
                <a:off x="269272" y="7378693"/>
                <a:ext cx="13803" cy="4796"/>
              </a:xfrm>
              <a:custGeom>
                <a:avLst/>
                <a:gdLst>
                  <a:gd name="connsiteX0" fmla="*/ 9813 w 13803"/>
                  <a:gd name="connsiteY0" fmla="*/ 46 h 4796"/>
                  <a:gd name="connsiteX1" fmla="*/ 3995 w 13803"/>
                  <a:gd name="connsiteY1" fmla="*/ 4750 h 4796"/>
                  <a:gd name="connsiteX2" fmla="*/ 9813 w 13803"/>
                  <a:gd name="connsiteY2" fmla="*/ 46 h 4796"/>
                </a:gdLst>
                <a:ahLst/>
                <a:cxnLst>
                  <a:cxn ang="0">
                    <a:pos x="connsiteX0" y="connsiteY0"/>
                  </a:cxn>
                  <a:cxn ang="0">
                    <a:pos x="connsiteX1" y="connsiteY1"/>
                  </a:cxn>
                  <a:cxn ang="0">
                    <a:pos x="connsiteX2" y="connsiteY2"/>
                  </a:cxn>
                </a:cxnLst>
                <a:rect l="l" t="t" r="r" b="b"/>
                <a:pathLst>
                  <a:path w="13803" h="4796">
                    <a:moveTo>
                      <a:pt x="9813" y="46"/>
                    </a:moveTo>
                    <a:cubicBezTo>
                      <a:pt x="5287" y="-503"/>
                      <a:pt x="-5966" y="3984"/>
                      <a:pt x="3995" y="4750"/>
                    </a:cubicBezTo>
                    <a:cubicBezTo>
                      <a:pt x="8522" y="5298"/>
                      <a:pt x="19763" y="812"/>
                      <a:pt x="9813"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9" name="Freeform: Shape 2708">
                <a:extLst>
                  <a:ext uri="{FF2B5EF4-FFF2-40B4-BE49-F238E27FC236}">
                    <a16:creationId xmlns:a16="http://schemas.microsoft.com/office/drawing/2014/main" id="{AE1E0A96-EBBE-12D3-F2D8-0707C1443492}"/>
                  </a:ext>
                </a:extLst>
              </p:cNvPr>
              <p:cNvSpPr/>
              <p:nvPr/>
            </p:nvSpPr>
            <p:spPr>
              <a:xfrm>
                <a:off x="887899" y="6880134"/>
                <a:ext cx="11780" cy="3687"/>
              </a:xfrm>
              <a:custGeom>
                <a:avLst/>
                <a:gdLst>
                  <a:gd name="connsiteX0" fmla="*/ 7938 w 11780"/>
                  <a:gd name="connsiteY0" fmla="*/ 0 h 3687"/>
                  <a:gd name="connsiteX1" fmla="*/ 143 w 11780"/>
                  <a:gd name="connsiteY1" fmla="*/ 1805 h 3687"/>
                  <a:gd name="connsiteX2" fmla="*/ 7938 w 11780"/>
                  <a:gd name="connsiteY2" fmla="*/ 0 h 3687"/>
                </a:gdLst>
                <a:ahLst/>
                <a:cxnLst>
                  <a:cxn ang="0">
                    <a:pos x="connsiteX0" y="connsiteY0"/>
                  </a:cxn>
                  <a:cxn ang="0">
                    <a:pos x="connsiteX1" y="connsiteY1"/>
                  </a:cxn>
                  <a:cxn ang="0">
                    <a:pos x="connsiteX2" y="connsiteY2"/>
                  </a:cxn>
                </a:cxnLst>
                <a:rect l="l" t="t" r="r" b="b"/>
                <a:pathLst>
                  <a:path w="11780" h="3687">
                    <a:moveTo>
                      <a:pt x="7938" y="0"/>
                    </a:moveTo>
                    <a:cubicBezTo>
                      <a:pt x="4869" y="0"/>
                      <a:pt x="1377" y="806"/>
                      <a:pt x="143" y="1805"/>
                    </a:cubicBezTo>
                    <a:cubicBezTo>
                      <a:pt x="-1983" y="6549"/>
                      <a:pt x="20511" y="943"/>
                      <a:pt x="793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0" name="Freeform: Shape 2709">
                <a:extLst>
                  <a:ext uri="{FF2B5EF4-FFF2-40B4-BE49-F238E27FC236}">
                    <a16:creationId xmlns:a16="http://schemas.microsoft.com/office/drawing/2014/main" id="{37D72460-F171-7D72-4AC7-AF39D4EFC17D}"/>
                  </a:ext>
                </a:extLst>
              </p:cNvPr>
              <p:cNvSpPr/>
              <p:nvPr/>
            </p:nvSpPr>
            <p:spPr>
              <a:xfrm>
                <a:off x="599005" y="7112854"/>
                <a:ext cx="12754" cy="4182"/>
              </a:xfrm>
              <a:custGeom>
                <a:avLst/>
                <a:gdLst>
                  <a:gd name="connsiteX0" fmla="*/ 8917 w 12754"/>
                  <a:gd name="connsiteY0" fmla="*/ 40 h 4182"/>
                  <a:gd name="connsiteX1" fmla="*/ 3842 w 12754"/>
                  <a:gd name="connsiteY1" fmla="*/ 4143 h 4182"/>
                  <a:gd name="connsiteX2" fmla="*/ 8917 w 12754"/>
                  <a:gd name="connsiteY2" fmla="*/ 40 h 4182"/>
                </a:gdLst>
                <a:ahLst/>
                <a:cxnLst>
                  <a:cxn ang="0">
                    <a:pos x="connsiteX0" y="connsiteY0"/>
                  </a:cxn>
                  <a:cxn ang="0">
                    <a:pos x="connsiteX1" y="connsiteY1"/>
                  </a:cxn>
                  <a:cxn ang="0">
                    <a:pos x="connsiteX2" y="connsiteY2"/>
                  </a:cxn>
                </a:cxnLst>
                <a:rect l="l" t="t" r="r" b="b"/>
                <a:pathLst>
                  <a:path w="12754" h="4182">
                    <a:moveTo>
                      <a:pt x="8917" y="40"/>
                    </a:moveTo>
                    <a:cubicBezTo>
                      <a:pt x="4567" y="-435"/>
                      <a:pt x="-5491" y="3498"/>
                      <a:pt x="3842" y="4143"/>
                    </a:cubicBezTo>
                    <a:cubicBezTo>
                      <a:pt x="8196" y="4617"/>
                      <a:pt x="18238" y="686"/>
                      <a:pt x="8917" y="4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1" name="Freeform: Shape 2710">
                <a:extLst>
                  <a:ext uri="{FF2B5EF4-FFF2-40B4-BE49-F238E27FC236}">
                    <a16:creationId xmlns:a16="http://schemas.microsoft.com/office/drawing/2014/main" id="{E52483C9-1F6E-AD27-FF7C-3DBFC323D407}"/>
                  </a:ext>
                </a:extLst>
              </p:cNvPr>
              <p:cNvSpPr/>
              <p:nvPr/>
            </p:nvSpPr>
            <p:spPr>
              <a:xfrm>
                <a:off x="748198" y="6992794"/>
                <a:ext cx="12199" cy="3922"/>
              </a:xfrm>
              <a:custGeom>
                <a:avLst/>
                <a:gdLst>
                  <a:gd name="connsiteX0" fmla="*/ 8279 w 12199"/>
                  <a:gd name="connsiteY0" fmla="*/ 0 h 3922"/>
                  <a:gd name="connsiteX1" fmla="*/ 169 w 12199"/>
                  <a:gd name="connsiteY1" fmla="*/ 1920 h 3922"/>
                  <a:gd name="connsiteX2" fmla="*/ 8279 w 12199"/>
                  <a:gd name="connsiteY2" fmla="*/ 0 h 3922"/>
                </a:gdLst>
                <a:ahLst/>
                <a:cxnLst>
                  <a:cxn ang="0">
                    <a:pos x="connsiteX0" y="connsiteY0"/>
                  </a:cxn>
                  <a:cxn ang="0">
                    <a:pos x="connsiteX1" y="connsiteY1"/>
                  </a:cxn>
                  <a:cxn ang="0">
                    <a:pos x="connsiteX2" y="connsiteY2"/>
                  </a:cxn>
                </a:cxnLst>
                <a:rect l="l" t="t" r="r" b="b"/>
                <a:pathLst>
                  <a:path w="12199" h="3922">
                    <a:moveTo>
                      <a:pt x="8279" y="0"/>
                    </a:moveTo>
                    <a:cubicBezTo>
                      <a:pt x="5113" y="0"/>
                      <a:pt x="1484" y="857"/>
                      <a:pt x="169" y="1920"/>
                    </a:cubicBezTo>
                    <a:cubicBezTo>
                      <a:pt x="-2197" y="6967"/>
                      <a:pt x="21212" y="1005"/>
                      <a:pt x="827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2" name="Freeform: Shape 2711">
                <a:extLst>
                  <a:ext uri="{FF2B5EF4-FFF2-40B4-BE49-F238E27FC236}">
                    <a16:creationId xmlns:a16="http://schemas.microsoft.com/office/drawing/2014/main" id="{5B36BD02-ADB8-AE47-82C7-37CECA951D08}"/>
                  </a:ext>
                </a:extLst>
              </p:cNvPr>
              <p:cNvSpPr/>
              <p:nvPr/>
            </p:nvSpPr>
            <p:spPr>
              <a:xfrm>
                <a:off x="1574596" y="6684145"/>
                <a:ext cx="9772" cy="1598"/>
              </a:xfrm>
              <a:custGeom>
                <a:avLst/>
                <a:gdLst>
                  <a:gd name="connsiteX0" fmla="*/ 6481 w 9772"/>
                  <a:gd name="connsiteY0" fmla="*/ 4 h 1598"/>
                  <a:gd name="connsiteX1" fmla="*/ 3297 w 9772"/>
                  <a:gd name="connsiteY1" fmla="*/ 1593 h 1598"/>
                  <a:gd name="connsiteX2" fmla="*/ 6481 w 9772"/>
                  <a:gd name="connsiteY2" fmla="*/ 4 h 1598"/>
                </a:gdLst>
                <a:ahLst/>
                <a:cxnLst>
                  <a:cxn ang="0">
                    <a:pos x="connsiteX0" y="connsiteY0"/>
                  </a:cxn>
                  <a:cxn ang="0">
                    <a:pos x="connsiteX1" y="connsiteY1"/>
                  </a:cxn>
                  <a:cxn ang="0">
                    <a:pos x="connsiteX2" y="connsiteY2"/>
                  </a:cxn>
                </a:cxnLst>
                <a:rect l="l" t="t" r="r" b="b"/>
                <a:pathLst>
                  <a:path w="9772" h="1598">
                    <a:moveTo>
                      <a:pt x="6481" y="4"/>
                    </a:moveTo>
                    <a:cubicBezTo>
                      <a:pt x="2886" y="-88"/>
                      <a:pt x="-4172" y="1552"/>
                      <a:pt x="3297" y="1593"/>
                    </a:cubicBezTo>
                    <a:cubicBezTo>
                      <a:pt x="6892" y="1701"/>
                      <a:pt x="13939" y="66"/>
                      <a:pt x="6481" y="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3" name="Freeform: Shape 2712">
                <a:extLst>
                  <a:ext uri="{FF2B5EF4-FFF2-40B4-BE49-F238E27FC236}">
                    <a16:creationId xmlns:a16="http://schemas.microsoft.com/office/drawing/2014/main" id="{FF081A66-8C70-C319-B551-13514E703B06}"/>
                  </a:ext>
                </a:extLst>
              </p:cNvPr>
              <p:cNvSpPr/>
              <p:nvPr/>
            </p:nvSpPr>
            <p:spPr>
              <a:xfrm>
                <a:off x="2215416" y="6050973"/>
                <a:ext cx="7960" cy="2977"/>
              </a:xfrm>
              <a:custGeom>
                <a:avLst/>
                <a:gdLst>
                  <a:gd name="connsiteX0" fmla="*/ 5084 w 7960"/>
                  <a:gd name="connsiteY0" fmla="*/ 160 h 2977"/>
                  <a:gd name="connsiteX1" fmla="*/ 2884 w 7960"/>
                  <a:gd name="connsiteY1" fmla="*/ 2823 h 2977"/>
                  <a:gd name="connsiteX2" fmla="*/ 5084 w 7960"/>
                  <a:gd name="connsiteY2" fmla="*/ 160 h 2977"/>
                </a:gdLst>
                <a:ahLst/>
                <a:cxnLst>
                  <a:cxn ang="0">
                    <a:pos x="connsiteX0" y="connsiteY0"/>
                  </a:cxn>
                  <a:cxn ang="0">
                    <a:pos x="connsiteX1" y="connsiteY1"/>
                  </a:cxn>
                  <a:cxn ang="0">
                    <a:pos x="connsiteX2" y="connsiteY2"/>
                  </a:cxn>
                </a:cxnLst>
                <a:rect l="l" t="t" r="r" b="b"/>
                <a:pathLst>
                  <a:path w="7960" h="2977">
                    <a:moveTo>
                      <a:pt x="5084" y="160"/>
                    </a:moveTo>
                    <a:cubicBezTo>
                      <a:pt x="1889" y="554"/>
                      <a:pt x="-3289" y="3703"/>
                      <a:pt x="2884" y="2823"/>
                    </a:cubicBezTo>
                    <a:cubicBezTo>
                      <a:pt x="6084" y="2463"/>
                      <a:pt x="11239" y="-744"/>
                      <a:pt x="5084" y="16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4" name="Freeform: Shape 2713">
                <a:extLst>
                  <a:ext uri="{FF2B5EF4-FFF2-40B4-BE49-F238E27FC236}">
                    <a16:creationId xmlns:a16="http://schemas.microsoft.com/office/drawing/2014/main" id="{9DD8C797-3382-30D0-3D81-E9481C532FC0}"/>
                  </a:ext>
                </a:extLst>
              </p:cNvPr>
              <p:cNvSpPr/>
              <p:nvPr/>
            </p:nvSpPr>
            <p:spPr>
              <a:xfrm>
                <a:off x="2280969" y="5969167"/>
                <a:ext cx="7791" cy="3953"/>
              </a:xfrm>
              <a:custGeom>
                <a:avLst/>
                <a:gdLst>
                  <a:gd name="connsiteX0" fmla="*/ 4853 w 7791"/>
                  <a:gd name="connsiteY0" fmla="*/ 648 h 3953"/>
                  <a:gd name="connsiteX1" fmla="*/ 1 w 7791"/>
                  <a:gd name="connsiteY1" fmla="*/ 3459 h 3953"/>
                  <a:gd name="connsiteX2" fmla="*/ 4853 w 7791"/>
                  <a:gd name="connsiteY2" fmla="*/ 648 h 3953"/>
                </a:gdLst>
                <a:ahLst/>
                <a:cxnLst>
                  <a:cxn ang="0">
                    <a:pos x="connsiteX0" y="connsiteY0"/>
                  </a:cxn>
                  <a:cxn ang="0">
                    <a:pos x="connsiteX1" y="connsiteY1"/>
                  </a:cxn>
                  <a:cxn ang="0">
                    <a:pos x="connsiteX2" y="connsiteY2"/>
                  </a:cxn>
                </a:cxnLst>
                <a:rect l="l" t="t" r="r" b="b"/>
                <a:pathLst>
                  <a:path w="7791" h="3953">
                    <a:moveTo>
                      <a:pt x="4853" y="648"/>
                    </a:moveTo>
                    <a:cubicBezTo>
                      <a:pt x="2756" y="1465"/>
                      <a:pt x="584" y="2722"/>
                      <a:pt x="1" y="3459"/>
                    </a:cubicBezTo>
                    <a:cubicBezTo>
                      <a:pt x="-153" y="6014"/>
                      <a:pt x="13660" y="-2319"/>
                      <a:pt x="4853" y="6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5" name="Freeform: Shape 2714">
                <a:extLst>
                  <a:ext uri="{FF2B5EF4-FFF2-40B4-BE49-F238E27FC236}">
                    <a16:creationId xmlns:a16="http://schemas.microsoft.com/office/drawing/2014/main" id="{2C7EB856-5BC6-1252-1F16-220901F76F30}"/>
                  </a:ext>
                </a:extLst>
              </p:cNvPr>
              <p:cNvSpPr/>
              <p:nvPr/>
            </p:nvSpPr>
            <p:spPr>
              <a:xfrm>
                <a:off x="2147379" y="6129537"/>
                <a:ext cx="8183" cy="2570"/>
              </a:xfrm>
              <a:custGeom>
                <a:avLst/>
                <a:gdLst>
                  <a:gd name="connsiteX0" fmla="*/ 5129 w 8183"/>
                  <a:gd name="connsiteY0" fmla="*/ 0 h 2570"/>
                  <a:gd name="connsiteX1" fmla="*/ 14 w 8183"/>
                  <a:gd name="connsiteY1" fmla="*/ 1457 h 2570"/>
                  <a:gd name="connsiteX2" fmla="*/ 5129 w 8183"/>
                  <a:gd name="connsiteY2" fmla="*/ 0 h 2570"/>
                </a:gdLst>
                <a:ahLst/>
                <a:cxnLst>
                  <a:cxn ang="0">
                    <a:pos x="connsiteX0" y="connsiteY0"/>
                  </a:cxn>
                  <a:cxn ang="0">
                    <a:pos x="connsiteX1" y="connsiteY1"/>
                  </a:cxn>
                  <a:cxn ang="0">
                    <a:pos x="connsiteX2" y="connsiteY2"/>
                  </a:cxn>
                </a:cxnLst>
                <a:rect l="l" t="t" r="r" b="b"/>
                <a:pathLst>
                  <a:path w="8183" h="2570">
                    <a:moveTo>
                      <a:pt x="5129" y="0"/>
                    </a:moveTo>
                    <a:cubicBezTo>
                      <a:pt x="2935" y="120"/>
                      <a:pt x="643" y="772"/>
                      <a:pt x="14" y="1457"/>
                    </a:cubicBezTo>
                    <a:cubicBezTo>
                      <a:pt x="-523" y="4583"/>
                      <a:pt x="14427" y="149"/>
                      <a:pt x="512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6" name="Freeform: Shape 2715">
                <a:extLst>
                  <a:ext uri="{FF2B5EF4-FFF2-40B4-BE49-F238E27FC236}">
                    <a16:creationId xmlns:a16="http://schemas.microsoft.com/office/drawing/2014/main" id="{46CF12DF-B2F6-761A-9EA6-4411072D833A}"/>
                  </a:ext>
                </a:extLst>
              </p:cNvPr>
              <p:cNvSpPr/>
              <p:nvPr/>
            </p:nvSpPr>
            <p:spPr>
              <a:xfrm>
                <a:off x="1668418" y="6602164"/>
                <a:ext cx="9533" cy="3985"/>
              </a:xfrm>
              <a:custGeom>
                <a:avLst/>
                <a:gdLst>
                  <a:gd name="connsiteX0" fmla="*/ 6270 w 9533"/>
                  <a:gd name="connsiteY0" fmla="*/ 15 h 3985"/>
                  <a:gd name="connsiteX1" fmla="*/ 3264 w 9533"/>
                  <a:gd name="connsiteY1" fmla="*/ 3970 h 3985"/>
                  <a:gd name="connsiteX2" fmla="*/ 6270 w 9533"/>
                  <a:gd name="connsiteY2" fmla="*/ 15 h 3985"/>
                </a:gdLst>
                <a:ahLst/>
                <a:cxnLst>
                  <a:cxn ang="0">
                    <a:pos x="connsiteX0" y="connsiteY0"/>
                  </a:cxn>
                  <a:cxn ang="0">
                    <a:pos x="connsiteX1" y="connsiteY1"/>
                  </a:cxn>
                  <a:cxn ang="0">
                    <a:pos x="connsiteX2" y="connsiteY2"/>
                  </a:cxn>
                </a:cxnLst>
                <a:rect l="l" t="t" r="r" b="b"/>
                <a:pathLst>
                  <a:path w="9533" h="3985">
                    <a:moveTo>
                      <a:pt x="6270" y="15"/>
                    </a:moveTo>
                    <a:cubicBezTo>
                      <a:pt x="2304" y="-276"/>
                      <a:pt x="-3851" y="3661"/>
                      <a:pt x="3264" y="3970"/>
                    </a:cubicBezTo>
                    <a:cubicBezTo>
                      <a:pt x="7248" y="4267"/>
                      <a:pt x="13374" y="347"/>
                      <a:pt x="6270" y="1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7" name="Freeform: Shape 2716">
                <a:extLst>
                  <a:ext uri="{FF2B5EF4-FFF2-40B4-BE49-F238E27FC236}">
                    <a16:creationId xmlns:a16="http://schemas.microsoft.com/office/drawing/2014/main" id="{1E5929DB-70BF-6884-98EF-FFC02B72A090}"/>
                  </a:ext>
                </a:extLst>
              </p:cNvPr>
              <p:cNvSpPr/>
              <p:nvPr/>
            </p:nvSpPr>
            <p:spPr>
              <a:xfrm>
                <a:off x="2343755" y="5888645"/>
                <a:ext cx="7666" cy="5086"/>
              </a:xfrm>
              <a:custGeom>
                <a:avLst/>
                <a:gdLst>
                  <a:gd name="connsiteX0" fmla="*/ 4726 w 7666"/>
                  <a:gd name="connsiteY0" fmla="*/ 1376 h 5086"/>
                  <a:gd name="connsiteX1" fmla="*/ 0 w 7666"/>
                  <a:gd name="connsiteY1" fmla="*/ 4857 h 5086"/>
                  <a:gd name="connsiteX2" fmla="*/ 4726 w 7666"/>
                  <a:gd name="connsiteY2" fmla="*/ 1376 h 5086"/>
                </a:gdLst>
                <a:ahLst/>
                <a:cxnLst>
                  <a:cxn ang="0">
                    <a:pos x="connsiteX0" y="connsiteY0"/>
                  </a:cxn>
                  <a:cxn ang="0">
                    <a:pos x="connsiteX1" y="connsiteY1"/>
                  </a:cxn>
                  <a:cxn ang="0">
                    <a:pos x="connsiteX2" y="connsiteY2"/>
                  </a:cxn>
                </a:cxnLst>
                <a:rect l="l" t="t" r="r" b="b"/>
                <a:pathLst>
                  <a:path w="7666" h="5086">
                    <a:moveTo>
                      <a:pt x="4726" y="1376"/>
                    </a:moveTo>
                    <a:cubicBezTo>
                      <a:pt x="2675" y="2599"/>
                      <a:pt x="560" y="4154"/>
                      <a:pt x="0" y="4857"/>
                    </a:cubicBezTo>
                    <a:cubicBezTo>
                      <a:pt x="-29" y="6731"/>
                      <a:pt x="13453" y="-3619"/>
                      <a:pt x="4726" y="137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8" name="Freeform: Shape 2717">
                <a:extLst>
                  <a:ext uri="{FF2B5EF4-FFF2-40B4-BE49-F238E27FC236}">
                    <a16:creationId xmlns:a16="http://schemas.microsoft.com/office/drawing/2014/main" id="{9FCDE896-1492-9856-1E48-84720D784647}"/>
                  </a:ext>
                </a:extLst>
              </p:cNvPr>
              <p:cNvSpPr/>
              <p:nvPr/>
            </p:nvSpPr>
            <p:spPr>
              <a:xfrm>
                <a:off x="2403822" y="5814362"/>
                <a:ext cx="7391" cy="5985"/>
              </a:xfrm>
              <a:custGeom>
                <a:avLst/>
                <a:gdLst>
                  <a:gd name="connsiteX0" fmla="*/ 4667 w 7391"/>
                  <a:gd name="connsiteY0" fmla="*/ 1845 h 5985"/>
                  <a:gd name="connsiteX1" fmla="*/ 2729 w 7391"/>
                  <a:gd name="connsiteY1" fmla="*/ 4142 h 5985"/>
                  <a:gd name="connsiteX2" fmla="*/ 4667 w 7391"/>
                  <a:gd name="connsiteY2" fmla="*/ 1845 h 5985"/>
                </a:gdLst>
                <a:ahLst/>
                <a:cxnLst>
                  <a:cxn ang="0">
                    <a:pos x="connsiteX0" y="connsiteY0"/>
                  </a:cxn>
                  <a:cxn ang="0">
                    <a:pos x="connsiteX1" y="connsiteY1"/>
                  </a:cxn>
                  <a:cxn ang="0">
                    <a:pos x="connsiteX2" y="connsiteY2"/>
                  </a:cxn>
                </a:cxnLst>
                <a:rect l="l" t="t" r="r" b="b"/>
                <a:pathLst>
                  <a:path w="7391" h="5985">
                    <a:moveTo>
                      <a:pt x="4667" y="1845"/>
                    </a:moveTo>
                    <a:cubicBezTo>
                      <a:pt x="1832" y="3954"/>
                      <a:pt x="-3123" y="8543"/>
                      <a:pt x="2729" y="4142"/>
                    </a:cubicBezTo>
                    <a:cubicBezTo>
                      <a:pt x="5564" y="2051"/>
                      <a:pt x="10508" y="-2567"/>
                      <a:pt x="4667" y="18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9" name="Freeform: Shape 2718">
                <a:extLst>
                  <a:ext uri="{FF2B5EF4-FFF2-40B4-BE49-F238E27FC236}">
                    <a16:creationId xmlns:a16="http://schemas.microsoft.com/office/drawing/2014/main" id="{DB7A0B96-7AA7-E440-94C0-39DCAAF6FBB8}"/>
                  </a:ext>
                </a:extLst>
              </p:cNvPr>
              <p:cNvSpPr/>
              <p:nvPr/>
            </p:nvSpPr>
            <p:spPr>
              <a:xfrm>
                <a:off x="2076324" y="6198199"/>
                <a:ext cx="8347" cy="1957"/>
              </a:xfrm>
              <a:custGeom>
                <a:avLst/>
                <a:gdLst>
                  <a:gd name="connsiteX0" fmla="*/ 5375 w 8347"/>
                  <a:gd name="connsiteY0" fmla="*/ 16 h 1957"/>
                  <a:gd name="connsiteX1" fmla="*/ 2975 w 8347"/>
                  <a:gd name="connsiteY1" fmla="*/ 1942 h 1957"/>
                  <a:gd name="connsiteX2" fmla="*/ 5375 w 8347"/>
                  <a:gd name="connsiteY2" fmla="*/ 16 h 1957"/>
                </a:gdLst>
                <a:ahLst/>
                <a:cxnLst>
                  <a:cxn ang="0">
                    <a:pos x="connsiteX0" y="connsiteY0"/>
                  </a:cxn>
                  <a:cxn ang="0">
                    <a:pos x="connsiteX1" y="connsiteY1"/>
                  </a:cxn>
                  <a:cxn ang="0">
                    <a:pos x="connsiteX2" y="connsiteY2"/>
                  </a:cxn>
                </a:cxnLst>
                <a:rect l="l" t="t" r="r" b="b"/>
                <a:pathLst>
                  <a:path w="8347" h="1957">
                    <a:moveTo>
                      <a:pt x="5375" y="16"/>
                    </a:moveTo>
                    <a:cubicBezTo>
                      <a:pt x="1924" y="-190"/>
                      <a:pt x="-3391" y="1696"/>
                      <a:pt x="2975" y="1942"/>
                    </a:cubicBezTo>
                    <a:cubicBezTo>
                      <a:pt x="6427" y="2148"/>
                      <a:pt x="11736" y="256"/>
                      <a:pt x="5375" y="1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0" name="Freeform: Shape 2719">
                <a:extLst>
                  <a:ext uri="{FF2B5EF4-FFF2-40B4-BE49-F238E27FC236}">
                    <a16:creationId xmlns:a16="http://schemas.microsoft.com/office/drawing/2014/main" id="{A3325A94-6363-1773-FA9B-A56C847D19B7}"/>
                  </a:ext>
                </a:extLst>
              </p:cNvPr>
              <p:cNvSpPr/>
              <p:nvPr/>
            </p:nvSpPr>
            <p:spPr>
              <a:xfrm>
                <a:off x="1757295" y="6471437"/>
                <a:ext cx="9252" cy="4084"/>
              </a:xfrm>
              <a:custGeom>
                <a:avLst/>
                <a:gdLst>
                  <a:gd name="connsiteX0" fmla="*/ 6057 w 9252"/>
                  <a:gd name="connsiteY0" fmla="*/ 23 h 4084"/>
                  <a:gd name="connsiteX1" fmla="*/ 3199 w 9252"/>
                  <a:gd name="connsiteY1" fmla="*/ 4064 h 4084"/>
                  <a:gd name="connsiteX2" fmla="*/ 6057 w 9252"/>
                  <a:gd name="connsiteY2" fmla="*/ 23 h 4084"/>
                </a:gdLst>
                <a:ahLst/>
                <a:cxnLst>
                  <a:cxn ang="0">
                    <a:pos x="connsiteX0" y="connsiteY0"/>
                  </a:cxn>
                  <a:cxn ang="0">
                    <a:pos x="connsiteX1" y="connsiteY1"/>
                  </a:cxn>
                  <a:cxn ang="0">
                    <a:pos x="connsiteX2" y="connsiteY2"/>
                  </a:cxn>
                </a:cxnLst>
                <a:rect l="l" t="t" r="r" b="b"/>
                <a:pathLst>
                  <a:path w="9252" h="4084">
                    <a:moveTo>
                      <a:pt x="6057" y="23"/>
                    </a:moveTo>
                    <a:cubicBezTo>
                      <a:pt x="2079" y="-337"/>
                      <a:pt x="-3676" y="3646"/>
                      <a:pt x="3199" y="4064"/>
                    </a:cubicBezTo>
                    <a:cubicBezTo>
                      <a:pt x="7165" y="4406"/>
                      <a:pt x="12932" y="429"/>
                      <a:pt x="6057"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1" name="Freeform: Shape 2720">
                <a:extLst>
                  <a:ext uri="{FF2B5EF4-FFF2-40B4-BE49-F238E27FC236}">
                    <a16:creationId xmlns:a16="http://schemas.microsoft.com/office/drawing/2014/main" id="{D0AFE17A-7E9C-5317-81D7-795CAE40957E}"/>
                  </a:ext>
                </a:extLst>
              </p:cNvPr>
              <p:cNvSpPr/>
              <p:nvPr/>
            </p:nvSpPr>
            <p:spPr>
              <a:xfrm>
                <a:off x="1842439" y="6385952"/>
                <a:ext cx="8983" cy="2272"/>
              </a:xfrm>
              <a:custGeom>
                <a:avLst/>
                <a:gdLst>
                  <a:gd name="connsiteX0" fmla="*/ 5746 w 8983"/>
                  <a:gd name="connsiteY0" fmla="*/ 0 h 2272"/>
                  <a:gd name="connsiteX1" fmla="*/ 31 w 8983"/>
                  <a:gd name="connsiteY1" fmla="*/ 1109 h 2272"/>
                  <a:gd name="connsiteX2" fmla="*/ 5746 w 8983"/>
                  <a:gd name="connsiteY2" fmla="*/ 0 h 2272"/>
                </a:gdLst>
                <a:ahLst/>
                <a:cxnLst>
                  <a:cxn ang="0">
                    <a:pos x="connsiteX0" y="connsiteY0"/>
                  </a:cxn>
                  <a:cxn ang="0">
                    <a:pos x="connsiteX1" y="connsiteY1"/>
                  </a:cxn>
                  <a:cxn ang="0">
                    <a:pos x="connsiteX2" y="connsiteY2"/>
                  </a:cxn>
                </a:cxnLst>
                <a:rect l="l" t="t" r="r" b="b"/>
                <a:pathLst>
                  <a:path w="8983" h="2272">
                    <a:moveTo>
                      <a:pt x="5746" y="0"/>
                    </a:moveTo>
                    <a:cubicBezTo>
                      <a:pt x="3351" y="0"/>
                      <a:pt x="797" y="497"/>
                      <a:pt x="31" y="1109"/>
                    </a:cubicBezTo>
                    <a:cubicBezTo>
                      <a:pt x="-809" y="4041"/>
                      <a:pt x="15787" y="578"/>
                      <a:pt x="574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2" name="Freeform: Shape 2721">
                <a:extLst>
                  <a:ext uri="{FF2B5EF4-FFF2-40B4-BE49-F238E27FC236}">
                    <a16:creationId xmlns:a16="http://schemas.microsoft.com/office/drawing/2014/main" id="{227DAF44-9018-CB39-390B-BF2D95F25181}"/>
                  </a:ext>
                </a:extLst>
              </p:cNvPr>
              <p:cNvSpPr/>
              <p:nvPr/>
            </p:nvSpPr>
            <p:spPr>
              <a:xfrm>
                <a:off x="1923987" y="6320401"/>
                <a:ext cx="8756" cy="2149"/>
              </a:xfrm>
              <a:custGeom>
                <a:avLst/>
                <a:gdLst>
                  <a:gd name="connsiteX0" fmla="*/ 5694 w 8756"/>
                  <a:gd name="connsiteY0" fmla="*/ 18 h 2149"/>
                  <a:gd name="connsiteX1" fmla="*/ 3065 w 8756"/>
                  <a:gd name="connsiteY1" fmla="*/ 2132 h 2149"/>
                  <a:gd name="connsiteX2" fmla="*/ 5694 w 8756"/>
                  <a:gd name="connsiteY2" fmla="*/ 18 h 2149"/>
                </a:gdLst>
                <a:ahLst/>
                <a:cxnLst>
                  <a:cxn ang="0">
                    <a:pos x="connsiteX0" y="connsiteY0"/>
                  </a:cxn>
                  <a:cxn ang="0">
                    <a:pos x="connsiteX1" y="connsiteY1"/>
                  </a:cxn>
                  <a:cxn ang="0">
                    <a:pos x="connsiteX2" y="connsiteY2"/>
                  </a:cxn>
                </a:cxnLst>
                <a:rect l="l" t="t" r="r" b="b"/>
                <a:pathLst>
                  <a:path w="8756" h="2149">
                    <a:moveTo>
                      <a:pt x="5694" y="18"/>
                    </a:moveTo>
                    <a:cubicBezTo>
                      <a:pt x="2151" y="-211"/>
                      <a:pt x="-3593" y="1852"/>
                      <a:pt x="3065" y="2132"/>
                    </a:cubicBezTo>
                    <a:cubicBezTo>
                      <a:pt x="6608" y="2360"/>
                      <a:pt x="12346" y="292"/>
                      <a:pt x="5694"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3" name="Freeform: Shape 2722">
                <a:extLst>
                  <a:ext uri="{FF2B5EF4-FFF2-40B4-BE49-F238E27FC236}">
                    <a16:creationId xmlns:a16="http://schemas.microsoft.com/office/drawing/2014/main" id="{664612F7-8722-81A2-4A9F-2841636D6BCA}"/>
                  </a:ext>
                </a:extLst>
              </p:cNvPr>
              <p:cNvSpPr/>
              <p:nvPr/>
            </p:nvSpPr>
            <p:spPr>
              <a:xfrm>
                <a:off x="2001899" y="6257897"/>
                <a:ext cx="8542" cy="2050"/>
              </a:xfrm>
              <a:custGeom>
                <a:avLst/>
                <a:gdLst>
                  <a:gd name="connsiteX0" fmla="*/ 5529 w 8542"/>
                  <a:gd name="connsiteY0" fmla="*/ 17 h 2050"/>
                  <a:gd name="connsiteX1" fmla="*/ 3020 w 8542"/>
                  <a:gd name="connsiteY1" fmla="*/ 2034 h 2050"/>
                  <a:gd name="connsiteX2" fmla="*/ 5529 w 8542"/>
                  <a:gd name="connsiteY2" fmla="*/ 17 h 2050"/>
                </a:gdLst>
                <a:ahLst/>
                <a:cxnLst>
                  <a:cxn ang="0">
                    <a:pos x="connsiteX0" y="connsiteY0"/>
                  </a:cxn>
                  <a:cxn ang="0">
                    <a:pos x="connsiteX1" y="connsiteY1"/>
                  </a:cxn>
                  <a:cxn ang="0">
                    <a:pos x="connsiteX2" y="connsiteY2"/>
                  </a:cxn>
                </a:cxnLst>
                <a:rect l="l" t="t" r="r" b="b"/>
                <a:pathLst>
                  <a:path w="8542" h="2050">
                    <a:moveTo>
                      <a:pt x="5529" y="17"/>
                    </a:moveTo>
                    <a:cubicBezTo>
                      <a:pt x="2031" y="-201"/>
                      <a:pt x="-3489" y="1771"/>
                      <a:pt x="3020" y="2034"/>
                    </a:cubicBezTo>
                    <a:cubicBezTo>
                      <a:pt x="6512" y="2251"/>
                      <a:pt x="12027" y="273"/>
                      <a:pt x="5529"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4" name="Freeform: Shape 2723">
                <a:extLst>
                  <a:ext uri="{FF2B5EF4-FFF2-40B4-BE49-F238E27FC236}">
                    <a16:creationId xmlns:a16="http://schemas.microsoft.com/office/drawing/2014/main" id="{181F6E70-A055-3398-687D-BE322AD3C0F3}"/>
                  </a:ext>
                </a:extLst>
              </p:cNvPr>
              <p:cNvSpPr/>
              <p:nvPr/>
            </p:nvSpPr>
            <p:spPr>
              <a:xfrm>
                <a:off x="86639" y="7526146"/>
                <a:ext cx="13923" cy="5179"/>
              </a:xfrm>
              <a:custGeom>
                <a:avLst/>
                <a:gdLst>
                  <a:gd name="connsiteX0" fmla="*/ 10109 w 13923"/>
                  <a:gd name="connsiteY0" fmla="*/ 0 h 5179"/>
                  <a:gd name="connsiteX1" fmla="*/ 131 w 13923"/>
                  <a:gd name="connsiteY1" fmla="*/ 4303 h 5179"/>
                  <a:gd name="connsiteX2" fmla="*/ 10109 w 13923"/>
                  <a:gd name="connsiteY2" fmla="*/ 0 h 5179"/>
                </a:gdLst>
                <a:ahLst/>
                <a:cxnLst>
                  <a:cxn ang="0">
                    <a:pos x="connsiteX0" y="connsiteY0"/>
                  </a:cxn>
                  <a:cxn ang="0">
                    <a:pos x="connsiteX1" y="connsiteY1"/>
                  </a:cxn>
                  <a:cxn ang="0">
                    <a:pos x="connsiteX2" y="connsiteY2"/>
                  </a:cxn>
                </a:cxnLst>
                <a:rect l="l" t="t" r="r" b="b"/>
                <a:pathLst>
                  <a:path w="13923" h="5179">
                    <a:moveTo>
                      <a:pt x="10109" y="0"/>
                    </a:moveTo>
                    <a:cubicBezTo>
                      <a:pt x="7475" y="149"/>
                      <a:pt x="-1161" y="834"/>
                      <a:pt x="131" y="4303"/>
                    </a:cubicBezTo>
                    <a:cubicBezTo>
                      <a:pt x="3423" y="7430"/>
                      <a:pt x="21722" y="1280"/>
                      <a:pt x="1010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5" name="Freeform: Shape 2724">
                <a:extLst>
                  <a:ext uri="{FF2B5EF4-FFF2-40B4-BE49-F238E27FC236}">
                    <a16:creationId xmlns:a16="http://schemas.microsoft.com/office/drawing/2014/main" id="{2602CEC6-045F-49FF-890A-102B20F9B092}"/>
                  </a:ext>
                </a:extLst>
              </p:cNvPr>
              <p:cNvSpPr/>
              <p:nvPr/>
            </p:nvSpPr>
            <p:spPr>
              <a:xfrm>
                <a:off x="2267160" y="5932693"/>
                <a:ext cx="6640" cy="6322"/>
              </a:xfrm>
              <a:custGeom>
                <a:avLst/>
                <a:gdLst>
                  <a:gd name="connsiteX0" fmla="*/ 4421 w 6640"/>
                  <a:gd name="connsiteY0" fmla="*/ 2282 h 6322"/>
                  <a:gd name="connsiteX1" fmla="*/ 214 w 6640"/>
                  <a:gd name="connsiteY1" fmla="*/ 6003 h 6322"/>
                  <a:gd name="connsiteX2" fmla="*/ 4421 w 6640"/>
                  <a:gd name="connsiteY2" fmla="*/ 2282 h 6322"/>
                </a:gdLst>
                <a:ahLst/>
                <a:cxnLst>
                  <a:cxn ang="0">
                    <a:pos x="connsiteX0" y="connsiteY0"/>
                  </a:cxn>
                  <a:cxn ang="0">
                    <a:pos x="connsiteX1" y="connsiteY1"/>
                  </a:cxn>
                  <a:cxn ang="0">
                    <a:pos x="connsiteX2" y="connsiteY2"/>
                  </a:cxn>
                </a:cxnLst>
                <a:rect l="l" t="t" r="r" b="b"/>
                <a:pathLst>
                  <a:path w="6640" h="6322">
                    <a:moveTo>
                      <a:pt x="4421" y="2282"/>
                    </a:moveTo>
                    <a:cubicBezTo>
                      <a:pt x="3603" y="3066"/>
                      <a:pt x="-1043" y="7540"/>
                      <a:pt x="214" y="6003"/>
                    </a:cubicBezTo>
                    <a:cubicBezTo>
                      <a:pt x="2072" y="3968"/>
                      <a:pt x="10616" y="-3798"/>
                      <a:pt x="4421" y="228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6" name="Freeform: Shape 2725">
                <a:extLst>
                  <a:ext uri="{FF2B5EF4-FFF2-40B4-BE49-F238E27FC236}">
                    <a16:creationId xmlns:a16="http://schemas.microsoft.com/office/drawing/2014/main" id="{B0D7EEE8-F617-EFDC-643B-86DBDC7F5EDE}"/>
                  </a:ext>
                </a:extLst>
              </p:cNvPr>
              <p:cNvSpPr/>
              <p:nvPr/>
            </p:nvSpPr>
            <p:spPr>
              <a:xfrm>
                <a:off x="724291" y="6776730"/>
                <a:ext cx="11552" cy="2894"/>
              </a:xfrm>
              <a:custGeom>
                <a:avLst/>
                <a:gdLst>
                  <a:gd name="connsiteX0" fmla="*/ 8023 w 11552"/>
                  <a:gd name="connsiteY0" fmla="*/ 31 h 2894"/>
                  <a:gd name="connsiteX1" fmla="*/ 3525 w 11552"/>
                  <a:gd name="connsiteY1" fmla="*/ 2865 h 2894"/>
                  <a:gd name="connsiteX2" fmla="*/ 8023 w 11552"/>
                  <a:gd name="connsiteY2" fmla="*/ 31 h 2894"/>
                </a:gdLst>
                <a:ahLst/>
                <a:cxnLst>
                  <a:cxn ang="0">
                    <a:pos x="connsiteX0" y="connsiteY0"/>
                  </a:cxn>
                  <a:cxn ang="0">
                    <a:pos x="connsiteX1" y="connsiteY1"/>
                  </a:cxn>
                  <a:cxn ang="0">
                    <a:pos x="connsiteX2" y="connsiteY2"/>
                  </a:cxn>
                </a:cxnLst>
                <a:rect l="l" t="t" r="r" b="b"/>
                <a:pathLst>
                  <a:path w="11552" h="2894">
                    <a:moveTo>
                      <a:pt x="8023" y="31"/>
                    </a:moveTo>
                    <a:cubicBezTo>
                      <a:pt x="4166" y="-318"/>
                      <a:pt x="-5018" y="2397"/>
                      <a:pt x="3525" y="2865"/>
                    </a:cubicBezTo>
                    <a:cubicBezTo>
                      <a:pt x="7389" y="3202"/>
                      <a:pt x="16573" y="471"/>
                      <a:pt x="8023" y="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7" name="Freeform: Shape 2726">
                <a:extLst>
                  <a:ext uri="{FF2B5EF4-FFF2-40B4-BE49-F238E27FC236}">
                    <a16:creationId xmlns:a16="http://schemas.microsoft.com/office/drawing/2014/main" id="{E8DEBA45-3615-254D-AF28-4399C9CF7257}"/>
                  </a:ext>
                </a:extLst>
              </p:cNvPr>
              <p:cNvSpPr/>
              <p:nvPr/>
            </p:nvSpPr>
            <p:spPr>
              <a:xfrm>
                <a:off x="856831" y="6721299"/>
                <a:ext cx="11221" cy="1035"/>
              </a:xfrm>
              <a:custGeom>
                <a:avLst/>
                <a:gdLst>
                  <a:gd name="connsiteX0" fmla="*/ 7734 w 11221"/>
                  <a:gd name="connsiteY0" fmla="*/ 9 h 1035"/>
                  <a:gd name="connsiteX1" fmla="*/ 3487 w 11221"/>
                  <a:gd name="connsiteY1" fmla="*/ 1026 h 1035"/>
                  <a:gd name="connsiteX2" fmla="*/ 7734 w 11221"/>
                  <a:gd name="connsiteY2" fmla="*/ 9 h 1035"/>
                </a:gdLst>
                <a:ahLst/>
                <a:cxnLst>
                  <a:cxn ang="0">
                    <a:pos x="connsiteX0" y="connsiteY0"/>
                  </a:cxn>
                  <a:cxn ang="0">
                    <a:pos x="connsiteX1" y="connsiteY1"/>
                  </a:cxn>
                  <a:cxn ang="0">
                    <a:pos x="connsiteX2" y="connsiteY2"/>
                  </a:cxn>
                </a:cxnLst>
                <a:rect l="l" t="t" r="r" b="b"/>
                <a:pathLst>
                  <a:path w="11221" h="1035">
                    <a:moveTo>
                      <a:pt x="7734" y="9"/>
                    </a:moveTo>
                    <a:cubicBezTo>
                      <a:pt x="4179" y="-105"/>
                      <a:pt x="-4977" y="901"/>
                      <a:pt x="3487" y="1026"/>
                    </a:cubicBezTo>
                    <a:cubicBezTo>
                      <a:pt x="7048" y="1141"/>
                      <a:pt x="16197" y="123"/>
                      <a:pt x="7734"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8" name="Freeform: Shape 2727">
                <a:extLst>
                  <a:ext uri="{FF2B5EF4-FFF2-40B4-BE49-F238E27FC236}">
                    <a16:creationId xmlns:a16="http://schemas.microsoft.com/office/drawing/2014/main" id="{A28AE9A0-AE4D-3E4F-51E1-36F09CEA831F}"/>
                  </a:ext>
                </a:extLst>
              </p:cNvPr>
              <p:cNvSpPr/>
              <p:nvPr/>
            </p:nvSpPr>
            <p:spPr>
              <a:xfrm>
                <a:off x="1100134" y="6714668"/>
                <a:ext cx="10509" cy="314"/>
              </a:xfrm>
              <a:custGeom>
                <a:avLst/>
                <a:gdLst>
                  <a:gd name="connsiteX0" fmla="*/ 7147 w 10509"/>
                  <a:gd name="connsiteY0" fmla="*/ 290 h 314"/>
                  <a:gd name="connsiteX1" fmla="*/ 3358 w 10509"/>
                  <a:gd name="connsiteY1" fmla="*/ 22 h 314"/>
                  <a:gd name="connsiteX2" fmla="*/ 7147 w 10509"/>
                  <a:gd name="connsiteY2" fmla="*/ 290 h 314"/>
                </a:gdLst>
                <a:ahLst/>
                <a:cxnLst>
                  <a:cxn ang="0">
                    <a:pos x="connsiteX0" y="connsiteY0"/>
                  </a:cxn>
                  <a:cxn ang="0">
                    <a:pos x="connsiteX1" y="connsiteY1"/>
                  </a:cxn>
                  <a:cxn ang="0">
                    <a:pos x="connsiteX2" y="connsiteY2"/>
                  </a:cxn>
                </a:cxnLst>
                <a:rect l="l" t="t" r="r" b="b"/>
                <a:pathLst>
                  <a:path w="10509" h="314">
                    <a:moveTo>
                      <a:pt x="7147" y="290"/>
                    </a:moveTo>
                    <a:cubicBezTo>
                      <a:pt x="3724" y="382"/>
                      <a:pt x="-4643" y="199"/>
                      <a:pt x="3358" y="22"/>
                    </a:cubicBezTo>
                    <a:cubicBezTo>
                      <a:pt x="6792" y="-64"/>
                      <a:pt x="15154" y="119"/>
                      <a:pt x="7147" y="29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9" name="Freeform: Shape 2728">
                <a:extLst>
                  <a:ext uri="{FF2B5EF4-FFF2-40B4-BE49-F238E27FC236}">
                    <a16:creationId xmlns:a16="http://schemas.microsoft.com/office/drawing/2014/main" id="{B76C2181-FE21-711F-6433-CAE255E5A00E}"/>
                  </a:ext>
                </a:extLst>
              </p:cNvPr>
              <p:cNvSpPr/>
              <p:nvPr/>
            </p:nvSpPr>
            <p:spPr>
              <a:xfrm>
                <a:off x="981970" y="6708533"/>
                <a:ext cx="10801" cy="88"/>
              </a:xfrm>
              <a:custGeom>
                <a:avLst/>
                <a:gdLst>
                  <a:gd name="connsiteX0" fmla="*/ 7399 w 10801"/>
                  <a:gd name="connsiteY0" fmla="*/ 53 h 88"/>
                  <a:gd name="connsiteX1" fmla="*/ 3393 w 10801"/>
                  <a:gd name="connsiteY1" fmla="*/ 42 h 88"/>
                  <a:gd name="connsiteX2" fmla="*/ 7399 w 10801"/>
                  <a:gd name="connsiteY2" fmla="*/ 53 h 88"/>
                </a:gdLst>
                <a:ahLst/>
                <a:cxnLst>
                  <a:cxn ang="0">
                    <a:pos x="connsiteX0" y="connsiteY0"/>
                  </a:cxn>
                  <a:cxn ang="0">
                    <a:pos x="connsiteX1" y="connsiteY1"/>
                  </a:cxn>
                  <a:cxn ang="0">
                    <a:pos x="connsiteX2" y="connsiteY2"/>
                  </a:cxn>
                </a:cxnLst>
                <a:rect l="l" t="t" r="r" b="b"/>
                <a:pathLst>
                  <a:path w="10801" h="88">
                    <a:moveTo>
                      <a:pt x="7399" y="53"/>
                    </a:moveTo>
                    <a:cubicBezTo>
                      <a:pt x="3964" y="88"/>
                      <a:pt x="-4791" y="116"/>
                      <a:pt x="3393" y="42"/>
                    </a:cubicBezTo>
                    <a:cubicBezTo>
                      <a:pt x="6839" y="2"/>
                      <a:pt x="15600" y="-33"/>
                      <a:pt x="7399" y="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0" name="Freeform: Shape 2729">
                <a:extLst>
                  <a:ext uri="{FF2B5EF4-FFF2-40B4-BE49-F238E27FC236}">
                    <a16:creationId xmlns:a16="http://schemas.microsoft.com/office/drawing/2014/main" id="{33E74D01-5F7F-EFDE-08C7-1C3CADE8086F}"/>
                  </a:ext>
                </a:extLst>
              </p:cNvPr>
              <p:cNvSpPr/>
              <p:nvPr/>
            </p:nvSpPr>
            <p:spPr>
              <a:xfrm>
                <a:off x="583725" y="6880097"/>
                <a:ext cx="11974" cy="3684"/>
              </a:xfrm>
              <a:custGeom>
                <a:avLst/>
                <a:gdLst>
                  <a:gd name="connsiteX0" fmla="*/ 8372 w 11974"/>
                  <a:gd name="connsiteY0" fmla="*/ 37 h 3684"/>
                  <a:gd name="connsiteX1" fmla="*/ 3600 w 11974"/>
                  <a:gd name="connsiteY1" fmla="*/ 3648 h 3684"/>
                  <a:gd name="connsiteX2" fmla="*/ 8372 w 11974"/>
                  <a:gd name="connsiteY2" fmla="*/ 37 h 3684"/>
                </a:gdLst>
                <a:ahLst/>
                <a:cxnLst>
                  <a:cxn ang="0">
                    <a:pos x="connsiteX0" y="connsiteY0"/>
                  </a:cxn>
                  <a:cxn ang="0">
                    <a:pos x="connsiteX1" y="connsiteY1"/>
                  </a:cxn>
                  <a:cxn ang="0">
                    <a:pos x="connsiteX2" y="connsiteY2"/>
                  </a:cxn>
                </a:cxnLst>
                <a:rect l="l" t="t" r="r" b="b"/>
                <a:pathLst>
                  <a:path w="11974" h="3684">
                    <a:moveTo>
                      <a:pt x="8372" y="37"/>
                    </a:moveTo>
                    <a:cubicBezTo>
                      <a:pt x="4343" y="-392"/>
                      <a:pt x="-5173" y="3071"/>
                      <a:pt x="3600" y="3648"/>
                    </a:cubicBezTo>
                    <a:cubicBezTo>
                      <a:pt x="7646" y="4071"/>
                      <a:pt x="17144" y="614"/>
                      <a:pt x="8372" y="3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1" name="Freeform: Shape 2730">
                <a:extLst>
                  <a:ext uri="{FF2B5EF4-FFF2-40B4-BE49-F238E27FC236}">
                    <a16:creationId xmlns:a16="http://schemas.microsoft.com/office/drawing/2014/main" id="{7A2E443E-A52E-1B03-9BBE-D433423D63E1}"/>
                  </a:ext>
                </a:extLst>
              </p:cNvPr>
              <p:cNvSpPr/>
              <p:nvPr/>
            </p:nvSpPr>
            <p:spPr>
              <a:xfrm>
                <a:off x="1211919" y="6716769"/>
                <a:ext cx="10263" cy="321"/>
              </a:xfrm>
              <a:custGeom>
                <a:avLst/>
                <a:gdLst>
                  <a:gd name="connsiteX0" fmla="*/ 6925 w 10263"/>
                  <a:gd name="connsiteY0" fmla="*/ 30 h 321"/>
                  <a:gd name="connsiteX1" fmla="*/ 3336 w 10263"/>
                  <a:gd name="connsiteY1" fmla="*/ 287 h 321"/>
                  <a:gd name="connsiteX2" fmla="*/ 6925 w 10263"/>
                  <a:gd name="connsiteY2" fmla="*/ 30 h 321"/>
                </a:gdLst>
                <a:ahLst/>
                <a:cxnLst>
                  <a:cxn ang="0">
                    <a:pos x="connsiteX0" y="connsiteY0"/>
                  </a:cxn>
                  <a:cxn ang="0">
                    <a:pos x="connsiteX1" y="connsiteY1"/>
                  </a:cxn>
                  <a:cxn ang="0">
                    <a:pos x="connsiteX2" y="connsiteY2"/>
                  </a:cxn>
                </a:cxnLst>
                <a:rect l="l" t="t" r="r" b="b"/>
                <a:pathLst>
                  <a:path w="10263" h="321">
                    <a:moveTo>
                      <a:pt x="6925" y="30"/>
                    </a:moveTo>
                    <a:cubicBezTo>
                      <a:pt x="3496" y="81"/>
                      <a:pt x="-4511" y="430"/>
                      <a:pt x="3336" y="287"/>
                    </a:cubicBezTo>
                    <a:cubicBezTo>
                      <a:pt x="6782" y="241"/>
                      <a:pt x="14771" y="-101"/>
                      <a:pt x="6925"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2" name="Freeform: Shape 2731">
                <a:extLst>
                  <a:ext uri="{FF2B5EF4-FFF2-40B4-BE49-F238E27FC236}">
                    <a16:creationId xmlns:a16="http://schemas.microsoft.com/office/drawing/2014/main" id="{6EF2658B-42E6-095C-01C8-AD04A5F94914}"/>
                  </a:ext>
                </a:extLst>
              </p:cNvPr>
              <p:cNvSpPr/>
              <p:nvPr/>
            </p:nvSpPr>
            <p:spPr>
              <a:xfrm>
                <a:off x="434389" y="6992755"/>
                <a:ext cx="12411" cy="3918"/>
              </a:xfrm>
              <a:custGeom>
                <a:avLst/>
                <a:gdLst>
                  <a:gd name="connsiteX0" fmla="*/ 8746 w 12411"/>
                  <a:gd name="connsiteY0" fmla="*/ 39 h 3918"/>
                  <a:gd name="connsiteX1" fmla="*/ 3666 w 12411"/>
                  <a:gd name="connsiteY1" fmla="*/ 3880 h 3918"/>
                  <a:gd name="connsiteX2" fmla="*/ 8746 w 12411"/>
                  <a:gd name="connsiteY2" fmla="*/ 39 h 3918"/>
                </a:gdLst>
                <a:ahLst/>
                <a:cxnLst>
                  <a:cxn ang="0">
                    <a:pos x="connsiteX0" y="connsiteY0"/>
                  </a:cxn>
                  <a:cxn ang="0">
                    <a:pos x="connsiteX1" y="connsiteY1"/>
                  </a:cxn>
                  <a:cxn ang="0">
                    <a:pos x="connsiteX2" y="connsiteY2"/>
                  </a:cxn>
                </a:cxnLst>
                <a:rect l="l" t="t" r="r" b="b"/>
                <a:pathLst>
                  <a:path w="12411" h="3918">
                    <a:moveTo>
                      <a:pt x="8746" y="39"/>
                    </a:moveTo>
                    <a:cubicBezTo>
                      <a:pt x="4649" y="-418"/>
                      <a:pt x="-5376" y="3257"/>
                      <a:pt x="3666" y="3880"/>
                    </a:cubicBezTo>
                    <a:cubicBezTo>
                      <a:pt x="7775" y="4337"/>
                      <a:pt x="17782" y="662"/>
                      <a:pt x="8746" y="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3" name="Freeform: Shape 2732">
                <a:extLst>
                  <a:ext uri="{FF2B5EF4-FFF2-40B4-BE49-F238E27FC236}">
                    <a16:creationId xmlns:a16="http://schemas.microsoft.com/office/drawing/2014/main" id="{80242FCC-F00F-8A4E-0A70-556104FD8E8F}"/>
                  </a:ext>
                </a:extLst>
              </p:cNvPr>
              <p:cNvSpPr/>
              <p:nvPr/>
            </p:nvSpPr>
            <p:spPr>
              <a:xfrm>
                <a:off x="-77279" y="7378690"/>
                <a:ext cx="13970" cy="4802"/>
              </a:xfrm>
              <a:custGeom>
                <a:avLst/>
                <a:gdLst>
                  <a:gd name="connsiteX0" fmla="*/ 10094 w 13970"/>
                  <a:gd name="connsiteY0" fmla="*/ 49 h 4802"/>
                  <a:gd name="connsiteX1" fmla="*/ 3877 w 13970"/>
                  <a:gd name="connsiteY1" fmla="*/ 4753 h 4802"/>
                  <a:gd name="connsiteX2" fmla="*/ 10094 w 13970"/>
                  <a:gd name="connsiteY2" fmla="*/ 49 h 4802"/>
                </a:gdLst>
                <a:ahLst/>
                <a:cxnLst>
                  <a:cxn ang="0">
                    <a:pos x="connsiteX0" y="connsiteY0"/>
                  </a:cxn>
                  <a:cxn ang="0">
                    <a:pos x="connsiteX1" y="connsiteY1"/>
                  </a:cxn>
                  <a:cxn ang="0">
                    <a:pos x="connsiteX2" y="connsiteY2"/>
                  </a:cxn>
                </a:cxnLst>
                <a:rect l="l" t="t" r="r" b="b"/>
                <a:pathLst>
                  <a:path w="13970" h="4802">
                    <a:moveTo>
                      <a:pt x="10094" y="49"/>
                    </a:moveTo>
                    <a:cubicBezTo>
                      <a:pt x="5780" y="-516"/>
                      <a:pt x="-6079" y="3941"/>
                      <a:pt x="3877" y="4753"/>
                    </a:cubicBezTo>
                    <a:cubicBezTo>
                      <a:pt x="8203" y="5319"/>
                      <a:pt x="20044" y="855"/>
                      <a:pt x="10094" y="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4" name="Freeform: Shape 2733">
                <a:extLst>
                  <a:ext uri="{FF2B5EF4-FFF2-40B4-BE49-F238E27FC236}">
                    <a16:creationId xmlns:a16="http://schemas.microsoft.com/office/drawing/2014/main" id="{B902BD2F-2E39-CC97-52C2-C96C129B3977}"/>
                  </a:ext>
                </a:extLst>
              </p:cNvPr>
              <p:cNvSpPr/>
              <p:nvPr/>
            </p:nvSpPr>
            <p:spPr>
              <a:xfrm>
                <a:off x="104988" y="7241219"/>
                <a:ext cx="13406" cy="4480"/>
              </a:xfrm>
              <a:custGeom>
                <a:avLst/>
                <a:gdLst>
                  <a:gd name="connsiteX0" fmla="*/ 9603 w 13406"/>
                  <a:gd name="connsiteY0" fmla="*/ 46 h 4480"/>
                  <a:gd name="connsiteX1" fmla="*/ 3802 w 13406"/>
                  <a:gd name="connsiteY1" fmla="*/ 4435 h 4480"/>
                  <a:gd name="connsiteX2" fmla="*/ 9603 w 13406"/>
                  <a:gd name="connsiteY2" fmla="*/ 46 h 4480"/>
                </a:gdLst>
                <a:ahLst/>
                <a:cxnLst>
                  <a:cxn ang="0">
                    <a:pos x="connsiteX0" y="connsiteY0"/>
                  </a:cxn>
                  <a:cxn ang="0">
                    <a:pos x="connsiteX1" y="connsiteY1"/>
                  </a:cxn>
                  <a:cxn ang="0">
                    <a:pos x="connsiteX2" y="connsiteY2"/>
                  </a:cxn>
                </a:cxnLst>
                <a:rect l="l" t="t" r="r" b="b"/>
                <a:pathLst>
                  <a:path w="13406" h="4480">
                    <a:moveTo>
                      <a:pt x="9603" y="46"/>
                    </a:moveTo>
                    <a:cubicBezTo>
                      <a:pt x="5368" y="-480"/>
                      <a:pt x="-5828" y="3692"/>
                      <a:pt x="3802" y="4435"/>
                    </a:cubicBezTo>
                    <a:cubicBezTo>
                      <a:pt x="8048" y="4961"/>
                      <a:pt x="19233" y="789"/>
                      <a:pt x="9603"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5" name="Freeform: Shape 2734">
                <a:extLst>
                  <a:ext uri="{FF2B5EF4-FFF2-40B4-BE49-F238E27FC236}">
                    <a16:creationId xmlns:a16="http://schemas.microsoft.com/office/drawing/2014/main" id="{F574001C-7097-EC23-71DD-582EA9F13C11}"/>
                  </a:ext>
                </a:extLst>
              </p:cNvPr>
              <p:cNvSpPr/>
              <p:nvPr/>
            </p:nvSpPr>
            <p:spPr>
              <a:xfrm>
                <a:off x="275441" y="7112894"/>
                <a:ext cx="12776" cy="4185"/>
              </a:xfrm>
              <a:custGeom>
                <a:avLst/>
                <a:gdLst>
                  <a:gd name="connsiteX0" fmla="*/ 8891 w 12776"/>
                  <a:gd name="connsiteY0" fmla="*/ 0 h 4185"/>
                  <a:gd name="connsiteX1" fmla="*/ 256 w 12776"/>
                  <a:gd name="connsiteY1" fmla="*/ 2052 h 4185"/>
                  <a:gd name="connsiteX2" fmla="*/ 8891 w 12776"/>
                  <a:gd name="connsiteY2" fmla="*/ 0 h 4185"/>
                </a:gdLst>
                <a:ahLst/>
                <a:cxnLst>
                  <a:cxn ang="0">
                    <a:pos x="connsiteX0" y="connsiteY0"/>
                  </a:cxn>
                  <a:cxn ang="0">
                    <a:pos x="connsiteX1" y="connsiteY1"/>
                  </a:cxn>
                  <a:cxn ang="0">
                    <a:pos x="connsiteX2" y="connsiteY2"/>
                  </a:cxn>
                </a:cxnLst>
                <a:rect l="l" t="t" r="r" b="b"/>
                <a:pathLst>
                  <a:path w="12776" h="4185">
                    <a:moveTo>
                      <a:pt x="8891" y="0"/>
                    </a:moveTo>
                    <a:cubicBezTo>
                      <a:pt x="5622" y="0"/>
                      <a:pt x="1753" y="915"/>
                      <a:pt x="256" y="2052"/>
                    </a:cubicBezTo>
                    <a:cubicBezTo>
                      <a:pt x="-2756" y="7430"/>
                      <a:pt x="22070" y="1074"/>
                      <a:pt x="889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6" name="Freeform: Shape 2735">
                <a:extLst>
                  <a:ext uri="{FF2B5EF4-FFF2-40B4-BE49-F238E27FC236}">
                    <a16:creationId xmlns:a16="http://schemas.microsoft.com/office/drawing/2014/main" id="{8FC7347B-C4D8-9AA4-4743-099B58E56151}"/>
                  </a:ext>
                </a:extLst>
              </p:cNvPr>
              <p:cNvSpPr/>
              <p:nvPr/>
            </p:nvSpPr>
            <p:spPr>
              <a:xfrm>
                <a:off x="2140878" y="6015135"/>
                <a:ext cx="7597" cy="4822"/>
              </a:xfrm>
              <a:custGeom>
                <a:avLst/>
                <a:gdLst>
                  <a:gd name="connsiteX0" fmla="*/ 4887 w 7597"/>
                  <a:gd name="connsiteY0" fmla="*/ 1787 h 4822"/>
                  <a:gd name="connsiteX1" fmla="*/ 2710 w 7597"/>
                  <a:gd name="connsiteY1" fmla="*/ 3039 h 4822"/>
                  <a:gd name="connsiteX2" fmla="*/ 4887 w 7597"/>
                  <a:gd name="connsiteY2" fmla="*/ 1787 h 4822"/>
                </a:gdLst>
                <a:ahLst/>
                <a:cxnLst>
                  <a:cxn ang="0">
                    <a:pos x="connsiteX0" y="connsiteY0"/>
                  </a:cxn>
                  <a:cxn ang="0">
                    <a:pos x="connsiteX1" y="connsiteY1"/>
                  </a:cxn>
                  <a:cxn ang="0">
                    <a:pos x="connsiteX2" y="connsiteY2"/>
                  </a:cxn>
                </a:cxnLst>
                <a:rect l="l" t="t" r="r" b="b"/>
                <a:pathLst>
                  <a:path w="7597" h="4822">
                    <a:moveTo>
                      <a:pt x="4887" y="1787"/>
                    </a:moveTo>
                    <a:cubicBezTo>
                      <a:pt x="1915" y="3725"/>
                      <a:pt x="-3171" y="6811"/>
                      <a:pt x="2710" y="3039"/>
                    </a:cubicBezTo>
                    <a:cubicBezTo>
                      <a:pt x="5699" y="1130"/>
                      <a:pt x="10762" y="-2007"/>
                      <a:pt x="4887" y="17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7" name="Freeform: Shape 2736">
                <a:extLst>
                  <a:ext uri="{FF2B5EF4-FFF2-40B4-BE49-F238E27FC236}">
                    <a16:creationId xmlns:a16="http://schemas.microsoft.com/office/drawing/2014/main" id="{8B0C1F39-4268-7573-08A1-40075F8F9E1F}"/>
                  </a:ext>
                </a:extLst>
              </p:cNvPr>
              <p:cNvSpPr/>
              <p:nvPr/>
            </p:nvSpPr>
            <p:spPr>
              <a:xfrm>
                <a:off x="2073588" y="6054048"/>
                <a:ext cx="7679" cy="3291"/>
              </a:xfrm>
              <a:custGeom>
                <a:avLst/>
                <a:gdLst>
                  <a:gd name="connsiteX0" fmla="*/ 4928 w 7679"/>
                  <a:gd name="connsiteY0" fmla="*/ 1028 h 3291"/>
                  <a:gd name="connsiteX1" fmla="*/ 2 w 7679"/>
                  <a:gd name="connsiteY1" fmla="*/ 3262 h 3291"/>
                  <a:gd name="connsiteX2" fmla="*/ 4928 w 7679"/>
                  <a:gd name="connsiteY2" fmla="*/ 1028 h 3291"/>
                </a:gdLst>
                <a:ahLst/>
                <a:cxnLst>
                  <a:cxn ang="0">
                    <a:pos x="connsiteX0" y="connsiteY0"/>
                  </a:cxn>
                  <a:cxn ang="0">
                    <a:pos x="connsiteX1" y="connsiteY1"/>
                  </a:cxn>
                  <a:cxn ang="0">
                    <a:pos x="connsiteX2" y="connsiteY2"/>
                  </a:cxn>
                </a:cxnLst>
                <a:rect l="l" t="t" r="r" b="b"/>
                <a:pathLst>
                  <a:path w="7679" h="3291">
                    <a:moveTo>
                      <a:pt x="4928" y="1028"/>
                    </a:moveTo>
                    <a:cubicBezTo>
                      <a:pt x="2836" y="1914"/>
                      <a:pt x="625" y="2920"/>
                      <a:pt x="2" y="3262"/>
                    </a:cubicBezTo>
                    <a:cubicBezTo>
                      <a:pt x="-170" y="3760"/>
                      <a:pt x="13318" y="-2361"/>
                      <a:pt x="4928" y="10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8" name="Freeform: Shape 2737">
                <a:extLst>
                  <a:ext uri="{FF2B5EF4-FFF2-40B4-BE49-F238E27FC236}">
                    <a16:creationId xmlns:a16="http://schemas.microsoft.com/office/drawing/2014/main" id="{78EBD90D-6433-65CE-3782-6EC430818A5C}"/>
                  </a:ext>
                </a:extLst>
              </p:cNvPr>
              <p:cNvSpPr/>
              <p:nvPr/>
            </p:nvSpPr>
            <p:spPr>
              <a:xfrm>
                <a:off x="2003356" y="6095495"/>
                <a:ext cx="7972" cy="2127"/>
              </a:xfrm>
              <a:custGeom>
                <a:avLst/>
                <a:gdLst>
                  <a:gd name="connsiteX0" fmla="*/ 5066 w 7972"/>
                  <a:gd name="connsiteY0" fmla="*/ 363 h 2127"/>
                  <a:gd name="connsiteX1" fmla="*/ 2 w 7972"/>
                  <a:gd name="connsiteY1" fmla="*/ 1912 h 2127"/>
                  <a:gd name="connsiteX2" fmla="*/ 5066 w 7972"/>
                  <a:gd name="connsiteY2" fmla="*/ 363 h 2127"/>
                </a:gdLst>
                <a:ahLst/>
                <a:cxnLst>
                  <a:cxn ang="0">
                    <a:pos x="connsiteX0" y="connsiteY0"/>
                  </a:cxn>
                  <a:cxn ang="0">
                    <a:pos x="connsiteX1" y="connsiteY1"/>
                  </a:cxn>
                  <a:cxn ang="0">
                    <a:pos x="connsiteX2" y="connsiteY2"/>
                  </a:cxn>
                </a:cxnLst>
                <a:rect l="l" t="t" r="r" b="b"/>
                <a:pathLst>
                  <a:path w="7972" h="2127">
                    <a:moveTo>
                      <a:pt x="5066" y="363"/>
                    </a:moveTo>
                    <a:cubicBezTo>
                      <a:pt x="2929" y="832"/>
                      <a:pt x="660" y="1523"/>
                      <a:pt x="2" y="1912"/>
                    </a:cubicBezTo>
                    <a:cubicBezTo>
                      <a:pt x="-215" y="3124"/>
                      <a:pt x="13890" y="-1254"/>
                      <a:pt x="5066" y="3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9" name="Freeform: Shape 2738">
                <a:extLst>
                  <a:ext uri="{FF2B5EF4-FFF2-40B4-BE49-F238E27FC236}">
                    <a16:creationId xmlns:a16="http://schemas.microsoft.com/office/drawing/2014/main" id="{723B0448-712A-FA6B-C669-ED69AA9BF0AD}"/>
                  </a:ext>
                </a:extLst>
              </p:cNvPr>
              <p:cNvSpPr/>
              <p:nvPr/>
            </p:nvSpPr>
            <p:spPr>
              <a:xfrm>
                <a:off x="1930316" y="6142638"/>
                <a:ext cx="8213" cy="1780"/>
              </a:xfrm>
              <a:custGeom>
                <a:avLst/>
                <a:gdLst>
                  <a:gd name="connsiteX0" fmla="*/ 5217 w 8213"/>
                  <a:gd name="connsiteY0" fmla="*/ 10 h 1780"/>
                  <a:gd name="connsiteX1" fmla="*/ 16 w 8213"/>
                  <a:gd name="connsiteY1" fmla="*/ 1096 h 1780"/>
                  <a:gd name="connsiteX2" fmla="*/ 5217 w 8213"/>
                  <a:gd name="connsiteY2" fmla="*/ 10 h 1780"/>
                </a:gdLst>
                <a:ahLst/>
                <a:cxnLst>
                  <a:cxn ang="0">
                    <a:pos x="connsiteX0" y="connsiteY0"/>
                  </a:cxn>
                  <a:cxn ang="0">
                    <a:pos x="connsiteX1" y="connsiteY1"/>
                  </a:cxn>
                  <a:cxn ang="0">
                    <a:pos x="connsiteX2" y="connsiteY2"/>
                  </a:cxn>
                </a:cxnLst>
                <a:rect l="l" t="t" r="r" b="b"/>
                <a:pathLst>
                  <a:path w="8213" h="1780">
                    <a:moveTo>
                      <a:pt x="5217" y="10"/>
                    </a:moveTo>
                    <a:cubicBezTo>
                      <a:pt x="3028" y="147"/>
                      <a:pt x="696" y="633"/>
                      <a:pt x="16" y="1096"/>
                    </a:cubicBezTo>
                    <a:cubicBezTo>
                      <a:pt x="-561" y="3187"/>
                      <a:pt x="14418" y="-202"/>
                      <a:pt x="5217" y="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0" name="Freeform: Shape 2739">
                <a:extLst>
                  <a:ext uri="{FF2B5EF4-FFF2-40B4-BE49-F238E27FC236}">
                    <a16:creationId xmlns:a16="http://schemas.microsoft.com/office/drawing/2014/main" id="{30C52E72-86DC-4ADD-D765-329E6F3AF5CF}"/>
                  </a:ext>
                </a:extLst>
              </p:cNvPr>
              <p:cNvSpPr/>
              <p:nvPr/>
            </p:nvSpPr>
            <p:spPr>
              <a:xfrm>
                <a:off x="2205463" y="5975528"/>
                <a:ext cx="7481" cy="6184"/>
              </a:xfrm>
              <a:custGeom>
                <a:avLst/>
                <a:gdLst>
                  <a:gd name="connsiteX0" fmla="*/ 4676 w 7481"/>
                  <a:gd name="connsiteY0" fmla="*/ 2487 h 6184"/>
                  <a:gd name="connsiteX1" fmla="*/ 7 w 7481"/>
                  <a:gd name="connsiteY1" fmla="*/ 6184 h 6184"/>
                  <a:gd name="connsiteX2" fmla="*/ 4676 w 7481"/>
                  <a:gd name="connsiteY2" fmla="*/ 2487 h 6184"/>
                </a:gdLst>
                <a:ahLst/>
                <a:cxnLst>
                  <a:cxn ang="0">
                    <a:pos x="connsiteX0" y="connsiteY0"/>
                  </a:cxn>
                  <a:cxn ang="0">
                    <a:pos x="connsiteX1" y="connsiteY1"/>
                  </a:cxn>
                  <a:cxn ang="0">
                    <a:pos x="connsiteX2" y="connsiteY2"/>
                  </a:cxn>
                </a:cxnLst>
                <a:rect l="l" t="t" r="r" b="b"/>
                <a:pathLst>
                  <a:path w="7481" h="6184">
                    <a:moveTo>
                      <a:pt x="4676" y="2487"/>
                    </a:moveTo>
                    <a:cubicBezTo>
                      <a:pt x="2676" y="4167"/>
                      <a:pt x="584" y="5824"/>
                      <a:pt x="7" y="6184"/>
                    </a:cubicBezTo>
                    <a:cubicBezTo>
                      <a:pt x="-347" y="5927"/>
                      <a:pt x="13163" y="-4691"/>
                      <a:pt x="4676" y="248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1" name="Freeform: Shape 2740">
                <a:extLst>
                  <a:ext uri="{FF2B5EF4-FFF2-40B4-BE49-F238E27FC236}">
                    <a16:creationId xmlns:a16="http://schemas.microsoft.com/office/drawing/2014/main" id="{56B75952-0251-F128-1733-16E42ABADAEF}"/>
                  </a:ext>
                </a:extLst>
              </p:cNvPr>
              <p:cNvSpPr/>
              <p:nvPr/>
            </p:nvSpPr>
            <p:spPr>
              <a:xfrm>
                <a:off x="1854381" y="6198198"/>
                <a:ext cx="8398" cy="1959"/>
              </a:xfrm>
              <a:custGeom>
                <a:avLst/>
                <a:gdLst>
                  <a:gd name="connsiteX0" fmla="*/ 5473 w 8398"/>
                  <a:gd name="connsiteY0" fmla="*/ 17 h 1959"/>
                  <a:gd name="connsiteX1" fmla="*/ 2924 w 8398"/>
                  <a:gd name="connsiteY1" fmla="*/ 1943 h 1959"/>
                  <a:gd name="connsiteX2" fmla="*/ 5473 w 8398"/>
                  <a:gd name="connsiteY2" fmla="*/ 17 h 1959"/>
                </a:gdLst>
                <a:ahLst/>
                <a:cxnLst>
                  <a:cxn ang="0">
                    <a:pos x="connsiteX0" y="connsiteY0"/>
                  </a:cxn>
                  <a:cxn ang="0">
                    <a:pos x="connsiteX1" y="connsiteY1"/>
                  </a:cxn>
                  <a:cxn ang="0">
                    <a:pos x="connsiteX2" y="connsiteY2"/>
                  </a:cxn>
                </a:cxnLst>
                <a:rect l="l" t="t" r="r" b="b"/>
                <a:pathLst>
                  <a:path w="8398" h="1959">
                    <a:moveTo>
                      <a:pt x="5473" y="17"/>
                    </a:moveTo>
                    <a:cubicBezTo>
                      <a:pt x="2119" y="-195"/>
                      <a:pt x="-3465" y="1685"/>
                      <a:pt x="2924" y="1943"/>
                    </a:cubicBezTo>
                    <a:cubicBezTo>
                      <a:pt x="6285" y="2154"/>
                      <a:pt x="11863" y="274"/>
                      <a:pt x="5473"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2" name="Freeform: Shape 2741">
                <a:extLst>
                  <a:ext uri="{FF2B5EF4-FFF2-40B4-BE49-F238E27FC236}">
                    <a16:creationId xmlns:a16="http://schemas.microsoft.com/office/drawing/2014/main" id="{5D409AE9-65FA-017C-B6B3-F6FA18AA87E7}"/>
                  </a:ext>
                </a:extLst>
              </p:cNvPr>
              <p:cNvSpPr/>
              <p:nvPr/>
            </p:nvSpPr>
            <p:spPr>
              <a:xfrm>
                <a:off x="1318150" y="6690476"/>
                <a:ext cx="9877" cy="1617"/>
              </a:xfrm>
              <a:custGeom>
                <a:avLst/>
                <a:gdLst>
                  <a:gd name="connsiteX0" fmla="*/ 6450 w 9877"/>
                  <a:gd name="connsiteY0" fmla="*/ 0 h 1617"/>
                  <a:gd name="connsiteX1" fmla="*/ 54 w 9877"/>
                  <a:gd name="connsiteY1" fmla="*/ 908 h 1617"/>
                  <a:gd name="connsiteX2" fmla="*/ 6450 w 9877"/>
                  <a:gd name="connsiteY2" fmla="*/ 0 h 1617"/>
                </a:gdLst>
                <a:ahLst/>
                <a:cxnLst>
                  <a:cxn ang="0">
                    <a:pos x="connsiteX0" y="connsiteY0"/>
                  </a:cxn>
                  <a:cxn ang="0">
                    <a:pos x="connsiteX1" y="connsiteY1"/>
                  </a:cxn>
                  <a:cxn ang="0">
                    <a:pos x="connsiteX2" y="connsiteY2"/>
                  </a:cxn>
                </a:cxnLst>
                <a:rect l="l" t="t" r="r" b="b"/>
                <a:pathLst>
                  <a:path w="9877" h="1617">
                    <a:moveTo>
                      <a:pt x="6450" y="0"/>
                    </a:moveTo>
                    <a:cubicBezTo>
                      <a:pt x="3861" y="63"/>
                      <a:pt x="992" y="474"/>
                      <a:pt x="54" y="908"/>
                    </a:cubicBezTo>
                    <a:cubicBezTo>
                      <a:pt x="-1123" y="2932"/>
                      <a:pt x="17280" y="-17"/>
                      <a:pt x="645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3" name="Freeform: Shape 2742">
                <a:extLst>
                  <a:ext uri="{FF2B5EF4-FFF2-40B4-BE49-F238E27FC236}">
                    <a16:creationId xmlns:a16="http://schemas.microsoft.com/office/drawing/2014/main" id="{5F37D8E5-7FA0-3072-5832-3D114818CC52}"/>
                  </a:ext>
                </a:extLst>
              </p:cNvPr>
              <p:cNvSpPr/>
              <p:nvPr/>
            </p:nvSpPr>
            <p:spPr>
              <a:xfrm>
                <a:off x="1605642" y="6385952"/>
                <a:ext cx="9017" cy="2271"/>
              </a:xfrm>
              <a:custGeom>
                <a:avLst/>
                <a:gdLst>
                  <a:gd name="connsiteX0" fmla="*/ 5839 w 9017"/>
                  <a:gd name="connsiteY0" fmla="*/ 0 h 2271"/>
                  <a:gd name="connsiteX1" fmla="*/ 44 w 9017"/>
                  <a:gd name="connsiteY1" fmla="*/ 1109 h 2271"/>
                  <a:gd name="connsiteX2" fmla="*/ 5839 w 9017"/>
                  <a:gd name="connsiteY2" fmla="*/ 0 h 2271"/>
                </a:gdLst>
                <a:ahLst/>
                <a:cxnLst>
                  <a:cxn ang="0">
                    <a:pos x="connsiteX0" y="connsiteY0"/>
                  </a:cxn>
                  <a:cxn ang="0">
                    <a:pos x="connsiteX1" y="connsiteY1"/>
                  </a:cxn>
                  <a:cxn ang="0">
                    <a:pos x="connsiteX2" y="connsiteY2"/>
                  </a:cxn>
                </a:cxnLst>
                <a:rect l="l" t="t" r="r" b="b"/>
                <a:pathLst>
                  <a:path w="9017" h="2271">
                    <a:moveTo>
                      <a:pt x="5839" y="0"/>
                    </a:moveTo>
                    <a:cubicBezTo>
                      <a:pt x="3450" y="0"/>
                      <a:pt x="855" y="497"/>
                      <a:pt x="44" y="1109"/>
                    </a:cubicBezTo>
                    <a:cubicBezTo>
                      <a:pt x="-962" y="4046"/>
                      <a:pt x="15811" y="560"/>
                      <a:pt x="583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4" name="Freeform: Shape 2743">
                <a:extLst>
                  <a:ext uri="{FF2B5EF4-FFF2-40B4-BE49-F238E27FC236}">
                    <a16:creationId xmlns:a16="http://schemas.microsoft.com/office/drawing/2014/main" id="{0C61BB93-1ED1-C2DA-A240-5B7D7D2B790A}"/>
                  </a:ext>
                </a:extLst>
              </p:cNvPr>
              <p:cNvSpPr/>
              <p:nvPr/>
            </p:nvSpPr>
            <p:spPr>
              <a:xfrm>
                <a:off x="1418783" y="6607580"/>
                <a:ext cx="9589" cy="4142"/>
              </a:xfrm>
              <a:custGeom>
                <a:avLst/>
                <a:gdLst>
                  <a:gd name="connsiteX0" fmla="*/ 6263 w 9589"/>
                  <a:gd name="connsiteY0" fmla="*/ 0 h 4142"/>
                  <a:gd name="connsiteX1" fmla="*/ 79 w 9589"/>
                  <a:gd name="connsiteY1" fmla="*/ 2143 h 4142"/>
                  <a:gd name="connsiteX2" fmla="*/ 6263 w 9589"/>
                  <a:gd name="connsiteY2" fmla="*/ 0 h 4142"/>
                </a:gdLst>
                <a:ahLst/>
                <a:cxnLst>
                  <a:cxn ang="0">
                    <a:pos x="connsiteX0" y="connsiteY0"/>
                  </a:cxn>
                  <a:cxn ang="0">
                    <a:pos x="connsiteX1" y="connsiteY1"/>
                  </a:cxn>
                  <a:cxn ang="0">
                    <a:pos x="connsiteX2" y="connsiteY2"/>
                  </a:cxn>
                </a:cxnLst>
                <a:rect l="l" t="t" r="r" b="b"/>
                <a:pathLst>
                  <a:path w="9589" h="4142">
                    <a:moveTo>
                      <a:pt x="6263" y="0"/>
                    </a:moveTo>
                    <a:cubicBezTo>
                      <a:pt x="3743" y="57"/>
                      <a:pt x="971" y="1017"/>
                      <a:pt x="79" y="2143"/>
                    </a:cubicBezTo>
                    <a:cubicBezTo>
                      <a:pt x="-1338" y="7332"/>
                      <a:pt x="16847" y="886"/>
                      <a:pt x="626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5" name="Freeform: Shape 2744">
                <a:extLst>
                  <a:ext uri="{FF2B5EF4-FFF2-40B4-BE49-F238E27FC236}">
                    <a16:creationId xmlns:a16="http://schemas.microsoft.com/office/drawing/2014/main" id="{382B21E7-86DA-07E0-A222-7F5287E1FF3A}"/>
                  </a:ext>
                </a:extLst>
              </p:cNvPr>
              <p:cNvSpPr/>
              <p:nvPr/>
            </p:nvSpPr>
            <p:spPr>
              <a:xfrm>
                <a:off x="1514341" y="6472881"/>
                <a:ext cx="9326" cy="4207"/>
              </a:xfrm>
              <a:custGeom>
                <a:avLst/>
                <a:gdLst>
                  <a:gd name="connsiteX0" fmla="*/ 6202 w 9326"/>
                  <a:gd name="connsiteY0" fmla="*/ 25 h 4207"/>
                  <a:gd name="connsiteX1" fmla="*/ 3128 w 9326"/>
                  <a:gd name="connsiteY1" fmla="*/ 4185 h 4207"/>
                  <a:gd name="connsiteX2" fmla="*/ 6202 w 9326"/>
                  <a:gd name="connsiteY2" fmla="*/ 25 h 4207"/>
                </a:gdLst>
                <a:ahLst/>
                <a:cxnLst>
                  <a:cxn ang="0">
                    <a:pos x="connsiteX0" y="connsiteY0"/>
                  </a:cxn>
                  <a:cxn ang="0">
                    <a:pos x="connsiteX1" y="connsiteY1"/>
                  </a:cxn>
                  <a:cxn ang="0">
                    <a:pos x="connsiteX2" y="connsiteY2"/>
                  </a:cxn>
                </a:cxnLst>
                <a:rect l="l" t="t" r="r" b="b"/>
                <a:pathLst>
                  <a:path w="9326" h="4207">
                    <a:moveTo>
                      <a:pt x="6202" y="25"/>
                    </a:moveTo>
                    <a:cubicBezTo>
                      <a:pt x="2339" y="-352"/>
                      <a:pt x="-3770" y="3728"/>
                      <a:pt x="3128" y="4185"/>
                    </a:cubicBezTo>
                    <a:cubicBezTo>
                      <a:pt x="6985" y="4545"/>
                      <a:pt x="13095" y="465"/>
                      <a:pt x="6202" y="2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6" name="Freeform: Shape 2745">
                <a:extLst>
                  <a:ext uri="{FF2B5EF4-FFF2-40B4-BE49-F238E27FC236}">
                    <a16:creationId xmlns:a16="http://schemas.microsoft.com/office/drawing/2014/main" id="{B7BEDF5F-0E65-7DB1-6209-5A0457C7E962}"/>
                  </a:ext>
                </a:extLst>
              </p:cNvPr>
              <p:cNvSpPr/>
              <p:nvPr/>
            </p:nvSpPr>
            <p:spPr>
              <a:xfrm>
                <a:off x="1775241" y="6257896"/>
                <a:ext cx="8596" cy="2052"/>
              </a:xfrm>
              <a:custGeom>
                <a:avLst/>
                <a:gdLst>
                  <a:gd name="connsiteX0" fmla="*/ 5632 w 8596"/>
                  <a:gd name="connsiteY0" fmla="*/ 18 h 2052"/>
                  <a:gd name="connsiteX1" fmla="*/ 2963 w 8596"/>
                  <a:gd name="connsiteY1" fmla="*/ 2034 h 2052"/>
                  <a:gd name="connsiteX2" fmla="*/ 5632 w 8596"/>
                  <a:gd name="connsiteY2" fmla="*/ 18 h 2052"/>
                </a:gdLst>
                <a:ahLst/>
                <a:cxnLst>
                  <a:cxn ang="0">
                    <a:pos x="connsiteX0" y="connsiteY0"/>
                  </a:cxn>
                  <a:cxn ang="0">
                    <a:pos x="connsiteX1" y="connsiteY1"/>
                  </a:cxn>
                  <a:cxn ang="0">
                    <a:pos x="connsiteX2" y="connsiteY2"/>
                  </a:cxn>
                </a:cxnLst>
                <a:rect l="l" t="t" r="r" b="b"/>
                <a:pathLst>
                  <a:path w="8596" h="2052">
                    <a:moveTo>
                      <a:pt x="5632" y="18"/>
                    </a:moveTo>
                    <a:cubicBezTo>
                      <a:pt x="2238" y="-206"/>
                      <a:pt x="-3563" y="1760"/>
                      <a:pt x="2963" y="2034"/>
                    </a:cubicBezTo>
                    <a:cubicBezTo>
                      <a:pt x="6364" y="2258"/>
                      <a:pt x="12159" y="286"/>
                      <a:pt x="5632"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7" name="Freeform: Shape 2746">
                <a:extLst>
                  <a:ext uri="{FF2B5EF4-FFF2-40B4-BE49-F238E27FC236}">
                    <a16:creationId xmlns:a16="http://schemas.microsoft.com/office/drawing/2014/main" id="{C19A0A06-4406-024E-CA06-48FB6680F105}"/>
                  </a:ext>
                </a:extLst>
              </p:cNvPr>
              <p:cNvSpPr/>
              <p:nvPr/>
            </p:nvSpPr>
            <p:spPr>
              <a:xfrm>
                <a:off x="1692382" y="6320400"/>
                <a:ext cx="8806" cy="2151"/>
              </a:xfrm>
              <a:custGeom>
                <a:avLst/>
                <a:gdLst>
                  <a:gd name="connsiteX0" fmla="*/ 5801 w 8806"/>
                  <a:gd name="connsiteY0" fmla="*/ 19 h 2151"/>
                  <a:gd name="connsiteX1" fmla="*/ 3006 w 8806"/>
                  <a:gd name="connsiteY1" fmla="*/ 2133 h 2151"/>
                  <a:gd name="connsiteX2" fmla="*/ 5801 w 8806"/>
                  <a:gd name="connsiteY2" fmla="*/ 19 h 2151"/>
                </a:gdLst>
                <a:ahLst/>
                <a:cxnLst>
                  <a:cxn ang="0">
                    <a:pos x="connsiteX0" y="connsiteY0"/>
                  </a:cxn>
                  <a:cxn ang="0">
                    <a:pos x="connsiteX1" y="connsiteY1"/>
                  </a:cxn>
                  <a:cxn ang="0">
                    <a:pos x="connsiteX2" y="connsiteY2"/>
                  </a:cxn>
                </a:cxnLst>
                <a:rect l="l" t="t" r="r" b="b"/>
                <a:pathLst>
                  <a:path w="8806" h="2151">
                    <a:moveTo>
                      <a:pt x="5801" y="19"/>
                    </a:moveTo>
                    <a:cubicBezTo>
                      <a:pt x="2366" y="-216"/>
                      <a:pt x="-3669" y="1841"/>
                      <a:pt x="3006" y="2133"/>
                    </a:cubicBezTo>
                    <a:cubicBezTo>
                      <a:pt x="6447" y="2367"/>
                      <a:pt x="12470" y="304"/>
                      <a:pt x="5801"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8" name="Freeform: Shape 2747">
                <a:extLst>
                  <a:ext uri="{FF2B5EF4-FFF2-40B4-BE49-F238E27FC236}">
                    <a16:creationId xmlns:a16="http://schemas.microsoft.com/office/drawing/2014/main" id="{D7DDEC18-CD2D-7001-A4D5-838F4BEB153D}"/>
                  </a:ext>
                </a:extLst>
              </p:cNvPr>
              <p:cNvSpPr/>
              <p:nvPr/>
            </p:nvSpPr>
            <p:spPr>
              <a:xfrm>
                <a:off x="-272511" y="7526146"/>
                <a:ext cx="14103" cy="5174"/>
              </a:xfrm>
              <a:custGeom>
                <a:avLst/>
                <a:gdLst>
                  <a:gd name="connsiteX0" fmla="*/ 10416 w 14103"/>
                  <a:gd name="connsiteY0" fmla="*/ 0 h 5174"/>
                  <a:gd name="connsiteX1" fmla="*/ 78 w 14103"/>
                  <a:gd name="connsiteY1" fmla="*/ 4303 h 5174"/>
                  <a:gd name="connsiteX2" fmla="*/ 10416 w 14103"/>
                  <a:gd name="connsiteY2" fmla="*/ 0 h 5174"/>
                </a:gdLst>
                <a:ahLst/>
                <a:cxnLst>
                  <a:cxn ang="0">
                    <a:pos x="connsiteX0" y="connsiteY0"/>
                  </a:cxn>
                  <a:cxn ang="0">
                    <a:pos x="connsiteX1" y="connsiteY1"/>
                  </a:cxn>
                  <a:cxn ang="0">
                    <a:pos x="connsiteX2" y="connsiteY2"/>
                  </a:cxn>
                </a:cxnLst>
                <a:rect l="l" t="t" r="r" b="b"/>
                <a:pathLst>
                  <a:path w="14103" h="5174">
                    <a:moveTo>
                      <a:pt x="10416" y="0"/>
                    </a:moveTo>
                    <a:cubicBezTo>
                      <a:pt x="7696" y="177"/>
                      <a:pt x="-905" y="806"/>
                      <a:pt x="78" y="4303"/>
                    </a:cubicBezTo>
                    <a:cubicBezTo>
                      <a:pt x="3221" y="7412"/>
                      <a:pt x="21886" y="1297"/>
                      <a:pt x="1041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9" name="Freeform: Shape 2748">
                <a:extLst>
                  <a:ext uri="{FF2B5EF4-FFF2-40B4-BE49-F238E27FC236}">
                    <a16:creationId xmlns:a16="http://schemas.microsoft.com/office/drawing/2014/main" id="{A70F7D62-7C89-D18A-B0B3-6FC256200401}"/>
                  </a:ext>
                </a:extLst>
              </p:cNvPr>
              <p:cNvSpPr/>
              <p:nvPr/>
            </p:nvSpPr>
            <p:spPr>
              <a:xfrm>
                <a:off x="2072840" y="6117371"/>
                <a:ext cx="6706" cy="5985"/>
              </a:xfrm>
              <a:custGeom>
                <a:avLst/>
                <a:gdLst>
                  <a:gd name="connsiteX0" fmla="*/ 4516 w 6706"/>
                  <a:gd name="connsiteY0" fmla="*/ 2302 h 5985"/>
                  <a:gd name="connsiteX1" fmla="*/ 201 w 6706"/>
                  <a:gd name="connsiteY1" fmla="*/ 5576 h 5985"/>
                  <a:gd name="connsiteX2" fmla="*/ 4516 w 6706"/>
                  <a:gd name="connsiteY2" fmla="*/ 2302 h 5985"/>
                </a:gdLst>
                <a:ahLst/>
                <a:cxnLst>
                  <a:cxn ang="0">
                    <a:pos x="connsiteX0" y="connsiteY0"/>
                  </a:cxn>
                  <a:cxn ang="0">
                    <a:pos x="connsiteX1" y="connsiteY1"/>
                  </a:cxn>
                  <a:cxn ang="0">
                    <a:pos x="connsiteX2" y="connsiteY2"/>
                  </a:cxn>
                </a:cxnLst>
                <a:rect l="l" t="t" r="r" b="b"/>
                <a:pathLst>
                  <a:path w="6706" h="5985">
                    <a:moveTo>
                      <a:pt x="4516" y="2302"/>
                    </a:moveTo>
                    <a:cubicBezTo>
                      <a:pt x="3704" y="3033"/>
                      <a:pt x="-1022" y="7308"/>
                      <a:pt x="201" y="5576"/>
                    </a:cubicBezTo>
                    <a:cubicBezTo>
                      <a:pt x="1950" y="3467"/>
                      <a:pt x="10722" y="-3602"/>
                      <a:pt x="4516" y="230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0" name="Freeform: Shape 2749">
                <a:extLst>
                  <a:ext uri="{FF2B5EF4-FFF2-40B4-BE49-F238E27FC236}">
                    <a16:creationId xmlns:a16="http://schemas.microsoft.com/office/drawing/2014/main" id="{D14A784D-EDE1-1BBE-E7DB-213D7909EA5B}"/>
                  </a:ext>
                </a:extLst>
              </p:cNvPr>
              <p:cNvSpPr/>
              <p:nvPr/>
            </p:nvSpPr>
            <p:spPr>
              <a:xfrm>
                <a:off x="570467" y="6722357"/>
                <a:ext cx="11382" cy="998"/>
              </a:xfrm>
              <a:custGeom>
                <a:avLst/>
                <a:gdLst>
                  <a:gd name="connsiteX0" fmla="*/ 7948 w 11382"/>
                  <a:gd name="connsiteY0" fmla="*/ 8 h 998"/>
                  <a:gd name="connsiteX1" fmla="*/ 3433 w 11382"/>
                  <a:gd name="connsiteY1" fmla="*/ 991 h 998"/>
                  <a:gd name="connsiteX2" fmla="*/ 7948 w 11382"/>
                  <a:gd name="connsiteY2" fmla="*/ 8 h 998"/>
                </a:gdLst>
                <a:ahLst/>
                <a:cxnLst>
                  <a:cxn ang="0">
                    <a:pos x="connsiteX0" y="connsiteY0"/>
                  </a:cxn>
                  <a:cxn ang="0">
                    <a:pos x="connsiteX1" y="connsiteY1"/>
                  </a:cxn>
                  <a:cxn ang="0">
                    <a:pos x="connsiteX2" y="connsiteY2"/>
                  </a:cxn>
                </a:cxnLst>
                <a:rect l="l" t="t" r="r" b="b"/>
                <a:pathLst>
                  <a:path w="11382" h="998">
                    <a:moveTo>
                      <a:pt x="7948" y="8"/>
                    </a:moveTo>
                    <a:cubicBezTo>
                      <a:pt x="4502" y="-100"/>
                      <a:pt x="-5082" y="871"/>
                      <a:pt x="3433" y="991"/>
                    </a:cubicBezTo>
                    <a:cubicBezTo>
                      <a:pt x="6885" y="1089"/>
                      <a:pt x="16463" y="112"/>
                      <a:pt x="7948" y="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1" name="Freeform: Shape 2750">
                <a:extLst>
                  <a:ext uri="{FF2B5EF4-FFF2-40B4-BE49-F238E27FC236}">
                    <a16:creationId xmlns:a16="http://schemas.microsoft.com/office/drawing/2014/main" id="{A056ACD8-584D-8965-3962-EE18C371F707}"/>
                  </a:ext>
                </a:extLst>
              </p:cNvPr>
              <p:cNvSpPr/>
              <p:nvPr/>
            </p:nvSpPr>
            <p:spPr>
              <a:xfrm>
                <a:off x="429658" y="6776904"/>
                <a:ext cx="11573" cy="2874"/>
              </a:xfrm>
              <a:custGeom>
                <a:avLst/>
                <a:gdLst>
                  <a:gd name="connsiteX0" fmla="*/ 7979 w 11573"/>
                  <a:gd name="connsiteY0" fmla="*/ 0 h 2874"/>
                  <a:gd name="connsiteX1" fmla="*/ 189 w 11573"/>
                  <a:gd name="connsiteY1" fmla="*/ 1400 h 2874"/>
                  <a:gd name="connsiteX2" fmla="*/ 7979 w 11573"/>
                  <a:gd name="connsiteY2" fmla="*/ 0 h 2874"/>
                </a:gdLst>
                <a:ahLst/>
                <a:cxnLst>
                  <a:cxn ang="0">
                    <a:pos x="connsiteX0" y="connsiteY0"/>
                  </a:cxn>
                  <a:cxn ang="0">
                    <a:pos x="connsiteX1" y="connsiteY1"/>
                  </a:cxn>
                  <a:cxn ang="0">
                    <a:pos x="connsiteX2" y="connsiteY2"/>
                  </a:cxn>
                </a:cxnLst>
                <a:rect l="l" t="t" r="r" b="b"/>
                <a:pathLst>
                  <a:path w="11573" h="2874">
                    <a:moveTo>
                      <a:pt x="7979" y="0"/>
                    </a:moveTo>
                    <a:cubicBezTo>
                      <a:pt x="5001" y="0"/>
                      <a:pt x="1515" y="622"/>
                      <a:pt x="189" y="1400"/>
                    </a:cubicBezTo>
                    <a:cubicBezTo>
                      <a:pt x="-2257" y="5155"/>
                      <a:pt x="20020" y="629"/>
                      <a:pt x="797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2" name="Freeform: Shape 2751">
                <a:extLst>
                  <a:ext uri="{FF2B5EF4-FFF2-40B4-BE49-F238E27FC236}">
                    <a16:creationId xmlns:a16="http://schemas.microsoft.com/office/drawing/2014/main" id="{A9730F38-DA50-9E01-1719-B87F4EBE044B}"/>
                  </a:ext>
                </a:extLst>
              </p:cNvPr>
              <p:cNvSpPr/>
              <p:nvPr/>
            </p:nvSpPr>
            <p:spPr>
              <a:xfrm>
                <a:off x="948522" y="6722150"/>
                <a:ext cx="10243" cy="274"/>
              </a:xfrm>
              <a:custGeom>
                <a:avLst/>
                <a:gdLst>
                  <a:gd name="connsiteX0" fmla="*/ 7032 w 10243"/>
                  <a:gd name="connsiteY0" fmla="*/ 27 h 274"/>
                  <a:gd name="connsiteX1" fmla="*/ 3214 w 10243"/>
                  <a:gd name="connsiteY1" fmla="*/ 244 h 274"/>
                  <a:gd name="connsiteX2" fmla="*/ 7032 w 10243"/>
                  <a:gd name="connsiteY2" fmla="*/ 27 h 274"/>
                </a:gdLst>
                <a:ahLst/>
                <a:cxnLst>
                  <a:cxn ang="0">
                    <a:pos x="connsiteX0" y="connsiteY0"/>
                  </a:cxn>
                  <a:cxn ang="0">
                    <a:pos x="connsiteX1" y="connsiteY1"/>
                  </a:cxn>
                  <a:cxn ang="0">
                    <a:pos x="connsiteX2" y="connsiteY2"/>
                  </a:cxn>
                </a:cxnLst>
                <a:rect l="l" t="t" r="r" b="b"/>
                <a:pathLst>
                  <a:path w="10243" h="274">
                    <a:moveTo>
                      <a:pt x="7032" y="27"/>
                    </a:moveTo>
                    <a:cubicBezTo>
                      <a:pt x="3786" y="78"/>
                      <a:pt x="-4553" y="369"/>
                      <a:pt x="3214" y="244"/>
                    </a:cubicBezTo>
                    <a:cubicBezTo>
                      <a:pt x="6460" y="198"/>
                      <a:pt x="14793" y="-88"/>
                      <a:pt x="7032"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3" name="Freeform: Shape 2752">
                <a:extLst>
                  <a:ext uri="{FF2B5EF4-FFF2-40B4-BE49-F238E27FC236}">
                    <a16:creationId xmlns:a16="http://schemas.microsoft.com/office/drawing/2014/main" id="{F8901F66-9C2F-0C8D-5329-3AAC9B7B9C32}"/>
                  </a:ext>
                </a:extLst>
              </p:cNvPr>
              <p:cNvSpPr/>
              <p:nvPr/>
            </p:nvSpPr>
            <p:spPr>
              <a:xfrm>
                <a:off x="703782" y="6710922"/>
                <a:ext cx="10713" cy="108"/>
              </a:xfrm>
              <a:custGeom>
                <a:avLst/>
                <a:gdLst>
                  <a:gd name="connsiteX0" fmla="*/ 7489 w 10713"/>
                  <a:gd name="connsiteY0" fmla="*/ 88 h 108"/>
                  <a:gd name="connsiteX1" fmla="*/ 3220 w 10713"/>
                  <a:gd name="connsiteY1" fmla="*/ 25 h 108"/>
                  <a:gd name="connsiteX2" fmla="*/ 7489 w 10713"/>
                  <a:gd name="connsiteY2" fmla="*/ 88 h 108"/>
                </a:gdLst>
                <a:ahLst/>
                <a:cxnLst>
                  <a:cxn ang="0">
                    <a:pos x="connsiteX0" y="connsiteY0"/>
                  </a:cxn>
                  <a:cxn ang="0">
                    <a:pos x="connsiteX1" y="connsiteY1"/>
                  </a:cxn>
                  <a:cxn ang="0">
                    <a:pos x="connsiteX2" y="connsiteY2"/>
                  </a:cxn>
                </a:cxnLst>
                <a:rect l="l" t="t" r="r" b="b"/>
                <a:pathLst>
                  <a:path w="10713" h="108">
                    <a:moveTo>
                      <a:pt x="7489" y="88"/>
                    </a:moveTo>
                    <a:cubicBezTo>
                      <a:pt x="4197" y="128"/>
                      <a:pt x="-4758" y="111"/>
                      <a:pt x="3220" y="25"/>
                    </a:cubicBezTo>
                    <a:cubicBezTo>
                      <a:pt x="6523" y="-15"/>
                      <a:pt x="15473" y="-15"/>
                      <a:pt x="7489" y="8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4" name="Freeform: Shape 2753">
                <a:extLst>
                  <a:ext uri="{FF2B5EF4-FFF2-40B4-BE49-F238E27FC236}">
                    <a16:creationId xmlns:a16="http://schemas.microsoft.com/office/drawing/2014/main" id="{AA5C4070-D4D2-3D50-48F7-AC2B27B6B44E}"/>
                  </a:ext>
                </a:extLst>
              </p:cNvPr>
              <p:cNvSpPr/>
              <p:nvPr/>
            </p:nvSpPr>
            <p:spPr>
              <a:xfrm>
                <a:off x="829466" y="6718575"/>
                <a:ext cx="10617" cy="359"/>
              </a:xfrm>
              <a:custGeom>
                <a:avLst/>
                <a:gdLst>
                  <a:gd name="connsiteX0" fmla="*/ 7323 w 10617"/>
                  <a:gd name="connsiteY0" fmla="*/ 338 h 359"/>
                  <a:gd name="connsiteX1" fmla="*/ 3289 w 10617"/>
                  <a:gd name="connsiteY1" fmla="*/ 19 h 359"/>
                  <a:gd name="connsiteX2" fmla="*/ 7323 w 10617"/>
                  <a:gd name="connsiteY2" fmla="*/ 338 h 359"/>
                </a:gdLst>
                <a:ahLst/>
                <a:cxnLst>
                  <a:cxn ang="0">
                    <a:pos x="connsiteX0" y="connsiteY0"/>
                  </a:cxn>
                  <a:cxn ang="0">
                    <a:pos x="connsiteX1" y="connsiteY1"/>
                  </a:cxn>
                  <a:cxn ang="0">
                    <a:pos x="connsiteX2" y="connsiteY2"/>
                  </a:cxn>
                </a:cxnLst>
                <a:rect l="l" t="t" r="r" b="b"/>
                <a:pathLst>
                  <a:path w="10617" h="359">
                    <a:moveTo>
                      <a:pt x="7323" y="338"/>
                    </a:moveTo>
                    <a:cubicBezTo>
                      <a:pt x="4009" y="430"/>
                      <a:pt x="-4724" y="207"/>
                      <a:pt x="3289" y="19"/>
                    </a:cubicBezTo>
                    <a:cubicBezTo>
                      <a:pt x="6620" y="-67"/>
                      <a:pt x="15342" y="156"/>
                      <a:pt x="7323" y="33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5" name="Freeform: Shape 2754">
                <a:extLst>
                  <a:ext uri="{FF2B5EF4-FFF2-40B4-BE49-F238E27FC236}">
                    <a16:creationId xmlns:a16="http://schemas.microsoft.com/office/drawing/2014/main" id="{BEFE1065-E294-884C-2AFD-433A518E372F}"/>
                  </a:ext>
                </a:extLst>
              </p:cNvPr>
              <p:cNvSpPr/>
              <p:nvPr/>
            </p:nvSpPr>
            <p:spPr>
              <a:xfrm>
                <a:off x="121086" y="6992794"/>
                <a:ext cx="12426" cy="3920"/>
              </a:xfrm>
              <a:custGeom>
                <a:avLst/>
                <a:gdLst>
                  <a:gd name="connsiteX0" fmla="*/ 8713 w 12426"/>
                  <a:gd name="connsiteY0" fmla="*/ 0 h 3920"/>
                  <a:gd name="connsiteX1" fmla="*/ 272 w 12426"/>
                  <a:gd name="connsiteY1" fmla="*/ 1920 h 3920"/>
                  <a:gd name="connsiteX2" fmla="*/ 8713 w 12426"/>
                  <a:gd name="connsiteY2" fmla="*/ 0 h 3920"/>
                </a:gdLst>
                <a:ahLst/>
                <a:cxnLst>
                  <a:cxn ang="0">
                    <a:pos x="connsiteX0" y="connsiteY0"/>
                  </a:cxn>
                  <a:cxn ang="0">
                    <a:pos x="connsiteX1" y="connsiteY1"/>
                  </a:cxn>
                  <a:cxn ang="0">
                    <a:pos x="connsiteX2" y="connsiteY2"/>
                  </a:cxn>
                </a:cxnLst>
                <a:rect l="l" t="t" r="r" b="b"/>
                <a:pathLst>
                  <a:path w="12426" h="3920">
                    <a:moveTo>
                      <a:pt x="8713" y="0"/>
                    </a:moveTo>
                    <a:cubicBezTo>
                      <a:pt x="5547" y="0"/>
                      <a:pt x="1769" y="857"/>
                      <a:pt x="272" y="1920"/>
                    </a:cubicBezTo>
                    <a:cubicBezTo>
                      <a:pt x="-2797" y="6967"/>
                      <a:pt x="21417" y="994"/>
                      <a:pt x="871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6" name="Freeform: Shape 2755">
                <a:extLst>
                  <a:ext uri="{FF2B5EF4-FFF2-40B4-BE49-F238E27FC236}">
                    <a16:creationId xmlns:a16="http://schemas.microsoft.com/office/drawing/2014/main" id="{B2FDE2DF-3599-68F7-1E9C-A2B36D89B6FB}"/>
                  </a:ext>
                </a:extLst>
              </p:cNvPr>
              <p:cNvSpPr/>
              <p:nvPr/>
            </p:nvSpPr>
            <p:spPr>
              <a:xfrm>
                <a:off x="1061564" y="6696877"/>
                <a:ext cx="9909" cy="1579"/>
              </a:xfrm>
              <a:custGeom>
                <a:avLst/>
                <a:gdLst>
                  <a:gd name="connsiteX0" fmla="*/ 6569 w 9909"/>
                  <a:gd name="connsiteY0" fmla="*/ 0 h 1579"/>
                  <a:gd name="connsiteX1" fmla="*/ 66 w 9909"/>
                  <a:gd name="connsiteY1" fmla="*/ 892 h 1579"/>
                  <a:gd name="connsiteX2" fmla="*/ 6569 w 9909"/>
                  <a:gd name="connsiteY2" fmla="*/ 0 h 1579"/>
                </a:gdLst>
                <a:ahLst/>
                <a:cxnLst>
                  <a:cxn ang="0">
                    <a:pos x="connsiteX0" y="connsiteY0"/>
                  </a:cxn>
                  <a:cxn ang="0">
                    <a:pos x="connsiteX1" y="connsiteY1"/>
                  </a:cxn>
                  <a:cxn ang="0">
                    <a:pos x="connsiteX2" y="connsiteY2"/>
                  </a:cxn>
                </a:cxnLst>
                <a:rect l="l" t="t" r="r" b="b"/>
                <a:pathLst>
                  <a:path w="9909" h="1579">
                    <a:moveTo>
                      <a:pt x="6569" y="0"/>
                    </a:moveTo>
                    <a:cubicBezTo>
                      <a:pt x="3975" y="63"/>
                      <a:pt x="1066" y="463"/>
                      <a:pt x="66" y="892"/>
                    </a:cubicBezTo>
                    <a:cubicBezTo>
                      <a:pt x="-1232" y="2829"/>
                      <a:pt x="17256" y="63"/>
                      <a:pt x="656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7" name="Freeform: Shape 2756">
                <a:extLst>
                  <a:ext uri="{FF2B5EF4-FFF2-40B4-BE49-F238E27FC236}">
                    <a16:creationId xmlns:a16="http://schemas.microsoft.com/office/drawing/2014/main" id="{9D9C1822-604D-E297-3DBB-B01845553544}"/>
                  </a:ext>
                </a:extLst>
              </p:cNvPr>
              <p:cNvSpPr/>
              <p:nvPr/>
            </p:nvSpPr>
            <p:spPr>
              <a:xfrm>
                <a:off x="-423822" y="7378687"/>
                <a:ext cx="14133" cy="4806"/>
              </a:xfrm>
              <a:custGeom>
                <a:avLst/>
                <a:gdLst>
                  <a:gd name="connsiteX0" fmla="*/ 10376 w 14133"/>
                  <a:gd name="connsiteY0" fmla="*/ 52 h 4806"/>
                  <a:gd name="connsiteX1" fmla="*/ 3758 w 14133"/>
                  <a:gd name="connsiteY1" fmla="*/ 4755 h 4806"/>
                  <a:gd name="connsiteX2" fmla="*/ 10376 w 14133"/>
                  <a:gd name="connsiteY2" fmla="*/ 52 h 4806"/>
                </a:gdLst>
                <a:ahLst/>
                <a:cxnLst>
                  <a:cxn ang="0">
                    <a:pos x="connsiteX0" y="connsiteY0"/>
                  </a:cxn>
                  <a:cxn ang="0">
                    <a:pos x="connsiteX1" y="connsiteY1"/>
                  </a:cxn>
                  <a:cxn ang="0">
                    <a:pos x="connsiteX2" y="connsiteY2"/>
                  </a:cxn>
                </a:cxnLst>
                <a:rect l="l" t="t" r="r" b="b"/>
                <a:pathLst>
                  <a:path w="14133" h="4806">
                    <a:moveTo>
                      <a:pt x="10376" y="52"/>
                    </a:moveTo>
                    <a:cubicBezTo>
                      <a:pt x="6244" y="-526"/>
                      <a:pt x="-6169" y="3909"/>
                      <a:pt x="3758" y="4755"/>
                    </a:cubicBezTo>
                    <a:cubicBezTo>
                      <a:pt x="7896" y="5332"/>
                      <a:pt x="20298" y="897"/>
                      <a:pt x="10376" y="5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8" name="Freeform: Shape 2757">
                <a:extLst>
                  <a:ext uri="{FF2B5EF4-FFF2-40B4-BE49-F238E27FC236}">
                    <a16:creationId xmlns:a16="http://schemas.microsoft.com/office/drawing/2014/main" id="{A14A93A1-0E50-D260-97AA-A4302AB5A6CA}"/>
                  </a:ext>
                </a:extLst>
              </p:cNvPr>
              <p:cNvSpPr/>
              <p:nvPr/>
            </p:nvSpPr>
            <p:spPr>
              <a:xfrm>
                <a:off x="-229809" y="7241217"/>
                <a:ext cx="13558" cy="4485"/>
              </a:xfrm>
              <a:custGeom>
                <a:avLst/>
                <a:gdLst>
                  <a:gd name="connsiteX0" fmla="*/ 9868 w 13558"/>
                  <a:gd name="connsiteY0" fmla="*/ 48 h 4485"/>
                  <a:gd name="connsiteX1" fmla="*/ 3690 w 13558"/>
                  <a:gd name="connsiteY1" fmla="*/ 4437 h 4485"/>
                  <a:gd name="connsiteX2" fmla="*/ 9868 w 13558"/>
                  <a:gd name="connsiteY2" fmla="*/ 48 h 4485"/>
                </a:gdLst>
                <a:ahLst/>
                <a:cxnLst>
                  <a:cxn ang="0">
                    <a:pos x="connsiteX0" y="connsiteY0"/>
                  </a:cxn>
                  <a:cxn ang="0">
                    <a:pos x="connsiteX1" y="connsiteY1"/>
                  </a:cxn>
                  <a:cxn ang="0">
                    <a:pos x="connsiteX2" y="connsiteY2"/>
                  </a:cxn>
                </a:cxnLst>
                <a:rect l="l" t="t" r="r" b="b"/>
                <a:pathLst>
                  <a:path w="13558" h="4485">
                    <a:moveTo>
                      <a:pt x="9868" y="48"/>
                    </a:moveTo>
                    <a:cubicBezTo>
                      <a:pt x="5804" y="-489"/>
                      <a:pt x="-5917" y="3666"/>
                      <a:pt x="3690" y="4437"/>
                    </a:cubicBezTo>
                    <a:cubicBezTo>
                      <a:pt x="7759" y="4974"/>
                      <a:pt x="19475" y="819"/>
                      <a:pt x="9868" y="4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9" name="Freeform: Shape 2758">
                <a:extLst>
                  <a:ext uri="{FF2B5EF4-FFF2-40B4-BE49-F238E27FC236}">
                    <a16:creationId xmlns:a16="http://schemas.microsoft.com/office/drawing/2014/main" id="{1D439937-C853-7411-AB77-043C89B63D6F}"/>
                  </a:ext>
                </a:extLst>
              </p:cNvPr>
              <p:cNvSpPr/>
              <p:nvPr/>
            </p:nvSpPr>
            <p:spPr>
              <a:xfrm>
                <a:off x="280042" y="6880134"/>
                <a:ext cx="11982" cy="3684"/>
              </a:xfrm>
              <a:custGeom>
                <a:avLst/>
                <a:gdLst>
                  <a:gd name="connsiteX0" fmla="*/ 8331 w 11982"/>
                  <a:gd name="connsiteY0" fmla="*/ 0 h 3684"/>
                  <a:gd name="connsiteX1" fmla="*/ 233 w 11982"/>
                  <a:gd name="connsiteY1" fmla="*/ 1805 h 3684"/>
                  <a:gd name="connsiteX2" fmla="*/ 8331 w 11982"/>
                  <a:gd name="connsiteY2" fmla="*/ 0 h 3684"/>
                </a:gdLst>
                <a:ahLst/>
                <a:cxnLst>
                  <a:cxn ang="0">
                    <a:pos x="connsiteX0" y="connsiteY0"/>
                  </a:cxn>
                  <a:cxn ang="0">
                    <a:pos x="connsiteX1" y="connsiteY1"/>
                  </a:cxn>
                  <a:cxn ang="0">
                    <a:pos x="connsiteX2" y="connsiteY2"/>
                  </a:cxn>
                </a:cxnLst>
                <a:rect l="l" t="t" r="r" b="b"/>
                <a:pathLst>
                  <a:path w="11982" h="3684">
                    <a:moveTo>
                      <a:pt x="8331" y="0"/>
                    </a:moveTo>
                    <a:cubicBezTo>
                      <a:pt x="5262" y="0"/>
                      <a:pt x="1633" y="806"/>
                      <a:pt x="233" y="1805"/>
                    </a:cubicBezTo>
                    <a:cubicBezTo>
                      <a:pt x="-2545" y="6549"/>
                      <a:pt x="20698" y="926"/>
                      <a:pt x="833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0" name="Freeform: Shape 2759">
                <a:extLst>
                  <a:ext uri="{FF2B5EF4-FFF2-40B4-BE49-F238E27FC236}">
                    <a16:creationId xmlns:a16="http://schemas.microsoft.com/office/drawing/2014/main" id="{C1B8CC8B-F4DC-81B2-343B-6E699A3EE5A0}"/>
                  </a:ext>
                </a:extLst>
              </p:cNvPr>
              <p:cNvSpPr/>
              <p:nvPr/>
            </p:nvSpPr>
            <p:spPr>
              <a:xfrm>
                <a:off x="-48652" y="7112849"/>
                <a:ext cx="13030" cy="4191"/>
              </a:xfrm>
              <a:custGeom>
                <a:avLst/>
                <a:gdLst>
                  <a:gd name="connsiteX0" fmla="*/ 9402 w 13030"/>
                  <a:gd name="connsiteY0" fmla="*/ 45 h 4191"/>
                  <a:gd name="connsiteX1" fmla="*/ 3630 w 13030"/>
                  <a:gd name="connsiteY1" fmla="*/ 4148 h 4191"/>
                  <a:gd name="connsiteX2" fmla="*/ 9402 w 13030"/>
                  <a:gd name="connsiteY2" fmla="*/ 45 h 4191"/>
                </a:gdLst>
                <a:ahLst/>
                <a:cxnLst>
                  <a:cxn ang="0">
                    <a:pos x="connsiteX0" y="connsiteY0"/>
                  </a:cxn>
                  <a:cxn ang="0">
                    <a:pos x="connsiteX1" y="connsiteY1"/>
                  </a:cxn>
                  <a:cxn ang="0">
                    <a:pos x="connsiteX2" y="connsiteY2"/>
                  </a:cxn>
                </a:cxnLst>
                <a:rect l="l" t="t" r="r" b="b"/>
                <a:pathLst>
                  <a:path w="13030" h="4191">
                    <a:moveTo>
                      <a:pt x="9402" y="45"/>
                    </a:moveTo>
                    <a:cubicBezTo>
                      <a:pt x="5402" y="-458"/>
                      <a:pt x="-5686" y="3439"/>
                      <a:pt x="3630" y="4148"/>
                    </a:cubicBezTo>
                    <a:cubicBezTo>
                      <a:pt x="7636" y="4646"/>
                      <a:pt x="18712" y="753"/>
                      <a:pt x="9402" y="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1" name="Freeform: Shape 2760">
                <a:extLst>
                  <a:ext uri="{FF2B5EF4-FFF2-40B4-BE49-F238E27FC236}">
                    <a16:creationId xmlns:a16="http://schemas.microsoft.com/office/drawing/2014/main" id="{A2940911-373A-7A48-018D-4B342C0DC745}"/>
                  </a:ext>
                </a:extLst>
              </p:cNvPr>
              <p:cNvSpPr/>
              <p:nvPr/>
            </p:nvSpPr>
            <p:spPr>
              <a:xfrm>
                <a:off x="1866187" y="6139983"/>
                <a:ext cx="7873" cy="3014"/>
              </a:xfrm>
              <a:custGeom>
                <a:avLst/>
                <a:gdLst>
                  <a:gd name="connsiteX0" fmla="*/ 5035 w 7873"/>
                  <a:gd name="connsiteY0" fmla="*/ 1566 h 3014"/>
                  <a:gd name="connsiteX1" fmla="*/ 29 w 7873"/>
                  <a:gd name="connsiteY1" fmla="*/ 3013 h 3014"/>
                  <a:gd name="connsiteX2" fmla="*/ 5035 w 7873"/>
                  <a:gd name="connsiteY2" fmla="*/ 1566 h 3014"/>
                </a:gdLst>
                <a:ahLst/>
                <a:cxnLst>
                  <a:cxn ang="0">
                    <a:pos x="connsiteX0" y="connsiteY0"/>
                  </a:cxn>
                  <a:cxn ang="0">
                    <a:pos x="connsiteX1" y="connsiteY1"/>
                  </a:cxn>
                  <a:cxn ang="0">
                    <a:pos x="connsiteX2" y="connsiteY2"/>
                  </a:cxn>
                </a:cxnLst>
                <a:rect l="l" t="t" r="r" b="b"/>
                <a:pathLst>
                  <a:path w="7873" h="3014">
                    <a:moveTo>
                      <a:pt x="5035" y="1566"/>
                    </a:moveTo>
                    <a:cubicBezTo>
                      <a:pt x="2938" y="2407"/>
                      <a:pt x="698" y="3052"/>
                      <a:pt x="29" y="3013"/>
                    </a:cubicBezTo>
                    <a:cubicBezTo>
                      <a:pt x="-731" y="1847"/>
                      <a:pt x="13842" y="-2194"/>
                      <a:pt x="5035" y="156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2" name="Freeform: Shape 2761">
                <a:extLst>
                  <a:ext uri="{FF2B5EF4-FFF2-40B4-BE49-F238E27FC236}">
                    <a16:creationId xmlns:a16="http://schemas.microsoft.com/office/drawing/2014/main" id="{C55FDEBA-E26F-5A5E-C456-06B13C969D83}"/>
                  </a:ext>
                </a:extLst>
              </p:cNvPr>
              <p:cNvSpPr/>
              <p:nvPr/>
            </p:nvSpPr>
            <p:spPr>
              <a:xfrm>
                <a:off x="1938155" y="6143171"/>
                <a:ext cx="7693" cy="4517"/>
              </a:xfrm>
              <a:custGeom>
                <a:avLst/>
                <a:gdLst>
                  <a:gd name="connsiteX0" fmla="*/ 4911 w 7693"/>
                  <a:gd name="connsiteY0" fmla="*/ 2294 h 4517"/>
                  <a:gd name="connsiteX1" fmla="*/ 36 w 7693"/>
                  <a:gd name="connsiteY1" fmla="*/ 4517 h 4517"/>
                  <a:gd name="connsiteX2" fmla="*/ 4911 w 7693"/>
                  <a:gd name="connsiteY2" fmla="*/ 2294 h 4517"/>
                </a:gdLst>
                <a:ahLst/>
                <a:cxnLst>
                  <a:cxn ang="0">
                    <a:pos x="connsiteX0" y="connsiteY0"/>
                  </a:cxn>
                  <a:cxn ang="0">
                    <a:pos x="connsiteX1" y="connsiteY1"/>
                  </a:cxn>
                  <a:cxn ang="0">
                    <a:pos x="connsiteX2" y="connsiteY2"/>
                  </a:cxn>
                </a:cxnLst>
                <a:rect l="l" t="t" r="r" b="b"/>
                <a:pathLst>
                  <a:path w="7693" h="4517">
                    <a:moveTo>
                      <a:pt x="4911" y="2294"/>
                    </a:moveTo>
                    <a:cubicBezTo>
                      <a:pt x="2859" y="3545"/>
                      <a:pt x="681" y="4539"/>
                      <a:pt x="36" y="4517"/>
                    </a:cubicBezTo>
                    <a:cubicBezTo>
                      <a:pt x="-804" y="3071"/>
                      <a:pt x="13563" y="-3376"/>
                      <a:pt x="4911" y="229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3" name="Freeform: Shape 2762">
                <a:extLst>
                  <a:ext uri="{FF2B5EF4-FFF2-40B4-BE49-F238E27FC236}">
                    <a16:creationId xmlns:a16="http://schemas.microsoft.com/office/drawing/2014/main" id="{9BBE0CE8-40DB-F7E3-1AE6-869DAD17439B}"/>
                  </a:ext>
                </a:extLst>
              </p:cNvPr>
              <p:cNvSpPr/>
              <p:nvPr/>
            </p:nvSpPr>
            <p:spPr>
              <a:xfrm>
                <a:off x="1791207" y="6140664"/>
                <a:ext cx="7896" cy="1566"/>
              </a:xfrm>
              <a:custGeom>
                <a:avLst/>
                <a:gdLst>
                  <a:gd name="connsiteX0" fmla="*/ 5154 w 7896"/>
                  <a:gd name="connsiteY0" fmla="*/ 692 h 1566"/>
                  <a:gd name="connsiteX1" fmla="*/ 10 w 7896"/>
                  <a:gd name="connsiteY1" fmla="*/ 1566 h 1566"/>
                  <a:gd name="connsiteX2" fmla="*/ 5154 w 7896"/>
                  <a:gd name="connsiteY2" fmla="*/ 692 h 1566"/>
                </a:gdLst>
                <a:ahLst/>
                <a:cxnLst>
                  <a:cxn ang="0">
                    <a:pos x="connsiteX0" y="connsiteY0"/>
                  </a:cxn>
                  <a:cxn ang="0">
                    <a:pos x="connsiteX1" y="connsiteY1"/>
                  </a:cxn>
                  <a:cxn ang="0">
                    <a:pos x="connsiteX2" y="connsiteY2"/>
                  </a:cxn>
                </a:cxnLst>
                <a:rect l="l" t="t" r="r" b="b"/>
                <a:pathLst>
                  <a:path w="7896" h="1566">
                    <a:moveTo>
                      <a:pt x="5154" y="692"/>
                    </a:moveTo>
                    <a:cubicBezTo>
                      <a:pt x="3011" y="1132"/>
                      <a:pt x="708" y="1521"/>
                      <a:pt x="10" y="1566"/>
                    </a:cubicBezTo>
                    <a:cubicBezTo>
                      <a:pt x="-435" y="1240"/>
                      <a:pt x="13681" y="-1154"/>
                      <a:pt x="5154" y="69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4" name="Freeform: Shape 2763">
                <a:extLst>
                  <a:ext uri="{FF2B5EF4-FFF2-40B4-BE49-F238E27FC236}">
                    <a16:creationId xmlns:a16="http://schemas.microsoft.com/office/drawing/2014/main" id="{A4EC5224-3BFD-FE9A-AC53-74B777EE3A38}"/>
                  </a:ext>
                </a:extLst>
              </p:cNvPr>
              <p:cNvSpPr/>
              <p:nvPr/>
            </p:nvSpPr>
            <p:spPr>
              <a:xfrm>
                <a:off x="2007036" y="6139179"/>
                <a:ext cx="7507" cy="5793"/>
              </a:xfrm>
              <a:custGeom>
                <a:avLst/>
                <a:gdLst>
                  <a:gd name="connsiteX0" fmla="*/ 4769 w 7507"/>
                  <a:gd name="connsiteY0" fmla="*/ 2731 h 5793"/>
                  <a:gd name="connsiteX1" fmla="*/ 31 w 7507"/>
                  <a:gd name="connsiteY1" fmla="*/ 5794 h 5793"/>
                  <a:gd name="connsiteX2" fmla="*/ 4769 w 7507"/>
                  <a:gd name="connsiteY2" fmla="*/ 2731 h 5793"/>
                </a:gdLst>
                <a:ahLst/>
                <a:cxnLst>
                  <a:cxn ang="0">
                    <a:pos x="connsiteX0" y="connsiteY0"/>
                  </a:cxn>
                  <a:cxn ang="0">
                    <a:pos x="connsiteX1" y="connsiteY1"/>
                  </a:cxn>
                  <a:cxn ang="0">
                    <a:pos x="connsiteX2" y="connsiteY2"/>
                  </a:cxn>
                </a:cxnLst>
                <a:rect l="l" t="t" r="r" b="b"/>
                <a:pathLst>
                  <a:path w="7507" h="5793">
                    <a:moveTo>
                      <a:pt x="4769" y="2731"/>
                    </a:moveTo>
                    <a:cubicBezTo>
                      <a:pt x="2763" y="4331"/>
                      <a:pt x="643" y="5703"/>
                      <a:pt x="31" y="5794"/>
                    </a:cubicBezTo>
                    <a:cubicBezTo>
                      <a:pt x="-746" y="4548"/>
                      <a:pt x="13250" y="-4401"/>
                      <a:pt x="4769" y="273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5" name="Freeform: Shape 2764">
                <a:extLst>
                  <a:ext uri="{FF2B5EF4-FFF2-40B4-BE49-F238E27FC236}">
                    <a16:creationId xmlns:a16="http://schemas.microsoft.com/office/drawing/2014/main" id="{4E7C19D3-B937-BB94-3836-85FBE9398D0F}"/>
                  </a:ext>
                </a:extLst>
              </p:cNvPr>
              <p:cNvSpPr/>
              <p:nvPr/>
            </p:nvSpPr>
            <p:spPr>
              <a:xfrm>
                <a:off x="1168839" y="6613023"/>
                <a:ext cx="9700" cy="4212"/>
              </a:xfrm>
              <a:custGeom>
                <a:avLst/>
                <a:gdLst>
                  <a:gd name="connsiteX0" fmla="*/ 6581 w 9700"/>
                  <a:gd name="connsiteY0" fmla="*/ 20 h 4212"/>
                  <a:gd name="connsiteX1" fmla="*/ 3118 w 9700"/>
                  <a:gd name="connsiteY1" fmla="*/ 4192 h 4212"/>
                  <a:gd name="connsiteX2" fmla="*/ 6581 w 9700"/>
                  <a:gd name="connsiteY2" fmla="*/ 20 h 4212"/>
                </a:gdLst>
                <a:ahLst/>
                <a:cxnLst>
                  <a:cxn ang="0">
                    <a:pos x="connsiteX0" y="connsiteY0"/>
                  </a:cxn>
                  <a:cxn ang="0">
                    <a:pos x="connsiteX1" y="connsiteY1"/>
                  </a:cxn>
                  <a:cxn ang="0">
                    <a:pos x="connsiteX2" y="connsiteY2"/>
                  </a:cxn>
                </a:cxnLst>
                <a:rect l="l" t="t" r="r" b="b"/>
                <a:pathLst>
                  <a:path w="9700" h="4212">
                    <a:moveTo>
                      <a:pt x="6581" y="20"/>
                    </a:moveTo>
                    <a:cubicBezTo>
                      <a:pt x="2844" y="-317"/>
                      <a:pt x="-4032" y="3809"/>
                      <a:pt x="3118" y="4192"/>
                    </a:cubicBezTo>
                    <a:cubicBezTo>
                      <a:pt x="6873" y="4535"/>
                      <a:pt x="13725" y="426"/>
                      <a:pt x="6581"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6" name="Freeform: Shape 2765">
                <a:extLst>
                  <a:ext uri="{FF2B5EF4-FFF2-40B4-BE49-F238E27FC236}">
                    <a16:creationId xmlns:a16="http://schemas.microsoft.com/office/drawing/2014/main" id="{7E1D8DB1-A78F-EEF4-93CD-3A7BD3888DC3}"/>
                  </a:ext>
                </a:extLst>
              </p:cNvPr>
              <p:cNvSpPr/>
              <p:nvPr/>
            </p:nvSpPr>
            <p:spPr>
              <a:xfrm>
                <a:off x="1713281" y="6156065"/>
                <a:ext cx="8124" cy="932"/>
              </a:xfrm>
              <a:custGeom>
                <a:avLst/>
                <a:gdLst>
                  <a:gd name="connsiteX0" fmla="*/ 5288 w 8124"/>
                  <a:gd name="connsiteY0" fmla="*/ 19 h 932"/>
                  <a:gd name="connsiteX1" fmla="*/ 7 w 8124"/>
                  <a:gd name="connsiteY1" fmla="*/ 669 h 932"/>
                  <a:gd name="connsiteX2" fmla="*/ 5288 w 8124"/>
                  <a:gd name="connsiteY2" fmla="*/ 19 h 932"/>
                </a:gdLst>
                <a:ahLst/>
                <a:cxnLst>
                  <a:cxn ang="0">
                    <a:pos x="connsiteX0" y="connsiteY0"/>
                  </a:cxn>
                  <a:cxn ang="0">
                    <a:pos x="connsiteX1" y="connsiteY1"/>
                  </a:cxn>
                  <a:cxn ang="0">
                    <a:pos x="connsiteX2" y="connsiteY2"/>
                  </a:cxn>
                </a:cxnLst>
                <a:rect l="l" t="t" r="r" b="b"/>
                <a:pathLst>
                  <a:path w="8124" h="932">
                    <a:moveTo>
                      <a:pt x="5288" y="19"/>
                    </a:moveTo>
                    <a:cubicBezTo>
                      <a:pt x="3093" y="144"/>
                      <a:pt x="733" y="436"/>
                      <a:pt x="7" y="669"/>
                    </a:cubicBezTo>
                    <a:cubicBezTo>
                      <a:pt x="-364" y="1584"/>
                      <a:pt x="14066" y="-199"/>
                      <a:pt x="5288"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7" name="Freeform: Shape 2766">
                <a:extLst>
                  <a:ext uri="{FF2B5EF4-FFF2-40B4-BE49-F238E27FC236}">
                    <a16:creationId xmlns:a16="http://schemas.microsoft.com/office/drawing/2014/main" id="{200B6018-EA21-3240-BAED-71D7839AAB42}"/>
                  </a:ext>
                </a:extLst>
              </p:cNvPr>
              <p:cNvSpPr/>
              <p:nvPr/>
            </p:nvSpPr>
            <p:spPr>
              <a:xfrm>
                <a:off x="1368740" y="6385931"/>
                <a:ext cx="9098" cy="2260"/>
              </a:xfrm>
              <a:custGeom>
                <a:avLst/>
                <a:gdLst>
                  <a:gd name="connsiteX0" fmla="*/ 6105 w 9098"/>
                  <a:gd name="connsiteY0" fmla="*/ 21 h 2260"/>
                  <a:gd name="connsiteX1" fmla="*/ 2996 w 9098"/>
                  <a:gd name="connsiteY1" fmla="*/ 2239 h 2260"/>
                  <a:gd name="connsiteX2" fmla="*/ 6105 w 9098"/>
                  <a:gd name="connsiteY2" fmla="*/ 21 h 2260"/>
                </a:gdLst>
                <a:ahLst/>
                <a:cxnLst>
                  <a:cxn ang="0">
                    <a:pos x="connsiteX0" y="connsiteY0"/>
                  </a:cxn>
                  <a:cxn ang="0">
                    <a:pos x="connsiteX1" y="connsiteY1"/>
                  </a:cxn>
                  <a:cxn ang="0">
                    <a:pos x="connsiteX2" y="connsiteY2"/>
                  </a:cxn>
                </a:cxnLst>
                <a:rect l="l" t="t" r="r" b="b"/>
                <a:pathLst>
                  <a:path w="9098" h="2260">
                    <a:moveTo>
                      <a:pt x="6105" y="21"/>
                    </a:moveTo>
                    <a:cubicBezTo>
                      <a:pt x="2728" y="-236"/>
                      <a:pt x="-3856" y="1919"/>
                      <a:pt x="2996" y="2239"/>
                    </a:cubicBezTo>
                    <a:cubicBezTo>
                      <a:pt x="6374" y="2496"/>
                      <a:pt x="12952" y="341"/>
                      <a:pt x="6105"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8" name="Freeform: Shape 2767">
                <a:extLst>
                  <a:ext uri="{FF2B5EF4-FFF2-40B4-BE49-F238E27FC236}">
                    <a16:creationId xmlns:a16="http://schemas.microsoft.com/office/drawing/2014/main" id="{DA9B14DD-9E70-07E9-3CD6-969F29DC5AE3}"/>
                  </a:ext>
                </a:extLst>
              </p:cNvPr>
              <p:cNvSpPr/>
              <p:nvPr/>
            </p:nvSpPr>
            <p:spPr>
              <a:xfrm>
                <a:off x="1271431" y="6474348"/>
                <a:ext cx="9414" cy="4333"/>
              </a:xfrm>
              <a:custGeom>
                <a:avLst/>
                <a:gdLst>
                  <a:gd name="connsiteX0" fmla="*/ 6357 w 9414"/>
                  <a:gd name="connsiteY0" fmla="*/ 27 h 4333"/>
                  <a:gd name="connsiteX1" fmla="*/ 3060 w 9414"/>
                  <a:gd name="connsiteY1" fmla="*/ 4308 h 4333"/>
                  <a:gd name="connsiteX2" fmla="*/ 6357 w 9414"/>
                  <a:gd name="connsiteY2" fmla="*/ 27 h 4333"/>
                </a:gdLst>
                <a:ahLst/>
                <a:cxnLst>
                  <a:cxn ang="0">
                    <a:pos x="connsiteX0" y="connsiteY0"/>
                  </a:cxn>
                  <a:cxn ang="0">
                    <a:pos x="connsiteX1" y="connsiteY1"/>
                  </a:cxn>
                  <a:cxn ang="0">
                    <a:pos x="connsiteX2" y="connsiteY2"/>
                  </a:cxn>
                </a:cxnLst>
                <a:rect l="l" t="t" r="r" b="b"/>
                <a:pathLst>
                  <a:path w="9414" h="4333">
                    <a:moveTo>
                      <a:pt x="6357" y="27"/>
                    </a:moveTo>
                    <a:cubicBezTo>
                      <a:pt x="2591" y="-373"/>
                      <a:pt x="-3856" y="3805"/>
                      <a:pt x="3060" y="4308"/>
                    </a:cubicBezTo>
                    <a:cubicBezTo>
                      <a:pt x="6814" y="4696"/>
                      <a:pt x="13272" y="513"/>
                      <a:pt x="6357" y="2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9" name="Freeform: Shape 2768">
                <a:extLst>
                  <a:ext uri="{FF2B5EF4-FFF2-40B4-BE49-F238E27FC236}">
                    <a16:creationId xmlns:a16="http://schemas.microsoft.com/office/drawing/2014/main" id="{87B113EB-6A7A-078B-44CF-AA4787C8253C}"/>
                  </a:ext>
                </a:extLst>
              </p:cNvPr>
              <p:cNvSpPr/>
              <p:nvPr/>
            </p:nvSpPr>
            <p:spPr>
              <a:xfrm>
                <a:off x="1460814" y="6320399"/>
                <a:ext cx="8869" cy="2153"/>
              </a:xfrm>
              <a:custGeom>
                <a:avLst/>
                <a:gdLst>
                  <a:gd name="connsiteX0" fmla="*/ 5917 w 8869"/>
                  <a:gd name="connsiteY0" fmla="*/ 20 h 2153"/>
                  <a:gd name="connsiteX1" fmla="*/ 2951 w 8869"/>
                  <a:gd name="connsiteY1" fmla="*/ 2134 h 2153"/>
                  <a:gd name="connsiteX2" fmla="*/ 5917 w 8869"/>
                  <a:gd name="connsiteY2" fmla="*/ 20 h 2153"/>
                </a:gdLst>
                <a:ahLst/>
                <a:cxnLst>
                  <a:cxn ang="0">
                    <a:pos x="connsiteX0" y="connsiteY0"/>
                  </a:cxn>
                  <a:cxn ang="0">
                    <a:pos x="connsiteX1" y="connsiteY1"/>
                  </a:cxn>
                  <a:cxn ang="0">
                    <a:pos x="connsiteX2" y="connsiteY2"/>
                  </a:cxn>
                </a:cxnLst>
                <a:rect l="l" t="t" r="r" b="b"/>
                <a:pathLst>
                  <a:path w="8869" h="2153">
                    <a:moveTo>
                      <a:pt x="5917" y="20"/>
                    </a:moveTo>
                    <a:cubicBezTo>
                      <a:pt x="2580" y="-221"/>
                      <a:pt x="-3741" y="1831"/>
                      <a:pt x="2951" y="2134"/>
                    </a:cubicBezTo>
                    <a:cubicBezTo>
                      <a:pt x="6294" y="2374"/>
                      <a:pt x="12609" y="322"/>
                      <a:pt x="5917"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0" name="Freeform: Shape 2769">
                <a:extLst>
                  <a:ext uri="{FF2B5EF4-FFF2-40B4-BE49-F238E27FC236}">
                    <a16:creationId xmlns:a16="http://schemas.microsoft.com/office/drawing/2014/main" id="{9824DB29-0A70-2B8B-F488-7E33E7419FA6}"/>
                  </a:ext>
                </a:extLst>
              </p:cNvPr>
              <p:cNvSpPr/>
              <p:nvPr/>
            </p:nvSpPr>
            <p:spPr>
              <a:xfrm>
                <a:off x="1632448" y="6198197"/>
                <a:ext cx="8447" cy="1961"/>
              </a:xfrm>
              <a:custGeom>
                <a:avLst/>
                <a:gdLst>
                  <a:gd name="connsiteX0" fmla="*/ 5574 w 8447"/>
                  <a:gd name="connsiteY0" fmla="*/ 17 h 1961"/>
                  <a:gd name="connsiteX1" fmla="*/ 2870 w 8447"/>
                  <a:gd name="connsiteY1" fmla="*/ 1944 h 1961"/>
                  <a:gd name="connsiteX2" fmla="*/ 5574 w 8447"/>
                  <a:gd name="connsiteY2" fmla="*/ 17 h 1961"/>
                </a:gdLst>
                <a:ahLst/>
                <a:cxnLst>
                  <a:cxn ang="0">
                    <a:pos x="connsiteX0" y="connsiteY0"/>
                  </a:cxn>
                  <a:cxn ang="0">
                    <a:pos x="connsiteX1" y="connsiteY1"/>
                  </a:cxn>
                  <a:cxn ang="0">
                    <a:pos x="connsiteX2" y="connsiteY2"/>
                  </a:cxn>
                </a:cxnLst>
                <a:rect l="l" t="t" r="r" b="b"/>
                <a:pathLst>
                  <a:path w="8447" h="1961">
                    <a:moveTo>
                      <a:pt x="5574" y="17"/>
                    </a:moveTo>
                    <a:cubicBezTo>
                      <a:pt x="2310" y="-200"/>
                      <a:pt x="-3530" y="1675"/>
                      <a:pt x="2870" y="1944"/>
                    </a:cubicBezTo>
                    <a:cubicBezTo>
                      <a:pt x="6139" y="2161"/>
                      <a:pt x="11980" y="286"/>
                      <a:pt x="5574"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1" name="Freeform: Shape 2770">
                <a:extLst>
                  <a:ext uri="{FF2B5EF4-FFF2-40B4-BE49-F238E27FC236}">
                    <a16:creationId xmlns:a16="http://schemas.microsoft.com/office/drawing/2014/main" id="{AE273527-42CE-7649-1EC2-FE53191636D0}"/>
                  </a:ext>
                </a:extLst>
              </p:cNvPr>
              <p:cNvSpPr/>
              <p:nvPr/>
            </p:nvSpPr>
            <p:spPr>
              <a:xfrm>
                <a:off x="1548609" y="6257895"/>
                <a:ext cx="8654" cy="2053"/>
              </a:xfrm>
              <a:custGeom>
                <a:avLst/>
                <a:gdLst>
                  <a:gd name="connsiteX0" fmla="*/ 5739 w 8654"/>
                  <a:gd name="connsiteY0" fmla="*/ 19 h 2053"/>
                  <a:gd name="connsiteX1" fmla="*/ 2910 w 8654"/>
                  <a:gd name="connsiteY1" fmla="*/ 2035 h 2053"/>
                  <a:gd name="connsiteX2" fmla="*/ 5739 w 8654"/>
                  <a:gd name="connsiteY2" fmla="*/ 19 h 2053"/>
                </a:gdLst>
                <a:ahLst/>
                <a:cxnLst>
                  <a:cxn ang="0">
                    <a:pos x="connsiteX0" y="connsiteY0"/>
                  </a:cxn>
                  <a:cxn ang="0">
                    <a:pos x="connsiteX1" y="connsiteY1"/>
                  </a:cxn>
                  <a:cxn ang="0">
                    <a:pos x="connsiteX2" y="connsiteY2"/>
                  </a:cxn>
                </a:cxnLst>
                <a:rect l="l" t="t" r="r" b="b"/>
                <a:pathLst>
                  <a:path w="8654" h="2053">
                    <a:moveTo>
                      <a:pt x="5739" y="19"/>
                    </a:moveTo>
                    <a:cubicBezTo>
                      <a:pt x="2442" y="-210"/>
                      <a:pt x="-3634" y="1750"/>
                      <a:pt x="2910" y="2035"/>
                    </a:cubicBezTo>
                    <a:cubicBezTo>
                      <a:pt x="6219" y="2264"/>
                      <a:pt x="12288" y="298"/>
                      <a:pt x="5739"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2" name="Freeform: Shape 2771">
                <a:extLst>
                  <a:ext uri="{FF2B5EF4-FFF2-40B4-BE49-F238E27FC236}">
                    <a16:creationId xmlns:a16="http://schemas.microsoft.com/office/drawing/2014/main" id="{4039D37D-7476-D885-1069-ED693B2C6BC7}"/>
                  </a:ext>
                </a:extLst>
              </p:cNvPr>
              <p:cNvSpPr/>
              <p:nvPr/>
            </p:nvSpPr>
            <p:spPr>
              <a:xfrm>
                <a:off x="-631674" y="7526146"/>
                <a:ext cx="14306" cy="5168"/>
              </a:xfrm>
              <a:custGeom>
                <a:avLst/>
                <a:gdLst>
                  <a:gd name="connsiteX0" fmla="*/ 10746 w 14306"/>
                  <a:gd name="connsiteY0" fmla="*/ 0 h 5168"/>
                  <a:gd name="connsiteX1" fmla="*/ 36 w 14306"/>
                  <a:gd name="connsiteY1" fmla="*/ 4303 h 5168"/>
                  <a:gd name="connsiteX2" fmla="*/ 10746 w 14306"/>
                  <a:gd name="connsiteY2" fmla="*/ 0 h 5168"/>
                </a:gdLst>
                <a:ahLst/>
                <a:cxnLst>
                  <a:cxn ang="0">
                    <a:pos x="connsiteX0" y="connsiteY0"/>
                  </a:cxn>
                  <a:cxn ang="0">
                    <a:pos x="connsiteX1" y="connsiteY1"/>
                  </a:cxn>
                  <a:cxn ang="0">
                    <a:pos x="connsiteX2" y="connsiteY2"/>
                  </a:cxn>
                </a:cxnLst>
                <a:rect l="l" t="t" r="r" b="b"/>
                <a:pathLst>
                  <a:path w="14306" h="5168">
                    <a:moveTo>
                      <a:pt x="10746" y="0"/>
                    </a:moveTo>
                    <a:cubicBezTo>
                      <a:pt x="7934" y="206"/>
                      <a:pt x="-621" y="783"/>
                      <a:pt x="36" y="4303"/>
                    </a:cubicBezTo>
                    <a:cubicBezTo>
                      <a:pt x="3042" y="7395"/>
                      <a:pt x="22067" y="1314"/>
                      <a:pt x="10746"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3" name="Freeform: Shape 2772">
                <a:extLst>
                  <a:ext uri="{FF2B5EF4-FFF2-40B4-BE49-F238E27FC236}">
                    <a16:creationId xmlns:a16="http://schemas.microsoft.com/office/drawing/2014/main" id="{39540001-5194-8987-68AF-6572ECFA758D}"/>
                  </a:ext>
                </a:extLst>
              </p:cNvPr>
              <p:cNvSpPr/>
              <p:nvPr/>
            </p:nvSpPr>
            <p:spPr>
              <a:xfrm>
                <a:off x="1878280" y="6280442"/>
                <a:ext cx="6860" cy="4943"/>
              </a:xfrm>
              <a:custGeom>
                <a:avLst/>
                <a:gdLst>
                  <a:gd name="connsiteX0" fmla="*/ 4681 w 6860"/>
                  <a:gd name="connsiteY0" fmla="*/ 1868 h 4943"/>
                  <a:gd name="connsiteX1" fmla="*/ 0 w 6860"/>
                  <a:gd name="connsiteY1" fmla="*/ 4943 h 4943"/>
                  <a:gd name="connsiteX2" fmla="*/ 4681 w 6860"/>
                  <a:gd name="connsiteY2" fmla="*/ 1868 h 4943"/>
                </a:gdLst>
                <a:ahLst/>
                <a:cxnLst>
                  <a:cxn ang="0">
                    <a:pos x="connsiteX0" y="connsiteY0"/>
                  </a:cxn>
                  <a:cxn ang="0">
                    <a:pos x="connsiteX1" y="connsiteY1"/>
                  </a:cxn>
                  <a:cxn ang="0">
                    <a:pos x="connsiteX2" y="connsiteY2"/>
                  </a:cxn>
                </a:cxnLst>
                <a:rect l="l" t="t" r="r" b="b"/>
                <a:pathLst>
                  <a:path w="6860" h="4943">
                    <a:moveTo>
                      <a:pt x="4681" y="1868"/>
                    </a:moveTo>
                    <a:cubicBezTo>
                      <a:pt x="3332" y="2851"/>
                      <a:pt x="1189" y="4378"/>
                      <a:pt x="0" y="4943"/>
                    </a:cubicBezTo>
                    <a:cubicBezTo>
                      <a:pt x="520" y="3400"/>
                      <a:pt x="11390" y="-3167"/>
                      <a:pt x="4681" y="186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4" name="Freeform: Shape 2773">
                <a:extLst>
                  <a:ext uri="{FF2B5EF4-FFF2-40B4-BE49-F238E27FC236}">
                    <a16:creationId xmlns:a16="http://schemas.microsoft.com/office/drawing/2014/main" id="{401F7255-6F19-3790-2EEA-3F5FFF617A43}"/>
                  </a:ext>
                </a:extLst>
              </p:cNvPr>
              <p:cNvSpPr/>
              <p:nvPr/>
            </p:nvSpPr>
            <p:spPr>
              <a:xfrm>
                <a:off x="134786" y="6777001"/>
                <a:ext cx="11673" cy="2856"/>
              </a:xfrm>
              <a:custGeom>
                <a:avLst/>
                <a:gdLst>
                  <a:gd name="connsiteX0" fmla="*/ 8169 w 11673"/>
                  <a:gd name="connsiteY0" fmla="*/ 0 h 2856"/>
                  <a:gd name="connsiteX1" fmla="*/ 237 w 11673"/>
                  <a:gd name="connsiteY1" fmla="*/ 1388 h 2856"/>
                  <a:gd name="connsiteX2" fmla="*/ 8169 w 11673"/>
                  <a:gd name="connsiteY2" fmla="*/ 0 h 2856"/>
                </a:gdLst>
                <a:ahLst/>
                <a:cxnLst>
                  <a:cxn ang="0">
                    <a:pos x="connsiteX0" y="connsiteY0"/>
                  </a:cxn>
                  <a:cxn ang="0">
                    <a:pos x="connsiteX1" y="connsiteY1"/>
                  </a:cxn>
                  <a:cxn ang="0">
                    <a:pos x="connsiteX2" y="connsiteY2"/>
                  </a:cxn>
                </a:cxnLst>
                <a:rect l="l" t="t" r="r" b="b"/>
                <a:pathLst>
                  <a:path w="11673" h="2856">
                    <a:moveTo>
                      <a:pt x="8169" y="0"/>
                    </a:moveTo>
                    <a:cubicBezTo>
                      <a:pt x="5191" y="0"/>
                      <a:pt x="1642" y="617"/>
                      <a:pt x="237" y="1388"/>
                    </a:cubicBezTo>
                    <a:cubicBezTo>
                      <a:pt x="-2530" y="5126"/>
                      <a:pt x="20113" y="623"/>
                      <a:pt x="816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5" name="Freeform: Shape 2774">
                <a:extLst>
                  <a:ext uri="{FF2B5EF4-FFF2-40B4-BE49-F238E27FC236}">
                    <a16:creationId xmlns:a16="http://schemas.microsoft.com/office/drawing/2014/main" id="{DC039BB8-63CA-C10C-D032-917AA7E5783D}"/>
                  </a:ext>
                </a:extLst>
              </p:cNvPr>
              <p:cNvSpPr/>
              <p:nvPr/>
            </p:nvSpPr>
            <p:spPr>
              <a:xfrm>
                <a:off x="685159" y="6726943"/>
                <a:ext cx="10140" cy="217"/>
              </a:xfrm>
              <a:custGeom>
                <a:avLst/>
                <a:gdLst>
                  <a:gd name="connsiteX0" fmla="*/ 7099 w 10140"/>
                  <a:gd name="connsiteY0" fmla="*/ 17 h 217"/>
                  <a:gd name="connsiteX1" fmla="*/ 3047 w 10140"/>
                  <a:gd name="connsiteY1" fmla="*/ 195 h 217"/>
                  <a:gd name="connsiteX2" fmla="*/ 7099 w 10140"/>
                  <a:gd name="connsiteY2" fmla="*/ 17 h 217"/>
                </a:gdLst>
                <a:ahLst/>
                <a:cxnLst>
                  <a:cxn ang="0">
                    <a:pos x="connsiteX0" y="connsiteY0"/>
                  </a:cxn>
                  <a:cxn ang="0">
                    <a:pos x="connsiteX1" y="connsiteY1"/>
                  </a:cxn>
                  <a:cxn ang="0">
                    <a:pos x="connsiteX2" y="connsiteY2"/>
                  </a:cxn>
                </a:cxnLst>
                <a:rect l="l" t="t" r="r" b="b"/>
                <a:pathLst>
                  <a:path w="10140" h="217">
                    <a:moveTo>
                      <a:pt x="7099" y="17"/>
                    </a:moveTo>
                    <a:cubicBezTo>
                      <a:pt x="3984" y="57"/>
                      <a:pt x="-4508" y="291"/>
                      <a:pt x="3047" y="195"/>
                    </a:cubicBezTo>
                    <a:cubicBezTo>
                      <a:pt x="6162" y="160"/>
                      <a:pt x="14643" y="-63"/>
                      <a:pt x="7099" y="17"/>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6" name="Freeform: Shape 2775">
                <a:extLst>
                  <a:ext uri="{FF2B5EF4-FFF2-40B4-BE49-F238E27FC236}">
                    <a16:creationId xmlns:a16="http://schemas.microsoft.com/office/drawing/2014/main" id="{5DDC7031-BB30-D842-ACCB-BE7F7B2E0C56}"/>
                  </a:ext>
                </a:extLst>
              </p:cNvPr>
              <p:cNvSpPr/>
              <p:nvPr/>
            </p:nvSpPr>
            <p:spPr>
              <a:xfrm>
                <a:off x="284151" y="6723236"/>
                <a:ext cx="11428" cy="960"/>
              </a:xfrm>
              <a:custGeom>
                <a:avLst/>
                <a:gdLst>
                  <a:gd name="connsiteX0" fmla="*/ 8113 w 11428"/>
                  <a:gd name="connsiteY0" fmla="*/ 9 h 960"/>
                  <a:gd name="connsiteX1" fmla="*/ 3318 w 11428"/>
                  <a:gd name="connsiteY1" fmla="*/ 952 h 960"/>
                  <a:gd name="connsiteX2" fmla="*/ 8113 w 11428"/>
                  <a:gd name="connsiteY2" fmla="*/ 9 h 960"/>
                </a:gdLst>
                <a:ahLst/>
                <a:cxnLst>
                  <a:cxn ang="0">
                    <a:pos x="connsiteX0" y="connsiteY0"/>
                  </a:cxn>
                  <a:cxn ang="0">
                    <a:pos x="connsiteX1" y="connsiteY1"/>
                  </a:cxn>
                  <a:cxn ang="0">
                    <a:pos x="connsiteX2" y="connsiteY2"/>
                  </a:cxn>
                </a:cxnLst>
                <a:rect l="l" t="t" r="r" b="b"/>
                <a:pathLst>
                  <a:path w="11428" h="960">
                    <a:moveTo>
                      <a:pt x="8113" y="9"/>
                    </a:moveTo>
                    <a:cubicBezTo>
                      <a:pt x="4827" y="-100"/>
                      <a:pt x="-5129" y="792"/>
                      <a:pt x="3318" y="952"/>
                    </a:cubicBezTo>
                    <a:cubicBezTo>
                      <a:pt x="6604" y="1055"/>
                      <a:pt x="16554" y="152"/>
                      <a:pt x="8113"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7" name="Freeform: Shape 2776">
                <a:extLst>
                  <a:ext uri="{FF2B5EF4-FFF2-40B4-BE49-F238E27FC236}">
                    <a16:creationId xmlns:a16="http://schemas.microsoft.com/office/drawing/2014/main" id="{4C41C655-9886-E3D5-6A49-09845B7960C4}"/>
                  </a:ext>
                </a:extLst>
              </p:cNvPr>
              <p:cNvSpPr/>
              <p:nvPr/>
            </p:nvSpPr>
            <p:spPr>
              <a:xfrm>
                <a:off x="558832" y="6722036"/>
                <a:ext cx="10617" cy="397"/>
              </a:xfrm>
              <a:custGeom>
                <a:avLst/>
                <a:gdLst>
                  <a:gd name="connsiteX0" fmla="*/ 7467 w 10617"/>
                  <a:gd name="connsiteY0" fmla="*/ 381 h 397"/>
                  <a:gd name="connsiteX1" fmla="*/ 3192 w 10617"/>
                  <a:gd name="connsiteY1" fmla="*/ 15 h 397"/>
                  <a:gd name="connsiteX2" fmla="*/ 7467 w 10617"/>
                  <a:gd name="connsiteY2" fmla="*/ 381 h 397"/>
                </a:gdLst>
                <a:ahLst/>
                <a:cxnLst>
                  <a:cxn ang="0">
                    <a:pos x="connsiteX0" y="connsiteY0"/>
                  </a:cxn>
                  <a:cxn ang="0">
                    <a:pos x="connsiteX1" y="connsiteY1"/>
                  </a:cxn>
                  <a:cxn ang="0">
                    <a:pos x="connsiteX2" y="connsiteY2"/>
                  </a:cxn>
                </a:cxnLst>
                <a:rect l="l" t="t" r="r" b="b"/>
                <a:pathLst>
                  <a:path w="10617" h="397">
                    <a:moveTo>
                      <a:pt x="7467" y="381"/>
                    </a:moveTo>
                    <a:cubicBezTo>
                      <a:pt x="4283" y="466"/>
                      <a:pt x="-4769" y="203"/>
                      <a:pt x="3192" y="15"/>
                    </a:cubicBezTo>
                    <a:cubicBezTo>
                      <a:pt x="6346" y="-65"/>
                      <a:pt x="15347" y="192"/>
                      <a:pt x="7467" y="38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8" name="Freeform: Shape 2777">
                <a:extLst>
                  <a:ext uri="{FF2B5EF4-FFF2-40B4-BE49-F238E27FC236}">
                    <a16:creationId xmlns:a16="http://schemas.microsoft.com/office/drawing/2014/main" id="{71F076F8-3240-048F-2F9F-8031EACDC345}"/>
                  </a:ext>
                </a:extLst>
              </p:cNvPr>
              <p:cNvSpPr/>
              <p:nvPr/>
            </p:nvSpPr>
            <p:spPr>
              <a:xfrm>
                <a:off x="425520" y="6712992"/>
                <a:ext cx="10691" cy="130"/>
              </a:xfrm>
              <a:custGeom>
                <a:avLst/>
                <a:gdLst>
                  <a:gd name="connsiteX0" fmla="*/ 7654 w 10691"/>
                  <a:gd name="connsiteY0" fmla="*/ 120 h 130"/>
                  <a:gd name="connsiteX1" fmla="*/ 3127 w 10691"/>
                  <a:gd name="connsiteY1" fmla="*/ 12 h 130"/>
                  <a:gd name="connsiteX2" fmla="*/ 7654 w 10691"/>
                  <a:gd name="connsiteY2" fmla="*/ 120 h 130"/>
                </a:gdLst>
                <a:ahLst/>
                <a:cxnLst>
                  <a:cxn ang="0">
                    <a:pos x="connsiteX0" y="connsiteY0"/>
                  </a:cxn>
                  <a:cxn ang="0">
                    <a:pos x="connsiteX1" y="connsiteY1"/>
                  </a:cxn>
                  <a:cxn ang="0">
                    <a:pos x="connsiteX2" y="connsiteY2"/>
                  </a:cxn>
                </a:cxnLst>
                <a:rect l="l" t="t" r="r" b="b"/>
                <a:pathLst>
                  <a:path w="10691" h="130">
                    <a:moveTo>
                      <a:pt x="7654" y="120"/>
                    </a:moveTo>
                    <a:cubicBezTo>
                      <a:pt x="4476" y="155"/>
                      <a:pt x="-4805" y="98"/>
                      <a:pt x="3127" y="12"/>
                    </a:cubicBezTo>
                    <a:cubicBezTo>
                      <a:pt x="6379" y="-22"/>
                      <a:pt x="15352" y="18"/>
                      <a:pt x="7654" y="1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9" name="Freeform: Shape 2778">
                <a:extLst>
                  <a:ext uri="{FF2B5EF4-FFF2-40B4-BE49-F238E27FC236}">
                    <a16:creationId xmlns:a16="http://schemas.microsoft.com/office/drawing/2014/main" id="{C22E9A85-148C-4DC2-E3E9-608062534B72}"/>
                  </a:ext>
                </a:extLst>
              </p:cNvPr>
              <p:cNvSpPr/>
              <p:nvPr/>
            </p:nvSpPr>
            <p:spPr>
              <a:xfrm>
                <a:off x="-23895" y="6880134"/>
                <a:ext cx="12089" cy="3684"/>
              </a:xfrm>
              <a:custGeom>
                <a:avLst/>
                <a:gdLst>
                  <a:gd name="connsiteX0" fmla="*/ 8539 w 12089"/>
                  <a:gd name="connsiteY0" fmla="*/ 0 h 3684"/>
                  <a:gd name="connsiteX1" fmla="*/ 287 w 12089"/>
                  <a:gd name="connsiteY1" fmla="*/ 1805 h 3684"/>
                  <a:gd name="connsiteX2" fmla="*/ 8539 w 12089"/>
                  <a:gd name="connsiteY2" fmla="*/ 0 h 3684"/>
                </a:gdLst>
                <a:ahLst/>
                <a:cxnLst>
                  <a:cxn ang="0">
                    <a:pos x="connsiteX0" y="connsiteY0"/>
                  </a:cxn>
                  <a:cxn ang="0">
                    <a:pos x="connsiteX1" y="connsiteY1"/>
                  </a:cxn>
                  <a:cxn ang="0">
                    <a:pos x="connsiteX2" y="connsiteY2"/>
                  </a:cxn>
                </a:cxnLst>
                <a:rect l="l" t="t" r="r" b="b"/>
                <a:pathLst>
                  <a:path w="12089" h="3684">
                    <a:moveTo>
                      <a:pt x="8539" y="0"/>
                    </a:moveTo>
                    <a:cubicBezTo>
                      <a:pt x="5471" y="0"/>
                      <a:pt x="1773" y="806"/>
                      <a:pt x="287" y="1805"/>
                    </a:cubicBezTo>
                    <a:cubicBezTo>
                      <a:pt x="-2833" y="6549"/>
                      <a:pt x="20787" y="926"/>
                      <a:pt x="8539"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0" name="Freeform: Shape 2779">
                <a:extLst>
                  <a:ext uri="{FF2B5EF4-FFF2-40B4-BE49-F238E27FC236}">
                    <a16:creationId xmlns:a16="http://schemas.microsoft.com/office/drawing/2014/main" id="{3836F8AD-737C-0187-EF50-C4C4453E341D}"/>
                  </a:ext>
                </a:extLst>
              </p:cNvPr>
              <p:cNvSpPr/>
              <p:nvPr/>
            </p:nvSpPr>
            <p:spPr>
              <a:xfrm>
                <a:off x="-770367" y="7378685"/>
                <a:ext cx="14292" cy="4811"/>
              </a:xfrm>
              <a:custGeom>
                <a:avLst/>
                <a:gdLst>
                  <a:gd name="connsiteX0" fmla="*/ 10661 w 14292"/>
                  <a:gd name="connsiteY0" fmla="*/ 54 h 4811"/>
                  <a:gd name="connsiteX1" fmla="*/ 3637 w 14292"/>
                  <a:gd name="connsiteY1" fmla="*/ 4757 h 4811"/>
                  <a:gd name="connsiteX2" fmla="*/ 10661 w 14292"/>
                  <a:gd name="connsiteY2" fmla="*/ 54 h 4811"/>
                </a:gdLst>
                <a:ahLst/>
                <a:cxnLst>
                  <a:cxn ang="0">
                    <a:pos x="connsiteX0" y="connsiteY0"/>
                  </a:cxn>
                  <a:cxn ang="0">
                    <a:pos x="connsiteX1" y="connsiteY1"/>
                  </a:cxn>
                  <a:cxn ang="0">
                    <a:pos x="connsiteX2" y="connsiteY2"/>
                  </a:cxn>
                </a:cxnLst>
                <a:rect l="l" t="t" r="r" b="b"/>
                <a:pathLst>
                  <a:path w="14292" h="4811">
                    <a:moveTo>
                      <a:pt x="10661" y="54"/>
                    </a:moveTo>
                    <a:cubicBezTo>
                      <a:pt x="6712" y="-535"/>
                      <a:pt x="-6244" y="3877"/>
                      <a:pt x="3637" y="4757"/>
                    </a:cubicBezTo>
                    <a:cubicBezTo>
                      <a:pt x="7586" y="5345"/>
                      <a:pt x="20531" y="934"/>
                      <a:pt x="10661" y="5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1" name="Freeform: Shape 2780">
                <a:extLst>
                  <a:ext uri="{FF2B5EF4-FFF2-40B4-BE49-F238E27FC236}">
                    <a16:creationId xmlns:a16="http://schemas.microsoft.com/office/drawing/2014/main" id="{FE3B9E79-B726-267B-B8ED-D2A44D3EEA8E}"/>
                  </a:ext>
                </a:extLst>
              </p:cNvPr>
              <p:cNvSpPr/>
              <p:nvPr/>
            </p:nvSpPr>
            <p:spPr>
              <a:xfrm>
                <a:off x="-564611" y="7241215"/>
                <a:ext cx="13706" cy="4489"/>
              </a:xfrm>
              <a:custGeom>
                <a:avLst/>
                <a:gdLst>
                  <a:gd name="connsiteX0" fmla="*/ 10131 w 13706"/>
                  <a:gd name="connsiteY0" fmla="*/ 50 h 4489"/>
                  <a:gd name="connsiteX1" fmla="*/ 3581 w 13706"/>
                  <a:gd name="connsiteY1" fmla="*/ 4439 h 4489"/>
                  <a:gd name="connsiteX2" fmla="*/ 10131 w 13706"/>
                  <a:gd name="connsiteY2" fmla="*/ 50 h 4489"/>
                </a:gdLst>
                <a:ahLst/>
                <a:cxnLst>
                  <a:cxn ang="0">
                    <a:pos x="connsiteX0" y="connsiteY0"/>
                  </a:cxn>
                  <a:cxn ang="0">
                    <a:pos x="connsiteX1" y="connsiteY1"/>
                  </a:cxn>
                  <a:cxn ang="0">
                    <a:pos x="connsiteX2" y="connsiteY2"/>
                  </a:cxn>
                </a:cxnLst>
                <a:rect l="l" t="t" r="r" b="b"/>
                <a:pathLst>
                  <a:path w="13706" h="4489">
                    <a:moveTo>
                      <a:pt x="10131" y="50"/>
                    </a:moveTo>
                    <a:cubicBezTo>
                      <a:pt x="6239" y="-498"/>
                      <a:pt x="-5997" y="3633"/>
                      <a:pt x="3581" y="4439"/>
                    </a:cubicBezTo>
                    <a:cubicBezTo>
                      <a:pt x="7467" y="4988"/>
                      <a:pt x="19698" y="856"/>
                      <a:pt x="10131" y="5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2" name="Freeform: Shape 2781">
                <a:extLst>
                  <a:ext uri="{FF2B5EF4-FFF2-40B4-BE49-F238E27FC236}">
                    <a16:creationId xmlns:a16="http://schemas.microsoft.com/office/drawing/2014/main" id="{6917F42A-F1BE-F7C9-485D-F79A5968B048}"/>
                  </a:ext>
                </a:extLst>
              </p:cNvPr>
              <p:cNvSpPr/>
              <p:nvPr/>
            </p:nvSpPr>
            <p:spPr>
              <a:xfrm>
                <a:off x="-372486" y="7112848"/>
                <a:ext cx="13166" cy="4195"/>
              </a:xfrm>
              <a:custGeom>
                <a:avLst/>
                <a:gdLst>
                  <a:gd name="connsiteX0" fmla="*/ 9647 w 13166"/>
                  <a:gd name="connsiteY0" fmla="*/ 46 h 4195"/>
                  <a:gd name="connsiteX1" fmla="*/ 3526 w 13166"/>
                  <a:gd name="connsiteY1" fmla="*/ 4149 h 4195"/>
                  <a:gd name="connsiteX2" fmla="*/ 9647 w 13166"/>
                  <a:gd name="connsiteY2" fmla="*/ 46 h 4195"/>
                </a:gdLst>
                <a:ahLst/>
                <a:cxnLst>
                  <a:cxn ang="0">
                    <a:pos x="connsiteX0" y="connsiteY0"/>
                  </a:cxn>
                  <a:cxn ang="0">
                    <a:pos x="connsiteX1" y="connsiteY1"/>
                  </a:cxn>
                  <a:cxn ang="0">
                    <a:pos x="connsiteX2" y="connsiteY2"/>
                  </a:cxn>
                </a:cxnLst>
                <a:rect l="l" t="t" r="r" b="b"/>
                <a:pathLst>
                  <a:path w="13166" h="4195">
                    <a:moveTo>
                      <a:pt x="9647" y="46"/>
                    </a:moveTo>
                    <a:cubicBezTo>
                      <a:pt x="5812" y="-463"/>
                      <a:pt x="-5766" y="3412"/>
                      <a:pt x="3526" y="4149"/>
                    </a:cubicBezTo>
                    <a:cubicBezTo>
                      <a:pt x="7361" y="4658"/>
                      <a:pt x="18923" y="783"/>
                      <a:pt x="9647" y="4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3" name="Freeform: Shape 2782">
                <a:extLst>
                  <a:ext uri="{FF2B5EF4-FFF2-40B4-BE49-F238E27FC236}">
                    <a16:creationId xmlns:a16="http://schemas.microsoft.com/office/drawing/2014/main" id="{821C44C0-2694-1DD7-E274-AFC75789B971}"/>
                  </a:ext>
                </a:extLst>
              </p:cNvPr>
              <p:cNvSpPr/>
              <p:nvPr/>
            </p:nvSpPr>
            <p:spPr>
              <a:xfrm>
                <a:off x="-192747" y="6992751"/>
                <a:ext cx="12666" cy="3926"/>
              </a:xfrm>
              <a:custGeom>
                <a:avLst/>
                <a:gdLst>
                  <a:gd name="connsiteX0" fmla="*/ 9205 w 12666"/>
                  <a:gd name="connsiteY0" fmla="*/ 43 h 3926"/>
                  <a:gd name="connsiteX1" fmla="*/ 3467 w 12666"/>
                  <a:gd name="connsiteY1" fmla="*/ 3883 h 3926"/>
                  <a:gd name="connsiteX2" fmla="*/ 9205 w 12666"/>
                  <a:gd name="connsiteY2" fmla="*/ 43 h 3926"/>
                </a:gdLst>
                <a:ahLst/>
                <a:cxnLst>
                  <a:cxn ang="0">
                    <a:pos x="connsiteX0" y="connsiteY0"/>
                  </a:cxn>
                  <a:cxn ang="0">
                    <a:pos x="connsiteX1" y="connsiteY1"/>
                  </a:cxn>
                  <a:cxn ang="0">
                    <a:pos x="connsiteX2" y="connsiteY2"/>
                  </a:cxn>
                </a:cxnLst>
                <a:rect l="l" t="t" r="r" b="b"/>
                <a:pathLst>
                  <a:path w="12666" h="3926">
                    <a:moveTo>
                      <a:pt x="9205" y="43"/>
                    </a:moveTo>
                    <a:cubicBezTo>
                      <a:pt x="5427" y="-432"/>
                      <a:pt x="-5546" y="3203"/>
                      <a:pt x="3467" y="3883"/>
                    </a:cubicBezTo>
                    <a:cubicBezTo>
                      <a:pt x="7244" y="4363"/>
                      <a:pt x="18206" y="722"/>
                      <a:pt x="9205" y="4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4" name="Freeform: Shape 2783">
                <a:extLst>
                  <a:ext uri="{FF2B5EF4-FFF2-40B4-BE49-F238E27FC236}">
                    <a16:creationId xmlns:a16="http://schemas.microsoft.com/office/drawing/2014/main" id="{12A4BCE1-15ED-F06D-0FDD-21061FC99A21}"/>
                  </a:ext>
                </a:extLst>
              </p:cNvPr>
              <p:cNvSpPr/>
              <p:nvPr/>
            </p:nvSpPr>
            <p:spPr>
              <a:xfrm>
                <a:off x="1808471" y="6284960"/>
                <a:ext cx="7568" cy="4753"/>
              </a:xfrm>
              <a:custGeom>
                <a:avLst/>
                <a:gdLst>
                  <a:gd name="connsiteX0" fmla="*/ 4869 w 7568"/>
                  <a:gd name="connsiteY0" fmla="*/ 2619 h 4753"/>
                  <a:gd name="connsiteX1" fmla="*/ 57 w 7568"/>
                  <a:gd name="connsiteY1" fmla="*/ 4740 h 4753"/>
                  <a:gd name="connsiteX2" fmla="*/ 4869 w 7568"/>
                  <a:gd name="connsiteY2" fmla="*/ 2619 h 4753"/>
                </a:gdLst>
                <a:ahLst/>
                <a:cxnLst>
                  <a:cxn ang="0">
                    <a:pos x="connsiteX0" y="connsiteY0"/>
                  </a:cxn>
                  <a:cxn ang="0">
                    <a:pos x="connsiteX1" y="connsiteY1"/>
                  </a:cxn>
                  <a:cxn ang="0">
                    <a:pos x="connsiteX2" y="connsiteY2"/>
                  </a:cxn>
                </a:cxnLst>
                <a:rect l="l" t="t" r="r" b="b"/>
                <a:pathLst>
                  <a:path w="7568" h="4753">
                    <a:moveTo>
                      <a:pt x="4869" y="2619"/>
                    </a:moveTo>
                    <a:cubicBezTo>
                      <a:pt x="2863" y="3933"/>
                      <a:pt x="709" y="4877"/>
                      <a:pt x="57" y="4740"/>
                    </a:cubicBezTo>
                    <a:cubicBezTo>
                      <a:pt x="-1012" y="2785"/>
                      <a:pt x="13367" y="-3513"/>
                      <a:pt x="4869" y="26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5" name="Freeform: Shape 2784">
                <a:extLst>
                  <a:ext uri="{FF2B5EF4-FFF2-40B4-BE49-F238E27FC236}">
                    <a16:creationId xmlns:a16="http://schemas.microsoft.com/office/drawing/2014/main" id="{52CF61D5-E088-51D2-9AE0-169EC216DB75}"/>
                  </a:ext>
                </a:extLst>
              </p:cNvPr>
              <p:cNvSpPr/>
              <p:nvPr/>
            </p:nvSpPr>
            <p:spPr>
              <a:xfrm>
                <a:off x="1496197" y="6166577"/>
                <a:ext cx="8170" cy="323"/>
              </a:xfrm>
              <a:custGeom>
                <a:avLst/>
                <a:gdLst>
                  <a:gd name="connsiteX0" fmla="*/ 5385 w 8170"/>
                  <a:gd name="connsiteY0" fmla="*/ 79 h 323"/>
                  <a:gd name="connsiteX1" fmla="*/ 24 w 8170"/>
                  <a:gd name="connsiteY1" fmla="*/ 302 h 323"/>
                  <a:gd name="connsiteX2" fmla="*/ 5385 w 8170"/>
                  <a:gd name="connsiteY2" fmla="*/ 79 h 323"/>
                </a:gdLst>
                <a:ahLst/>
                <a:cxnLst>
                  <a:cxn ang="0">
                    <a:pos x="connsiteX0" y="connsiteY0"/>
                  </a:cxn>
                  <a:cxn ang="0">
                    <a:pos x="connsiteX1" y="connsiteY1"/>
                  </a:cxn>
                  <a:cxn ang="0">
                    <a:pos x="connsiteX2" y="connsiteY2"/>
                  </a:cxn>
                </a:cxnLst>
                <a:rect l="l" t="t" r="r" b="b"/>
                <a:pathLst>
                  <a:path w="8170" h="323">
                    <a:moveTo>
                      <a:pt x="5385" y="79"/>
                    </a:moveTo>
                    <a:cubicBezTo>
                      <a:pt x="3190" y="159"/>
                      <a:pt x="790" y="256"/>
                      <a:pt x="24" y="302"/>
                    </a:cubicBezTo>
                    <a:cubicBezTo>
                      <a:pt x="-673" y="450"/>
                      <a:pt x="14163" y="-224"/>
                      <a:pt x="5385" y="7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6" name="Freeform: Shape 2785">
                <a:extLst>
                  <a:ext uri="{FF2B5EF4-FFF2-40B4-BE49-F238E27FC236}">
                    <a16:creationId xmlns:a16="http://schemas.microsoft.com/office/drawing/2014/main" id="{48F7B1D2-4240-F2AE-78DA-8AD5DBBACABD}"/>
                  </a:ext>
                </a:extLst>
              </p:cNvPr>
              <p:cNvSpPr/>
              <p:nvPr/>
            </p:nvSpPr>
            <p:spPr>
              <a:xfrm>
                <a:off x="1578983" y="6178960"/>
                <a:ext cx="8101" cy="1476"/>
              </a:xfrm>
              <a:custGeom>
                <a:avLst/>
                <a:gdLst>
                  <a:gd name="connsiteX0" fmla="*/ 5266 w 8101"/>
                  <a:gd name="connsiteY0" fmla="*/ 1189 h 1476"/>
                  <a:gd name="connsiteX1" fmla="*/ 43 w 8101"/>
                  <a:gd name="connsiteY1" fmla="*/ 1309 h 1476"/>
                  <a:gd name="connsiteX2" fmla="*/ 5266 w 8101"/>
                  <a:gd name="connsiteY2" fmla="*/ 1189 h 1476"/>
                </a:gdLst>
                <a:ahLst/>
                <a:cxnLst>
                  <a:cxn ang="0">
                    <a:pos x="connsiteX0" y="connsiteY0"/>
                  </a:cxn>
                  <a:cxn ang="0">
                    <a:pos x="connsiteX1" y="connsiteY1"/>
                  </a:cxn>
                  <a:cxn ang="0">
                    <a:pos x="connsiteX2" y="connsiteY2"/>
                  </a:cxn>
                </a:cxnLst>
                <a:rect l="l" t="t" r="r" b="b"/>
                <a:pathLst>
                  <a:path w="8101" h="1476">
                    <a:moveTo>
                      <a:pt x="5266" y="1189"/>
                    </a:moveTo>
                    <a:cubicBezTo>
                      <a:pt x="3117" y="1521"/>
                      <a:pt x="780" y="1572"/>
                      <a:pt x="43" y="1309"/>
                    </a:cubicBezTo>
                    <a:cubicBezTo>
                      <a:pt x="-900" y="-336"/>
                      <a:pt x="14193" y="-491"/>
                      <a:pt x="5266" y="118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7" name="Freeform: Shape 2786">
                <a:extLst>
                  <a:ext uri="{FF2B5EF4-FFF2-40B4-BE49-F238E27FC236}">
                    <a16:creationId xmlns:a16="http://schemas.microsoft.com/office/drawing/2014/main" id="{ADB343A0-2ADC-F73B-D104-7988F76BB439}"/>
                  </a:ext>
                </a:extLst>
              </p:cNvPr>
              <p:cNvSpPr/>
              <p:nvPr/>
            </p:nvSpPr>
            <p:spPr>
              <a:xfrm>
                <a:off x="1410467" y="6198196"/>
                <a:ext cx="8502" cy="1962"/>
              </a:xfrm>
              <a:custGeom>
                <a:avLst/>
                <a:gdLst>
                  <a:gd name="connsiteX0" fmla="*/ 5681 w 8502"/>
                  <a:gd name="connsiteY0" fmla="*/ 18 h 1962"/>
                  <a:gd name="connsiteX1" fmla="*/ 2824 w 8502"/>
                  <a:gd name="connsiteY1" fmla="*/ 1945 h 1962"/>
                  <a:gd name="connsiteX2" fmla="*/ 5681 w 8502"/>
                  <a:gd name="connsiteY2" fmla="*/ 18 h 1962"/>
                </a:gdLst>
                <a:ahLst/>
                <a:cxnLst>
                  <a:cxn ang="0">
                    <a:pos x="connsiteX0" y="connsiteY0"/>
                  </a:cxn>
                  <a:cxn ang="0">
                    <a:pos x="connsiteX1" y="connsiteY1"/>
                  </a:cxn>
                  <a:cxn ang="0">
                    <a:pos x="connsiteX2" y="connsiteY2"/>
                  </a:cxn>
                </a:cxnLst>
                <a:rect l="l" t="t" r="r" b="b"/>
                <a:pathLst>
                  <a:path w="8502" h="1962">
                    <a:moveTo>
                      <a:pt x="5681" y="18"/>
                    </a:moveTo>
                    <a:cubicBezTo>
                      <a:pt x="2509" y="-205"/>
                      <a:pt x="-3600" y="1664"/>
                      <a:pt x="2824" y="1945"/>
                    </a:cubicBezTo>
                    <a:cubicBezTo>
                      <a:pt x="5995" y="2167"/>
                      <a:pt x="12099" y="293"/>
                      <a:pt x="5681" y="1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8" name="Freeform: Shape 2787">
                <a:extLst>
                  <a:ext uri="{FF2B5EF4-FFF2-40B4-BE49-F238E27FC236}">
                    <a16:creationId xmlns:a16="http://schemas.microsoft.com/office/drawing/2014/main" id="{866DF4C6-4A94-8BA2-8408-13633523D72F}"/>
                  </a:ext>
                </a:extLst>
              </p:cNvPr>
              <p:cNvSpPr/>
              <p:nvPr/>
            </p:nvSpPr>
            <p:spPr>
              <a:xfrm>
                <a:off x="1658699" y="6215426"/>
                <a:ext cx="7933" cy="2749"/>
              </a:xfrm>
              <a:custGeom>
                <a:avLst/>
                <a:gdLst>
                  <a:gd name="connsiteX0" fmla="*/ 5148 w 7933"/>
                  <a:gd name="connsiteY0" fmla="*/ 2053 h 2749"/>
                  <a:gd name="connsiteX1" fmla="*/ 62 w 7933"/>
                  <a:gd name="connsiteY1" fmla="*/ 2550 h 2749"/>
                  <a:gd name="connsiteX2" fmla="*/ 5148 w 7933"/>
                  <a:gd name="connsiteY2" fmla="*/ 2053 h 2749"/>
                </a:gdLst>
                <a:ahLst/>
                <a:cxnLst>
                  <a:cxn ang="0">
                    <a:pos x="connsiteX0" y="connsiteY0"/>
                  </a:cxn>
                  <a:cxn ang="0">
                    <a:pos x="connsiteX1" y="connsiteY1"/>
                  </a:cxn>
                  <a:cxn ang="0">
                    <a:pos x="connsiteX2" y="connsiteY2"/>
                  </a:cxn>
                </a:cxnLst>
                <a:rect l="l" t="t" r="r" b="b"/>
                <a:pathLst>
                  <a:path w="7933" h="2749">
                    <a:moveTo>
                      <a:pt x="5148" y="2053"/>
                    </a:moveTo>
                    <a:cubicBezTo>
                      <a:pt x="3051" y="2728"/>
                      <a:pt x="776" y="2950"/>
                      <a:pt x="62" y="2550"/>
                    </a:cubicBezTo>
                    <a:cubicBezTo>
                      <a:pt x="-1075" y="-4"/>
                      <a:pt x="13966" y="-1387"/>
                      <a:pt x="5148" y="20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9" name="Freeform: Shape 2788">
                <a:extLst>
                  <a:ext uri="{FF2B5EF4-FFF2-40B4-BE49-F238E27FC236}">
                    <a16:creationId xmlns:a16="http://schemas.microsoft.com/office/drawing/2014/main" id="{443FDC32-6D3C-E66B-AE04-AB65B4217D76}"/>
                  </a:ext>
                </a:extLst>
              </p:cNvPr>
              <p:cNvSpPr/>
              <p:nvPr/>
            </p:nvSpPr>
            <p:spPr>
              <a:xfrm>
                <a:off x="1735237" y="6257089"/>
                <a:ext cx="7767" cy="3859"/>
              </a:xfrm>
              <a:custGeom>
                <a:avLst/>
                <a:gdLst>
                  <a:gd name="connsiteX0" fmla="*/ 5020 w 7767"/>
                  <a:gd name="connsiteY0" fmla="*/ 2539 h 3859"/>
                  <a:gd name="connsiteX1" fmla="*/ 71 w 7767"/>
                  <a:gd name="connsiteY1" fmla="*/ 3751 h 3859"/>
                  <a:gd name="connsiteX2" fmla="*/ 5020 w 7767"/>
                  <a:gd name="connsiteY2" fmla="*/ 2539 h 3859"/>
                </a:gdLst>
                <a:ahLst/>
                <a:cxnLst>
                  <a:cxn ang="0">
                    <a:pos x="connsiteX0" y="connsiteY0"/>
                  </a:cxn>
                  <a:cxn ang="0">
                    <a:pos x="connsiteX1" y="connsiteY1"/>
                  </a:cxn>
                  <a:cxn ang="0">
                    <a:pos x="connsiteX2" y="connsiteY2"/>
                  </a:cxn>
                </a:cxnLst>
                <a:rect l="l" t="t" r="r" b="b"/>
                <a:pathLst>
                  <a:path w="7767" h="3859">
                    <a:moveTo>
                      <a:pt x="5020" y="2539"/>
                    </a:moveTo>
                    <a:cubicBezTo>
                      <a:pt x="2968" y="3568"/>
                      <a:pt x="757" y="4105"/>
                      <a:pt x="71" y="3751"/>
                    </a:cubicBezTo>
                    <a:cubicBezTo>
                      <a:pt x="-1141" y="1122"/>
                      <a:pt x="13724" y="-2530"/>
                      <a:pt x="5020" y="253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0" name="Freeform: Shape 2789">
                <a:extLst>
                  <a:ext uri="{FF2B5EF4-FFF2-40B4-BE49-F238E27FC236}">
                    <a16:creationId xmlns:a16="http://schemas.microsoft.com/office/drawing/2014/main" id="{A2B00A96-7AB2-9141-6BBA-23392CF706B3}"/>
                  </a:ext>
                </a:extLst>
              </p:cNvPr>
              <p:cNvSpPr/>
              <p:nvPr/>
            </p:nvSpPr>
            <p:spPr>
              <a:xfrm>
                <a:off x="1131479" y="6385929"/>
                <a:ext cx="9180" cy="2262"/>
              </a:xfrm>
              <a:custGeom>
                <a:avLst/>
                <a:gdLst>
                  <a:gd name="connsiteX0" fmla="*/ 6239 w 9180"/>
                  <a:gd name="connsiteY0" fmla="*/ 22 h 2262"/>
                  <a:gd name="connsiteX1" fmla="*/ 2948 w 9180"/>
                  <a:gd name="connsiteY1" fmla="*/ 2240 h 2262"/>
                  <a:gd name="connsiteX2" fmla="*/ 6239 w 9180"/>
                  <a:gd name="connsiteY2" fmla="*/ 22 h 2262"/>
                </a:gdLst>
                <a:ahLst/>
                <a:cxnLst>
                  <a:cxn ang="0">
                    <a:pos x="connsiteX0" y="connsiteY0"/>
                  </a:cxn>
                  <a:cxn ang="0">
                    <a:pos x="connsiteX1" y="connsiteY1"/>
                  </a:cxn>
                  <a:cxn ang="0">
                    <a:pos x="connsiteX2" y="connsiteY2"/>
                  </a:cxn>
                </a:cxnLst>
                <a:rect l="l" t="t" r="r" b="b"/>
                <a:pathLst>
                  <a:path w="9180" h="2262">
                    <a:moveTo>
                      <a:pt x="6239" y="22"/>
                    </a:moveTo>
                    <a:cubicBezTo>
                      <a:pt x="2953" y="-241"/>
                      <a:pt x="-3933" y="1902"/>
                      <a:pt x="2948" y="2240"/>
                    </a:cubicBezTo>
                    <a:cubicBezTo>
                      <a:pt x="6228" y="2503"/>
                      <a:pt x="13109" y="360"/>
                      <a:pt x="6239" y="22"/>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1" name="Freeform: Shape 2790">
                <a:extLst>
                  <a:ext uri="{FF2B5EF4-FFF2-40B4-BE49-F238E27FC236}">
                    <a16:creationId xmlns:a16="http://schemas.microsoft.com/office/drawing/2014/main" id="{871B43F7-79E6-EAE2-429C-127556A9C7F3}"/>
                  </a:ext>
                </a:extLst>
              </p:cNvPr>
              <p:cNvSpPr/>
              <p:nvPr/>
            </p:nvSpPr>
            <p:spPr>
              <a:xfrm>
                <a:off x="1028115" y="6475590"/>
                <a:ext cx="9515" cy="4447"/>
              </a:xfrm>
              <a:custGeom>
                <a:avLst/>
                <a:gdLst>
                  <a:gd name="connsiteX0" fmla="*/ 6516 w 9515"/>
                  <a:gd name="connsiteY0" fmla="*/ 30 h 4447"/>
                  <a:gd name="connsiteX1" fmla="*/ 3002 w 9515"/>
                  <a:gd name="connsiteY1" fmla="*/ 4419 h 4447"/>
                  <a:gd name="connsiteX2" fmla="*/ 6516 w 9515"/>
                  <a:gd name="connsiteY2" fmla="*/ 30 h 4447"/>
                </a:gdLst>
                <a:ahLst/>
                <a:cxnLst>
                  <a:cxn ang="0">
                    <a:pos x="connsiteX0" y="connsiteY0"/>
                  </a:cxn>
                  <a:cxn ang="0">
                    <a:pos x="connsiteX1" y="connsiteY1"/>
                  </a:cxn>
                  <a:cxn ang="0">
                    <a:pos x="connsiteX2" y="connsiteY2"/>
                  </a:cxn>
                </a:cxnLst>
                <a:rect l="l" t="t" r="r" b="b"/>
                <a:pathLst>
                  <a:path w="9515" h="4447">
                    <a:moveTo>
                      <a:pt x="6516" y="30"/>
                    </a:moveTo>
                    <a:cubicBezTo>
                      <a:pt x="2830" y="-399"/>
                      <a:pt x="-3936" y="3864"/>
                      <a:pt x="3002" y="4419"/>
                    </a:cubicBezTo>
                    <a:cubicBezTo>
                      <a:pt x="6676" y="4831"/>
                      <a:pt x="13454" y="567"/>
                      <a:pt x="6516" y="3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2" name="Freeform: Shape 2791">
                <a:extLst>
                  <a:ext uri="{FF2B5EF4-FFF2-40B4-BE49-F238E27FC236}">
                    <a16:creationId xmlns:a16="http://schemas.microsoft.com/office/drawing/2014/main" id="{9D7A5ABA-E016-CAE6-3578-3C400C687B77}"/>
                  </a:ext>
                </a:extLst>
              </p:cNvPr>
              <p:cNvSpPr/>
              <p:nvPr/>
            </p:nvSpPr>
            <p:spPr>
              <a:xfrm>
                <a:off x="1321784" y="6257894"/>
                <a:ext cx="8715" cy="2055"/>
              </a:xfrm>
              <a:custGeom>
                <a:avLst/>
                <a:gdLst>
                  <a:gd name="connsiteX0" fmla="*/ 5855 w 8715"/>
                  <a:gd name="connsiteY0" fmla="*/ 19 h 2055"/>
                  <a:gd name="connsiteX1" fmla="*/ 2866 w 8715"/>
                  <a:gd name="connsiteY1" fmla="*/ 2036 h 2055"/>
                  <a:gd name="connsiteX2" fmla="*/ 5855 w 8715"/>
                  <a:gd name="connsiteY2" fmla="*/ 19 h 2055"/>
                </a:gdLst>
                <a:ahLst/>
                <a:cxnLst>
                  <a:cxn ang="0">
                    <a:pos x="connsiteX0" y="connsiteY0"/>
                  </a:cxn>
                  <a:cxn ang="0">
                    <a:pos x="connsiteX1" y="connsiteY1"/>
                  </a:cxn>
                  <a:cxn ang="0">
                    <a:pos x="connsiteX2" y="connsiteY2"/>
                  </a:cxn>
                </a:cxnLst>
                <a:rect l="l" t="t" r="r" b="b"/>
                <a:pathLst>
                  <a:path w="8715" h="2055">
                    <a:moveTo>
                      <a:pt x="5855" y="19"/>
                    </a:moveTo>
                    <a:cubicBezTo>
                      <a:pt x="2643" y="-215"/>
                      <a:pt x="-3706" y="1739"/>
                      <a:pt x="2866" y="2036"/>
                    </a:cubicBezTo>
                    <a:cubicBezTo>
                      <a:pt x="6072" y="2271"/>
                      <a:pt x="12416" y="317"/>
                      <a:pt x="5855"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3" name="Freeform: Shape 2792">
                <a:extLst>
                  <a:ext uri="{FF2B5EF4-FFF2-40B4-BE49-F238E27FC236}">
                    <a16:creationId xmlns:a16="http://schemas.microsoft.com/office/drawing/2014/main" id="{06F1D4ED-DF42-F351-DD0B-7D08EDD60FC4}"/>
                  </a:ext>
                </a:extLst>
              </p:cNvPr>
              <p:cNvSpPr/>
              <p:nvPr/>
            </p:nvSpPr>
            <p:spPr>
              <a:xfrm>
                <a:off x="918917" y="6617878"/>
                <a:ext cx="9788" cy="4316"/>
              </a:xfrm>
              <a:custGeom>
                <a:avLst/>
                <a:gdLst>
                  <a:gd name="connsiteX0" fmla="*/ 6741 w 9788"/>
                  <a:gd name="connsiteY0" fmla="*/ 23 h 4316"/>
                  <a:gd name="connsiteX1" fmla="*/ 3049 w 9788"/>
                  <a:gd name="connsiteY1" fmla="*/ 4292 h 4316"/>
                  <a:gd name="connsiteX2" fmla="*/ 6741 w 9788"/>
                  <a:gd name="connsiteY2" fmla="*/ 23 h 4316"/>
                </a:gdLst>
                <a:ahLst/>
                <a:cxnLst>
                  <a:cxn ang="0">
                    <a:pos x="connsiteX0" y="connsiteY0"/>
                  </a:cxn>
                  <a:cxn ang="0">
                    <a:pos x="connsiteX1" y="connsiteY1"/>
                  </a:cxn>
                  <a:cxn ang="0">
                    <a:pos x="connsiteX2" y="connsiteY2"/>
                  </a:cxn>
                </a:cxnLst>
                <a:rect l="l" t="t" r="r" b="b"/>
                <a:pathLst>
                  <a:path w="9788" h="4316">
                    <a:moveTo>
                      <a:pt x="6741" y="23"/>
                    </a:moveTo>
                    <a:cubicBezTo>
                      <a:pt x="3095" y="-349"/>
                      <a:pt x="-4106" y="3841"/>
                      <a:pt x="3049" y="4292"/>
                    </a:cubicBezTo>
                    <a:cubicBezTo>
                      <a:pt x="6712" y="4675"/>
                      <a:pt x="13885" y="498"/>
                      <a:pt x="6741" y="2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4" name="Freeform: Shape 2793">
                <a:extLst>
                  <a:ext uri="{FF2B5EF4-FFF2-40B4-BE49-F238E27FC236}">
                    <a16:creationId xmlns:a16="http://schemas.microsoft.com/office/drawing/2014/main" id="{B93C4E9F-62A5-814F-1331-E9FD4211FBDD}"/>
                  </a:ext>
                </a:extLst>
              </p:cNvPr>
              <p:cNvSpPr/>
              <p:nvPr/>
            </p:nvSpPr>
            <p:spPr>
              <a:xfrm>
                <a:off x="804963" y="6702546"/>
                <a:ext cx="9949" cy="1546"/>
              </a:xfrm>
              <a:custGeom>
                <a:avLst/>
                <a:gdLst>
                  <a:gd name="connsiteX0" fmla="*/ 6698 w 9949"/>
                  <a:gd name="connsiteY0" fmla="*/ 0 h 1546"/>
                  <a:gd name="connsiteX1" fmla="*/ 80 w 9949"/>
                  <a:gd name="connsiteY1" fmla="*/ 857 h 1546"/>
                  <a:gd name="connsiteX2" fmla="*/ 6698 w 9949"/>
                  <a:gd name="connsiteY2" fmla="*/ 0 h 1546"/>
                </a:gdLst>
                <a:ahLst/>
                <a:cxnLst>
                  <a:cxn ang="0">
                    <a:pos x="connsiteX0" y="connsiteY0"/>
                  </a:cxn>
                  <a:cxn ang="0">
                    <a:pos x="connsiteX1" y="connsiteY1"/>
                  </a:cxn>
                  <a:cxn ang="0">
                    <a:pos x="connsiteX2" y="connsiteY2"/>
                  </a:cxn>
                </a:cxnLst>
                <a:rect l="l" t="t" r="r" b="b"/>
                <a:pathLst>
                  <a:path w="9949" h="1546">
                    <a:moveTo>
                      <a:pt x="6698" y="0"/>
                    </a:moveTo>
                    <a:cubicBezTo>
                      <a:pt x="4103" y="52"/>
                      <a:pt x="1143" y="440"/>
                      <a:pt x="80" y="857"/>
                    </a:cubicBezTo>
                    <a:cubicBezTo>
                      <a:pt x="-1360" y="2749"/>
                      <a:pt x="17242" y="160"/>
                      <a:pt x="6698"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5" name="Freeform: Shape 2794">
                <a:extLst>
                  <a:ext uri="{FF2B5EF4-FFF2-40B4-BE49-F238E27FC236}">
                    <a16:creationId xmlns:a16="http://schemas.microsoft.com/office/drawing/2014/main" id="{50B43B59-EE52-1C66-8C17-93540113D87C}"/>
                  </a:ext>
                </a:extLst>
              </p:cNvPr>
              <p:cNvSpPr/>
              <p:nvPr/>
            </p:nvSpPr>
            <p:spPr>
              <a:xfrm>
                <a:off x="1228899" y="6320398"/>
                <a:ext cx="8942" cy="2155"/>
              </a:xfrm>
              <a:custGeom>
                <a:avLst/>
                <a:gdLst>
                  <a:gd name="connsiteX0" fmla="*/ 6043 w 8942"/>
                  <a:gd name="connsiteY0" fmla="*/ 21 h 2155"/>
                  <a:gd name="connsiteX1" fmla="*/ 2905 w 8942"/>
                  <a:gd name="connsiteY1" fmla="*/ 2135 h 2155"/>
                  <a:gd name="connsiteX2" fmla="*/ 6043 w 8942"/>
                  <a:gd name="connsiteY2" fmla="*/ 21 h 2155"/>
                </a:gdLst>
                <a:ahLst/>
                <a:cxnLst>
                  <a:cxn ang="0">
                    <a:pos x="connsiteX0" y="connsiteY0"/>
                  </a:cxn>
                  <a:cxn ang="0">
                    <a:pos x="connsiteX1" y="connsiteY1"/>
                  </a:cxn>
                  <a:cxn ang="0">
                    <a:pos x="connsiteX2" y="connsiteY2"/>
                  </a:cxn>
                </a:cxnLst>
                <a:rect l="l" t="t" r="r" b="b"/>
                <a:pathLst>
                  <a:path w="8942" h="2155">
                    <a:moveTo>
                      <a:pt x="6043" y="21"/>
                    </a:moveTo>
                    <a:cubicBezTo>
                      <a:pt x="2791" y="-226"/>
                      <a:pt x="-3815" y="1820"/>
                      <a:pt x="2905" y="2135"/>
                    </a:cubicBezTo>
                    <a:cubicBezTo>
                      <a:pt x="6152" y="2381"/>
                      <a:pt x="12752" y="334"/>
                      <a:pt x="6043"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6" name="Freeform: Shape 2795">
                <a:extLst>
                  <a:ext uri="{FF2B5EF4-FFF2-40B4-BE49-F238E27FC236}">
                    <a16:creationId xmlns:a16="http://schemas.microsoft.com/office/drawing/2014/main" id="{9BE716EC-9792-B487-F098-733163E50FC9}"/>
                  </a:ext>
                </a:extLst>
              </p:cNvPr>
              <p:cNvSpPr/>
              <p:nvPr/>
            </p:nvSpPr>
            <p:spPr>
              <a:xfrm>
                <a:off x="-990858" y="7526146"/>
                <a:ext cx="14523" cy="5162"/>
              </a:xfrm>
              <a:custGeom>
                <a:avLst/>
                <a:gdLst>
                  <a:gd name="connsiteX0" fmla="*/ 11091 w 14523"/>
                  <a:gd name="connsiteY0" fmla="*/ 0 h 5162"/>
                  <a:gd name="connsiteX1" fmla="*/ 9 w 14523"/>
                  <a:gd name="connsiteY1" fmla="*/ 4303 h 5162"/>
                  <a:gd name="connsiteX2" fmla="*/ 11091 w 14523"/>
                  <a:gd name="connsiteY2" fmla="*/ 0 h 5162"/>
                </a:gdLst>
                <a:ahLst/>
                <a:cxnLst>
                  <a:cxn ang="0">
                    <a:pos x="connsiteX0" y="connsiteY0"/>
                  </a:cxn>
                  <a:cxn ang="0">
                    <a:pos x="connsiteX1" y="connsiteY1"/>
                  </a:cxn>
                  <a:cxn ang="0">
                    <a:pos x="connsiteX2" y="connsiteY2"/>
                  </a:cxn>
                </a:cxnLst>
                <a:rect l="l" t="t" r="r" b="b"/>
                <a:pathLst>
                  <a:path w="14523" h="5162">
                    <a:moveTo>
                      <a:pt x="11091" y="0"/>
                    </a:moveTo>
                    <a:cubicBezTo>
                      <a:pt x="8182" y="223"/>
                      <a:pt x="-317" y="772"/>
                      <a:pt x="9" y="4303"/>
                    </a:cubicBezTo>
                    <a:cubicBezTo>
                      <a:pt x="2873" y="7373"/>
                      <a:pt x="22252" y="1332"/>
                      <a:pt x="11091"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7" name="Freeform: Shape 2796">
                <a:extLst>
                  <a:ext uri="{FF2B5EF4-FFF2-40B4-BE49-F238E27FC236}">
                    <a16:creationId xmlns:a16="http://schemas.microsoft.com/office/drawing/2014/main" id="{89F27852-CDFA-6F5C-0774-079AC9258BA8}"/>
                  </a:ext>
                </a:extLst>
              </p:cNvPr>
              <p:cNvSpPr/>
              <p:nvPr/>
            </p:nvSpPr>
            <p:spPr>
              <a:xfrm>
                <a:off x="1683461" y="6397332"/>
                <a:ext cx="6874" cy="2958"/>
              </a:xfrm>
              <a:custGeom>
                <a:avLst/>
                <a:gdLst>
                  <a:gd name="connsiteX0" fmla="*/ 4755 w 6874"/>
                  <a:gd name="connsiteY0" fmla="*/ 953 h 2958"/>
                  <a:gd name="connsiteX1" fmla="*/ 0 w 6874"/>
                  <a:gd name="connsiteY1" fmla="*/ 2958 h 2958"/>
                  <a:gd name="connsiteX2" fmla="*/ 4755 w 6874"/>
                  <a:gd name="connsiteY2" fmla="*/ 953 h 2958"/>
                </a:gdLst>
                <a:ahLst/>
                <a:cxnLst>
                  <a:cxn ang="0">
                    <a:pos x="connsiteX0" y="connsiteY0"/>
                  </a:cxn>
                  <a:cxn ang="0">
                    <a:pos x="connsiteX1" y="connsiteY1"/>
                  </a:cxn>
                  <a:cxn ang="0">
                    <a:pos x="connsiteX2" y="connsiteY2"/>
                  </a:cxn>
                </a:cxnLst>
                <a:rect l="l" t="t" r="r" b="b"/>
                <a:pathLst>
                  <a:path w="6874" h="2958">
                    <a:moveTo>
                      <a:pt x="4755" y="953"/>
                    </a:moveTo>
                    <a:cubicBezTo>
                      <a:pt x="3372" y="1553"/>
                      <a:pt x="1137" y="2507"/>
                      <a:pt x="0" y="2958"/>
                    </a:cubicBezTo>
                    <a:cubicBezTo>
                      <a:pt x="623" y="2536"/>
                      <a:pt x="11310" y="-1905"/>
                      <a:pt x="4755" y="95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8" name="Freeform: Shape 2797">
                <a:extLst>
                  <a:ext uri="{FF2B5EF4-FFF2-40B4-BE49-F238E27FC236}">
                    <a16:creationId xmlns:a16="http://schemas.microsoft.com/office/drawing/2014/main" id="{CB8D342D-D374-A8DE-1B19-D75719C99198}"/>
                  </a:ext>
                </a:extLst>
              </p:cNvPr>
              <p:cNvSpPr/>
              <p:nvPr/>
            </p:nvSpPr>
            <p:spPr>
              <a:xfrm>
                <a:off x="-2223" y="6723734"/>
                <a:ext cx="11602" cy="935"/>
              </a:xfrm>
              <a:custGeom>
                <a:avLst/>
                <a:gdLst>
                  <a:gd name="connsiteX0" fmla="*/ 8333 w 11602"/>
                  <a:gd name="connsiteY0" fmla="*/ 9 h 935"/>
                  <a:gd name="connsiteX1" fmla="*/ 3263 w 11602"/>
                  <a:gd name="connsiteY1" fmla="*/ 928 h 935"/>
                  <a:gd name="connsiteX2" fmla="*/ 8333 w 11602"/>
                  <a:gd name="connsiteY2" fmla="*/ 9 h 935"/>
                </a:gdLst>
                <a:ahLst/>
                <a:cxnLst>
                  <a:cxn ang="0">
                    <a:pos x="connsiteX0" y="connsiteY0"/>
                  </a:cxn>
                  <a:cxn ang="0">
                    <a:pos x="connsiteX1" y="connsiteY1"/>
                  </a:cxn>
                  <a:cxn ang="0">
                    <a:pos x="connsiteX2" y="connsiteY2"/>
                  </a:cxn>
                </a:cxnLst>
                <a:rect l="l" t="t" r="r" b="b"/>
                <a:pathLst>
                  <a:path w="11602" h="935">
                    <a:moveTo>
                      <a:pt x="8333" y="9"/>
                    </a:moveTo>
                    <a:cubicBezTo>
                      <a:pt x="5115" y="-95"/>
                      <a:pt x="-5206" y="757"/>
                      <a:pt x="3263" y="928"/>
                    </a:cubicBezTo>
                    <a:cubicBezTo>
                      <a:pt x="6504" y="1026"/>
                      <a:pt x="16808" y="163"/>
                      <a:pt x="8333" y="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9" name="Freeform: Shape 2798">
                <a:extLst>
                  <a:ext uri="{FF2B5EF4-FFF2-40B4-BE49-F238E27FC236}">
                    <a16:creationId xmlns:a16="http://schemas.microsoft.com/office/drawing/2014/main" id="{14D908FD-7BB4-4F5C-01E7-C76ED6A1131D}"/>
                  </a:ext>
                </a:extLst>
              </p:cNvPr>
              <p:cNvSpPr/>
              <p:nvPr/>
            </p:nvSpPr>
            <p:spPr>
              <a:xfrm>
                <a:off x="-160367" y="6776982"/>
                <a:ext cx="11892" cy="2863"/>
              </a:xfrm>
              <a:custGeom>
                <a:avLst/>
                <a:gdLst>
                  <a:gd name="connsiteX0" fmla="*/ 8634 w 11892"/>
                  <a:gd name="connsiteY0" fmla="*/ 35 h 2863"/>
                  <a:gd name="connsiteX1" fmla="*/ 3262 w 11892"/>
                  <a:gd name="connsiteY1" fmla="*/ 2830 h 2863"/>
                  <a:gd name="connsiteX2" fmla="*/ 8634 w 11892"/>
                  <a:gd name="connsiteY2" fmla="*/ 35 h 2863"/>
                </a:gdLst>
                <a:ahLst/>
                <a:cxnLst>
                  <a:cxn ang="0">
                    <a:pos x="connsiteX0" y="connsiteY0"/>
                  </a:cxn>
                  <a:cxn ang="0">
                    <a:pos x="connsiteX1" y="connsiteY1"/>
                  </a:cxn>
                  <a:cxn ang="0">
                    <a:pos x="connsiteX2" y="connsiteY2"/>
                  </a:cxn>
                </a:cxnLst>
                <a:rect l="l" t="t" r="r" b="b"/>
                <a:pathLst>
                  <a:path w="11892" h="2863">
                    <a:moveTo>
                      <a:pt x="8634" y="35"/>
                    </a:moveTo>
                    <a:cubicBezTo>
                      <a:pt x="5217" y="-336"/>
                      <a:pt x="-5259" y="2316"/>
                      <a:pt x="3262" y="2830"/>
                    </a:cubicBezTo>
                    <a:cubicBezTo>
                      <a:pt x="6674" y="3190"/>
                      <a:pt x="17150" y="522"/>
                      <a:pt x="8634" y="3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0" name="Freeform: Shape 2799">
                <a:extLst>
                  <a:ext uri="{FF2B5EF4-FFF2-40B4-BE49-F238E27FC236}">
                    <a16:creationId xmlns:a16="http://schemas.microsoft.com/office/drawing/2014/main" id="{10A115B8-D208-CCAA-6E3C-8483863F1527}"/>
                  </a:ext>
                </a:extLst>
              </p:cNvPr>
              <p:cNvSpPr/>
              <p:nvPr/>
            </p:nvSpPr>
            <p:spPr>
              <a:xfrm>
                <a:off x="147382" y="6714399"/>
                <a:ext cx="10597" cy="152"/>
              </a:xfrm>
              <a:custGeom>
                <a:avLst/>
                <a:gdLst>
                  <a:gd name="connsiteX0" fmla="*/ 7688 w 10597"/>
                  <a:gd name="connsiteY0" fmla="*/ 149 h 152"/>
                  <a:gd name="connsiteX1" fmla="*/ 2905 w 10597"/>
                  <a:gd name="connsiteY1" fmla="*/ 6 h 152"/>
                  <a:gd name="connsiteX2" fmla="*/ 7688 w 10597"/>
                  <a:gd name="connsiteY2" fmla="*/ 149 h 152"/>
                </a:gdLst>
                <a:ahLst/>
                <a:cxnLst>
                  <a:cxn ang="0">
                    <a:pos x="connsiteX0" y="connsiteY0"/>
                  </a:cxn>
                  <a:cxn ang="0">
                    <a:pos x="connsiteX1" y="connsiteY1"/>
                  </a:cxn>
                  <a:cxn ang="0">
                    <a:pos x="connsiteX2" y="connsiteY2"/>
                  </a:cxn>
                </a:cxnLst>
                <a:rect l="l" t="t" r="r" b="b"/>
                <a:pathLst>
                  <a:path w="10597" h="152">
                    <a:moveTo>
                      <a:pt x="7688" y="149"/>
                    </a:moveTo>
                    <a:cubicBezTo>
                      <a:pt x="4488" y="171"/>
                      <a:pt x="-4622" y="85"/>
                      <a:pt x="2905" y="6"/>
                    </a:cubicBezTo>
                    <a:cubicBezTo>
                      <a:pt x="6093" y="-23"/>
                      <a:pt x="15232" y="58"/>
                      <a:pt x="7688" y="14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1" name="Freeform: Shape 2800">
                <a:extLst>
                  <a:ext uri="{FF2B5EF4-FFF2-40B4-BE49-F238E27FC236}">
                    <a16:creationId xmlns:a16="http://schemas.microsoft.com/office/drawing/2014/main" id="{F79B5DEC-3AE3-BA8B-C4C2-501BC1819824}"/>
                  </a:ext>
                </a:extLst>
              </p:cNvPr>
              <p:cNvSpPr/>
              <p:nvPr/>
            </p:nvSpPr>
            <p:spPr>
              <a:xfrm>
                <a:off x="288200" y="6724544"/>
                <a:ext cx="10682" cy="419"/>
              </a:xfrm>
              <a:custGeom>
                <a:avLst/>
                <a:gdLst>
                  <a:gd name="connsiteX0" fmla="*/ 7602 w 10682"/>
                  <a:gd name="connsiteY0" fmla="*/ 410 h 419"/>
                  <a:gd name="connsiteX1" fmla="*/ 3076 w 10682"/>
                  <a:gd name="connsiteY1" fmla="*/ 10 h 419"/>
                  <a:gd name="connsiteX2" fmla="*/ 7602 w 10682"/>
                  <a:gd name="connsiteY2" fmla="*/ 410 h 419"/>
                </a:gdLst>
                <a:ahLst/>
                <a:cxnLst>
                  <a:cxn ang="0">
                    <a:pos x="connsiteX0" y="connsiteY0"/>
                  </a:cxn>
                  <a:cxn ang="0">
                    <a:pos x="connsiteX1" y="connsiteY1"/>
                  </a:cxn>
                  <a:cxn ang="0">
                    <a:pos x="connsiteX2" y="connsiteY2"/>
                  </a:cxn>
                </a:cxnLst>
                <a:rect l="l" t="t" r="r" b="b"/>
                <a:pathLst>
                  <a:path w="10682" h="419">
                    <a:moveTo>
                      <a:pt x="7602" y="410"/>
                    </a:moveTo>
                    <a:cubicBezTo>
                      <a:pt x="4550" y="479"/>
                      <a:pt x="-4788" y="175"/>
                      <a:pt x="3076" y="10"/>
                    </a:cubicBezTo>
                    <a:cubicBezTo>
                      <a:pt x="6139" y="-59"/>
                      <a:pt x="15471" y="244"/>
                      <a:pt x="7602" y="41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2" name="Freeform: Shape 2801">
                <a:extLst>
                  <a:ext uri="{FF2B5EF4-FFF2-40B4-BE49-F238E27FC236}">
                    <a16:creationId xmlns:a16="http://schemas.microsoft.com/office/drawing/2014/main" id="{5E2BD22A-F830-F712-B63D-17373B296804}"/>
                  </a:ext>
                </a:extLst>
              </p:cNvPr>
              <p:cNvSpPr/>
              <p:nvPr/>
            </p:nvSpPr>
            <p:spPr>
              <a:xfrm>
                <a:off x="-328103" y="6880093"/>
                <a:ext cx="12331" cy="3693"/>
              </a:xfrm>
              <a:custGeom>
                <a:avLst/>
                <a:gdLst>
                  <a:gd name="connsiteX0" fmla="*/ 9017 w 12331"/>
                  <a:gd name="connsiteY0" fmla="*/ 41 h 3693"/>
                  <a:gd name="connsiteX1" fmla="*/ 3319 w 12331"/>
                  <a:gd name="connsiteY1" fmla="*/ 3653 h 3693"/>
                  <a:gd name="connsiteX2" fmla="*/ 9017 w 12331"/>
                  <a:gd name="connsiteY2" fmla="*/ 41 h 3693"/>
                </a:gdLst>
                <a:ahLst/>
                <a:cxnLst>
                  <a:cxn ang="0">
                    <a:pos x="connsiteX0" y="connsiteY0"/>
                  </a:cxn>
                  <a:cxn ang="0">
                    <a:pos x="connsiteX1" y="connsiteY1"/>
                  </a:cxn>
                  <a:cxn ang="0">
                    <a:pos x="connsiteX2" y="connsiteY2"/>
                  </a:cxn>
                </a:cxnLst>
                <a:rect l="l" t="t" r="r" b="b"/>
                <a:pathLst>
                  <a:path w="12331" h="3693">
                    <a:moveTo>
                      <a:pt x="9017" y="41"/>
                    </a:moveTo>
                    <a:cubicBezTo>
                      <a:pt x="5440" y="-411"/>
                      <a:pt x="-5413" y="3001"/>
                      <a:pt x="3319" y="3653"/>
                    </a:cubicBezTo>
                    <a:cubicBezTo>
                      <a:pt x="6891" y="4104"/>
                      <a:pt x="17738" y="693"/>
                      <a:pt x="9017" y="4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3" name="Freeform: Shape 2802">
                <a:extLst>
                  <a:ext uri="{FF2B5EF4-FFF2-40B4-BE49-F238E27FC236}">
                    <a16:creationId xmlns:a16="http://schemas.microsoft.com/office/drawing/2014/main" id="{082BB2D7-2F2F-B704-7D2C-6917C8A8DF01}"/>
                  </a:ext>
                </a:extLst>
              </p:cNvPr>
              <p:cNvSpPr/>
              <p:nvPr/>
            </p:nvSpPr>
            <p:spPr>
              <a:xfrm>
                <a:off x="-1116919" y="7378684"/>
                <a:ext cx="14466" cy="4813"/>
              </a:xfrm>
              <a:custGeom>
                <a:avLst/>
                <a:gdLst>
                  <a:gd name="connsiteX0" fmla="*/ 10947 w 14466"/>
                  <a:gd name="connsiteY0" fmla="*/ 55 h 4813"/>
                  <a:gd name="connsiteX1" fmla="*/ 3524 w 14466"/>
                  <a:gd name="connsiteY1" fmla="*/ 4759 h 4813"/>
                  <a:gd name="connsiteX2" fmla="*/ 10947 w 14466"/>
                  <a:gd name="connsiteY2" fmla="*/ 55 h 4813"/>
                </a:gdLst>
                <a:ahLst/>
                <a:cxnLst>
                  <a:cxn ang="0">
                    <a:pos x="connsiteX0" y="connsiteY0"/>
                  </a:cxn>
                  <a:cxn ang="0">
                    <a:pos x="connsiteX1" y="connsiteY1"/>
                  </a:cxn>
                  <a:cxn ang="0">
                    <a:pos x="connsiteX2" y="connsiteY2"/>
                  </a:cxn>
                </a:cxnLst>
                <a:rect l="l" t="t" r="r" b="b"/>
                <a:pathLst>
                  <a:path w="14466" h="4813">
                    <a:moveTo>
                      <a:pt x="10947" y="55"/>
                    </a:moveTo>
                    <a:cubicBezTo>
                      <a:pt x="7170" y="-539"/>
                      <a:pt x="-6312" y="3844"/>
                      <a:pt x="3524" y="4759"/>
                    </a:cubicBezTo>
                    <a:cubicBezTo>
                      <a:pt x="7301" y="5353"/>
                      <a:pt x="20771" y="969"/>
                      <a:pt x="10947" y="5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4" name="Freeform: Shape 2803">
                <a:extLst>
                  <a:ext uri="{FF2B5EF4-FFF2-40B4-BE49-F238E27FC236}">
                    <a16:creationId xmlns:a16="http://schemas.microsoft.com/office/drawing/2014/main" id="{D4CE4547-2CBF-6062-29FD-047EBC01BBEF}"/>
                  </a:ext>
                </a:extLst>
              </p:cNvPr>
              <p:cNvSpPr/>
              <p:nvPr/>
            </p:nvSpPr>
            <p:spPr>
              <a:xfrm>
                <a:off x="421793" y="6730483"/>
                <a:ext cx="10048" cy="159"/>
              </a:xfrm>
              <a:custGeom>
                <a:avLst/>
                <a:gdLst>
                  <a:gd name="connsiteX0" fmla="*/ 7168 w 10048"/>
                  <a:gd name="connsiteY0" fmla="*/ 3 h 159"/>
                  <a:gd name="connsiteX1" fmla="*/ 2882 w 10048"/>
                  <a:gd name="connsiteY1" fmla="*/ 152 h 159"/>
                  <a:gd name="connsiteX2" fmla="*/ 7168 w 10048"/>
                  <a:gd name="connsiteY2" fmla="*/ 3 h 159"/>
                </a:gdLst>
                <a:ahLst/>
                <a:cxnLst>
                  <a:cxn ang="0">
                    <a:pos x="connsiteX0" y="connsiteY0"/>
                  </a:cxn>
                  <a:cxn ang="0">
                    <a:pos x="connsiteX1" y="connsiteY1"/>
                  </a:cxn>
                  <a:cxn ang="0">
                    <a:pos x="connsiteX2" y="connsiteY2"/>
                  </a:cxn>
                </a:cxnLst>
                <a:rect l="l" t="t" r="r" b="b"/>
                <a:pathLst>
                  <a:path w="10048" h="159">
                    <a:moveTo>
                      <a:pt x="7168" y="3"/>
                    </a:moveTo>
                    <a:cubicBezTo>
                      <a:pt x="4094" y="26"/>
                      <a:pt x="-4422" y="198"/>
                      <a:pt x="2882" y="152"/>
                    </a:cubicBezTo>
                    <a:cubicBezTo>
                      <a:pt x="5957" y="141"/>
                      <a:pt x="14466" y="-25"/>
                      <a:pt x="7168" y="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5" name="Freeform: Shape 2804">
                <a:extLst>
                  <a:ext uri="{FF2B5EF4-FFF2-40B4-BE49-F238E27FC236}">
                    <a16:creationId xmlns:a16="http://schemas.microsoft.com/office/drawing/2014/main" id="{536D7905-756B-685B-128F-2A35D096B5C0}"/>
                  </a:ext>
                </a:extLst>
              </p:cNvPr>
              <p:cNvSpPr/>
              <p:nvPr/>
            </p:nvSpPr>
            <p:spPr>
              <a:xfrm>
                <a:off x="-899418" y="7241213"/>
                <a:ext cx="13866" cy="4492"/>
              </a:xfrm>
              <a:custGeom>
                <a:avLst/>
                <a:gdLst>
                  <a:gd name="connsiteX0" fmla="*/ 10399 w 13866"/>
                  <a:gd name="connsiteY0" fmla="*/ 51 h 4492"/>
                  <a:gd name="connsiteX1" fmla="*/ 3472 w 13866"/>
                  <a:gd name="connsiteY1" fmla="*/ 4441 h 4492"/>
                  <a:gd name="connsiteX2" fmla="*/ 10399 w 13866"/>
                  <a:gd name="connsiteY2" fmla="*/ 51 h 4492"/>
                </a:gdLst>
                <a:ahLst/>
                <a:cxnLst>
                  <a:cxn ang="0">
                    <a:pos x="connsiteX0" y="connsiteY0"/>
                  </a:cxn>
                  <a:cxn ang="0">
                    <a:pos x="connsiteX1" y="connsiteY1"/>
                  </a:cxn>
                  <a:cxn ang="0">
                    <a:pos x="connsiteX2" y="connsiteY2"/>
                  </a:cxn>
                </a:cxnLst>
                <a:rect l="l" t="t" r="r" b="b"/>
                <a:pathLst>
                  <a:path w="13866" h="4492">
                    <a:moveTo>
                      <a:pt x="10399" y="51"/>
                    </a:moveTo>
                    <a:cubicBezTo>
                      <a:pt x="6673" y="-503"/>
                      <a:pt x="-6066" y="3600"/>
                      <a:pt x="3472" y="4441"/>
                    </a:cubicBezTo>
                    <a:cubicBezTo>
                      <a:pt x="7198" y="4995"/>
                      <a:pt x="19926" y="891"/>
                      <a:pt x="10399" y="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6" name="Freeform: Shape 2805">
                <a:extLst>
                  <a:ext uri="{FF2B5EF4-FFF2-40B4-BE49-F238E27FC236}">
                    <a16:creationId xmlns:a16="http://schemas.microsoft.com/office/drawing/2014/main" id="{D813878F-3C2E-D1FB-1538-550D0F705057}"/>
                  </a:ext>
                </a:extLst>
              </p:cNvPr>
              <p:cNvSpPr/>
              <p:nvPr/>
            </p:nvSpPr>
            <p:spPr>
              <a:xfrm>
                <a:off x="-696042" y="7112894"/>
                <a:ext cx="13179" cy="4176"/>
              </a:xfrm>
              <a:custGeom>
                <a:avLst/>
                <a:gdLst>
                  <a:gd name="connsiteX0" fmla="*/ 9620 w 13179"/>
                  <a:gd name="connsiteY0" fmla="*/ 0 h 4176"/>
                  <a:gd name="connsiteX1" fmla="*/ 459 w 13179"/>
                  <a:gd name="connsiteY1" fmla="*/ 2052 h 4176"/>
                  <a:gd name="connsiteX2" fmla="*/ 9620 w 13179"/>
                  <a:gd name="connsiteY2" fmla="*/ 0 h 4176"/>
                </a:gdLst>
                <a:ahLst/>
                <a:cxnLst>
                  <a:cxn ang="0">
                    <a:pos x="connsiteX0" y="connsiteY0"/>
                  </a:cxn>
                  <a:cxn ang="0">
                    <a:pos x="connsiteX1" y="connsiteY1"/>
                  </a:cxn>
                  <a:cxn ang="0">
                    <a:pos x="connsiteX2" y="connsiteY2"/>
                  </a:cxn>
                </a:cxnLst>
                <a:rect l="l" t="t" r="r" b="b"/>
                <a:pathLst>
                  <a:path w="13179" h="4176">
                    <a:moveTo>
                      <a:pt x="9620" y="0"/>
                    </a:moveTo>
                    <a:cubicBezTo>
                      <a:pt x="6345" y="0"/>
                      <a:pt x="2248" y="915"/>
                      <a:pt x="459" y="2052"/>
                    </a:cubicBezTo>
                    <a:cubicBezTo>
                      <a:pt x="-3725" y="7407"/>
                      <a:pt x="22416" y="1081"/>
                      <a:pt x="9620"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7" name="Freeform: Shape 2806">
                <a:extLst>
                  <a:ext uri="{FF2B5EF4-FFF2-40B4-BE49-F238E27FC236}">
                    <a16:creationId xmlns:a16="http://schemas.microsoft.com/office/drawing/2014/main" id="{0777FAEB-5799-225B-2F91-4111C671AAD0}"/>
                  </a:ext>
                </a:extLst>
              </p:cNvPr>
              <p:cNvSpPr/>
              <p:nvPr/>
            </p:nvSpPr>
            <p:spPr>
              <a:xfrm>
                <a:off x="-506318" y="6992749"/>
                <a:ext cx="12800" cy="3929"/>
              </a:xfrm>
              <a:custGeom>
                <a:avLst/>
                <a:gdLst>
                  <a:gd name="connsiteX0" fmla="*/ 9434 w 12800"/>
                  <a:gd name="connsiteY0" fmla="*/ 45 h 3929"/>
                  <a:gd name="connsiteX1" fmla="*/ 3370 w 12800"/>
                  <a:gd name="connsiteY1" fmla="*/ 3885 h 3929"/>
                  <a:gd name="connsiteX2" fmla="*/ 9434 w 12800"/>
                  <a:gd name="connsiteY2" fmla="*/ 45 h 3929"/>
                </a:gdLst>
                <a:ahLst/>
                <a:cxnLst>
                  <a:cxn ang="0">
                    <a:pos x="connsiteX0" y="connsiteY0"/>
                  </a:cxn>
                  <a:cxn ang="0">
                    <a:pos x="connsiteX1" y="connsiteY1"/>
                  </a:cxn>
                  <a:cxn ang="0">
                    <a:pos x="connsiteX2" y="connsiteY2"/>
                  </a:cxn>
                </a:cxnLst>
                <a:rect l="l" t="t" r="r" b="b"/>
                <a:pathLst>
                  <a:path w="12800" h="3929">
                    <a:moveTo>
                      <a:pt x="9434" y="45"/>
                    </a:moveTo>
                    <a:cubicBezTo>
                      <a:pt x="5804" y="-442"/>
                      <a:pt x="-5614" y="3182"/>
                      <a:pt x="3370" y="3885"/>
                    </a:cubicBezTo>
                    <a:cubicBezTo>
                      <a:pt x="6993" y="4371"/>
                      <a:pt x="18412" y="753"/>
                      <a:pt x="9434" y="45"/>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8" name="Freeform: Shape 2807">
                <a:extLst>
                  <a:ext uri="{FF2B5EF4-FFF2-40B4-BE49-F238E27FC236}">
                    <a16:creationId xmlns:a16="http://schemas.microsoft.com/office/drawing/2014/main" id="{8E0D09C4-0E7E-6285-57FF-B846749A923E}"/>
                  </a:ext>
                </a:extLst>
              </p:cNvPr>
              <p:cNvSpPr/>
              <p:nvPr/>
            </p:nvSpPr>
            <p:spPr>
              <a:xfrm>
                <a:off x="668720" y="6621462"/>
                <a:ext cx="9883" cy="4400"/>
              </a:xfrm>
              <a:custGeom>
                <a:avLst/>
                <a:gdLst>
                  <a:gd name="connsiteX0" fmla="*/ 6890 w 9883"/>
                  <a:gd name="connsiteY0" fmla="*/ 28 h 4400"/>
                  <a:gd name="connsiteX1" fmla="*/ 2992 w 9883"/>
                  <a:gd name="connsiteY1" fmla="*/ 4372 h 4400"/>
                  <a:gd name="connsiteX2" fmla="*/ 6890 w 9883"/>
                  <a:gd name="connsiteY2" fmla="*/ 28 h 4400"/>
                </a:gdLst>
                <a:ahLst/>
                <a:cxnLst>
                  <a:cxn ang="0">
                    <a:pos x="connsiteX0" y="connsiteY0"/>
                  </a:cxn>
                  <a:cxn ang="0">
                    <a:pos x="connsiteX1" y="connsiteY1"/>
                  </a:cxn>
                  <a:cxn ang="0">
                    <a:pos x="connsiteX2" y="connsiteY2"/>
                  </a:cxn>
                </a:cxnLst>
                <a:rect l="l" t="t" r="r" b="b"/>
                <a:pathLst>
                  <a:path w="9883" h="4400">
                    <a:moveTo>
                      <a:pt x="6890" y="28"/>
                    </a:moveTo>
                    <a:cubicBezTo>
                      <a:pt x="3312" y="-383"/>
                      <a:pt x="-4168" y="3840"/>
                      <a:pt x="2992" y="4372"/>
                    </a:cubicBezTo>
                    <a:cubicBezTo>
                      <a:pt x="6587" y="4789"/>
                      <a:pt x="14045" y="577"/>
                      <a:pt x="6890" y="28"/>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9" name="Freeform: Shape 2808">
                <a:extLst>
                  <a:ext uri="{FF2B5EF4-FFF2-40B4-BE49-F238E27FC236}">
                    <a16:creationId xmlns:a16="http://schemas.microsoft.com/office/drawing/2014/main" id="{67F4F3B2-1E17-D14C-8141-CFA9F5402CE7}"/>
                  </a:ext>
                </a:extLst>
              </p:cNvPr>
              <p:cNvSpPr/>
              <p:nvPr/>
            </p:nvSpPr>
            <p:spPr>
              <a:xfrm>
                <a:off x="1279074" y="6170926"/>
                <a:ext cx="8200" cy="251"/>
              </a:xfrm>
              <a:custGeom>
                <a:avLst/>
                <a:gdLst>
                  <a:gd name="connsiteX0" fmla="*/ 5474 w 8200"/>
                  <a:gd name="connsiteY0" fmla="*/ 251 h 251"/>
                  <a:gd name="connsiteX1" fmla="*/ 34 w 8200"/>
                  <a:gd name="connsiteY1" fmla="*/ 124 h 251"/>
                  <a:gd name="connsiteX2" fmla="*/ 5474 w 8200"/>
                  <a:gd name="connsiteY2" fmla="*/ 251 h 251"/>
                </a:gdLst>
                <a:ahLst/>
                <a:cxnLst>
                  <a:cxn ang="0">
                    <a:pos x="connsiteX0" y="connsiteY0"/>
                  </a:cxn>
                  <a:cxn ang="0">
                    <a:pos x="connsiteX1" y="connsiteY1"/>
                  </a:cxn>
                  <a:cxn ang="0">
                    <a:pos x="connsiteX2" y="connsiteY2"/>
                  </a:cxn>
                </a:cxnLst>
                <a:rect l="l" t="t" r="r" b="b"/>
                <a:pathLst>
                  <a:path w="8200" h="251">
                    <a:moveTo>
                      <a:pt x="5474" y="251"/>
                    </a:moveTo>
                    <a:cubicBezTo>
                      <a:pt x="3280" y="256"/>
                      <a:pt x="845" y="193"/>
                      <a:pt x="34" y="124"/>
                    </a:cubicBezTo>
                    <a:cubicBezTo>
                      <a:pt x="-801" y="-173"/>
                      <a:pt x="14173" y="142"/>
                      <a:pt x="5474" y="25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0" name="Freeform: Shape 2809">
                <a:extLst>
                  <a:ext uri="{FF2B5EF4-FFF2-40B4-BE49-F238E27FC236}">
                    <a16:creationId xmlns:a16="http://schemas.microsoft.com/office/drawing/2014/main" id="{1F252538-EC48-16E7-E119-84721B0FA1DA}"/>
                  </a:ext>
                </a:extLst>
              </p:cNvPr>
              <p:cNvSpPr/>
              <p:nvPr/>
            </p:nvSpPr>
            <p:spPr>
              <a:xfrm>
                <a:off x="1450950" y="6268452"/>
                <a:ext cx="7990" cy="2892"/>
              </a:xfrm>
              <a:custGeom>
                <a:avLst/>
                <a:gdLst>
                  <a:gd name="connsiteX0" fmla="*/ 5363 w 7990"/>
                  <a:gd name="connsiteY0" fmla="*/ 2663 h 2892"/>
                  <a:gd name="connsiteX1" fmla="*/ 2631 w 7990"/>
                  <a:gd name="connsiteY1" fmla="*/ 228 h 2892"/>
                  <a:gd name="connsiteX2" fmla="*/ 5363 w 7990"/>
                  <a:gd name="connsiteY2" fmla="*/ 2663 h 2892"/>
                </a:gdLst>
                <a:ahLst/>
                <a:cxnLst>
                  <a:cxn ang="0">
                    <a:pos x="connsiteX0" y="connsiteY0"/>
                  </a:cxn>
                  <a:cxn ang="0">
                    <a:pos x="connsiteX1" y="connsiteY1"/>
                  </a:cxn>
                  <a:cxn ang="0">
                    <a:pos x="connsiteX2" y="connsiteY2"/>
                  </a:cxn>
                </a:cxnLst>
                <a:rect l="l" t="t" r="r" b="b"/>
                <a:pathLst>
                  <a:path w="7990" h="2892">
                    <a:moveTo>
                      <a:pt x="5363" y="2663"/>
                    </a:moveTo>
                    <a:cubicBezTo>
                      <a:pt x="1986" y="3565"/>
                      <a:pt x="-3192" y="1606"/>
                      <a:pt x="2631" y="228"/>
                    </a:cubicBezTo>
                    <a:cubicBezTo>
                      <a:pt x="6015" y="-664"/>
                      <a:pt x="11175" y="1251"/>
                      <a:pt x="5363" y="266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1" name="Freeform: Shape 2810">
                <a:extLst>
                  <a:ext uri="{FF2B5EF4-FFF2-40B4-BE49-F238E27FC236}">
                    <a16:creationId xmlns:a16="http://schemas.microsoft.com/office/drawing/2014/main" id="{32B4B414-7F63-A2C3-3E9E-B4BAC36DBB06}"/>
                  </a:ext>
                </a:extLst>
              </p:cNvPr>
              <p:cNvSpPr/>
              <p:nvPr/>
            </p:nvSpPr>
            <p:spPr>
              <a:xfrm>
                <a:off x="1366515" y="6202904"/>
                <a:ext cx="8173" cy="1937"/>
              </a:xfrm>
              <a:custGeom>
                <a:avLst/>
                <a:gdLst>
                  <a:gd name="connsiteX0" fmla="*/ 5507 w 8173"/>
                  <a:gd name="connsiteY0" fmla="*/ 1859 h 1937"/>
                  <a:gd name="connsiteX1" fmla="*/ 2667 w 8173"/>
                  <a:gd name="connsiteY1" fmla="*/ 76 h 1937"/>
                  <a:gd name="connsiteX2" fmla="*/ 5507 w 8173"/>
                  <a:gd name="connsiteY2" fmla="*/ 1859 h 1937"/>
                </a:gdLst>
                <a:ahLst/>
                <a:cxnLst>
                  <a:cxn ang="0">
                    <a:pos x="connsiteX0" y="connsiteY0"/>
                  </a:cxn>
                  <a:cxn ang="0">
                    <a:pos x="connsiteX1" y="connsiteY1"/>
                  </a:cxn>
                  <a:cxn ang="0">
                    <a:pos x="connsiteX2" y="connsiteY2"/>
                  </a:cxn>
                </a:cxnLst>
                <a:rect l="l" t="t" r="r" b="b"/>
                <a:pathLst>
                  <a:path w="8173" h="1937">
                    <a:moveTo>
                      <a:pt x="5507" y="1859"/>
                    </a:moveTo>
                    <a:cubicBezTo>
                      <a:pt x="2450" y="2299"/>
                      <a:pt x="-3448" y="767"/>
                      <a:pt x="2667" y="76"/>
                    </a:cubicBezTo>
                    <a:cubicBezTo>
                      <a:pt x="5730" y="-352"/>
                      <a:pt x="11617" y="1139"/>
                      <a:pt x="5507" y="185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2" name="Freeform: Shape 2811">
                <a:extLst>
                  <a:ext uri="{FF2B5EF4-FFF2-40B4-BE49-F238E27FC236}">
                    <a16:creationId xmlns:a16="http://schemas.microsoft.com/office/drawing/2014/main" id="{F03C2703-1A3F-B59B-DD50-1B8B60180466}"/>
                  </a:ext>
                </a:extLst>
              </p:cNvPr>
              <p:cNvSpPr/>
              <p:nvPr/>
            </p:nvSpPr>
            <p:spPr>
              <a:xfrm>
                <a:off x="1532018" y="6340672"/>
                <a:ext cx="7797" cy="3210"/>
              </a:xfrm>
              <a:custGeom>
                <a:avLst/>
                <a:gdLst>
                  <a:gd name="connsiteX0" fmla="*/ 5208 w 7797"/>
                  <a:gd name="connsiteY0" fmla="*/ 2704 h 3210"/>
                  <a:gd name="connsiteX1" fmla="*/ 2590 w 7797"/>
                  <a:gd name="connsiteY1" fmla="*/ 503 h 3210"/>
                  <a:gd name="connsiteX2" fmla="*/ 5208 w 7797"/>
                  <a:gd name="connsiteY2" fmla="*/ 2704 h 3210"/>
                </a:gdLst>
                <a:ahLst/>
                <a:cxnLst>
                  <a:cxn ang="0">
                    <a:pos x="connsiteX0" y="connsiteY0"/>
                  </a:cxn>
                  <a:cxn ang="0">
                    <a:pos x="connsiteX1" y="connsiteY1"/>
                  </a:cxn>
                  <a:cxn ang="0">
                    <a:pos x="connsiteX2" y="connsiteY2"/>
                  </a:cxn>
                </a:cxnLst>
                <a:rect l="l" t="t" r="r" b="b"/>
                <a:pathLst>
                  <a:path w="7797" h="3210">
                    <a:moveTo>
                      <a:pt x="5208" y="2704"/>
                    </a:moveTo>
                    <a:cubicBezTo>
                      <a:pt x="1665" y="4058"/>
                      <a:pt x="-2993" y="2486"/>
                      <a:pt x="2590" y="503"/>
                    </a:cubicBezTo>
                    <a:cubicBezTo>
                      <a:pt x="6139" y="-834"/>
                      <a:pt x="10786" y="697"/>
                      <a:pt x="5208" y="2704"/>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3" name="Freeform: Shape 2812">
                <a:extLst>
                  <a:ext uri="{FF2B5EF4-FFF2-40B4-BE49-F238E27FC236}">
                    <a16:creationId xmlns:a16="http://schemas.microsoft.com/office/drawing/2014/main" id="{AED98474-CD61-46A8-D0D7-709B0537056A}"/>
                  </a:ext>
                </a:extLst>
              </p:cNvPr>
              <p:cNvSpPr/>
              <p:nvPr/>
            </p:nvSpPr>
            <p:spPr>
              <a:xfrm>
                <a:off x="1609639" y="6392642"/>
                <a:ext cx="7612" cy="3109"/>
              </a:xfrm>
              <a:custGeom>
                <a:avLst/>
                <a:gdLst>
                  <a:gd name="connsiteX0" fmla="*/ 4951 w 7612"/>
                  <a:gd name="connsiteY0" fmla="*/ 2076 h 3109"/>
                  <a:gd name="connsiteX1" fmla="*/ 65 w 7612"/>
                  <a:gd name="connsiteY1" fmla="*/ 3013 h 3109"/>
                  <a:gd name="connsiteX2" fmla="*/ 4951 w 7612"/>
                  <a:gd name="connsiteY2" fmla="*/ 2076 h 3109"/>
                </a:gdLst>
                <a:ahLst/>
                <a:cxnLst>
                  <a:cxn ang="0">
                    <a:pos x="connsiteX0" y="connsiteY0"/>
                  </a:cxn>
                  <a:cxn ang="0">
                    <a:pos x="connsiteX1" y="connsiteY1"/>
                  </a:cxn>
                  <a:cxn ang="0">
                    <a:pos x="connsiteX2" y="connsiteY2"/>
                  </a:cxn>
                </a:cxnLst>
                <a:rect l="l" t="t" r="r" b="b"/>
                <a:pathLst>
                  <a:path w="7612" h="3109">
                    <a:moveTo>
                      <a:pt x="4951" y="2076"/>
                    </a:moveTo>
                    <a:cubicBezTo>
                      <a:pt x="2939" y="2893"/>
                      <a:pt x="751" y="3311"/>
                      <a:pt x="65" y="3013"/>
                    </a:cubicBezTo>
                    <a:cubicBezTo>
                      <a:pt x="-1078" y="739"/>
                      <a:pt x="13404" y="-1959"/>
                      <a:pt x="4951" y="2076"/>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4" name="Freeform: Shape 2813">
                <a:extLst>
                  <a:ext uri="{FF2B5EF4-FFF2-40B4-BE49-F238E27FC236}">
                    <a16:creationId xmlns:a16="http://schemas.microsoft.com/office/drawing/2014/main" id="{B0C80050-B897-E91C-55AE-D0353BD75B24}"/>
                  </a:ext>
                </a:extLst>
              </p:cNvPr>
              <p:cNvSpPr/>
              <p:nvPr/>
            </p:nvSpPr>
            <p:spPr>
              <a:xfrm>
                <a:off x="1188399" y="6198195"/>
                <a:ext cx="8561" cy="1964"/>
              </a:xfrm>
              <a:custGeom>
                <a:avLst/>
                <a:gdLst>
                  <a:gd name="connsiteX0" fmla="*/ 5795 w 8561"/>
                  <a:gd name="connsiteY0" fmla="*/ 19 h 1964"/>
                  <a:gd name="connsiteX1" fmla="*/ 2772 w 8561"/>
                  <a:gd name="connsiteY1" fmla="*/ 1946 h 1964"/>
                  <a:gd name="connsiteX2" fmla="*/ 5795 w 8561"/>
                  <a:gd name="connsiteY2" fmla="*/ 19 h 1964"/>
                </a:gdLst>
                <a:ahLst/>
                <a:cxnLst>
                  <a:cxn ang="0">
                    <a:pos x="connsiteX0" y="connsiteY0"/>
                  </a:cxn>
                  <a:cxn ang="0">
                    <a:pos x="connsiteX1" y="connsiteY1"/>
                  </a:cxn>
                  <a:cxn ang="0">
                    <a:pos x="connsiteX2" y="connsiteY2"/>
                  </a:cxn>
                </a:cxnLst>
                <a:rect l="l" t="t" r="r" b="b"/>
                <a:pathLst>
                  <a:path w="8561" h="1964">
                    <a:moveTo>
                      <a:pt x="5795" y="19"/>
                    </a:moveTo>
                    <a:cubicBezTo>
                      <a:pt x="2721" y="-209"/>
                      <a:pt x="-3669" y="1659"/>
                      <a:pt x="2772" y="1946"/>
                    </a:cubicBezTo>
                    <a:cubicBezTo>
                      <a:pt x="5841" y="2174"/>
                      <a:pt x="12225" y="305"/>
                      <a:pt x="5795" y="19"/>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5" name="Freeform: Shape 2814">
                <a:extLst>
                  <a:ext uri="{FF2B5EF4-FFF2-40B4-BE49-F238E27FC236}">
                    <a16:creationId xmlns:a16="http://schemas.microsoft.com/office/drawing/2014/main" id="{AE54DD75-DA8A-8671-8B0C-4992DB90E25F}"/>
                  </a:ext>
                </a:extLst>
              </p:cNvPr>
              <p:cNvSpPr/>
              <p:nvPr/>
            </p:nvSpPr>
            <p:spPr>
              <a:xfrm>
                <a:off x="893345" y="6385952"/>
                <a:ext cx="9245" cy="2271"/>
              </a:xfrm>
              <a:custGeom>
                <a:avLst/>
                <a:gdLst>
                  <a:gd name="connsiteX0" fmla="*/ 6213 w 9245"/>
                  <a:gd name="connsiteY0" fmla="*/ 0 h 2271"/>
                  <a:gd name="connsiteX1" fmla="*/ 98 w 9245"/>
                  <a:gd name="connsiteY1" fmla="*/ 1109 h 2271"/>
                  <a:gd name="connsiteX2" fmla="*/ 6213 w 9245"/>
                  <a:gd name="connsiteY2" fmla="*/ 0 h 2271"/>
                </a:gdLst>
                <a:ahLst/>
                <a:cxnLst>
                  <a:cxn ang="0">
                    <a:pos x="connsiteX0" y="connsiteY0"/>
                  </a:cxn>
                  <a:cxn ang="0">
                    <a:pos x="connsiteX1" y="connsiteY1"/>
                  </a:cxn>
                  <a:cxn ang="0">
                    <a:pos x="connsiteX2" y="connsiteY2"/>
                  </a:cxn>
                </a:cxnLst>
                <a:rect l="l" t="t" r="r" b="b"/>
                <a:pathLst>
                  <a:path w="9245" h="2271">
                    <a:moveTo>
                      <a:pt x="6213" y="0"/>
                    </a:moveTo>
                    <a:cubicBezTo>
                      <a:pt x="3795" y="0"/>
                      <a:pt x="1063" y="497"/>
                      <a:pt x="98" y="1109"/>
                    </a:cubicBezTo>
                    <a:cubicBezTo>
                      <a:pt x="-1451" y="4058"/>
                      <a:pt x="16088" y="532"/>
                      <a:pt x="6213"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6" name="Freeform: Shape 2815">
                <a:extLst>
                  <a:ext uri="{FF2B5EF4-FFF2-40B4-BE49-F238E27FC236}">
                    <a16:creationId xmlns:a16="http://schemas.microsoft.com/office/drawing/2014/main" id="{A86BF811-A004-528E-0E11-C39EF754139B}"/>
                  </a:ext>
                </a:extLst>
              </p:cNvPr>
              <p:cNvSpPr/>
              <p:nvPr/>
            </p:nvSpPr>
            <p:spPr>
              <a:xfrm>
                <a:off x="783971" y="6476359"/>
                <a:ext cx="9627" cy="4534"/>
              </a:xfrm>
              <a:custGeom>
                <a:avLst/>
                <a:gdLst>
                  <a:gd name="connsiteX0" fmla="*/ 6670 w 9627"/>
                  <a:gd name="connsiteY0" fmla="*/ 33 h 4534"/>
                  <a:gd name="connsiteX1" fmla="*/ 2961 w 9627"/>
                  <a:gd name="connsiteY1" fmla="*/ 4502 h 4534"/>
                  <a:gd name="connsiteX2" fmla="*/ 6670 w 9627"/>
                  <a:gd name="connsiteY2" fmla="*/ 33 h 4534"/>
                </a:gdLst>
                <a:ahLst/>
                <a:cxnLst>
                  <a:cxn ang="0">
                    <a:pos x="connsiteX0" y="connsiteY0"/>
                  </a:cxn>
                  <a:cxn ang="0">
                    <a:pos x="connsiteX1" y="connsiteY1"/>
                  </a:cxn>
                  <a:cxn ang="0">
                    <a:pos x="connsiteX2" y="connsiteY2"/>
                  </a:cxn>
                </a:cxnLst>
                <a:rect l="l" t="t" r="r" b="b"/>
                <a:pathLst>
                  <a:path w="9627" h="4534">
                    <a:moveTo>
                      <a:pt x="6670" y="33"/>
                    </a:moveTo>
                    <a:cubicBezTo>
                      <a:pt x="3041" y="-419"/>
                      <a:pt x="-4011" y="3902"/>
                      <a:pt x="2961" y="4502"/>
                    </a:cubicBezTo>
                    <a:cubicBezTo>
                      <a:pt x="6573" y="4948"/>
                      <a:pt x="13642" y="616"/>
                      <a:pt x="6670" y="33"/>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7" name="Freeform: Shape 2816">
                <a:extLst>
                  <a:ext uri="{FF2B5EF4-FFF2-40B4-BE49-F238E27FC236}">
                    <a16:creationId xmlns:a16="http://schemas.microsoft.com/office/drawing/2014/main" id="{56190490-58DF-0ECB-60A2-F7147D0B40D8}"/>
                  </a:ext>
                </a:extLst>
              </p:cNvPr>
              <p:cNvSpPr/>
              <p:nvPr/>
            </p:nvSpPr>
            <p:spPr>
              <a:xfrm>
                <a:off x="548359" y="6706672"/>
                <a:ext cx="9988" cy="1524"/>
              </a:xfrm>
              <a:custGeom>
                <a:avLst/>
                <a:gdLst>
                  <a:gd name="connsiteX0" fmla="*/ 6824 w 9988"/>
                  <a:gd name="connsiteY0" fmla="*/ 0 h 1524"/>
                  <a:gd name="connsiteX1" fmla="*/ 98 w 9988"/>
                  <a:gd name="connsiteY1" fmla="*/ 817 h 1524"/>
                  <a:gd name="connsiteX2" fmla="*/ 6824 w 9988"/>
                  <a:gd name="connsiteY2" fmla="*/ 0 h 1524"/>
                </a:gdLst>
                <a:ahLst/>
                <a:cxnLst>
                  <a:cxn ang="0">
                    <a:pos x="connsiteX0" y="connsiteY0"/>
                  </a:cxn>
                  <a:cxn ang="0">
                    <a:pos x="connsiteX1" y="connsiteY1"/>
                  </a:cxn>
                  <a:cxn ang="0">
                    <a:pos x="connsiteX2" y="connsiteY2"/>
                  </a:cxn>
                </a:cxnLst>
                <a:rect l="l" t="t" r="r" b="b"/>
                <a:pathLst>
                  <a:path w="9988" h="1524">
                    <a:moveTo>
                      <a:pt x="6824" y="0"/>
                    </a:moveTo>
                    <a:cubicBezTo>
                      <a:pt x="4230" y="29"/>
                      <a:pt x="1224" y="400"/>
                      <a:pt x="98" y="817"/>
                    </a:cubicBezTo>
                    <a:cubicBezTo>
                      <a:pt x="-1502" y="2691"/>
                      <a:pt x="17231" y="280"/>
                      <a:pt x="6824"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8" name="Freeform: Shape 2817">
                <a:extLst>
                  <a:ext uri="{FF2B5EF4-FFF2-40B4-BE49-F238E27FC236}">
                    <a16:creationId xmlns:a16="http://schemas.microsoft.com/office/drawing/2014/main" id="{30188AFC-77DF-FF52-E831-7558088EB979}"/>
                  </a:ext>
                </a:extLst>
              </p:cNvPr>
              <p:cNvSpPr/>
              <p:nvPr/>
            </p:nvSpPr>
            <p:spPr>
              <a:xfrm>
                <a:off x="996252" y="6320397"/>
                <a:ext cx="9039" cy="2157"/>
              </a:xfrm>
              <a:custGeom>
                <a:avLst/>
                <a:gdLst>
                  <a:gd name="connsiteX0" fmla="*/ 6181 w 9039"/>
                  <a:gd name="connsiteY0" fmla="*/ 21 h 2157"/>
                  <a:gd name="connsiteX1" fmla="*/ 2860 w 9039"/>
                  <a:gd name="connsiteY1" fmla="*/ 2136 h 2157"/>
                  <a:gd name="connsiteX2" fmla="*/ 6181 w 9039"/>
                  <a:gd name="connsiteY2" fmla="*/ 21 h 2157"/>
                </a:gdLst>
                <a:ahLst/>
                <a:cxnLst>
                  <a:cxn ang="0">
                    <a:pos x="connsiteX0" y="connsiteY0"/>
                  </a:cxn>
                  <a:cxn ang="0">
                    <a:pos x="connsiteX1" y="connsiteY1"/>
                  </a:cxn>
                  <a:cxn ang="0">
                    <a:pos x="connsiteX2" y="connsiteY2"/>
                  </a:cxn>
                </a:cxnLst>
                <a:rect l="l" t="t" r="r" b="b"/>
                <a:pathLst>
                  <a:path w="9039" h="2157">
                    <a:moveTo>
                      <a:pt x="6181" y="21"/>
                    </a:moveTo>
                    <a:cubicBezTo>
                      <a:pt x="3020" y="-230"/>
                      <a:pt x="-3895" y="1810"/>
                      <a:pt x="2860" y="2136"/>
                    </a:cubicBezTo>
                    <a:cubicBezTo>
                      <a:pt x="6027" y="2387"/>
                      <a:pt x="12930" y="341"/>
                      <a:pt x="6181" y="21"/>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9" name="Freeform: Shape 2818">
                <a:extLst>
                  <a:ext uri="{FF2B5EF4-FFF2-40B4-BE49-F238E27FC236}">
                    <a16:creationId xmlns:a16="http://schemas.microsoft.com/office/drawing/2014/main" id="{E1C7E990-D30E-4727-788D-7803032A550B}"/>
                  </a:ext>
                </a:extLst>
              </p:cNvPr>
              <p:cNvSpPr/>
              <p:nvPr/>
            </p:nvSpPr>
            <p:spPr>
              <a:xfrm>
                <a:off x="1094543" y="6257893"/>
                <a:ext cx="8797" cy="2057"/>
              </a:xfrm>
              <a:custGeom>
                <a:avLst/>
                <a:gdLst>
                  <a:gd name="connsiteX0" fmla="*/ 5983 w 8797"/>
                  <a:gd name="connsiteY0" fmla="*/ 20 h 2057"/>
                  <a:gd name="connsiteX1" fmla="*/ 2817 w 8797"/>
                  <a:gd name="connsiteY1" fmla="*/ 2037 h 2057"/>
                  <a:gd name="connsiteX2" fmla="*/ 5983 w 8797"/>
                  <a:gd name="connsiteY2" fmla="*/ 20 h 2057"/>
                </a:gdLst>
                <a:ahLst/>
                <a:cxnLst>
                  <a:cxn ang="0">
                    <a:pos x="connsiteX0" y="connsiteY0"/>
                  </a:cxn>
                  <a:cxn ang="0">
                    <a:pos x="connsiteX1" y="connsiteY1"/>
                  </a:cxn>
                  <a:cxn ang="0">
                    <a:pos x="connsiteX2" y="connsiteY2"/>
                  </a:cxn>
                </a:cxnLst>
                <a:rect l="l" t="t" r="r" b="b"/>
                <a:pathLst>
                  <a:path w="8797" h="2057">
                    <a:moveTo>
                      <a:pt x="5983" y="20"/>
                    </a:moveTo>
                    <a:cubicBezTo>
                      <a:pt x="2862" y="-220"/>
                      <a:pt x="-3778" y="1729"/>
                      <a:pt x="2817" y="2037"/>
                    </a:cubicBezTo>
                    <a:cubicBezTo>
                      <a:pt x="5937" y="2277"/>
                      <a:pt x="12572" y="329"/>
                      <a:pt x="5983" y="2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0" name="Freeform: Shape 2819">
                <a:extLst>
                  <a:ext uri="{FF2B5EF4-FFF2-40B4-BE49-F238E27FC236}">
                    <a16:creationId xmlns:a16="http://schemas.microsoft.com/office/drawing/2014/main" id="{E80981EE-0A97-6C45-891C-214F7DBC271A}"/>
                  </a:ext>
                </a:extLst>
              </p:cNvPr>
              <p:cNvSpPr/>
              <p:nvPr/>
            </p:nvSpPr>
            <p:spPr>
              <a:xfrm>
                <a:off x="-1350054" y="7526146"/>
                <a:ext cx="14763" cy="5156"/>
              </a:xfrm>
              <a:custGeom>
                <a:avLst/>
                <a:gdLst>
                  <a:gd name="connsiteX0" fmla="*/ 11447 w 14763"/>
                  <a:gd name="connsiteY0" fmla="*/ 0 h 5156"/>
                  <a:gd name="connsiteX1" fmla="*/ 0 w 14763"/>
                  <a:gd name="connsiteY1" fmla="*/ 4303 h 5156"/>
                  <a:gd name="connsiteX2" fmla="*/ 11447 w 14763"/>
                  <a:gd name="connsiteY2" fmla="*/ 0 h 5156"/>
                </a:gdLst>
                <a:ahLst/>
                <a:cxnLst>
                  <a:cxn ang="0">
                    <a:pos x="connsiteX0" y="connsiteY0"/>
                  </a:cxn>
                  <a:cxn ang="0">
                    <a:pos x="connsiteX1" y="connsiteY1"/>
                  </a:cxn>
                  <a:cxn ang="0">
                    <a:pos x="connsiteX2" y="connsiteY2"/>
                  </a:cxn>
                </a:cxnLst>
                <a:rect l="l" t="t" r="r" b="b"/>
                <a:pathLst>
                  <a:path w="14763" h="5156">
                    <a:moveTo>
                      <a:pt x="11447" y="0"/>
                    </a:moveTo>
                    <a:cubicBezTo>
                      <a:pt x="8441" y="240"/>
                      <a:pt x="-29" y="766"/>
                      <a:pt x="0" y="4303"/>
                    </a:cubicBezTo>
                    <a:cubicBezTo>
                      <a:pt x="2743" y="7355"/>
                      <a:pt x="22460" y="1343"/>
                      <a:pt x="11447" y="0"/>
                    </a:cubicBezTo>
                    <a:close/>
                  </a:path>
                </a:pathLst>
              </a:custGeom>
              <a:grpFill/>
              <a:ln w="6350" cap="flat">
                <a:solidFill>
                  <a:srgbClr val="FF0000">
                    <a:alpha val="30000"/>
                  </a:srgb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sp>
        <p:nvSpPr>
          <p:cNvPr id="3000" name="!!hex">
            <a:hlinkClick r:id="rId3" action="ppaction://hlinksldjump"/>
          </p:cNvPr>
          <p:cNvSpPr/>
          <p:nvPr/>
        </p:nvSpPr>
        <p:spPr>
          <a:xfrm>
            <a:off x="1190091" y="502920"/>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r>
              <a:rPr sz="1300" b="1">
                <a:solidFill>
                  <a:srgbClr val="FFFFFF"/>
                </a:solidFill>
                <a:latin typeface="Times New Roman"/>
              </a:rPr>
              <a:t>Introduction and Objectives of EDA</a:t>
            </a:r>
          </a:p>
        </p:txBody>
      </p:sp>
      <p:sp>
        <p:nvSpPr>
          <p:cNvPr id="3001" name="Hexagon 2">
            <a:hlinkClick r:id="rId4" action="ppaction://hlinksldjump"/>
          </p:cNvPr>
          <p:cNvSpPr/>
          <p:nvPr/>
        </p:nvSpPr>
        <p:spPr>
          <a:xfrm>
            <a:off x="3174339" y="502920"/>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Data Types and the EDA Workflow</a:t>
            </a:r>
          </a:p>
        </p:txBody>
      </p:sp>
      <p:sp>
        <p:nvSpPr>
          <p:cNvPr id="3002" name="Hexagon 3">
            <a:hlinkClick r:id="rId5" action="ppaction://hlinksldjump"/>
          </p:cNvPr>
          <p:cNvSpPr/>
          <p:nvPr/>
        </p:nvSpPr>
        <p:spPr>
          <a:xfrm>
            <a:off x="5158587" y="502920"/>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Data Cleaning and Quality Checks</a:t>
            </a:r>
          </a:p>
        </p:txBody>
      </p:sp>
      <p:sp>
        <p:nvSpPr>
          <p:cNvPr id="3003" name="Hexagon 4">
            <a:hlinkClick r:id="rId6" action="ppaction://hlinksldjump"/>
          </p:cNvPr>
          <p:cNvSpPr/>
          <p:nvPr/>
        </p:nvSpPr>
        <p:spPr>
          <a:xfrm>
            <a:off x="7142835" y="502920"/>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Descriptive Statistics</a:t>
            </a:r>
          </a:p>
        </p:txBody>
      </p:sp>
      <p:sp>
        <p:nvSpPr>
          <p:cNvPr id="3004" name="Hexagon 5">
            <a:hlinkClick r:id="rId7" action="ppaction://hlinksldjump"/>
          </p:cNvPr>
          <p:cNvSpPr/>
          <p:nvPr/>
        </p:nvSpPr>
        <p:spPr>
          <a:xfrm>
            <a:off x="9127083" y="502920"/>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Univariate Analysis</a:t>
            </a:r>
          </a:p>
        </p:txBody>
      </p:sp>
      <p:sp>
        <p:nvSpPr>
          <p:cNvPr id="3005" name="Hexagon 6">
            <a:hlinkClick r:id="rId8" action="ppaction://hlinksldjump"/>
          </p:cNvPr>
          <p:cNvSpPr/>
          <p:nvPr/>
        </p:nvSpPr>
        <p:spPr>
          <a:xfrm>
            <a:off x="2182215" y="2139212"/>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Bivariate and Multivariate Analysis</a:t>
            </a:r>
          </a:p>
        </p:txBody>
      </p:sp>
      <p:sp>
        <p:nvSpPr>
          <p:cNvPr id="3006" name="Hexagon 7">
            <a:hlinkClick r:id="rId9" action="ppaction://hlinksldjump"/>
          </p:cNvPr>
          <p:cNvSpPr/>
          <p:nvPr/>
        </p:nvSpPr>
        <p:spPr>
          <a:xfrm>
            <a:off x="4166463" y="2139212"/>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Case Study Scenario and Dataset</a:t>
            </a:r>
          </a:p>
        </p:txBody>
      </p:sp>
      <p:sp>
        <p:nvSpPr>
          <p:cNvPr id="3007" name="Hexagon 8">
            <a:hlinkClick r:id="rId10" action="ppaction://hlinksldjump"/>
          </p:cNvPr>
          <p:cNvSpPr/>
          <p:nvPr/>
        </p:nvSpPr>
        <p:spPr>
          <a:xfrm>
            <a:off x="6150711" y="2139212"/>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Practical Analysis in Excel</a:t>
            </a:r>
          </a:p>
        </p:txBody>
      </p:sp>
      <p:sp>
        <p:nvSpPr>
          <p:cNvPr id="3008" name="Hexagon 9">
            <a:hlinkClick r:id="rId11" action="ppaction://hlinksldjump"/>
          </p:cNvPr>
          <p:cNvSpPr/>
          <p:nvPr/>
        </p:nvSpPr>
        <p:spPr>
          <a:xfrm>
            <a:off x="8134959" y="2139212"/>
            <a:ext cx="1874519" cy="2108571"/>
          </a:xfrm>
          <a:custGeom>
            <a:avLst/>
            <a:gdLst>
              <a:gd name="connsiteX0" fmla="*/ 550420 w 1196090"/>
              <a:gd name="connsiteY0" fmla="*/ 12761 h 1351656"/>
              <a:gd name="connsiteX1" fmla="*/ 645670 w 1196090"/>
              <a:gd name="connsiteY1" fmla="*/ 12761 h 1351656"/>
              <a:gd name="connsiteX2" fmla="*/ 1148466 w 1196090"/>
              <a:gd name="connsiteY2" fmla="*/ 303049 h 1351656"/>
              <a:gd name="connsiteX3" fmla="*/ 1196091 w 1196090"/>
              <a:gd name="connsiteY3" fmla="*/ 385539 h 1351656"/>
              <a:gd name="connsiteX4" fmla="*/ 1196091 w 1196090"/>
              <a:gd name="connsiteY4" fmla="*/ 966111 h 1351656"/>
              <a:gd name="connsiteX5" fmla="*/ 1148466 w 1196090"/>
              <a:gd name="connsiteY5" fmla="*/ 1048607 h 1351656"/>
              <a:gd name="connsiteX6" fmla="*/ 645670 w 1196090"/>
              <a:gd name="connsiteY6" fmla="*/ 1338891 h 1351656"/>
              <a:gd name="connsiteX7" fmla="*/ 550420 w 1196090"/>
              <a:gd name="connsiteY7" fmla="*/ 1338891 h 1351656"/>
              <a:gd name="connsiteX8" fmla="*/ 47625 w 1196090"/>
              <a:gd name="connsiteY8" fmla="*/ 1048607 h 1351656"/>
              <a:gd name="connsiteX9" fmla="*/ 0 w 1196090"/>
              <a:gd name="connsiteY9" fmla="*/ 966111 h 1351656"/>
              <a:gd name="connsiteX10" fmla="*/ 0 w 1196090"/>
              <a:gd name="connsiteY10" fmla="*/ 385539 h 1351656"/>
              <a:gd name="connsiteX11" fmla="*/ 47625 w 1196090"/>
              <a:gd name="connsiteY11" fmla="*/ 303049 h 1351656"/>
              <a:gd name="connsiteX12" fmla="*/ 550420 w 1196090"/>
              <a:gd name="connsiteY12" fmla="*/ 12761 h 135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6090" h="1351656">
                <a:moveTo>
                  <a:pt x="550420" y="12761"/>
                </a:moveTo>
                <a:cubicBezTo>
                  <a:pt x="579890" y="-4254"/>
                  <a:pt x="616199" y="-4254"/>
                  <a:pt x="645670" y="12761"/>
                </a:cubicBezTo>
                <a:lnTo>
                  <a:pt x="1148466" y="303049"/>
                </a:lnTo>
                <a:cubicBezTo>
                  <a:pt x="1177936" y="320065"/>
                  <a:pt x="1196091" y="351509"/>
                  <a:pt x="1196091" y="385539"/>
                </a:cubicBezTo>
                <a:lnTo>
                  <a:pt x="1196091" y="966111"/>
                </a:lnTo>
                <a:cubicBezTo>
                  <a:pt x="1196091" y="1000144"/>
                  <a:pt x="1177936" y="1031586"/>
                  <a:pt x="1148466" y="1048607"/>
                </a:cubicBezTo>
                <a:lnTo>
                  <a:pt x="645670" y="1338891"/>
                </a:lnTo>
                <a:cubicBezTo>
                  <a:pt x="616199" y="1355912"/>
                  <a:pt x="579890" y="1355912"/>
                  <a:pt x="550420" y="1338891"/>
                </a:cubicBezTo>
                <a:lnTo>
                  <a:pt x="47625" y="1048607"/>
                </a:lnTo>
                <a:cubicBezTo>
                  <a:pt x="18155" y="1031586"/>
                  <a:pt x="0" y="1000144"/>
                  <a:pt x="0" y="966111"/>
                </a:cubicBezTo>
                <a:lnTo>
                  <a:pt x="0" y="385539"/>
                </a:lnTo>
                <a:cubicBezTo>
                  <a:pt x="0" y="351509"/>
                  <a:pt x="18155" y="320065"/>
                  <a:pt x="47625" y="303049"/>
                </a:cubicBezTo>
                <a:lnTo>
                  <a:pt x="550420" y="12761"/>
                </a:lnTo>
                <a:close/>
              </a:path>
            </a:pathLst>
          </a:custGeom>
          <a:solidFill>
            <a:srgbClr val="0B0720">
              <a:alpha val="78000"/>
            </a:srgbClr>
          </a:solidFill>
          <a:ln w="12700" cap="flat">
            <a:solidFill>
              <a:srgbClr val="FFFFFF"/>
            </a:solidFill>
            <a:prstDash val="solid"/>
            <a:miter/>
          </a:ln>
          <a:effectLst>
            <a:outerShdw blurRad="127000" sx="102000" sy="102000" algn="ctr" rotWithShape="0">
              <a:schemeClr val="bg1"/>
            </a:outerShdw>
          </a:effectLst>
        </p:spPr>
        <p:txBody>
          <a:bodyPr wrap="square" lIns="201168" tIns="91440" rIns="201168" bIns="457200" rtlCol="0" anchor="b"/>
          <a:lstStyle/>
          <a:p>
            <a:pPr algn="ctr">
              <a:spcAft>
                <a:spcPts val="0"/>
              </a:spcAft>
              <a:buNone/>
            </a:pPr>
            <a:r>
              <a:rPr sz="1300" b="1" i="0">
                <a:solidFill>
                  <a:srgbClr val="FFFFFF"/>
                </a:solidFill>
                <a:latin typeface="Times New Roman"/>
              </a:rPr>
              <a:t>Applications, Limits and Conclusion</a:t>
            </a:r>
          </a:p>
        </p:txBody>
      </p:sp>
      <p:pic>
        <p:nvPicPr>
          <p:cNvPr id="3009" name="Icon 1" descr="intro.png">
            <a:hlinkClick r:id="rId3" action="ppaction://hlinksldjump"/>
          </p:cNvPr>
          <p:cNvPicPr>
            <a:picLocks noChangeAspect="1"/>
          </p:cNvPicPr>
          <p:nvPr/>
        </p:nvPicPr>
        <p:blipFill>
          <a:blip r:embed="rId12"/>
          <a:stretch>
            <a:fillRect/>
          </a:stretch>
        </p:blipFill>
        <p:spPr>
          <a:xfrm>
            <a:off x="1825599" y="960120"/>
            <a:ext cx="603504" cy="603504"/>
          </a:xfrm>
          <a:prstGeom prst="rect">
            <a:avLst/>
          </a:prstGeom>
          <a:noFill/>
        </p:spPr>
      </p:pic>
      <p:pic>
        <p:nvPicPr>
          <p:cNvPr id="3010" name="Icon 2" descr="types.png">
            <a:hlinkClick r:id="rId4" action="ppaction://hlinksldjump"/>
          </p:cNvPr>
          <p:cNvPicPr>
            <a:picLocks noChangeAspect="1"/>
          </p:cNvPicPr>
          <p:nvPr/>
        </p:nvPicPr>
        <p:blipFill>
          <a:blip r:embed="rId13"/>
          <a:stretch>
            <a:fillRect/>
          </a:stretch>
        </p:blipFill>
        <p:spPr>
          <a:xfrm>
            <a:off x="3809847" y="960120"/>
            <a:ext cx="603504" cy="603504"/>
          </a:xfrm>
          <a:prstGeom prst="rect">
            <a:avLst/>
          </a:prstGeom>
          <a:noFill/>
        </p:spPr>
      </p:pic>
      <p:pic>
        <p:nvPicPr>
          <p:cNvPr id="3011" name="Icon 3" descr="quality.png">
            <a:hlinkClick r:id="rId5" action="ppaction://hlinksldjump"/>
          </p:cNvPr>
          <p:cNvPicPr>
            <a:picLocks noChangeAspect="1"/>
          </p:cNvPicPr>
          <p:nvPr/>
        </p:nvPicPr>
        <p:blipFill>
          <a:blip r:embed="rId14"/>
          <a:stretch>
            <a:fillRect/>
          </a:stretch>
        </p:blipFill>
        <p:spPr>
          <a:xfrm>
            <a:off x="5794095" y="960120"/>
            <a:ext cx="603504" cy="603504"/>
          </a:xfrm>
          <a:prstGeom prst="rect">
            <a:avLst/>
          </a:prstGeom>
        </p:spPr>
      </p:pic>
      <p:pic>
        <p:nvPicPr>
          <p:cNvPr id="3012" name="Icon 4" descr="desc.png">
            <a:hlinkClick r:id="rId6" action="ppaction://hlinksldjump"/>
          </p:cNvPr>
          <p:cNvPicPr>
            <a:picLocks noChangeAspect="1"/>
          </p:cNvPicPr>
          <p:nvPr/>
        </p:nvPicPr>
        <p:blipFill>
          <a:blip r:embed="rId15"/>
          <a:stretch>
            <a:fillRect/>
          </a:stretch>
        </p:blipFill>
        <p:spPr>
          <a:xfrm>
            <a:off x="7778343" y="960120"/>
            <a:ext cx="603504" cy="603504"/>
          </a:xfrm>
          <a:prstGeom prst="rect">
            <a:avLst/>
          </a:prstGeom>
        </p:spPr>
      </p:pic>
      <p:pic>
        <p:nvPicPr>
          <p:cNvPr id="3013" name="Icon 5" descr="uni.png">
            <a:hlinkClick r:id="rId7" action="ppaction://hlinksldjump"/>
          </p:cNvPr>
          <p:cNvPicPr>
            <a:picLocks noChangeAspect="1"/>
          </p:cNvPicPr>
          <p:nvPr/>
        </p:nvPicPr>
        <p:blipFill>
          <a:blip r:embed="rId16"/>
          <a:stretch>
            <a:fillRect/>
          </a:stretch>
        </p:blipFill>
        <p:spPr>
          <a:xfrm>
            <a:off x="9762591" y="960120"/>
            <a:ext cx="603504" cy="603504"/>
          </a:xfrm>
          <a:prstGeom prst="rect">
            <a:avLst/>
          </a:prstGeom>
        </p:spPr>
      </p:pic>
      <p:pic>
        <p:nvPicPr>
          <p:cNvPr id="3014" name="Icon 6" descr="bi.png">
            <a:hlinkClick r:id="rId8" action="ppaction://hlinksldjump"/>
          </p:cNvPr>
          <p:cNvPicPr>
            <a:picLocks noChangeAspect="1"/>
          </p:cNvPicPr>
          <p:nvPr/>
        </p:nvPicPr>
        <p:blipFill>
          <a:blip r:embed="rId17"/>
          <a:stretch>
            <a:fillRect/>
          </a:stretch>
        </p:blipFill>
        <p:spPr>
          <a:xfrm>
            <a:off x="2817723" y="2596412"/>
            <a:ext cx="603504" cy="603504"/>
          </a:xfrm>
          <a:prstGeom prst="rect">
            <a:avLst/>
          </a:prstGeom>
        </p:spPr>
      </p:pic>
      <p:pic>
        <p:nvPicPr>
          <p:cNvPr id="3015" name="Icon 7" descr="viz.png">
            <a:hlinkClick r:id="rId9" action="ppaction://hlinksldjump"/>
          </p:cNvPr>
          <p:cNvPicPr>
            <a:picLocks noChangeAspect="1"/>
          </p:cNvPicPr>
          <p:nvPr/>
        </p:nvPicPr>
        <p:blipFill>
          <a:blip r:embed="rId18"/>
          <a:stretch>
            <a:fillRect/>
          </a:stretch>
        </p:blipFill>
        <p:spPr>
          <a:xfrm>
            <a:off x="4801971" y="2596412"/>
            <a:ext cx="603504" cy="603504"/>
          </a:xfrm>
          <a:prstGeom prst="rect">
            <a:avLst/>
          </a:prstGeom>
        </p:spPr>
      </p:pic>
      <p:pic>
        <p:nvPicPr>
          <p:cNvPr id="3016" name="Icon 8" descr="excel.png">
            <a:hlinkClick r:id="rId10" action="ppaction://hlinksldjump"/>
          </p:cNvPr>
          <p:cNvPicPr>
            <a:picLocks noChangeAspect="1"/>
          </p:cNvPicPr>
          <p:nvPr/>
        </p:nvPicPr>
        <p:blipFill>
          <a:blip r:embed="rId19"/>
          <a:stretch>
            <a:fillRect/>
          </a:stretch>
        </p:blipFill>
        <p:spPr>
          <a:xfrm>
            <a:off x="6786219" y="2596412"/>
            <a:ext cx="603504" cy="603504"/>
          </a:xfrm>
          <a:prstGeom prst="rect">
            <a:avLst/>
          </a:prstGeom>
        </p:spPr>
      </p:pic>
      <p:pic>
        <p:nvPicPr>
          <p:cNvPr id="3017" name="Icon 9" descr="concl.png">
            <a:hlinkClick r:id="rId11" action="ppaction://hlinksldjump"/>
          </p:cNvPr>
          <p:cNvPicPr>
            <a:picLocks noChangeAspect="1"/>
          </p:cNvPicPr>
          <p:nvPr/>
        </p:nvPicPr>
        <p:blipFill>
          <a:blip r:embed="rId20"/>
          <a:stretch>
            <a:fillRect/>
          </a:stretch>
        </p:blipFill>
        <p:spPr>
          <a:xfrm>
            <a:off x="8770467" y="2596412"/>
            <a:ext cx="603504" cy="603504"/>
          </a:xfrm>
          <a:prstGeom prst="rect">
            <a:avLst/>
          </a:prstGeom>
          <a:noFill/>
          <a:effectLst>
            <a:glow rad="139700">
              <a:srgbClr val="FFFF00">
                <a:alpha val="40000"/>
              </a:srgbClr>
            </a:glow>
          </a:effectLst>
        </p:spPr>
      </p:pic>
    </p:spTree>
    <p:extLst>
      <p:ext uri="{BB962C8B-B14F-4D97-AF65-F5344CB8AC3E}">
        <p14:creationId xmlns:p14="http://schemas.microsoft.com/office/powerpoint/2010/main" val="1990835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37A82E-35F7-EFA1-336E-FE49B271DA8C}"/>
            </a:ext>
          </a:extLst>
        </p:cNvPr>
        <p:cNvGrpSpPr/>
        <p:nvPr/>
      </p:nvGrpSpPr>
      <p:grpSpPr>
        <a:xfrm>
          <a:off x="0" y="0"/>
          <a:ext cx="0" cy="0"/>
          <a:chOff x="0" y="0"/>
          <a:chExt cx="0" cy="0"/>
        </a:xfrm>
      </p:grpSpPr>
      <p:pic>
        <p:nvPicPr>
          <p:cNvPr id="2" name="!!icon" descr="intro.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Introduction and Objectives of EDA</a:t>
            </a:r>
          </a:p>
        </p:txBody>
      </p:sp>
    </p:spTree>
    <p:extLst>
      <p:ext uri="{BB962C8B-B14F-4D97-AF65-F5344CB8AC3E}">
        <p14:creationId xmlns:p14="http://schemas.microsoft.com/office/powerpoint/2010/main" val="42622967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27000">
              <a:schemeClr val="accent4">
                <a:lumMod val="0"/>
                <a:lumOff val="100000"/>
              </a:schemeClr>
            </a:gs>
            <a:gs pos="50000">
              <a:srgbClr val="002060"/>
            </a:gs>
            <a:gs pos="79000">
              <a:schemeClr val="bg1">
                <a:lumMod val="65000"/>
              </a:schemeClr>
            </a:gs>
          </a:gsLst>
          <a:path path="circle">
            <a:fillToRect l="50000" t="-80000" r="50000" b="180000"/>
          </a:path>
        </a:gradFill>
        <a:effectLst/>
      </p:bgPr>
    </p:bg>
    <p:spTree>
      <p:nvGrpSpPr>
        <p:cNvPr id="1" name="">
          <a:extLst>
            <a:ext uri="{FF2B5EF4-FFF2-40B4-BE49-F238E27FC236}">
              <a16:creationId xmlns:a16="http://schemas.microsoft.com/office/drawing/2014/main" id="{3AF9A78D-18F1-699F-7ED5-57EA44AD49EF}"/>
            </a:ext>
          </a:extLst>
        </p:cNvPr>
        <p:cNvGrpSpPr/>
        <p:nvPr/>
      </p:nvGrpSpPr>
      <p:grpSpPr>
        <a:xfrm>
          <a:off x="0" y="0"/>
          <a:ext cx="0" cy="0"/>
          <a:chOff x="0" y="0"/>
          <a:chExt cx="0" cy="0"/>
        </a:xfrm>
      </p:grpSpPr>
      <p:grpSp>
        <p:nvGrpSpPr>
          <p:cNvPr id="36" name="Graphic 2">
            <a:extLst>
              <a:ext uri="{FF2B5EF4-FFF2-40B4-BE49-F238E27FC236}">
                <a16:creationId xmlns:a16="http://schemas.microsoft.com/office/drawing/2014/main" id="{631578FD-D3BA-C261-6540-4C25476F526C}"/>
              </a:ext>
            </a:extLst>
          </p:cNvPr>
          <p:cNvGrpSpPr/>
          <p:nvPr/>
        </p:nvGrpSpPr>
        <p:grpSpPr>
          <a:xfrm>
            <a:off x="-4826901" y="5651501"/>
            <a:ext cx="22278322" cy="1206501"/>
            <a:chOff x="-1701658" y="3997633"/>
            <a:chExt cx="14003150" cy="3533927"/>
          </a:xfrm>
          <a:noFill/>
          <a:effectLst>
            <a:outerShdw blurRad="635000" algn="ctr" rotWithShape="0">
              <a:schemeClr val="bg1"/>
            </a:outerShdw>
          </a:effectLst>
        </p:grpSpPr>
        <p:grpSp>
          <p:nvGrpSpPr>
            <p:cNvPr id="37" name="Graphic 2">
              <a:extLst>
                <a:ext uri="{FF2B5EF4-FFF2-40B4-BE49-F238E27FC236}">
                  <a16:creationId xmlns:a16="http://schemas.microsoft.com/office/drawing/2014/main" id="{061074CE-3C9F-D820-7BC7-495F3AF49624}"/>
                </a:ext>
              </a:extLst>
            </p:cNvPr>
            <p:cNvGrpSpPr/>
            <p:nvPr/>
          </p:nvGrpSpPr>
          <p:grpSpPr>
            <a:xfrm>
              <a:off x="-1701658" y="3997633"/>
              <a:ext cx="14003150" cy="3531261"/>
              <a:chOff x="-1701658" y="3997633"/>
              <a:chExt cx="14003150" cy="3531261"/>
            </a:xfrm>
            <a:grpFill/>
          </p:grpSpPr>
          <p:sp>
            <p:nvSpPr>
              <p:cNvPr id="951" name="Freeform: Shape 950">
                <a:extLst>
                  <a:ext uri="{FF2B5EF4-FFF2-40B4-BE49-F238E27FC236}">
                    <a16:creationId xmlns:a16="http://schemas.microsoft.com/office/drawing/2014/main" id="{D9304A27-04A6-58EF-787A-0294B0BA3E7B}"/>
                  </a:ext>
                </a:extLst>
              </p:cNvPr>
              <p:cNvSpPr/>
              <p:nvPr/>
            </p:nvSpPr>
            <p:spPr>
              <a:xfrm>
                <a:off x="-1701658" y="3997633"/>
                <a:ext cx="14003150" cy="3531023"/>
              </a:xfrm>
              <a:custGeom>
                <a:avLst/>
                <a:gdLst>
                  <a:gd name="connsiteX0" fmla="*/ 3193359 w 14003150"/>
                  <a:gd name="connsiteY0" fmla="*/ 2446063 h 3531023"/>
                  <a:gd name="connsiteX1" fmla="*/ 4478686 w 14003150"/>
                  <a:gd name="connsiteY1" fmla="*/ 1531051 h 3531023"/>
                  <a:gd name="connsiteX2" fmla="*/ 5573028 w 14003150"/>
                  <a:gd name="connsiteY2" fmla="*/ 2143825 h 3531023"/>
                  <a:gd name="connsiteX3" fmla="*/ 6149489 w 14003150"/>
                  <a:gd name="connsiteY3" fmla="*/ 1904796 h 3531023"/>
                  <a:gd name="connsiteX4" fmla="*/ 6977432 w 14003150"/>
                  <a:gd name="connsiteY4" fmla="*/ 1622675 h 3531023"/>
                  <a:gd name="connsiteX5" fmla="*/ 7657128 w 14003150"/>
                  <a:gd name="connsiteY5" fmla="*/ 1189140 h 3531023"/>
                  <a:gd name="connsiteX6" fmla="*/ 7952554 w 14003150"/>
                  <a:gd name="connsiteY6" fmla="*/ 1130322 h 3531023"/>
                  <a:gd name="connsiteX7" fmla="*/ 8430219 w 14003150"/>
                  <a:gd name="connsiteY7" fmla="*/ 973342 h 3531023"/>
                  <a:gd name="connsiteX8" fmla="*/ 9441008 w 14003150"/>
                  <a:gd name="connsiteY8" fmla="*/ 941967 h 3531023"/>
                  <a:gd name="connsiteX9" fmla="*/ 10915896 w 14003150"/>
                  <a:gd name="connsiteY9" fmla="*/ 153051 h 3531023"/>
                  <a:gd name="connsiteX10" fmla="*/ 11358425 w 14003150"/>
                  <a:gd name="connsiteY10" fmla="*/ 1117314 h 3531023"/>
                  <a:gd name="connsiteX11" fmla="*/ 11682546 w 14003150"/>
                  <a:gd name="connsiteY11" fmla="*/ 1709434 h 3531023"/>
                  <a:gd name="connsiteX12" fmla="*/ 11887229 w 14003150"/>
                  <a:gd name="connsiteY12" fmla="*/ 2213234 h 3531023"/>
                  <a:gd name="connsiteX13" fmla="*/ 12126018 w 14003150"/>
                  <a:gd name="connsiteY13" fmla="*/ 2402606 h 3531023"/>
                  <a:gd name="connsiteX14" fmla="*/ 12594488 w 14003150"/>
                  <a:gd name="connsiteY14" fmla="*/ 2684213 h 3531023"/>
                  <a:gd name="connsiteX15" fmla="*/ 14003150 w 14003150"/>
                  <a:gd name="connsiteY15" fmla="*/ 3531021 h 3531023"/>
                  <a:gd name="connsiteX16" fmla="*/ 0 w 14003150"/>
                  <a:gd name="connsiteY16" fmla="*/ 3531021 h 3531023"/>
                  <a:gd name="connsiteX17" fmla="*/ 861108 w 14003150"/>
                  <a:gd name="connsiteY17" fmla="*/ 3013368 h 3531023"/>
                  <a:gd name="connsiteX18" fmla="*/ 1406193 w 14003150"/>
                  <a:gd name="connsiteY18" fmla="*/ 2728767 h 3531023"/>
                  <a:gd name="connsiteX19" fmla="*/ 2062275 w 14003150"/>
                  <a:gd name="connsiteY19" fmla="*/ 2681321 h 3531023"/>
                  <a:gd name="connsiteX20" fmla="*/ 2467960 w 14003150"/>
                  <a:gd name="connsiteY20" fmla="*/ 2324328 h 3531023"/>
                  <a:gd name="connsiteX21" fmla="*/ 2799921 w 14003150"/>
                  <a:gd name="connsiteY21" fmla="*/ 2175687 h 3531023"/>
                  <a:gd name="connsiteX22" fmla="*/ 3193359 w 14003150"/>
                  <a:gd name="connsiteY22" fmla="*/ 2446063 h 353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003150" h="3531023">
                    <a:moveTo>
                      <a:pt x="3193359" y="2446063"/>
                    </a:moveTo>
                    <a:cubicBezTo>
                      <a:pt x="3742462" y="2372477"/>
                      <a:pt x="4005781" y="1763012"/>
                      <a:pt x="4478686" y="1531051"/>
                    </a:cubicBezTo>
                    <a:cubicBezTo>
                      <a:pt x="4993041" y="1240301"/>
                      <a:pt x="5139391" y="2080606"/>
                      <a:pt x="5573028" y="2143825"/>
                    </a:cubicBezTo>
                    <a:cubicBezTo>
                      <a:pt x="5788124" y="2134499"/>
                      <a:pt x="5947155" y="1957740"/>
                      <a:pt x="6149489" y="1904796"/>
                    </a:cubicBezTo>
                    <a:cubicBezTo>
                      <a:pt x="6456139" y="1906904"/>
                      <a:pt x="6689785" y="1689620"/>
                      <a:pt x="6977432" y="1622675"/>
                    </a:cubicBezTo>
                    <a:cubicBezTo>
                      <a:pt x="7278418" y="1633447"/>
                      <a:pt x="7416333" y="1313230"/>
                      <a:pt x="7657128" y="1189140"/>
                    </a:cubicBezTo>
                    <a:cubicBezTo>
                      <a:pt x="7748917" y="1142575"/>
                      <a:pt x="7857085" y="1168978"/>
                      <a:pt x="7952554" y="1130322"/>
                    </a:cubicBezTo>
                    <a:cubicBezTo>
                      <a:pt x="8113271" y="1083053"/>
                      <a:pt x="8262976" y="997511"/>
                      <a:pt x="8430219" y="973342"/>
                    </a:cubicBezTo>
                    <a:cubicBezTo>
                      <a:pt x="8764821" y="941772"/>
                      <a:pt x="9111750" y="1011009"/>
                      <a:pt x="9441008" y="941967"/>
                    </a:cubicBezTo>
                    <a:cubicBezTo>
                      <a:pt x="9800785" y="898281"/>
                      <a:pt x="10711419" y="-444698"/>
                      <a:pt x="10915896" y="153051"/>
                    </a:cubicBezTo>
                    <a:cubicBezTo>
                      <a:pt x="11060833" y="474011"/>
                      <a:pt x="11090906" y="870055"/>
                      <a:pt x="11358425" y="1117314"/>
                    </a:cubicBezTo>
                    <a:cubicBezTo>
                      <a:pt x="11482824" y="1303406"/>
                      <a:pt x="11517920" y="1552071"/>
                      <a:pt x="11682546" y="1709434"/>
                    </a:cubicBezTo>
                    <a:cubicBezTo>
                      <a:pt x="11800383" y="1844622"/>
                      <a:pt x="11805841" y="2054682"/>
                      <a:pt x="11887229" y="2213234"/>
                    </a:cubicBezTo>
                    <a:cubicBezTo>
                      <a:pt x="11926256" y="2316264"/>
                      <a:pt x="12043779" y="2342393"/>
                      <a:pt x="12126018" y="2402606"/>
                    </a:cubicBezTo>
                    <a:cubicBezTo>
                      <a:pt x="12282158" y="2496458"/>
                      <a:pt x="12438291" y="2590321"/>
                      <a:pt x="12594488" y="2684213"/>
                    </a:cubicBezTo>
                    <a:cubicBezTo>
                      <a:pt x="13064033" y="2966482"/>
                      <a:pt x="13533457" y="3248672"/>
                      <a:pt x="14003150" y="3531021"/>
                    </a:cubicBezTo>
                    <a:cubicBezTo>
                      <a:pt x="9335412" y="3530987"/>
                      <a:pt x="4667738" y="3531033"/>
                      <a:pt x="0" y="3531021"/>
                    </a:cubicBezTo>
                    <a:cubicBezTo>
                      <a:pt x="287293" y="3358320"/>
                      <a:pt x="574163" y="3185864"/>
                      <a:pt x="861108" y="3013368"/>
                    </a:cubicBezTo>
                    <a:cubicBezTo>
                      <a:pt x="1041227" y="2917322"/>
                      <a:pt x="1203533" y="2772532"/>
                      <a:pt x="1406193" y="2728767"/>
                    </a:cubicBezTo>
                    <a:cubicBezTo>
                      <a:pt x="1622220" y="2679223"/>
                      <a:pt x="1860884" y="2798896"/>
                      <a:pt x="2062275" y="2681321"/>
                    </a:cubicBezTo>
                    <a:cubicBezTo>
                      <a:pt x="2200006" y="2561901"/>
                      <a:pt x="2289303" y="2395725"/>
                      <a:pt x="2467960" y="2324328"/>
                    </a:cubicBezTo>
                    <a:cubicBezTo>
                      <a:pt x="2576196" y="2278899"/>
                      <a:pt x="2676215" y="2148598"/>
                      <a:pt x="2799921" y="2175687"/>
                    </a:cubicBezTo>
                    <a:cubicBezTo>
                      <a:pt x="2953615" y="2219984"/>
                      <a:pt x="3021046" y="2480570"/>
                      <a:pt x="3193359" y="2446063"/>
                    </a:cubicBezTo>
                    <a:close/>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2" name="Freeform: Shape 951">
                <a:extLst>
                  <a:ext uri="{FF2B5EF4-FFF2-40B4-BE49-F238E27FC236}">
                    <a16:creationId xmlns:a16="http://schemas.microsoft.com/office/drawing/2014/main" id="{75F5CEC1-C69A-577A-EE82-BC552D32D996}"/>
                  </a:ext>
                </a:extLst>
              </p:cNvPr>
              <p:cNvSpPr/>
              <p:nvPr/>
            </p:nvSpPr>
            <p:spPr>
              <a:xfrm>
                <a:off x="-1456153" y="7373943"/>
                <a:ext cx="13512163" cy="8218"/>
              </a:xfrm>
              <a:custGeom>
                <a:avLst/>
                <a:gdLst>
                  <a:gd name="connsiteX0" fmla="*/ 0 w 13512163"/>
                  <a:gd name="connsiteY0" fmla="*/ 7151 h 8218"/>
                  <a:gd name="connsiteX1" fmla="*/ 13512163 w 13512163"/>
                  <a:gd name="connsiteY1" fmla="*/ 7151 h 8218"/>
                </a:gdLst>
                <a:ahLst/>
                <a:cxnLst>
                  <a:cxn ang="0">
                    <a:pos x="connsiteX0" y="connsiteY0"/>
                  </a:cxn>
                  <a:cxn ang="0">
                    <a:pos x="connsiteX1" y="connsiteY1"/>
                  </a:cxn>
                </a:cxnLst>
                <a:rect l="l" t="t" r="r" b="b"/>
                <a:pathLst>
                  <a:path w="13512163" h="8218">
                    <a:moveTo>
                      <a:pt x="0" y="7151"/>
                    </a:moveTo>
                    <a:cubicBezTo>
                      <a:pt x="4505192" y="13557"/>
                      <a:pt x="9008069" y="-11761"/>
                      <a:pt x="13512163" y="715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3" name="Freeform: Shape 952">
                <a:extLst>
                  <a:ext uri="{FF2B5EF4-FFF2-40B4-BE49-F238E27FC236}">
                    <a16:creationId xmlns:a16="http://schemas.microsoft.com/office/drawing/2014/main" id="{FFE7E37E-6D55-9B54-54EC-D419DB2B38F6}"/>
                  </a:ext>
                </a:extLst>
              </p:cNvPr>
              <p:cNvSpPr/>
              <p:nvPr/>
            </p:nvSpPr>
            <p:spPr>
              <a:xfrm>
                <a:off x="-1227210" y="7138675"/>
                <a:ext cx="13054271" cy="106150"/>
              </a:xfrm>
              <a:custGeom>
                <a:avLst/>
                <a:gdLst>
                  <a:gd name="connsiteX0" fmla="*/ 0 w 13054271"/>
                  <a:gd name="connsiteY0" fmla="*/ 104790 h 106150"/>
                  <a:gd name="connsiteX1" fmla="*/ 5430176 w 13054271"/>
                  <a:gd name="connsiteY1" fmla="*/ 104790 h 106150"/>
                  <a:gd name="connsiteX2" fmla="*/ 8016288 w 13054271"/>
                  <a:gd name="connsiteY2" fmla="*/ 101075 h 106150"/>
                  <a:gd name="connsiteX3" fmla="*/ 9015504 w 13054271"/>
                  <a:gd name="connsiteY3" fmla="*/ 2045 h 106150"/>
                  <a:gd name="connsiteX4" fmla="*/ 10233753 w 13054271"/>
                  <a:gd name="connsiteY4" fmla="*/ 100154 h 106150"/>
                  <a:gd name="connsiteX5" fmla="*/ 13054271 w 13054271"/>
                  <a:gd name="connsiteY5" fmla="*/ 104790 h 10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4271" h="106150">
                    <a:moveTo>
                      <a:pt x="0" y="104790"/>
                    </a:moveTo>
                    <a:cubicBezTo>
                      <a:pt x="1810078" y="104790"/>
                      <a:pt x="3620115" y="104790"/>
                      <a:pt x="5430176" y="104790"/>
                    </a:cubicBezTo>
                    <a:cubicBezTo>
                      <a:pt x="6292164" y="101446"/>
                      <a:pt x="7154460" y="111391"/>
                      <a:pt x="8016288" y="101075"/>
                    </a:cubicBezTo>
                    <a:cubicBezTo>
                      <a:pt x="8350707" y="82576"/>
                      <a:pt x="8680302" y="10235"/>
                      <a:pt x="9015504" y="2045"/>
                    </a:cubicBezTo>
                    <a:cubicBezTo>
                      <a:pt x="9424692" y="-14511"/>
                      <a:pt x="9827017" y="74117"/>
                      <a:pt x="10233753" y="100154"/>
                    </a:cubicBezTo>
                    <a:cubicBezTo>
                      <a:pt x="11173648" y="112916"/>
                      <a:pt x="12114160" y="100692"/>
                      <a:pt x="13054271" y="10479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4" name="Freeform: Shape 953">
                <a:extLst>
                  <a:ext uri="{FF2B5EF4-FFF2-40B4-BE49-F238E27FC236}">
                    <a16:creationId xmlns:a16="http://schemas.microsoft.com/office/drawing/2014/main" id="{0F8FA4DA-C70A-1D70-7BC3-A018005D6111}"/>
                  </a:ext>
                </a:extLst>
              </p:cNvPr>
              <p:cNvSpPr/>
              <p:nvPr/>
            </p:nvSpPr>
            <p:spPr>
              <a:xfrm>
                <a:off x="-1013423" y="6921259"/>
                <a:ext cx="12626715" cy="196415"/>
              </a:xfrm>
              <a:custGeom>
                <a:avLst/>
                <a:gdLst>
                  <a:gd name="connsiteX0" fmla="*/ 0 w 12626715"/>
                  <a:gd name="connsiteY0" fmla="*/ 193687 h 196415"/>
                  <a:gd name="connsiteX1" fmla="*/ 5255149 w 12626715"/>
                  <a:gd name="connsiteY1" fmla="*/ 193687 h 196415"/>
                  <a:gd name="connsiteX2" fmla="*/ 7738333 w 12626715"/>
                  <a:gd name="connsiteY2" fmla="*/ 184131 h 196415"/>
                  <a:gd name="connsiteX3" fmla="*/ 8720027 w 12626715"/>
                  <a:gd name="connsiteY3" fmla="*/ 3938 h 196415"/>
                  <a:gd name="connsiteX4" fmla="*/ 9929389 w 12626715"/>
                  <a:gd name="connsiteY4" fmla="*/ 183794 h 196415"/>
                  <a:gd name="connsiteX5" fmla="*/ 12626715 w 12626715"/>
                  <a:gd name="connsiteY5" fmla="*/ 193687 h 19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6715" h="196415">
                    <a:moveTo>
                      <a:pt x="0" y="193687"/>
                    </a:moveTo>
                    <a:cubicBezTo>
                      <a:pt x="1751733" y="193687"/>
                      <a:pt x="3503432" y="193687"/>
                      <a:pt x="5255149" y="193687"/>
                    </a:cubicBezTo>
                    <a:cubicBezTo>
                      <a:pt x="6082618" y="185714"/>
                      <a:pt x="6911561" y="209763"/>
                      <a:pt x="7738333" y="184131"/>
                    </a:cubicBezTo>
                    <a:cubicBezTo>
                      <a:pt x="8069666" y="147847"/>
                      <a:pt x="8387191" y="30004"/>
                      <a:pt x="8720027" y="3938"/>
                    </a:cubicBezTo>
                    <a:cubicBezTo>
                      <a:pt x="9132415" y="-27775"/>
                      <a:pt x="9523991" y="141189"/>
                      <a:pt x="9929389" y="183794"/>
                    </a:cubicBezTo>
                    <a:cubicBezTo>
                      <a:pt x="10827514" y="210357"/>
                      <a:pt x="11727861" y="185406"/>
                      <a:pt x="12626715" y="193687"/>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5" name="Freeform: Shape 954">
                <a:extLst>
                  <a:ext uri="{FF2B5EF4-FFF2-40B4-BE49-F238E27FC236}">
                    <a16:creationId xmlns:a16="http://schemas.microsoft.com/office/drawing/2014/main" id="{93FB09CE-DB1E-0A21-12D7-6AB81FBFB243}"/>
                  </a:ext>
                </a:extLst>
              </p:cNvPr>
              <p:cNvSpPr/>
              <p:nvPr/>
            </p:nvSpPr>
            <p:spPr>
              <a:xfrm>
                <a:off x="-813421" y="6715637"/>
                <a:ext cx="12226705" cy="283201"/>
              </a:xfrm>
              <a:custGeom>
                <a:avLst/>
                <a:gdLst>
                  <a:gd name="connsiteX0" fmla="*/ 0 w 12226705"/>
                  <a:gd name="connsiteY0" fmla="*/ 279082 h 283201"/>
                  <a:gd name="connsiteX1" fmla="*/ 5081001 w 12226705"/>
                  <a:gd name="connsiteY1" fmla="*/ 279082 h 283201"/>
                  <a:gd name="connsiteX2" fmla="*/ 7487033 w 12226705"/>
                  <a:gd name="connsiteY2" fmla="*/ 264412 h 283201"/>
                  <a:gd name="connsiteX3" fmla="*/ 8451113 w 12226705"/>
                  <a:gd name="connsiteY3" fmla="*/ 5666 h 283201"/>
                  <a:gd name="connsiteX4" fmla="*/ 9623431 w 12226705"/>
                  <a:gd name="connsiteY4" fmla="*/ 264041 h 283201"/>
                  <a:gd name="connsiteX5" fmla="*/ 12226705 w 12226705"/>
                  <a:gd name="connsiteY5" fmla="*/ 279082 h 283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6705" h="283201">
                    <a:moveTo>
                      <a:pt x="0" y="279082"/>
                    </a:moveTo>
                    <a:cubicBezTo>
                      <a:pt x="1693686" y="279082"/>
                      <a:pt x="3387332" y="279082"/>
                      <a:pt x="5081001" y="279082"/>
                    </a:cubicBezTo>
                    <a:cubicBezTo>
                      <a:pt x="5882410" y="266955"/>
                      <a:pt x="6687259" y="303605"/>
                      <a:pt x="7487033" y="264412"/>
                    </a:cubicBezTo>
                    <a:cubicBezTo>
                      <a:pt x="7816417" y="210022"/>
                      <a:pt x="8119392" y="49294"/>
                      <a:pt x="8451113" y="5666"/>
                    </a:cubicBezTo>
                    <a:cubicBezTo>
                      <a:pt x="8860210" y="-40072"/>
                      <a:pt x="9228039" y="204342"/>
                      <a:pt x="9623431" y="264041"/>
                    </a:cubicBezTo>
                    <a:cubicBezTo>
                      <a:pt x="10488923" y="304309"/>
                      <a:pt x="11359545" y="266584"/>
                      <a:pt x="12226705" y="27908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6" name="Freeform: Shape 955">
                <a:extLst>
                  <a:ext uri="{FF2B5EF4-FFF2-40B4-BE49-F238E27FC236}">
                    <a16:creationId xmlns:a16="http://schemas.microsoft.com/office/drawing/2014/main" id="{98112FEB-29FC-BAC8-E06C-87C024161621}"/>
                  </a:ext>
                </a:extLst>
              </p:cNvPr>
              <p:cNvSpPr/>
              <p:nvPr/>
            </p:nvSpPr>
            <p:spPr>
              <a:xfrm>
                <a:off x="-625821" y="6541535"/>
                <a:ext cx="11851503" cy="344635"/>
              </a:xfrm>
              <a:custGeom>
                <a:avLst/>
                <a:gdLst>
                  <a:gd name="connsiteX0" fmla="*/ 0 w 11851503"/>
                  <a:gd name="connsiteY0" fmla="*/ 340405 h 344635"/>
                  <a:gd name="connsiteX1" fmla="*/ 4932520 w 11851503"/>
                  <a:gd name="connsiteY1" fmla="*/ 340405 h 344635"/>
                  <a:gd name="connsiteX2" fmla="*/ 7233767 w 11851503"/>
                  <a:gd name="connsiteY2" fmla="*/ 327609 h 344635"/>
                  <a:gd name="connsiteX3" fmla="*/ 8204757 w 11851503"/>
                  <a:gd name="connsiteY3" fmla="*/ 5975 h 344635"/>
                  <a:gd name="connsiteX4" fmla="*/ 9342030 w 11851503"/>
                  <a:gd name="connsiteY4" fmla="*/ 325283 h 344635"/>
                  <a:gd name="connsiteX5" fmla="*/ 11851504 w 11851503"/>
                  <a:gd name="connsiteY5" fmla="*/ 340405 h 344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51503" h="344635">
                    <a:moveTo>
                      <a:pt x="0" y="340405"/>
                    </a:moveTo>
                    <a:cubicBezTo>
                      <a:pt x="1644188" y="340405"/>
                      <a:pt x="3288343" y="340405"/>
                      <a:pt x="4932520" y="340405"/>
                    </a:cubicBezTo>
                    <a:cubicBezTo>
                      <a:pt x="5699033" y="329478"/>
                      <a:pt x="6468791" y="362299"/>
                      <a:pt x="7233767" y="327609"/>
                    </a:cubicBezTo>
                    <a:cubicBezTo>
                      <a:pt x="7571221" y="265549"/>
                      <a:pt x="7865252" y="60164"/>
                      <a:pt x="8204757" y="5975"/>
                    </a:cubicBezTo>
                    <a:cubicBezTo>
                      <a:pt x="8612493" y="-46026"/>
                      <a:pt x="8954108" y="256623"/>
                      <a:pt x="9342030" y="325283"/>
                    </a:cubicBezTo>
                    <a:cubicBezTo>
                      <a:pt x="10175883" y="366117"/>
                      <a:pt x="11015719" y="327592"/>
                      <a:pt x="11851504" y="34040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7" name="Freeform: Shape 956">
                <a:extLst>
                  <a:ext uri="{FF2B5EF4-FFF2-40B4-BE49-F238E27FC236}">
                    <a16:creationId xmlns:a16="http://schemas.microsoft.com/office/drawing/2014/main" id="{EA207903-EF17-C46E-DE39-4C399BB006AC}"/>
                  </a:ext>
                </a:extLst>
              </p:cNvPr>
              <p:cNvSpPr/>
              <p:nvPr/>
            </p:nvSpPr>
            <p:spPr>
              <a:xfrm>
                <a:off x="-449244" y="6420935"/>
                <a:ext cx="11498345" cy="361740"/>
              </a:xfrm>
              <a:custGeom>
                <a:avLst/>
                <a:gdLst>
                  <a:gd name="connsiteX0" fmla="*/ 0 w 11498345"/>
                  <a:gd name="connsiteY0" fmla="*/ 357362 h 361740"/>
                  <a:gd name="connsiteX1" fmla="*/ 4756498 w 11498345"/>
                  <a:gd name="connsiteY1" fmla="*/ 356334 h 361740"/>
                  <a:gd name="connsiteX2" fmla="*/ 7057442 w 11498345"/>
                  <a:gd name="connsiteY2" fmla="*/ 334720 h 361740"/>
                  <a:gd name="connsiteX3" fmla="*/ 7976523 w 11498345"/>
                  <a:gd name="connsiteY3" fmla="*/ 4450 h 361740"/>
                  <a:gd name="connsiteX4" fmla="*/ 9054823 w 11498345"/>
                  <a:gd name="connsiteY4" fmla="*/ 338657 h 361740"/>
                  <a:gd name="connsiteX5" fmla="*/ 11498346 w 11498345"/>
                  <a:gd name="connsiteY5" fmla="*/ 354854 h 36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8345" h="361740">
                    <a:moveTo>
                      <a:pt x="0" y="357362"/>
                    </a:moveTo>
                    <a:cubicBezTo>
                      <a:pt x="1585547" y="358906"/>
                      <a:pt x="3171014" y="353448"/>
                      <a:pt x="4756498" y="356334"/>
                    </a:cubicBezTo>
                    <a:cubicBezTo>
                      <a:pt x="5522365" y="343350"/>
                      <a:pt x="6294673" y="388309"/>
                      <a:pt x="7057442" y="334720"/>
                    </a:cubicBezTo>
                    <a:cubicBezTo>
                      <a:pt x="7375968" y="260710"/>
                      <a:pt x="7650962" y="53627"/>
                      <a:pt x="7976523" y="4450"/>
                    </a:cubicBezTo>
                    <a:cubicBezTo>
                      <a:pt x="8368698" y="-40258"/>
                      <a:pt x="8685302" y="264905"/>
                      <a:pt x="9054823" y="338657"/>
                    </a:cubicBezTo>
                    <a:cubicBezTo>
                      <a:pt x="9866256" y="382372"/>
                      <a:pt x="10684667" y="341149"/>
                      <a:pt x="11498346" y="35485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8" name="Freeform: Shape 957">
                <a:extLst>
                  <a:ext uri="{FF2B5EF4-FFF2-40B4-BE49-F238E27FC236}">
                    <a16:creationId xmlns:a16="http://schemas.microsoft.com/office/drawing/2014/main" id="{CE13996E-46DE-39FF-C8A6-598E96C02E5B}"/>
                  </a:ext>
                </a:extLst>
              </p:cNvPr>
              <p:cNvSpPr/>
              <p:nvPr/>
            </p:nvSpPr>
            <p:spPr>
              <a:xfrm>
                <a:off x="-282709" y="6364112"/>
                <a:ext cx="11165275" cy="360557"/>
              </a:xfrm>
              <a:custGeom>
                <a:avLst/>
                <a:gdLst>
                  <a:gd name="connsiteX0" fmla="*/ 0 w 11165275"/>
                  <a:gd name="connsiteY0" fmla="*/ 360003 h 360557"/>
                  <a:gd name="connsiteX1" fmla="*/ 2441448 w 11165275"/>
                  <a:gd name="connsiteY1" fmla="*/ 355516 h 360557"/>
                  <a:gd name="connsiteX2" fmla="*/ 3877485 w 11165275"/>
                  <a:gd name="connsiteY2" fmla="*/ 319414 h 360557"/>
                  <a:gd name="connsiteX3" fmla="*/ 6342450 w 11165275"/>
                  <a:gd name="connsiteY3" fmla="*/ 321786 h 360557"/>
                  <a:gd name="connsiteX4" fmla="*/ 7644264 w 11165275"/>
                  <a:gd name="connsiteY4" fmla="*/ 21994 h 360557"/>
                  <a:gd name="connsiteX5" fmla="*/ 8811770 w 11165275"/>
                  <a:gd name="connsiteY5" fmla="*/ 299030 h 360557"/>
                  <a:gd name="connsiteX6" fmla="*/ 11165276 w 11165275"/>
                  <a:gd name="connsiteY6" fmla="*/ 311574 h 36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65275" h="360557">
                    <a:moveTo>
                      <a:pt x="0" y="360003"/>
                    </a:moveTo>
                    <a:cubicBezTo>
                      <a:pt x="813828" y="360162"/>
                      <a:pt x="1627695" y="355031"/>
                      <a:pt x="2441448" y="355516"/>
                    </a:cubicBezTo>
                    <a:cubicBezTo>
                      <a:pt x="2919885" y="334559"/>
                      <a:pt x="3398373" y="278581"/>
                      <a:pt x="3877485" y="319414"/>
                    </a:cubicBezTo>
                    <a:cubicBezTo>
                      <a:pt x="4696936" y="357728"/>
                      <a:pt x="5523845" y="387623"/>
                      <a:pt x="6342450" y="321786"/>
                    </a:cubicBezTo>
                    <a:cubicBezTo>
                      <a:pt x="6945525" y="340629"/>
                      <a:pt x="7109335" y="186266"/>
                      <a:pt x="7644264" y="21994"/>
                    </a:cubicBezTo>
                    <a:cubicBezTo>
                      <a:pt x="8058276" y="-85859"/>
                      <a:pt x="8417532" y="234621"/>
                      <a:pt x="8811770" y="299030"/>
                    </a:cubicBezTo>
                    <a:cubicBezTo>
                      <a:pt x="9594222" y="333051"/>
                      <a:pt x="10381315" y="300841"/>
                      <a:pt x="11165276" y="31157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9" name="Freeform: Shape 958">
                <a:extLst>
                  <a:ext uri="{FF2B5EF4-FFF2-40B4-BE49-F238E27FC236}">
                    <a16:creationId xmlns:a16="http://schemas.microsoft.com/office/drawing/2014/main" id="{53CE402F-1697-5098-EF03-AD432B2895D7}"/>
                  </a:ext>
                </a:extLst>
              </p:cNvPr>
              <p:cNvSpPr/>
              <p:nvPr/>
            </p:nvSpPr>
            <p:spPr>
              <a:xfrm>
                <a:off x="-125547" y="6351626"/>
                <a:ext cx="10850961" cy="363246"/>
              </a:xfrm>
              <a:custGeom>
                <a:avLst/>
                <a:gdLst>
                  <a:gd name="connsiteX0" fmla="*/ 0 w 10850961"/>
                  <a:gd name="connsiteY0" fmla="*/ 363247 h 363246"/>
                  <a:gd name="connsiteX1" fmla="*/ 2378366 w 10850961"/>
                  <a:gd name="connsiteY1" fmla="*/ 342672 h 363246"/>
                  <a:gd name="connsiteX2" fmla="*/ 3382423 w 10850961"/>
                  <a:gd name="connsiteY2" fmla="*/ 217983 h 363246"/>
                  <a:gd name="connsiteX3" fmla="*/ 4156708 w 10850961"/>
                  <a:gd name="connsiteY3" fmla="*/ 315595 h 363246"/>
                  <a:gd name="connsiteX4" fmla="*/ 5502042 w 10850961"/>
                  <a:gd name="connsiteY4" fmla="*/ 358086 h 363246"/>
                  <a:gd name="connsiteX5" fmla="*/ 6250324 w 10850961"/>
                  <a:gd name="connsiteY5" fmla="*/ 249078 h 363246"/>
                  <a:gd name="connsiteX6" fmla="*/ 6777653 w 10850961"/>
                  <a:gd name="connsiteY6" fmla="*/ 191260 h 363246"/>
                  <a:gd name="connsiteX7" fmla="*/ 8560167 w 10850961"/>
                  <a:gd name="connsiteY7" fmla="*/ 220378 h 363246"/>
                  <a:gd name="connsiteX8" fmla="*/ 10850962 w 10850961"/>
                  <a:gd name="connsiteY8" fmla="*/ 229579 h 36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0961" h="363246">
                    <a:moveTo>
                      <a:pt x="0" y="363247"/>
                    </a:moveTo>
                    <a:cubicBezTo>
                      <a:pt x="792631" y="356474"/>
                      <a:pt x="1586273" y="362915"/>
                      <a:pt x="2378366" y="342672"/>
                    </a:cubicBezTo>
                    <a:cubicBezTo>
                      <a:pt x="2714357" y="312389"/>
                      <a:pt x="3043398" y="214686"/>
                      <a:pt x="3382423" y="217983"/>
                    </a:cubicBezTo>
                    <a:cubicBezTo>
                      <a:pt x="3644181" y="213085"/>
                      <a:pt x="3897945" y="288609"/>
                      <a:pt x="4156708" y="315595"/>
                    </a:cubicBezTo>
                    <a:cubicBezTo>
                      <a:pt x="4604839" y="329174"/>
                      <a:pt x="5053518" y="351051"/>
                      <a:pt x="5502042" y="358086"/>
                    </a:cubicBezTo>
                    <a:cubicBezTo>
                      <a:pt x="5755868" y="362286"/>
                      <a:pt x="6001162" y="286020"/>
                      <a:pt x="6250324" y="249078"/>
                    </a:cubicBezTo>
                    <a:cubicBezTo>
                      <a:pt x="6425472" y="219635"/>
                      <a:pt x="6605443" y="241557"/>
                      <a:pt x="6777653" y="191260"/>
                    </a:cubicBezTo>
                    <a:cubicBezTo>
                      <a:pt x="7743722" y="-129129"/>
                      <a:pt x="7641544" y="3739"/>
                      <a:pt x="8560167" y="220378"/>
                    </a:cubicBezTo>
                    <a:cubicBezTo>
                      <a:pt x="9322611" y="245432"/>
                      <a:pt x="10087667" y="221658"/>
                      <a:pt x="10850962" y="22957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0" name="Freeform: Shape 959">
                <a:extLst>
                  <a:ext uri="{FF2B5EF4-FFF2-40B4-BE49-F238E27FC236}">
                    <a16:creationId xmlns:a16="http://schemas.microsoft.com/office/drawing/2014/main" id="{A30514A8-4218-6284-6E4B-97A99AE9B5DC}"/>
                  </a:ext>
                </a:extLst>
              </p:cNvPr>
              <p:cNvSpPr/>
              <p:nvPr/>
            </p:nvSpPr>
            <p:spPr>
              <a:xfrm>
                <a:off x="22928" y="6347997"/>
                <a:ext cx="10553993" cy="377814"/>
              </a:xfrm>
              <a:custGeom>
                <a:avLst/>
                <a:gdLst>
                  <a:gd name="connsiteX0" fmla="*/ 0 w 10553993"/>
                  <a:gd name="connsiteY0" fmla="*/ 377815 h 377814"/>
                  <a:gd name="connsiteX1" fmla="*/ 2255813 w 10553993"/>
                  <a:gd name="connsiteY1" fmla="*/ 346028 h 377814"/>
                  <a:gd name="connsiteX2" fmla="*/ 3234982 w 10553993"/>
                  <a:gd name="connsiteY2" fmla="*/ 126372 h 377814"/>
                  <a:gd name="connsiteX3" fmla="*/ 4035522 w 10553993"/>
                  <a:gd name="connsiteY3" fmla="*/ 289369 h 377814"/>
                  <a:gd name="connsiteX4" fmla="*/ 5225619 w 10553993"/>
                  <a:gd name="connsiteY4" fmla="*/ 366499 h 377814"/>
                  <a:gd name="connsiteX5" fmla="*/ 6127160 w 10553993"/>
                  <a:gd name="connsiteY5" fmla="*/ 170583 h 377814"/>
                  <a:gd name="connsiteX6" fmla="*/ 6653860 w 10553993"/>
                  <a:gd name="connsiteY6" fmla="*/ 112044 h 377814"/>
                  <a:gd name="connsiteX7" fmla="*/ 7390730 w 10553993"/>
                  <a:gd name="connsiteY7" fmla="*/ 196 h 377814"/>
                  <a:gd name="connsiteX8" fmla="*/ 8270406 w 10553993"/>
                  <a:gd name="connsiteY8" fmla="*/ 135115 h 377814"/>
                  <a:gd name="connsiteX9" fmla="*/ 10553994 w 10553993"/>
                  <a:gd name="connsiteY9" fmla="*/ 143951 h 377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53993" h="377814">
                    <a:moveTo>
                      <a:pt x="0" y="377815"/>
                    </a:moveTo>
                    <a:cubicBezTo>
                      <a:pt x="751665" y="368350"/>
                      <a:pt x="1505062" y="372374"/>
                      <a:pt x="2255813" y="346028"/>
                    </a:cubicBezTo>
                    <a:cubicBezTo>
                      <a:pt x="2588438" y="302314"/>
                      <a:pt x="2898928" y="150255"/>
                      <a:pt x="3234982" y="126372"/>
                    </a:cubicBezTo>
                    <a:cubicBezTo>
                      <a:pt x="3512176" y="106798"/>
                      <a:pt x="3768454" y="238426"/>
                      <a:pt x="4035522" y="289369"/>
                    </a:cubicBezTo>
                    <a:cubicBezTo>
                      <a:pt x="4430245" y="327094"/>
                      <a:pt x="4829289" y="338324"/>
                      <a:pt x="5225619" y="366499"/>
                    </a:cubicBezTo>
                    <a:cubicBezTo>
                      <a:pt x="5541801" y="398600"/>
                      <a:pt x="5827877" y="242443"/>
                      <a:pt x="6127160" y="170583"/>
                    </a:cubicBezTo>
                    <a:cubicBezTo>
                      <a:pt x="6300125" y="129407"/>
                      <a:pt x="6480256" y="152598"/>
                      <a:pt x="6653860" y="112044"/>
                    </a:cubicBezTo>
                    <a:cubicBezTo>
                      <a:pt x="6898251" y="68473"/>
                      <a:pt x="7140430" y="-4267"/>
                      <a:pt x="7390730" y="196"/>
                    </a:cubicBezTo>
                    <a:cubicBezTo>
                      <a:pt x="7689441" y="882"/>
                      <a:pt x="7975180" y="103769"/>
                      <a:pt x="8270406" y="135115"/>
                    </a:cubicBezTo>
                    <a:cubicBezTo>
                      <a:pt x="9030712" y="158747"/>
                      <a:pt x="9793024" y="136619"/>
                      <a:pt x="10553994" y="14395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1" name="Freeform: Shape 960">
                <a:extLst>
                  <a:ext uri="{FF2B5EF4-FFF2-40B4-BE49-F238E27FC236}">
                    <a16:creationId xmlns:a16="http://schemas.microsoft.com/office/drawing/2014/main" id="{C812A510-8176-FC20-DF48-0A1B0BF294DE}"/>
                  </a:ext>
                </a:extLst>
              </p:cNvPr>
              <p:cNvSpPr/>
              <p:nvPr/>
            </p:nvSpPr>
            <p:spPr>
              <a:xfrm>
                <a:off x="163408" y="6348340"/>
                <a:ext cx="10273032" cy="383832"/>
              </a:xfrm>
              <a:custGeom>
                <a:avLst/>
                <a:gdLst>
                  <a:gd name="connsiteX0" fmla="*/ 0 w 10273032"/>
                  <a:gd name="connsiteY0" fmla="*/ 383832 h 383832"/>
                  <a:gd name="connsiteX1" fmla="*/ 2107332 w 10273032"/>
                  <a:gd name="connsiteY1" fmla="*/ 351057 h 383832"/>
                  <a:gd name="connsiteX2" fmla="*/ 3037380 w 10273032"/>
                  <a:gd name="connsiteY2" fmla="*/ 54237 h 383832"/>
                  <a:gd name="connsiteX3" fmla="*/ 3894173 w 10273032"/>
                  <a:gd name="connsiteY3" fmla="*/ 249581 h 383832"/>
                  <a:gd name="connsiteX4" fmla="*/ 4699679 w 10273032"/>
                  <a:gd name="connsiteY4" fmla="*/ 334781 h 383832"/>
                  <a:gd name="connsiteX5" fmla="*/ 6566015 w 10273032"/>
                  <a:gd name="connsiteY5" fmla="*/ 39504 h 383832"/>
                  <a:gd name="connsiteX6" fmla="*/ 8078816 w 10273032"/>
                  <a:gd name="connsiteY6" fmla="*/ 59106 h 383832"/>
                  <a:gd name="connsiteX7" fmla="*/ 10273033 w 10273032"/>
                  <a:gd name="connsiteY7" fmla="*/ 59163 h 383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73032" h="383832">
                    <a:moveTo>
                      <a:pt x="0" y="383832"/>
                    </a:moveTo>
                    <a:cubicBezTo>
                      <a:pt x="702488" y="379552"/>
                      <a:pt x="1405073" y="360275"/>
                      <a:pt x="2107332" y="351057"/>
                    </a:cubicBezTo>
                    <a:cubicBezTo>
                      <a:pt x="2435002" y="316092"/>
                      <a:pt x="2718797" y="125028"/>
                      <a:pt x="3037380" y="54237"/>
                    </a:cubicBezTo>
                    <a:cubicBezTo>
                      <a:pt x="3340692" y="-31865"/>
                      <a:pt x="3615046" y="163188"/>
                      <a:pt x="3894173" y="249581"/>
                    </a:cubicBezTo>
                    <a:cubicBezTo>
                      <a:pt x="4155222" y="320201"/>
                      <a:pt x="4433063" y="288626"/>
                      <a:pt x="4699679" y="334781"/>
                    </a:cubicBezTo>
                    <a:cubicBezTo>
                      <a:pt x="5752805" y="496183"/>
                      <a:pt x="5493727" y="31068"/>
                      <a:pt x="6566015" y="39504"/>
                    </a:cubicBezTo>
                    <a:cubicBezTo>
                      <a:pt x="7070158" y="-41118"/>
                      <a:pt x="7574570" y="20404"/>
                      <a:pt x="8078816" y="59106"/>
                    </a:cubicBezTo>
                    <a:cubicBezTo>
                      <a:pt x="8810159" y="59769"/>
                      <a:pt x="9541621" y="58769"/>
                      <a:pt x="10273033" y="5916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2" name="Freeform: Shape 961">
                <a:extLst>
                  <a:ext uri="{FF2B5EF4-FFF2-40B4-BE49-F238E27FC236}">
                    <a16:creationId xmlns:a16="http://schemas.microsoft.com/office/drawing/2014/main" id="{A1A66D7A-60F1-644A-9294-240FD33AD86A}"/>
                  </a:ext>
                </a:extLst>
              </p:cNvPr>
              <p:cNvSpPr/>
              <p:nvPr/>
            </p:nvSpPr>
            <p:spPr>
              <a:xfrm>
                <a:off x="296568" y="6295909"/>
                <a:ext cx="10006713" cy="413283"/>
              </a:xfrm>
              <a:custGeom>
                <a:avLst/>
                <a:gdLst>
                  <a:gd name="connsiteX0" fmla="*/ 0 w 10006713"/>
                  <a:gd name="connsiteY0" fmla="*/ 413284 h 413283"/>
                  <a:gd name="connsiteX1" fmla="*/ 1897209 w 10006713"/>
                  <a:gd name="connsiteY1" fmla="*/ 379130 h 413283"/>
                  <a:gd name="connsiteX2" fmla="*/ 2862535 w 10006713"/>
                  <a:gd name="connsiteY2" fmla="*/ 54535 h 413283"/>
                  <a:gd name="connsiteX3" fmla="*/ 3931966 w 10006713"/>
                  <a:gd name="connsiteY3" fmla="*/ 295675 h 413283"/>
                  <a:gd name="connsiteX4" fmla="*/ 4373478 w 10006713"/>
                  <a:gd name="connsiteY4" fmla="*/ 329501 h 413283"/>
                  <a:gd name="connsiteX5" fmla="*/ 5478794 w 10006713"/>
                  <a:gd name="connsiteY5" fmla="*/ 249886 h 413283"/>
                  <a:gd name="connsiteX6" fmla="*/ 6074628 w 10006713"/>
                  <a:gd name="connsiteY6" fmla="*/ 32778 h 413283"/>
                  <a:gd name="connsiteX7" fmla="*/ 10006713 w 10006713"/>
                  <a:gd name="connsiteY7" fmla="*/ 31539 h 413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6713" h="413283">
                    <a:moveTo>
                      <a:pt x="0" y="413284"/>
                    </a:moveTo>
                    <a:cubicBezTo>
                      <a:pt x="632582" y="412523"/>
                      <a:pt x="1264690" y="382856"/>
                      <a:pt x="1897209" y="379130"/>
                    </a:cubicBezTo>
                    <a:cubicBezTo>
                      <a:pt x="2252842" y="406602"/>
                      <a:pt x="2543809" y="170813"/>
                      <a:pt x="2862535" y="54535"/>
                    </a:cubicBezTo>
                    <a:cubicBezTo>
                      <a:pt x="3249326" y="-133877"/>
                      <a:pt x="3570669" y="220379"/>
                      <a:pt x="3931966" y="295675"/>
                    </a:cubicBezTo>
                    <a:cubicBezTo>
                      <a:pt x="4078784" y="309173"/>
                      <a:pt x="4227134" y="307430"/>
                      <a:pt x="4373478" y="329501"/>
                    </a:cubicBezTo>
                    <a:cubicBezTo>
                      <a:pt x="4744347" y="369078"/>
                      <a:pt x="5149547" y="489258"/>
                      <a:pt x="5478794" y="249886"/>
                    </a:cubicBezTo>
                    <a:cubicBezTo>
                      <a:pt x="5662925" y="146370"/>
                      <a:pt x="5853332" y="12805"/>
                      <a:pt x="6074628" y="32778"/>
                    </a:cubicBezTo>
                    <a:cubicBezTo>
                      <a:pt x="7385180" y="14731"/>
                      <a:pt x="8695870" y="39648"/>
                      <a:pt x="10006713" y="3153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3" name="Freeform: Shape 962">
                <a:extLst>
                  <a:ext uri="{FF2B5EF4-FFF2-40B4-BE49-F238E27FC236}">
                    <a16:creationId xmlns:a16="http://schemas.microsoft.com/office/drawing/2014/main" id="{A09C8D02-E0B4-77FA-1306-EC0C7CB15BA4}"/>
                  </a:ext>
                </a:extLst>
              </p:cNvPr>
              <p:cNvSpPr/>
              <p:nvPr/>
            </p:nvSpPr>
            <p:spPr>
              <a:xfrm>
                <a:off x="423092" y="6108709"/>
                <a:ext cx="9753670" cy="516609"/>
              </a:xfrm>
              <a:custGeom>
                <a:avLst/>
                <a:gdLst>
                  <a:gd name="connsiteX0" fmla="*/ 0 w 9753670"/>
                  <a:gd name="connsiteY0" fmla="*/ 516610 h 516609"/>
                  <a:gd name="connsiteX1" fmla="*/ 2069099 w 9753670"/>
                  <a:gd name="connsiteY1" fmla="*/ 472776 h 516609"/>
                  <a:gd name="connsiteX2" fmla="*/ 2992026 w 9753670"/>
                  <a:gd name="connsiteY2" fmla="*/ 157439 h 516609"/>
                  <a:gd name="connsiteX3" fmla="*/ 3738742 w 9753670"/>
                  <a:gd name="connsiteY3" fmla="*/ 391497 h 516609"/>
                  <a:gd name="connsiteX4" fmla="*/ 4697273 w 9753670"/>
                  <a:gd name="connsiteY4" fmla="*/ 454505 h 516609"/>
                  <a:gd name="connsiteX5" fmla="*/ 5649038 w 9753670"/>
                  <a:gd name="connsiteY5" fmla="*/ 187186 h 516609"/>
                  <a:gd name="connsiteX6" fmla="*/ 6094031 w 9753670"/>
                  <a:gd name="connsiteY6" fmla="*/ 129304 h 516609"/>
                  <a:gd name="connsiteX7" fmla="*/ 6683887 w 9753670"/>
                  <a:gd name="connsiteY7" fmla="*/ 6203 h 516609"/>
                  <a:gd name="connsiteX8" fmla="*/ 7713484 w 9753670"/>
                  <a:gd name="connsiteY8" fmla="*/ 145690 h 516609"/>
                  <a:gd name="connsiteX9" fmla="*/ 9753671 w 9753670"/>
                  <a:gd name="connsiteY9" fmla="*/ 82030 h 51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53670" h="516609">
                    <a:moveTo>
                      <a:pt x="0" y="516610"/>
                    </a:moveTo>
                    <a:cubicBezTo>
                      <a:pt x="689195" y="503905"/>
                      <a:pt x="1381601" y="507078"/>
                      <a:pt x="2069099" y="472776"/>
                    </a:cubicBezTo>
                    <a:cubicBezTo>
                      <a:pt x="2390385" y="410568"/>
                      <a:pt x="2665150" y="198164"/>
                      <a:pt x="2992026" y="157439"/>
                    </a:cubicBezTo>
                    <a:cubicBezTo>
                      <a:pt x="3261534" y="134225"/>
                      <a:pt x="3488390" y="323088"/>
                      <a:pt x="3738742" y="391497"/>
                    </a:cubicBezTo>
                    <a:cubicBezTo>
                      <a:pt x="4052124" y="452814"/>
                      <a:pt x="4379033" y="426976"/>
                      <a:pt x="4697273" y="454505"/>
                    </a:cubicBezTo>
                    <a:cubicBezTo>
                      <a:pt x="5050883" y="524188"/>
                      <a:pt x="5340976" y="322254"/>
                      <a:pt x="5649038" y="187186"/>
                    </a:cubicBezTo>
                    <a:cubicBezTo>
                      <a:pt x="5790764" y="122406"/>
                      <a:pt x="5945886" y="160126"/>
                      <a:pt x="6094031" y="129304"/>
                    </a:cubicBezTo>
                    <a:cubicBezTo>
                      <a:pt x="6291947" y="94843"/>
                      <a:pt x="6482279" y="19205"/>
                      <a:pt x="6683887" y="6203"/>
                    </a:cubicBezTo>
                    <a:cubicBezTo>
                      <a:pt x="7037389" y="-32950"/>
                      <a:pt x="7365921" y="125247"/>
                      <a:pt x="7713484" y="145690"/>
                    </a:cubicBezTo>
                    <a:cubicBezTo>
                      <a:pt x="8394255" y="155473"/>
                      <a:pt x="9072854" y="72400"/>
                      <a:pt x="9753671" y="8203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4" name="Freeform: Shape 963">
                <a:extLst>
                  <a:ext uri="{FF2B5EF4-FFF2-40B4-BE49-F238E27FC236}">
                    <a16:creationId xmlns:a16="http://schemas.microsoft.com/office/drawing/2014/main" id="{D9192E7B-0B6F-AE41-8BA3-A9D6B0F4B542}"/>
                  </a:ext>
                </a:extLst>
              </p:cNvPr>
              <p:cNvSpPr/>
              <p:nvPr/>
            </p:nvSpPr>
            <p:spPr>
              <a:xfrm>
                <a:off x="543439" y="5426933"/>
                <a:ext cx="9512983" cy="1051850"/>
              </a:xfrm>
              <a:custGeom>
                <a:avLst/>
                <a:gdLst>
                  <a:gd name="connsiteX0" fmla="*/ 0 w 9512983"/>
                  <a:gd name="connsiteY0" fmla="*/ 1051756 h 1051850"/>
                  <a:gd name="connsiteX1" fmla="*/ 2926926 w 9512983"/>
                  <a:gd name="connsiteY1" fmla="*/ 965637 h 1051850"/>
                  <a:gd name="connsiteX2" fmla="*/ 3829119 w 9512983"/>
                  <a:gd name="connsiteY2" fmla="*/ 1027947 h 1051850"/>
                  <a:gd name="connsiteX3" fmla="*/ 4680019 w 9512983"/>
                  <a:gd name="connsiteY3" fmla="*/ 841387 h 1051850"/>
                  <a:gd name="connsiteX4" fmla="*/ 5501082 w 9512983"/>
                  <a:gd name="connsiteY4" fmla="*/ 759331 h 1051850"/>
                  <a:gd name="connsiteX5" fmla="*/ 6113124 w 9512983"/>
                  <a:gd name="connsiteY5" fmla="*/ 450635 h 1051850"/>
                  <a:gd name="connsiteX6" fmla="*/ 6690294 w 9512983"/>
                  <a:gd name="connsiteY6" fmla="*/ 65 h 1051850"/>
                  <a:gd name="connsiteX7" fmla="*/ 7395599 w 9512983"/>
                  <a:gd name="connsiteY7" fmla="*/ 648694 h 1051850"/>
                  <a:gd name="connsiteX8" fmla="*/ 9512983 w 9512983"/>
                  <a:gd name="connsiteY8" fmla="*/ 411573 h 1051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12983" h="1051850">
                    <a:moveTo>
                      <a:pt x="0" y="1051756"/>
                    </a:moveTo>
                    <a:cubicBezTo>
                      <a:pt x="977076" y="1049110"/>
                      <a:pt x="1955244" y="1069918"/>
                      <a:pt x="2926926" y="965637"/>
                    </a:cubicBezTo>
                    <a:cubicBezTo>
                      <a:pt x="3229764" y="953287"/>
                      <a:pt x="3526549" y="1041064"/>
                      <a:pt x="3829119" y="1027947"/>
                    </a:cubicBezTo>
                    <a:cubicBezTo>
                      <a:pt x="4121298" y="1011208"/>
                      <a:pt x="4392641" y="885758"/>
                      <a:pt x="4680019" y="841387"/>
                    </a:cubicBezTo>
                    <a:cubicBezTo>
                      <a:pt x="4954985" y="825733"/>
                      <a:pt x="5228059" y="799976"/>
                      <a:pt x="5501082" y="759331"/>
                    </a:cubicBezTo>
                    <a:cubicBezTo>
                      <a:pt x="5784815" y="780414"/>
                      <a:pt x="5939868" y="664468"/>
                      <a:pt x="6113124" y="450635"/>
                    </a:cubicBezTo>
                    <a:cubicBezTo>
                      <a:pt x="6280762" y="288866"/>
                      <a:pt x="6430655" y="-4999"/>
                      <a:pt x="6690294" y="65"/>
                    </a:cubicBezTo>
                    <a:cubicBezTo>
                      <a:pt x="7001201" y="109970"/>
                      <a:pt x="7145448" y="453144"/>
                      <a:pt x="7395599" y="648694"/>
                    </a:cubicBezTo>
                    <a:cubicBezTo>
                      <a:pt x="7736756" y="973014"/>
                      <a:pt x="8969195" y="366059"/>
                      <a:pt x="9512983" y="41157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5" name="Freeform: Shape 964">
                <a:extLst>
                  <a:ext uri="{FF2B5EF4-FFF2-40B4-BE49-F238E27FC236}">
                    <a16:creationId xmlns:a16="http://schemas.microsoft.com/office/drawing/2014/main" id="{2F06B664-6A48-7FA6-F75C-73D295562138}"/>
                  </a:ext>
                </a:extLst>
              </p:cNvPr>
              <p:cNvSpPr/>
              <p:nvPr/>
            </p:nvSpPr>
            <p:spPr>
              <a:xfrm>
                <a:off x="657973" y="5158229"/>
                <a:ext cx="9283903" cy="1233857"/>
              </a:xfrm>
              <a:custGeom>
                <a:avLst/>
                <a:gdLst>
                  <a:gd name="connsiteX0" fmla="*/ 0 w 9283903"/>
                  <a:gd name="connsiteY0" fmla="*/ 1228832 h 1233857"/>
                  <a:gd name="connsiteX1" fmla="*/ 3625173 w 9283903"/>
                  <a:gd name="connsiteY1" fmla="*/ 1227855 h 1233857"/>
                  <a:gd name="connsiteX2" fmla="*/ 4756743 w 9283903"/>
                  <a:gd name="connsiteY2" fmla="*/ 944014 h 1233857"/>
                  <a:gd name="connsiteX3" fmla="*/ 6234677 w 9283903"/>
                  <a:gd name="connsiteY3" fmla="*/ 184301 h 1233857"/>
                  <a:gd name="connsiteX4" fmla="*/ 6858349 w 9283903"/>
                  <a:gd name="connsiteY4" fmla="*/ 303665 h 1233857"/>
                  <a:gd name="connsiteX5" fmla="*/ 7374962 w 9283903"/>
                  <a:gd name="connsiteY5" fmla="*/ 934121 h 1233857"/>
                  <a:gd name="connsiteX6" fmla="*/ 9283903 w 9283903"/>
                  <a:gd name="connsiteY6" fmla="*/ 512022 h 123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83903" h="1233857">
                    <a:moveTo>
                      <a:pt x="0" y="1228832"/>
                    </a:moveTo>
                    <a:cubicBezTo>
                      <a:pt x="1208483" y="1221031"/>
                      <a:pt x="2416919" y="1244240"/>
                      <a:pt x="3625173" y="1227855"/>
                    </a:cubicBezTo>
                    <a:cubicBezTo>
                      <a:pt x="4031384" y="1270729"/>
                      <a:pt x="4354544" y="925074"/>
                      <a:pt x="4756743" y="944014"/>
                    </a:cubicBezTo>
                    <a:cubicBezTo>
                      <a:pt x="5845588" y="957970"/>
                      <a:pt x="5615256" y="1085700"/>
                      <a:pt x="6234677" y="184301"/>
                    </a:cubicBezTo>
                    <a:cubicBezTo>
                      <a:pt x="6461259" y="-155330"/>
                      <a:pt x="6690339" y="28002"/>
                      <a:pt x="6858349" y="303665"/>
                    </a:cubicBezTo>
                    <a:cubicBezTo>
                      <a:pt x="7018820" y="516640"/>
                      <a:pt x="7122125" y="815026"/>
                      <a:pt x="7374962" y="934121"/>
                    </a:cubicBezTo>
                    <a:cubicBezTo>
                      <a:pt x="8038714" y="978978"/>
                      <a:pt x="8621409" y="506662"/>
                      <a:pt x="9283903" y="51202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6" name="Freeform: Shape 965">
                <a:extLst>
                  <a:ext uri="{FF2B5EF4-FFF2-40B4-BE49-F238E27FC236}">
                    <a16:creationId xmlns:a16="http://schemas.microsoft.com/office/drawing/2014/main" id="{91421FFA-1675-4266-7D4A-6CEB3A6DA958}"/>
                  </a:ext>
                </a:extLst>
              </p:cNvPr>
              <p:cNvSpPr/>
              <p:nvPr/>
            </p:nvSpPr>
            <p:spPr>
              <a:xfrm>
                <a:off x="767078" y="4999794"/>
                <a:ext cx="9065692" cy="1389049"/>
              </a:xfrm>
              <a:custGeom>
                <a:avLst/>
                <a:gdLst>
                  <a:gd name="connsiteX0" fmla="*/ 0 w 9065692"/>
                  <a:gd name="connsiteY0" fmla="*/ 1321681 h 1389049"/>
                  <a:gd name="connsiteX1" fmla="*/ 2186868 w 9065692"/>
                  <a:gd name="connsiteY1" fmla="*/ 1341792 h 1389049"/>
                  <a:gd name="connsiteX2" fmla="*/ 3268837 w 9065692"/>
                  <a:gd name="connsiteY2" fmla="*/ 1350564 h 1389049"/>
                  <a:gd name="connsiteX3" fmla="*/ 3818100 w 9065692"/>
                  <a:gd name="connsiteY3" fmla="*/ 1287848 h 1389049"/>
                  <a:gd name="connsiteX4" fmla="*/ 4513593 w 9065692"/>
                  <a:gd name="connsiteY4" fmla="*/ 979444 h 1389049"/>
                  <a:gd name="connsiteX5" fmla="*/ 6066764 w 9065692"/>
                  <a:gd name="connsiteY5" fmla="*/ 252216 h 1389049"/>
                  <a:gd name="connsiteX6" fmla="*/ 6663501 w 9065692"/>
                  <a:gd name="connsiteY6" fmla="*/ 237968 h 1389049"/>
                  <a:gd name="connsiteX7" fmla="*/ 7164827 w 9065692"/>
                  <a:gd name="connsiteY7" fmla="*/ 922368 h 1389049"/>
                  <a:gd name="connsiteX8" fmla="*/ 9065693 w 9065692"/>
                  <a:gd name="connsiteY8" fmla="*/ 481405 h 1389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65692" h="1389049">
                    <a:moveTo>
                      <a:pt x="0" y="1321681"/>
                    </a:moveTo>
                    <a:cubicBezTo>
                      <a:pt x="728560" y="1333860"/>
                      <a:pt x="1459742" y="1294660"/>
                      <a:pt x="2186868" y="1341792"/>
                    </a:cubicBezTo>
                    <a:cubicBezTo>
                      <a:pt x="2546473" y="1385232"/>
                      <a:pt x="2909901" y="1417767"/>
                      <a:pt x="3268837" y="1350564"/>
                    </a:cubicBezTo>
                    <a:cubicBezTo>
                      <a:pt x="3450369" y="1311874"/>
                      <a:pt x="3641232" y="1345501"/>
                      <a:pt x="3818100" y="1287848"/>
                    </a:cubicBezTo>
                    <a:cubicBezTo>
                      <a:pt x="4059045" y="1206787"/>
                      <a:pt x="4261184" y="1028810"/>
                      <a:pt x="4513593" y="979444"/>
                    </a:cubicBezTo>
                    <a:cubicBezTo>
                      <a:pt x="5649032" y="979936"/>
                      <a:pt x="5407105" y="1359405"/>
                      <a:pt x="6066764" y="252216"/>
                    </a:cubicBezTo>
                    <a:cubicBezTo>
                      <a:pt x="6259017" y="-69910"/>
                      <a:pt x="6459613" y="-92953"/>
                      <a:pt x="6663501" y="237968"/>
                    </a:cubicBezTo>
                    <a:cubicBezTo>
                      <a:pt x="6829654" y="463340"/>
                      <a:pt x="6927786" y="759508"/>
                      <a:pt x="7164827" y="922368"/>
                    </a:cubicBezTo>
                    <a:cubicBezTo>
                      <a:pt x="7822681" y="1027598"/>
                      <a:pt x="8405102" y="466368"/>
                      <a:pt x="9065693" y="48140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7" name="Freeform: Shape 966">
                <a:extLst>
                  <a:ext uri="{FF2B5EF4-FFF2-40B4-BE49-F238E27FC236}">
                    <a16:creationId xmlns:a16="http://schemas.microsoft.com/office/drawing/2014/main" id="{8189D607-0712-2909-6D20-3908A332DACC}"/>
                  </a:ext>
                </a:extLst>
              </p:cNvPr>
              <p:cNvSpPr/>
              <p:nvPr/>
            </p:nvSpPr>
            <p:spPr>
              <a:xfrm>
                <a:off x="871131" y="4807203"/>
                <a:ext cx="8857604" cy="1601308"/>
              </a:xfrm>
              <a:custGeom>
                <a:avLst/>
                <a:gdLst>
                  <a:gd name="connsiteX0" fmla="*/ 0 w 8857604"/>
                  <a:gd name="connsiteY0" fmla="*/ 1451715 h 1601308"/>
                  <a:gd name="connsiteX1" fmla="*/ 2123757 w 8857604"/>
                  <a:gd name="connsiteY1" fmla="*/ 1496601 h 1601308"/>
                  <a:gd name="connsiteX2" fmla="*/ 3571447 w 8857604"/>
                  <a:gd name="connsiteY2" fmla="*/ 1450081 h 1601308"/>
                  <a:gd name="connsiteX3" fmla="*/ 4378965 w 8857604"/>
                  <a:gd name="connsiteY3" fmla="*/ 1034772 h 1601308"/>
                  <a:gd name="connsiteX4" fmla="*/ 4932171 w 8857604"/>
                  <a:gd name="connsiteY4" fmla="*/ 1100112 h 1601308"/>
                  <a:gd name="connsiteX5" fmla="*/ 5391909 w 8857604"/>
                  <a:gd name="connsiteY5" fmla="*/ 1147832 h 1601308"/>
                  <a:gd name="connsiteX6" fmla="*/ 5849051 w 8857604"/>
                  <a:gd name="connsiteY6" fmla="*/ 453334 h 1601308"/>
                  <a:gd name="connsiteX7" fmla="*/ 6457053 w 8857604"/>
                  <a:gd name="connsiteY7" fmla="*/ 143763 h 1601308"/>
                  <a:gd name="connsiteX8" fmla="*/ 6965014 w 8857604"/>
                  <a:gd name="connsiteY8" fmla="*/ 906105 h 1601308"/>
                  <a:gd name="connsiteX9" fmla="*/ 8857604 w 8857604"/>
                  <a:gd name="connsiteY9" fmla="*/ 442595 h 1601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57604" h="1601308">
                    <a:moveTo>
                      <a:pt x="0" y="1451715"/>
                    </a:moveTo>
                    <a:cubicBezTo>
                      <a:pt x="706157" y="1477033"/>
                      <a:pt x="1424007" y="1394275"/>
                      <a:pt x="2123757" y="1496601"/>
                    </a:cubicBezTo>
                    <a:cubicBezTo>
                      <a:pt x="2928600" y="1712994"/>
                      <a:pt x="2862861" y="1541350"/>
                      <a:pt x="3571447" y="1450081"/>
                    </a:cubicBezTo>
                    <a:cubicBezTo>
                      <a:pt x="3880216" y="1405973"/>
                      <a:pt x="4089551" y="1130298"/>
                      <a:pt x="4378965" y="1034772"/>
                    </a:cubicBezTo>
                    <a:cubicBezTo>
                      <a:pt x="4562599" y="975222"/>
                      <a:pt x="4754326" y="1052471"/>
                      <a:pt x="4932171" y="1100112"/>
                    </a:cubicBezTo>
                    <a:cubicBezTo>
                      <a:pt x="5077669" y="1130904"/>
                      <a:pt x="5249016" y="1217767"/>
                      <a:pt x="5391909" y="1147832"/>
                    </a:cubicBezTo>
                    <a:cubicBezTo>
                      <a:pt x="5607912" y="970193"/>
                      <a:pt x="5707342" y="688169"/>
                      <a:pt x="5849051" y="453334"/>
                    </a:cubicBezTo>
                    <a:cubicBezTo>
                      <a:pt x="5974987" y="226997"/>
                      <a:pt x="6205770" y="-234164"/>
                      <a:pt x="6457053" y="143763"/>
                    </a:cubicBezTo>
                    <a:cubicBezTo>
                      <a:pt x="6645699" y="383199"/>
                      <a:pt x="6737648" y="697656"/>
                      <a:pt x="6965014" y="906105"/>
                    </a:cubicBezTo>
                    <a:cubicBezTo>
                      <a:pt x="7476049" y="1120148"/>
                      <a:pt x="8272046" y="408151"/>
                      <a:pt x="8857604" y="44259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8" name="Freeform: Shape 967">
                <a:extLst>
                  <a:ext uri="{FF2B5EF4-FFF2-40B4-BE49-F238E27FC236}">
                    <a16:creationId xmlns:a16="http://schemas.microsoft.com/office/drawing/2014/main" id="{99A552E6-3704-4D3D-F5D6-25CD79AE754B}"/>
                  </a:ext>
                </a:extLst>
              </p:cNvPr>
              <p:cNvSpPr/>
              <p:nvPr/>
            </p:nvSpPr>
            <p:spPr>
              <a:xfrm>
                <a:off x="970509" y="4664311"/>
                <a:ext cx="8658836" cy="1735519"/>
              </a:xfrm>
              <a:custGeom>
                <a:avLst/>
                <a:gdLst>
                  <a:gd name="connsiteX0" fmla="*/ 0 w 8658836"/>
                  <a:gd name="connsiteY0" fmla="*/ 1534863 h 1735519"/>
                  <a:gd name="connsiteX1" fmla="*/ 1212952 w 8658836"/>
                  <a:gd name="connsiteY1" fmla="*/ 1534863 h 1735519"/>
                  <a:gd name="connsiteX2" fmla="*/ 2000187 w 8658836"/>
                  <a:gd name="connsiteY2" fmla="*/ 1574966 h 1735519"/>
                  <a:gd name="connsiteX3" fmla="*/ 3189210 w 8658836"/>
                  <a:gd name="connsiteY3" fmla="*/ 1598208 h 1735519"/>
                  <a:gd name="connsiteX4" fmla="*/ 3526464 w 8658836"/>
                  <a:gd name="connsiteY4" fmla="*/ 1527628 h 1735519"/>
                  <a:gd name="connsiteX5" fmla="*/ 4181123 w 8658836"/>
                  <a:gd name="connsiteY5" fmla="*/ 1112113 h 1735519"/>
                  <a:gd name="connsiteX6" fmla="*/ 5032132 w 8658836"/>
                  <a:gd name="connsiteY6" fmla="*/ 1232460 h 1735519"/>
                  <a:gd name="connsiteX7" fmla="*/ 5638099 w 8658836"/>
                  <a:gd name="connsiteY7" fmla="*/ 659737 h 1735519"/>
                  <a:gd name="connsiteX8" fmla="*/ 6286266 w 8658836"/>
                  <a:gd name="connsiteY8" fmla="*/ 95564 h 1735519"/>
                  <a:gd name="connsiteX9" fmla="*/ 6805228 w 8658836"/>
                  <a:gd name="connsiteY9" fmla="*/ 905653 h 1735519"/>
                  <a:gd name="connsiteX10" fmla="*/ 8658836 w 8658836"/>
                  <a:gd name="connsiteY10" fmla="*/ 414843 h 173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58836" h="1735519">
                    <a:moveTo>
                      <a:pt x="0" y="1534863"/>
                    </a:moveTo>
                    <a:cubicBezTo>
                      <a:pt x="404336" y="1534863"/>
                      <a:pt x="808644" y="1534863"/>
                      <a:pt x="1212952" y="1534863"/>
                    </a:cubicBezTo>
                    <a:cubicBezTo>
                      <a:pt x="1475133" y="1543962"/>
                      <a:pt x="1743852" y="1506220"/>
                      <a:pt x="2000187" y="1574966"/>
                    </a:cubicBezTo>
                    <a:cubicBezTo>
                      <a:pt x="2461216" y="1717200"/>
                      <a:pt x="2728107" y="1839953"/>
                      <a:pt x="3189210" y="1598208"/>
                    </a:cubicBezTo>
                    <a:cubicBezTo>
                      <a:pt x="3296612" y="1551528"/>
                      <a:pt x="3411352" y="1537606"/>
                      <a:pt x="3526464" y="1527628"/>
                    </a:cubicBezTo>
                    <a:cubicBezTo>
                      <a:pt x="3781930" y="1460305"/>
                      <a:pt x="3956660" y="1238866"/>
                      <a:pt x="4181123" y="1112113"/>
                    </a:cubicBezTo>
                    <a:cubicBezTo>
                      <a:pt x="4459003" y="921164"/>
                      <a:pt x="4757452" y="1156405"/>
                      <a:pt x="5032132" y="1232460"/>
                    </a:cubicBezTo>
                    <a:cubicBezTo>
                      <a:pt x="5381119" y="1365168"/>
                      <a:pt x="5494201" y="883930"/>
                      <a:pt x="5638099" y="659737"/>
                    </a:cubicBezTo>
                    <a:cubicBezTo>
                      <a:pt x="5770213" y="462741"/>
                      <a:pt x="5984902" y="-256429"/>
                      <a:pt x="6286266" y="95564"/>
                    </a:cubicBezTo>
                    <a:cubicBezTo>
                      <a:pt x="6494120" y="340828"/>
                      <a:pt x="6574016" y="678974"/>
                      <a:pt x="6805228" y="905653"/>
                    </a:cubicBezTo>
                    <a:cubicBezTo>
                      <a:pt x="7296209" y="1138208"/>
                      <a:pt x="8088588" y="378319"/>
                      <a:pt x="8658836" y="41484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9" name="Freeform: Shape 968">
                <a:extLst>
                  <a:ext uri="{FF2B5EF4-FFF2-40B4-BE49-F238E27FC236}">
                    <a16:creationId xmlns:a16="http://schemas.microsoft.com/office/drawing/2014/main" id="{10A7CB7E-DC43-940D-C772-86B1970D5D5E}"/>
                  </a:ext>
                </a:extLst>
              </p:cNvPr>
              <p:cNvSpPr/>
              <p:nvPr/>
            </p:nvSpPr>
            <p:spPr>
              <a:xfrm>
                <a:off x="1065898" y="4632338"/>
                <a:ext cx="8468378" cy="1725281"/>
              </a:xfrm>
              <a:custGeom>
                <a:avLst/>
                <a:gdLst>
                  <a:gd name="connsiteX0" fmla="*/ 0 w 8468378"/>
                  <a:gd name="connsiteY0" fmla="*/ 1533980 h 1725281"/>
                  <a:gd name="connsiteX1" fmla="*/ 1850248 w 8468378"/>
                  <a:gd name="connsiteY1" fmla="*/ 1504554 h 1725281"/>
                  <a:gd name="connsiteX2" fmla="*/ 2806980 w 8468378"/>
                  <a:gd name="connsiteY2" fmla="*/ 1698767 h 1725281"/>
                  <a:gd name="connsiteX3" fmla="*/ 3484550 w 8468378"/>
                  <a:gd name="connsiteY3" fmla="*/ 1492689 h 1725281"/>
                  <a:gd name="connsiteX4" fmla="*/ 3981092 w 8468378"/>
                  <a:gd name="connsiteY4" fmla="*/ 1163700 h 1725281"/>
                  <a:gd name="connsiteX5" fmla="*/ 5087042 w 8468378"/>
                  <a:gd name="connsiteY5" fmla="*/ 1212078 h 1725281"/>
                  <a:gd name="connsiteX6" fmla="*/ 5453293 w 8468378"/>
                  <a:gd name="connsiteY6" fmla="*/ 748431 h 1725281"/>
                  <a:gd name="connsiteX7" fmla="*/ 6132230 w 8468378"/>
                  <a:gd name="connsiteY7" fmla="*/ 80022 h 1725281"/>
                  <a:gd name="connsiteX8" fmla="*/ 6677949 w 8468378"/>
                  <a:gd name="connsiteY8" fmla="*/ 873606 h 1725281"/>
                  <a:gd name="connsiteX9" fmla="*/ 8468378 w 8468378"/>
                  <a:gd name="connsiteY9" fmla="*/ 349061 h 172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68378" h="1725281">
                    <a:moveTo>
                      <a:pt x="0" y="1533980"/>
                    </a:moveTo>
                    <a:cubicBezTo>
                      <a:pt x="616671" y="1566476"/>
                      <a:pt x="1235172" y="1439243"/>
                      <a:pt x="1850248" y="1504554"/>
                    </a:cubicBezTo>
                    <a:cubicBezTo>
                      <a:pt x="2167757" y="1567527"/>
                      <a:pt x="2472812" y="1803706"/>
                      <a:pt x="2806980" y="1698767"/>
                    </a:cubicBezTo>
                    <a:cubicBezTo>
                      <a:pt x="3031013" y="1615139"/>
                      <a:pt x="3242291" y="1507006"/>
                      <a:pt x="3484550" y="1492689"/>
                    </a:cubicBezTo>
                    <a:cubicBezTo>
                      <a:pt x="3674579" y="1426619"/>
                      <a:pt x="3819255" y="1277377"/>
                      <a:pt x="3981092" y="1163700"/>
                    </a:cubicBezTo>
                    <a:cubicBezTo>
                      <a:pt x="4316683" y="841231"/>
                      <a:pt x="4712629" y="1189395"/>
                      <a:pt x="5087042" y="1212078"/>
                    </a:cubicBezTo>
                    <a:cubicBezTo>
                      <a:pt x="5275951" y="1138405"/>
                      <a:pt x="5351989" y="910354"/>
                      <a:pt x="5453293" y="748431"/>
                    </a:cubicBezTo>
                    <a:cubicBezTo>
                      <a:pt x="5586104" y="565562"/>
                      <a:pt x="5845165" y="-256461"/>
                      <a:pt x="6132230" y="80022"/>
                    </a:cubicBezTo>
                    <a:cubicBezTo>
                      <a:pt x="6351320" y="316154"/>
                      <a:pt x="6431804" y="661089"/>
                      <a:pt x="6677949" y="873606"/>
                    </a:cubicBezTo>
                    <a:cubicBezTo>
                      <a:pt x="7238436" y="1059418"/>
                      <a:pt x="7869807" y="314679"/>
                      <a:pt x="8468378" y="34906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0" name="Freeform: Shape 969">
                <a:extLst>
                  <a:ext uri="{FF2B5EF4-FFF2-40B4-BE49-F238E27FC236}">
                    <a16:creationId xmlns:a16="http://schemas.microsoft.com/office/drawing/2014/main" id="{2A7B2FC9-0B47-2821-4E9E-A785A750D2FB}"/>
                  </a:ext>
                </a:extLst>
              </p:cNvPr>
              <p:cNvSpPr/>
              <p:nvPr/>
            </p:nvSpPr>
            <p:spPr>
              <a:xfrm>
                <a:off x="1158144" y="4684939"/>
                <a:ext cx="8285127" cy="1620903"/>
              </a:xfrm>
              <a:custGeom>
                <a:avLst/>
                <a:gdLst>
                  <a:gd name="connsiteX0" fmla="*/ 0 w 8285127"/>
                  <a:gd name="connsiteY0" fmla="*/ 1521682 h 1620903"/>
                  <a:gd name="connsiteX1" fmla="*/ 1752562 w 8285127"/>
                  <a:gd name="connsiteY1" fmla="*/ 1317657 h 1620903"/>
                  <a:gd name="connsiteX2" fmla="*/ 2970006 w 8285127"/>
                  <a:gd name="connsiteY2" fmla="*/ 1503983 h 1620903"/>
                  <a:gd name="connsiteX3" fmla="*/ 3511930 w 8285127"/>
                  <a:gd name="connsiteY3" fmla="*/ 1343500 h 1620903"/>
                  <a:gd name="connsiteX4" fmla="*/ 4207366 w 8285127"/>
                  <a:gd name="connsiteY4" fmla="*/ 949051 h 1620903"/>
                  <a:gd name="connsiteX5" fmla="*/ 4801177 w 8285127"/>
                  <a:gd name="connsiteY5" fmla="*/ 1011944 h 1620903"/>
                  <a:gd name="connsiteX6" fmla="*/ 5195210 w 8285127"/>
                  <a:gd name="connsiteY6" fmla="*/ 839248 h 1620903"/>
                  <a:gd name="connsiteX7" fmla="*/ 5928890 w 8285127"/>
                  <a:gd name="connsiteY7" fmla="*/ 21757 h 1620903"/>
                  <a:gd name="connsiteX8" fmla="*/ 6506917 w 8285127"/>
                  <a:gd name="connsiteY8" fmla="*/ 695973 h 1620903"/>
                  <a:gd name="connsiteX9" fmla="*/ 8285127 w 8285127"/>
                  <a:gd name="connsiteY9" fmla="*/ 108700 h 1620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5127" h="1620903">
                    <a:moveTo>
                      <a:pt x="0" y="1521682"/>
                    </a:moveTo>
                    <a:cubicBezTo>
                      <a:pt x="593103" y="1549074"/>
                      <a:pt x="1158093" y="1253837"/>
                      <a:pt x="1752562" y="1317657"/>
                    </a:cubicBezTo>
                    <a:cubicBezTo>
                      <a:pt x="2207727" y="1436500"/>
                      <a:pt x="2475447" y="1808112"/>
                      <a:pt x="2970006" y="1503983"/>
                    </a:cubicBezTo>
                    <a:cubicBezTo>
                      <a:pt x="3137438" y="1397198"/>
                      <a:pt x="3340366" y="1429122"/>
                      <a:pt x="3511930" y="1343500"/>
                    </a:cubicBezTo>
                    <a:cubicBezTo>
                      <a:pt x="3749297" y="1225633"/>
                      <a:pt x="3932966" y="981146"/>
                      <a:pt x="4207366" y="949051"/>
                    </a:cubicBezTo>
                    <a:cubicBezTo>
                      <a:pt x="4406065" y="960829"/>
                      <a:pt x="4603187" y="991907"/>
                      <a:pt x="4801177" y="1011944"/>
                    </a:cubicBezTo>
                    <a:cubicBezTo>
                      <a:pt x="4976136" y="1058533"/>
                      <a:pt x="5102106" y="990924"/>
                      <a:pt x="5195210" y="839248"/>
                    </a:cubicBezTo>
                    <a:cubicBezTo>
                      <a:pt x="5366528" y="667358"/>
                      <a:pt x="5646712" y="-142057"/>
                      <a:pt x="5928890" y="21757"/>
                    </a:cubicBezTo>
                    <a:cubicBezTo>
                      <a:pt x="6177218" y="191556"/>
                      <a:pt x="6272036" y="511356"/>
                      <a:pt x="6506917" y="695973"/>
                    </a:cubicBezTo>
                    <a:cubicBezTo>
                      <a:pt x="7056997" y="934134"/>
                      <a:pt x="7692030" y="72404"/>
                      <a:pt x="8285127" y="10870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1" name="Freeform: Shape 970">
                <a:extLst>
                  <a:ext uri="{FF2B5EF4-FFF2-40B4-BE49-F238E27FC236}">
                    <a16:creationId xmlns:a16="http://schemas.microsoft.com/office/drawing/2014/main" id="{1D80C9B1-E2E7-2597-CEC4-DA5642CAE32B}"/>
                  </a:ext>
                </a:extLst>
              </p:cNvPr>
              <p:cNvSpPr/>
              <p:nvPr/>
            </p:nvSpPr>
            <p:spPr>
              <a:xfrm>
                <a:off x="1247081" y="4551874"/>
                <a:ext cx="8109024" cy="1737305"/>
              </a:xfrm>
              <a:custGeom>
                <a:avLst/>
                <a:gdLst>
                  <a:gd name="connsiteX0" fmla="*/ 0 w 8109024"/>
                  <a:gd name="connsiteY0" fmla="*/ 1737306 h 1737305"/>
                  <a:gd name="connsiteX1" fmla="*/ 1451096 w 8109024"/>
                  <a:gd name="connsiteY1" fmla="*/ 1300749 h 1737305"/>
                  <a:gd name="connsiteX2" fmla="*/ 2812163 w 8109024"/>
                  <a:gd name="connsiteY2" fmla="*/ 1634185 h 1737305"/>
                  <a:gd name="connsiteX3" fmla="*/ 3146593 w 8109024"/>
                  <a:gd name="connsiteY3" fmla="*/ 1494270 h 1737305"/>
                  <a:gd name="connsiteX4" fmla="*/ 3452512 w 8109024"/>
                  <a:gd name="connsiteY4" fmla="*/ 1424392 h 1737305"/>
                  <a:gd name="connsiteX5" fmla="*/ 4336514 w 8109024"/>
                  <a:gd name="connsiteY5" fmla="*/ 1067565 h 1737305"/>
                  <a:gd name="connsiteX6" fmla="*/ 4908545 w 8109024"/>
                  <a:gd name="connsiteY6" fmla="*/ 989412 h 1737305"/>
                  <a:gd name="connsiteX7" fmla="*/ 5623692 w 8109024"/>
                  <a:gd name="connsiteY7" fmla="*/ 240919 h 1737305"/>
                  <a:gd name="connsiteX8" fmla="*/ 6292529 w 8109024"/>
                  <a:gd name="connsiteY8" fmla="*/ 667252 h 1737305"/>
                  <a:gd name="connsiteX9" fmla="*/ 8109025 w 8109024"/>
                  <a:gd name="connsiteY9" fmla="*/ 340 h 173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9024" h="1737305">
                    <a:moveTo>
                      <a:pt x="0" y="1737306"/>
                    </a:moveTo>
                    <a:cubicBezTo>
                      <a:pt x="517688" y="1732339"/>
                      <a:pt x="948273" y="1377815"/>
                      <a:pt x="1451096" y="1300749"/>
                    </a:cubicBezTo>
                    <a:cubicBezTo>
                      <a:pt x="1964754" y="1164811"/>
                      <a:pt x="2298573" y="1958551"/>
                      <a:pt x="2812163" y="1634185"/>
                    </a:cubicBezTo>
                    <a:cubicBezTo>
                      <a:pt x="2921691" y="1583606"/>
                      <a:pt x="3028190" y="1521793"/>
                      <a:pt x="3146593" y="1494270"/>
                    </a:cubicBezTo>
                    <a:cubicBezTo>
                      <a:pt x="3250864" y="1478394"/>
                      <a:pt x="3358420" y="1480988"/>
                      <a:pt x="3452512" y="1424392"/>
                    </a:cubicBezTo>
                    <a:cubicBezTo>
                      <a:pt x="3775100" y="1236226"/>
                      <a:pt x="3934669" y="1058061"/>
                      <a:pt x="4336514" y="1067565"/>
                    </a:cubicBezTo>
                    <a:cubicBezTo>
                      <a:pt x="4526217" y="1031915"/>
                      <a:pt x="4716601" y="1001871"/>
                      <a:pt x="4908545" y="989412"/>
                    </a:cubicBezTo>
                    <a:cubicBezTo>
                      <a:pt x="5224590" y="831981"/>
                      <a:pt x="5321563" y="418495"/>
                      <a:pt x="5623692" y="240919"/>
                    </a:cubicBezTo>
                    <a:cubicBezTo>
                      <a:pt x="5913054" y="162109"/>
                      <a:pt x="6078337" y="535156"/>
                      <a:pt x="6292529" y="667252"/>
                    </a:cubicBezTo>
                    <a:cubicBezTo>
                      <a:pt x="6876151" y="1005197"/>
                      <a:pt x="7494571" y="-21377"/>
                      <a:pt x="8109025" y="34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2" name="Freeform: Shape 971">
                <a:extLst>
                  <a:ext uri="{FF2B5EF4-FFF2-40B4-BE49-F238E27FC236}">
                    <a16:creationId xmlns:a16="http://schemas.microsoft.com/office/drawing/2014/main" id="{F8FB691E-5662-2598-D849-CA6417F39B2C}"/>
                  </a:ext>
                </a:extLst>
              </p:cNvPr>
              <p:cNvSpPr/>
              <p:nvPr/>
            </p:nvSpPr>
            <p:spPr>
              <a:xfrm>
                <a:off x="1332469" y="4305378"/>
                <a:ext cx="7940095" cy="2073939"/>
              </a:xfrm>
              <a:custGeom>
                <a:avLst/>
                <a:gdLst>
                  <a:gd name="connsiteX0" fmla="*/ 0 w 7940095"/>
                  <a:gd name="connsiteY0" fmla="*/ 2073939 h 2073939"/>
                  <a:gd name="connsiteX1" fmla="*/ 1764061 w 7940095"/>
                  <a:gd name="connsiteY1" fmla="*/ 1437357 h 2073939"/>
                  <a:gd name="connsiteX2" fmla="*/ 2460079 w 7940095"/>
                  <a:gd name="connsiteY2" fmla="*/ 1918348 h 2073939"/>
                  <a:gd name="connsiteX3" fmla="*/ 3048570 w 7940095"/>
                  <a:gd name="connsiteY3" fmla="*/ 1699881 h 2073939"/>
                  <a:gd name="connsiteX4" fmla="*/ 3824581 w 7940095"/>
                  <a:gd name="connsiteY4" fmla="*/ 1385905 h 2073939"/>
                  <a:gd name="connsiteX5" fmla="*/ 4145673 w 7940095"/>
                  <a:gd name="connsiteY5" fmla="*/ 1316319 h 2073939"/>
                  <a:gd name="connsiteX6" fmla="*/ 4562005 w 7940095"/>
                  <a:gd name="connsiteY6" fmla="*/ 1129239 h 2073939"/>
                  <a:gd name="connsiteX7" fmla="*/ 5097615 w 7940095"/>
                  <a:gd name="connsiteY7" fmla="*/ 886620 h 2073939"/>
                  <a:gd name="connsiteX8" fmla="*/ 7151551 w 7940095"/>
                  <a:gd name="connsiteY8" fmla="*/ 422533 h 2073939"/>
                  <a:gd name="connsiteX9" fmla="*/ 7940096 w 7940095"/>
                  <a:gd name="connsiteY9" fmla="*/ 0 h 2073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40095" h="2073939">
                    <a:moveTo>
                      <a:pt x="0" y="2073939"/>
                    </a:moveTo>
                    <a:cubicBezTo>
                      <a:pt x="593846" y="2071882"/>
                      <a:pt x="1196127" y="1174038"/>
                      <a:pt x="1764061" y="1437357"/>
                    </a:cubicBezTo>
                    <a:cubicBezTo>
                      <a:pt x="2008491" y="1575568"/>
                      <a:pt x="2172923" y="1862410"/>
                      <a:pt x="2460079" y="1918348"/>
                    </a:cubicBezTo>
                    <a:cubicBezTo>
                      <a:pt x="2677175" y="1924887"/>
                      <a:pt x="2848288" y="1758643"/>
                      <a:pt x="3048570" y="1699881"/>
                    </a:cubicBezTo>
                    <a:cubicBezTo>
                      <a:pt x="3344247" y="1691652"/>
                      <a:pt x="3571932" y="1518276"/>
                      <a:pt x="3824581" y="1385905"/>
                    </a:cubicBezTo>
                    <a:cubicBezTo>
                      <a:pt x="3924942" y="1331686"/>
                      <a:pt x="4039614" y="1347448"/>
                      <a:pt x="4145673" y="1316319"/>
                    </a:cubicBezTo>
                    <a:cubicBezTo>
                      <a:pt x="4292011" y="1272308"/>
                      <a:pt x="4421256" y="1186948"/>
                      <a:pt x="4562005" y="1129239"/>
                    </a:cubicBezTo>
                    <a:cubicBezTo>
                      <a:pt x="4784724" y="1053920"/>
                      <a:pt x="4922296" y="1091074"/>
                      <a:pt x="5097615" y="886620"/>
                    </a:cubicBezTo>
                    <a:cubicBezTo>
                      <a:pt x="5942360" y="-54481"/>
                      <a:pt x="5901647" y="1559023"/>
                      <a:pt x="7151551" y="422533"/>
                    </a:cubicBezTo>
                    <a:cubicBezTo>
                      <a:pt x="7387049" y="243247"/>
                      <a:pt x="7630005" y="16596"/>
                      <a:pt x="7940096" y="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3" name="Freeform: Shape 972">
                <a:extLst>
                  <a:ext uri="{FF2B5EF4-FFF2-40B4-BE49-F238E27FC236}">
                    <a16:creationId xmlns:a16="http://schemas.microsoft.com/office/drawing/2014/main" id="{B945E7E7-7EB7-00A4-494B-811E57C97F30}"/>
                  </a:ext>
                </a:extLst>
              </p:cNvPr>
              <p:cNvSpPr/>
              <p:nvPr/>
            </p:nvSpPr>
            <p:spPr>
              <a:xfrm>
                <a:off x="1414085" y="4101375"/>
                <a:ext cx="7778309" cy="2341006"/>
              </a:xfrm>
              <a:custGeom>
                <a:avLst/>
                <a:gdLst>
                  <a:gd name="connsiteX0" fmla="*/ 0 w 7778309"/>
                  <a:gd name="connsiteY0" fmla="*/ 2341007 h 2341006"/>
                  <a:gd name="connsiteX1" fmla="*/ 1578866 w 7778309"/>
                  <a:gd name="connsiteY1" fmla="*/ 1450987 h 2341006"/>
                  <a:gd name="connsiteX2" fmla="*/ 2250178 w 7778309"/>
                  <a:gd name="connsiteY2" fmla="*/ 2011748 h 2341006"/>
                  <a:gd name="connsiteX3" fmla="*/ 2938556 w 7778309"/>
                  <a:gd name="connsiteY3" fmla="*/ 1873652 h 2341006"/>
                  <a:gd name="connsiteX4" fmla="*/ 3285874 w 7778309"/>
                  <a:gd name="connsiteY4" fmla="*/ 1802231 h 2341006"/>
                  <a:gd name="connsiteX5" fmla="*/ 3753424 w 7778309"/>
                  <a:gd name="connsiteY5" fmla="*/ 1575768 h 2341006"/>
                  <a:gd name="connsiteX6" fmla="*/ 4461478 w 7778309"/>
                  <a:gd name="connsiteY6" fmla="*/ 1224079 h 2341006"/>
                  <a:gd name="connsiteX7" fmla="*/ 4909460 w 7778309"/>
                  <a:gd name="connsiteY7" fmla="*/ 1080112 h 2341006"/>
                  <a:gd name="connsiteX8" fmla="*/ 6192614 w 7778309"/>
                  <a:gd name="connsiteY8" fmla="*/ 943249 h 2341006"/>
                  <a:gd name="connsiteX9" fmla="*/ 7778309 w 7778309"/>
                  <a:gd name="connsiteY9" fmla="*/ 0 h 234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778309" h="2341006">
                    <a:moveTo>
                      <a:pt x="0" y="2341007"/>
                    </a:moveTo>
                    <a:cubicBezTo>
                      <a:pt x="625844" y="2264694"/>
                      <a:pt x="945261" y="1491592"/>
                      <a:pt x="1578866" y="1450987"/>
                    </a:cubicBezTo>
                    <a:cubicBezTo>
                      <a:pt x="1867599" y="1537398"/>
                      <a:pt x="2009491" y="1849168"/>
                      <a:pt x="2250178" y="2011748"/>
                    </a:cubicBezTo>
                    <a:cubicBezTo>
                      <a:pt x="2477093" y="2196069"/>
                      <a:pt x="2722780" y="1958707"/>
                      <a:pt x="2938556" y="1873652"/>
                    </a:cubicBezTo>
                    <a:cubicBezTo>
                      <a:pt x="3048398" y="1819679"/>
                      <a:pt x="3174214" y="1849619"/>
                      <a:pt x="3285874" y="1802231"/>
                    </a:cubicBezTo>
                    <a:cubicBezTo>
                      <a:pt x="3449111" y="1742909"/>
                      <a:pt x="3591112" y="1637205"/>
                      <a:pt x="3753424" y="1575768"/>
                    </a:cubicBezTo>
                    <a:cubicBezTo>
                      <a:pt x="4114274" y="1520927"/>
                      <a:pt x="4179088" y="1434957"/>
                      <a:pt x="4461478" y="1224079"/>
                    </a:cubicBezTo>
                    <a:cubicBezTo>
                      <a:pt x="4592694" y="1114294"/>
                      <a:pt x="4770259" y="1170889"/>
                      <a:pt x="4909460" y="1080112"/>
                    </a:cubicBezTo>
                    <a:cubicBezTo>
                      <a:pt x="5437223" y="689086"/>
                      <a:pt x="5632590" y="922104"/>
                      <a:pt x="6192614" y="943249"/>
                    </a:cubicBezTo>
                    <a:cubicBezTo>
                      <a:pt x="6843656" y="892454"/>
                      <a:pt x="7136589" y="75661"/>
                      <a:pt x="7778309" y="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4" name="Freeform: Shape 973">
                <a:extLst>
                  <a:ext uri="{FF2B5EF4-FFF2-40B4-BE49-F238E27FC236}">
                    <a16:creationId xmlns:a16="http://schemas.microsoft.com/office/drawing/2014/main" id="{E4D4CDCF-2812-9D74-07BF-15A02C8E85ED}"/>
                  </a:ext>
                </a:extLst>
              </p:cNvPr>
              <p:cNvSpPr/>
              <p:nvPr/>
            </p:nvSpPr>
            <p:spPr>
              <a:xfrm>
                <a:off x="8919737" y="4033092"/>
                <a:ext cx="3022697" cy="3495574"/>
              </a:xfrm>
              <a:custGeom>
                <a:avLst/>
                <a:gdLst>
                  <a:gd name="connsiteX0" fmla="*/ 0 w 3022697"/>
                  <a:gd name="connsiteY0" fmla="*/ 0 h 3495574"/>
                  <a:gd name="connsiteX1" fmla="*/ 366183 w 3022697"/>
                  <a:gd name="connsiteY1" fmla="*/ 913697 h 3495574"/>
                  <a:gd name="connsiteX2" fmla="*/ 516767 w 3022697"/>
                  <a:gd name="connsiteY2" fmla="*/ 1112733 h 3495574"/>
                  <a:gd name="connsiteX3" fmla="*/ 710923 w 3022697"/>
                  <a:gd name="connsiteY3" fmla="*/ 1536101 h 3495574"/>
                  <a:gd name="connsiteX4" fmla="*/ 860902 w 3022697"/>
                  <a:gd name="connsiteY4" fmla="*/ 1750533 h 3495574"/>
                  <a:gd name="connsiteX5" fmla="*/ 1005857 w 3022697"/>
                  <a:gd name="connsiteY5" fmla="*/ 2155629 h 3495574"/>
                  <a:gd name="connsiteX6" fmla="*/ 1677604 w 3022697"/>
                  <a:gd name="connsiteY6" fmla="*/ 2643308 h 3495574"/>
                  <a:gd name="connsiteX7" fmla="*/ 3022698 w 3022697"/>
                  <a:gd name="connsiteY7" fmla="*/ 3495574 h 3495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2697" h="3495574">
                    <a:moveTo>
                      <a:pt x="0" y="0"/>
                    </a:moveTo>
                    <a:cubicBezTo>
                      <a:pt x="189578" y="267559"/>
                      <a:pt x="214667" y="623718"/>
                      <a:pt x="366183" y="913697"/>
                    </a:cubicBezTo>
                    <a:cubicBezTo>
                      <a:pt x="396272" y="997536"/>
                      <a:pt x="469505" y="1042370"/>
                      <a:pt x="516767" y="1112733"/>
                    </a:cubicBezTo>
                    <a:cubicBezTo>
                      <a:pt x="594377" y="1247019"/>
                      <a:pt x="641675" y="1397512"/>
                      <a:pt x="710923" y="1536101"/>
                    </a:cubicBezTo>
                    <a:cubicBezTo>
                      <a:pt x="742019" y="1623511"/>
                      <a:pt x="814668" y="1675289"/>
                      <a:pt x="860902" y="1750533"/>
                    </a:cubicBezTo>
                    <a:cubicBezTo>
                      <a:pt x="919989" y="1880092"/>
                      <a:pt x="951319" y="2024064"/>
                      <a:pt x="1005857" y="2155629"/>
                    </a:cubicBezTo>
                    <a:cubicBezTo>
                      <a:pt x="1067962" y="2324965"/>
                      <a:pt x="1512715" y="2511154"/>
                      <a:pt x="1677604" y="2643308"/>
                    </a:cubicBezTo>
                    <a:cubicBezTo>
                      <a:pt x="2125980" y="2927378"/>
                      <a:pt x="2574196" y="3211390"/>
                      <a:pt x="3022698" y="349557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5" name="Freeform: Shape 974">
                <a:extLst>
                  <a:ext uri="{FF2B5EF4-FFF2-40B4-BE49-F238E27FC236}">
                    <a16:creationId xmlns:a16="http://schemas.microsoft.com/office/drawing/2014/main" id="{D94D7E03-504F-E191-27AC-9379B5C00D73}"/>
                  </a:ext>
                </a:extLst>
              </p:cNvPr>
              <p:cNvSpPr/>
              <p:nvPr/>
            </p:nvSpPr>
            <p:spPr>
              <a:xfrm>
                <a:off x="8724073" y="4149090"/>
                <a:ext cx="2859317" cy="3379582"/>
              </a:xfrm>
              <a:custGeom>
                <a:avLst/>
                <a:gdLst>
                  <a:gd name="connsiteX0" fmla="*/ 0 w 2859317"/>
                  <a:gd name="connsiteY0" fmla="*/ 0 h 3379582"/>
                  <a:gd name="connsiteX1" fmla="*/ 349838 w 2859317"/>
                  <a:gd name="connsiteY1" fmla="*/ 873755 h 3379582"/>
                  <a:gd name="connsiteX2" fmla="*/ 486192 w 2859317"/>
                  <a:gd name="connsiteY2" fmla="*/ 1056252 h 3379582"/>
                  <a:gd name="connsiteX3" fmla="*/ 664837 w 2859317"/>
                  <a:gd name="connsiteY3" fmla="*/ 1457788 h 3379582"/>
                  <a:gd name="connsiteX4" fmla="*/ 812724 w 2859317"/>
                  <a:gd name="connsiteY4" fmla="*/ 1679381 h 3379582"/>
                  <a:gd name="connsiteX5" fmla="*/ 956273 w 2859317"/>
                  <a:gd name="connsiteY5" fmla="*/ 2057543 h 3379582"/>
                  <a:gd name="connsiteX6" fmla="*/ 1171752 w 2859317"/>
                  <a:gd name="connsiteY6" fmla="*/ 2249173 h 3379582"/>
                  <a:gd name="connsiteX7" fmla="*/ 1586826 w 2859317"/>
                  <a:gd name="connsiteY7" fmla="*/ 2527208 h 3379582"/>
                  <a:gd name="connsiteX8" fmla="*/ 2859317 w 2859317"/>
                  <a:gd name="connsiteY8" fmla="*/ 3379583 h 337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9317" h="3379582">
                    <a:moveTo>
                      <a:pt x="0" y="0"/>
                    </a:moveTo>
                    <a:cubicBezTo>
                      <a:pt x="178977" y="257569"/>
                      <a:pt x="204494" y="596520"/>
                      <a:pt x="349838" y="873755"/>
                    </a:cubicBezTo>
                    <a:cubicBezTo>
                      <a:pt x="378019" y="949524"/>
                      <a:pt x="443570" y="991724"/>
                      <a:pt x="486192" y="1056252"/>
                    </a:cubicBezTo>
                    <a:cubicBezTo>
                      <a:pt x="558509" y="1183428"/>
                      <a:pt x="602395" y="1325686"/>
                      <a:pt x="664837" y="1457788"/>
                    </a:cubicBezTo>
                    <a:cubicBezTo>
                      <a:pt x="695773" y="1546262"/>
                      <a:pt x="761398" y="1605784"/>
                      <a:pt x="812724" y="1679381"/>
                    </a:cubicBezTo>
                    <a:cubicBezTo>
                      <a:pt x="870743" y="1800025"/>
                      <a:pt x="901472" y="1935368"/>
                      <a:pt x="956273" y="2057543"/>
                    </a:cubicBezTo>
                    <a:cubicBezTo>
                      <a:pt x="990678" y="2156378"/>
                      <a:pt x="1094914" y="2190011"/>
                      <a:pt x="1171752" y="2249173"/>
                    </a:cubicBezTo>
                    <a:cubicBezTo>
                      <a:pt x="1310095" y="2341836"/>
                      <a:pt x="1448427" y="2434499"/>
                      <a:pt x="1586826" y="2527208"/>
                    </a:cubicBezTo>
                    <a:cubicBezTo>
                      <a:pt x="2010988" y="2811329"/>
                      <a:pt x="2435007" y="3095364"/>
                      <a:pt x="2859317" y="337958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6" name="Freeform: Shape 975">
                <a:extLst>
                  <a:ext uri="{FF2B5EF4-FFF2-40B4-BE49-F238E27FC236}">
                    <a16:creationId xmlns:a16="http://schemas.microsoft.com/office/drawing/2014/main" id="{2F698150-A86F-C732-EFB6-F139486B23F9}"/>
                  </a:ext>
                </a:extLst>
              </p:cNvPr>
              <p:cNvSpPr/>
              <p:nvPr/>
            </p:nvSpPr>
            <p:spPr>
              <a:xfrm>
                <a:off x="8528408" y="4311813"/>
                <a:ext cx="2695925" cy="3216859"/>
              </a:xfrm>
              <a:custGeom>
                <a:avLst/>
                <a:gdLst>
                  <a:gd name="connsiteX0" fmla="*/ 0 w 2695925"/>
                  <a:gd name="connsiteY0" fmla="*/ 0 h 3216859"/>
                  <a:gd name="connsiteX1" fmla="*/ 323469 w 2695925"/>
                  <a:gd name="connsiteY1" fmla="*/ 796894 h 3216859"/>
                  <a:gd name="connsiteX2" fmla="*/ 459006 w 2695925"/>
                  <a:gd name="connsiteY2" fmla="*/ 983580 h 3216859"/>
                  <a:gd name="connsiteX3" fmla="*/ 624158 w 2695925"/>
                  <a:gd name="connsiteY3" fmla="*/ 1363976 h 3216859"/>
                  <a:gd name="connsiteX4" fmla="*/ 771279 w 2695925"/>
                  <a:gd name="connsiteY4" fmla="*/ 1589736 h 3216859"/>
                  <a:gd name="connsiteX5" fmla="*/ 899192 w 2695925"/>
                  <a:gd name="connsiteY5" fmla="*/ 1899774 h 3216859"/>
                  <a:gd name="connsiteX6" fmla="*/ 1490220 w 2695925"/>
                  <a:gd name="connsiteY6" fmla="*/ 2360318 h 3216859"/>
                  <a:gd name="connsiteX7" fmla="*/ 2695926 w 2695925"/>
                  <a:gd name="connsiteY7" fmla="*/ 3216859 h 321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925" h="3216859">
                    <a:moveTo>
                      <a:pt x="0" y="0"/>
                    </a:moveTo>
                    <a:cubicBezTo>
                      <a:pt x="165358" y="234092"/>
                      <a:pt x="192099" y="543136"/>
                      <a:pt x="323469" y="796894"/>
                    </a:cubicBezTo>
                    <a:cubicBezTo>
                      <a:pt x="351261" y="873806"/>
                      <a:pt x="416189" y="918097"/>
                      <a:pt x="459006" y="983580"/>
                    </a:cubicBezTo>
                    <a:cubicBezTo>
                      <a:pt x="525826" y="1104298"/>
                      <a:pt x="566917" y="1238595"/>
                      <a:pt x="624158" y="1363976"/>
                    </a:cubicBezTo>
                    <a:cubicBezTo>
                      <a:pt x="654534" y="1453639"/>
                      <a:pt x="718627" y="1515692"/>
                      <a:pt x="771279" y="1589736"/>
                    </a:cubicBezTo>
                    <a:cubicBezTo>
                      <a:pt x="821205" y="1688788"/>
                      <a:pt x="851250" y="1799688"/>
                      <a:pt x="899192" y="1899774"/>
                    </a:cubicBezTo>
                    <a:cubicBezTo>
                      <a:pt x="1041490" y="2097930"/>
                      <a:pt x="1303111" y="2201504"/>
                      <a:pt x="1490220" y="2360318"/>
                    </a:cubicBezTo>
                    <a:cubicBezTo>
                      <a:pt x="1892134" y="2645811"/>
                      <a:pt x="2293876" y="2931229"/>
                      <a:pt x="2695926" y="321685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7" name="Freeform: Shape 976">
                <a:extLst>
                  <a:ext uri="{FF2B5EF4-FFF2-40B4-BE49-F238E27FC236}">
                    <a16:creationId xmlns:a16="http://schemas.microsoft.com/office/drawing/2014/main" id="{A1240623-8966-6316-9CBF-C43A958528B3}"/>
                  </a:ext>
                </a:extLst>
              </p:cNvPr>
              <p:cNvSpPr/>
              <p:nvPr/>
            </p:nvSpPr>
            <p:spPr>
              <a:xfrm>
                <a:off x="8332744" y="4496630"/>
                <a:ext cx="2532538" cy="3032036"/>
              </a:xfrm>
              <a:custGeom>
                <a:avLst/>
                <a:gdLst>
                  <a:gd name="connsiteX0" fmla="*/ 0 w 2532538"/>
                  <a:gd name="connsiteY0" fmla="*/ 0 h 3032036"/>
                  <a:gd name="connsiteX1" fmla="*/ 311564 w 2532538"/>
                  <a:gd name="connsiteY1" fmla="*/ 740973 h 3032036"/>
                  <a:gd name="connsiteX2" fmla="*/ 601401 w 2532538"/>
                  <a:gd name="connsiteY2" fmla="*/ 1297339 h 3032036"/>
                  <a:gd name="connsiteX3" fmla="*/ 820314 w 2532538"/>
                  <a:gd name="connsiteY3" fmla="*/ 1679313 h 3032036"/>
                  <a:gd name="connsiteX4" fmla="*/ 1408021 w 2532538"/>
                  <a:gd name="connsiteY4" fmla="*/ 2181633 h 3032036"/>
                  <a:gd name="connsiteX5" fmla="*/ 2532539 w 2532538"/>
                  <a:gd name="connsiteY5" fmla="*/ 3032036 h 3032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2538" h="3032036">
                    <a:moveTo>
                      <a:pt x="0" y="0"/>
                    </a:moveTo>
                    <a:cubicBezTo>
                      <a:pt x="157859" y="216467"/>
                      <a:pt x="182549" y="506869"/>
                      <a:pt x="311564" y="740973"/>
                    </a:cubicBezTo>
                    <a:cubicBezTo>
                      <a:pt x="450730" y="903707"/>
                      <a:pt x="521728" y="1099315"/>
                      <a:pt x="601401" y="1297339"/>
                    </a:cubicBezTo>
                    <a:cubicBezTo>
                      <a:pt x="671192" y="1428641"/>
                      <a:pt x="775554" y="1532203"/>
                      <a:pt x="820314" y="1679313"/>
                    </a:cubicBezTo>
                    <a:cubicBezTo>
                      <a:pt x="945724" y="1901534"/>
                      <a:pt x="1221272" y="2010617"/>
                      <a:pt x="1408021" y="2181633"/>
                    </a:cubicBezTo>
                    <a:cubicBezTo>
                      <a:pt x="1782874" y="2465079"/>
                      <a:pt x="2157544" y="2748435"/>
                      <a:pt x="2532539" y="3032036"/>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8" name="Freeform: Shape 977">
                <a:extLst>
                  <a:ext uri="{FF2B5EF4-FFF2-40B4-BE49-F238E27FC236}">
                    <a16:creationId xmlns:a16="http://schemas.microsoft.com/office/drawing/2014/main" id="{709FCDE8-B961-6A2E-085D-6827E2CC333B}"/>
                  </a:ext>
                </a:extLst>
              </p:cNvPr>
              <p:cNvSpPr/>
              <p:nvPr/>
            </p:nvSpPr>
            <p:spPr>
              <a:xfrm>
                <a:off x="8137079" y="4678921"/>
                <a:ext cx="2369147" cy="2849745"/>
              </a:xfrm>
              <a:custGeom>
                <a:avLst/>
                <a:gdLst>
                  <a:gd name="connsiteX0" fmla="*/ 0 w 2369147"/>
                  <a:gd name="connsiteY0" fmla="*/ 0 h 2849745"/>
                  <a:gd name="connsiteX1" fmla="*/ 373607 w 2369147"/>
                  <a:gd name="connsiteY1" fmla="*/ 773600 h 2849745"/>
                  <a:gd name="connsiteX2" fmla="*/ 673090 w 2369147"/>
                  <a:gd name="connsiteY2" fmla="*/ 1356147 h 2849745"/>
                  <a:gd name="connsiteX3" fmla="*/ 1285812 w 2369147"/>
                  <a:gd name="connsiteY3" fmla="*/ 1973927 h 2849745"/>
                  <a:gd name="connsiteX4" fmla="*/ 2369148 w 2369147"/>
                  <a:gd name="connsiteY4" fmla="*/ 2849745 h 2849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9147" h="2849745">
                    <a:moveTo>
                      <a:pt x="0" y="0"/>
                    </a:moveTo>
                    <a:cubicBezTo>
                      <a:pt x="178103" y="224337"/>
                      <a:pt x="167432" y="567105"/>
                      <a:pt x="373607" y="773600"/>
                    </a:cubicBezTo>
                    <a:cubicBezTo>
                      <a:pt x="503812" y="949067"/>
                      <a:pt x="508629" y="1204305"/>
                      <a:pt x="673090" y="1356147"/>
                    </a:cubicBezTo>
                    <a:cubicBezTo>
                      <a:pt x="795631" y="1634902"/>
                      <a:pt x="1061699" y="1783006"/>
                      <a:pt x="1285812" y="1973927"/>
                    </a:cubicBezTo>
                    <a:cubicBezTo>
                      <a:pt x="1646915" y="2265866"/>
                      <a:pt x="2007857" y="2557668"/>
                      <a:pt x="2369148" y="284974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9" name="Freeform: Shape 978">
                <a:extLst>
                  <a:ext uri="{FF2B5EF4-FFF2-40B4-BE49-F238E27FC236}">
                    <a16:creationId xmlns:a16="http://schemas.microsoft.com/office/drawing/2014/main" id="{0F792F42-47FF-D967-7194-D1281DB80F0D}"/>
                  </a:ext>
                </a:extLst>
              </p:cNvPr>
              <p:cNvSpPr/>
              <p:nvPr/>
            </p:nvSpPr>
            <p:spPr>
              <a:xfrm>
                <a:off x="7941415" y="4834044"/>
                <a:ext cx="2205761" cy="2694634"/>
              </a:xfrm>
              <a:custGeom>
                <a:avLst/>
                <a:gdLst>
                  <a:gd name="connsiteX0" fmla="*/ 0 w 2205761"/>
                  <a:gd name="connsiteY0" fmla="*/ 0 h 2694634"/>
                  <a:gd name="connsiteX1" fmla="*/ 273268 w 2205761"/>
                  <a:gd name="connsiteY1" fmla="*/ 611442 h 2694634"/>
                  <a:gd name="connsiteX2" fmla="*/ 591165 w 2205761"/>
                  <a:gd name="connsiteY2" fmla="*/ 1231565 h 2694634"/>
                  <a:gd name="connsiteX3" fmla="*/ 1170329 w 2205761"/>
                  <a:gd name="connsiteY3" fmla="*/ 1795516 h 2694634"/>
                  <a:gd name="connsiteX4" fmla="*/ 2205761 w 2205761"/>
                  <a:gd name="connsiteY4" fmla="*/ 2694634 h 2694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5761" h="2694634">
                    <a:moveTo>
                      <a:pt x="0" y="0"/>
                    </a:moveTo>
                    <a:cubicBezTo>
                      <a:pt x="136365" y="176817"/>
                      <a:pt x="160820" y="419230"/>
                      <a:pt x="273268" y="611442"/>
                    </a:cubicBezTo>
                    <a:cubicBezTo>
                      <a:pt x="439597" y="784635"/>
                      <a:pt x="459583" y="1037096"/>
                      <a:pt x="591165" y="1231565"/>
                    </a:cubicBezTo>
                    <a:cubicBezTo>
                      <a:pt x="755443" y="1447324"/>
                      <a:pt x="962108" y="1619951"/>
                      <a:pt x="1170329" y="1795516"/>
                    </a:cubicBezTo>
                    <a:cubicBezTo>
                      <a:pt x="1515464" y="2095234"/>
                      <a:pt x="1860427" y="2394768"/>
                      <a:pt x="2205761" y="269463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0" name="Freeform: Shape 979">
                <a:extLst>
                  <a:ext uri="{FF2B5EF4-FFF2-40B4-BE49-F238E27FC236}">
                    <a16:creationId xmlns:a16="http://schemas.microsoft.com/office/drawing/2014/main" id="{3BBF1A4B-92AB-6C4A-03C1-5A77F5097590}"/>
                  </a:ext>
                </a:extLst>
              </p:cNvPr>
              <p:cNvSpPr/>
              <p:nvPr/>
            </p:nvSpPr>
            <p:spPr>
              <a:xfrm>
                <a:off x="7745745" y="4937365"/>
                <a:ext cx="2042369" cy="2591301"/>
              </a:xfrm>
              <a:custGeom>
                <a:avLst/>
                <a:gdLst>
                  <a:gd name="connsiteX0" fmla="*/ 0 w 2042369"/>
                  <a:gd name="connsiteY0" fmla="*/ 0 h 2591301"/>
                  <a:gd name="connsiteX1" fmla="*/ 244814 w 2042369"/>
                  <a:gd name="connsiteY1" fmla="*/ 553040 h 2591301"/>
                  <a:gd name="connsiteX2" fmla="*/ 530317 w 2042369"/>
                  <a:gd name="connsiteY2" fmla="*/ 1149526 h 2591301"/>
                  <a:gd name="connsiteX3" fmla="*/ 2042370 w 2042369"/>
                  <a:gd name="connsiteY3" fmla="*/ 2591301 h 2591301"/>
                </a:gdLst>
                <a:ahLst/>
                <a:cxnLst>
                  <a:cxn ang="0">
                    <a:pos x="connsiteX0" y="connsiteY0"/>
                  </a:cxn>
                  <a:cxn ang="0">
                    <a:pos x="connsiteX1" y="connsiteY1"/>
                  </a:cxn>
                  <a:cxn ang="0">
                    <a:pos x="connsiteX2" y="connsiteY2"/>
                  </a:cxn>
                  <a:cxn ang="0">
                    <a:pos x="connsiteX3" y="connsiteY3"/>
                  </a:cxn>
                </a:cxnLst>
                <a:rect l="l" t="t" r="r" b="b"/>
                <a:pathLst>
                  <a:path w="2042369" h="2591301">
                    <a:moveTo>
                      <a:pt x="0" y="0"/>
                    </a:moveTo>
                    <a:cubicBezTo>
                      <a:pt x="120649" y="161591"/>
                      <a:pt x="148081" y="377041"/>
                      <a:pt x="244814" y="553040"/>
                    </a:cubicBezTo>
                    <a:cubicBezTo>
                      <a:pt x="391820" y="725593"/>
                      <a:pt x="427334" y="952067"/>
                      <a:pt x="530317" y="1149526"/>
                    </a:cubicBezTo>
                    <a:cubicBezTo>
                      <a:pt x="1007320" y="1654464"/>
                      <a:pt x="1542450" y="2106857"/>
                      <a:pt x="2042370" y="259130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1" name="Freeform: Shape 980">
                <a:extLst>
                  <a:ext uri="{FF2B5EF4-FFF2-40B4-BE49-F238E27FC236}">
                    <a16:creationId xmlns:a16="http://schemas.microsoft.com/office/drawing/2014/main" id="{63828DFB-8F51-C5F8-2D51-FAC3F2DB2A67}"/>
                  </a:ext>
                </a:extLst>
              </p:cNvPr>
              <p:cNvSpPr/>
              <p:nvPr/>
            </p:nvSpPr>
            <p:spPr>
              <a:xfrm>
                <a:off x="7550057" y="4966478"/>
                <a:ext cx="1878994" cy="2562302"/>
              </a:xfrm>
              <a:custGeom>
                <a:avLst/>
                <a:gdLst>
                  <a:gd name="connsiteX0" fmla="*/ 0 w 1878994"/>
                  <a:gd name="connsiteY0" fmla="*/ 0 h 2562302"/>
                  <a:gd name="connsiteX1" fmla="*/ 245654 w 1878994"/>
                  <a:gd name="connsiteY1" fmla="*/ 565414 h 2562302"/>
                  <a:gd name="connsiteX2" fmla="*/ 492490 w 1878994"/>
                  <a:gd name="connsiteY2" fmla="*/ 1136233 h 2562302"/>
                  <a:gd name="connsiteX3" fmla="*/ 1878995 w 1878994"/>
                  <a:gd name="connsiteY3" fmla="*/ 2562303 h 2562302"/>
                </a:gdLst>
                <a:ahLst/>
                <a:cxnLst>
                  <a:cxn ang="0">
                    <a:pos x="connsiteX0" y="connsiteY0"/>
                  </a:cxn>
                  <a:cxn ang="0">
                    <a:pos x="connsiteX1" y="connsiteY1"/>
                  </a:cxn>
                  <a:cxn ang="0">
                    <a:pos x="connsiteX2" y="connsiteY2"/>
                  </a:cxn>
                  <a:cxn ang="0">
                    <a:pos x="connsiteX3" y="connsiteY3"/>
                  </a:cxn>
                </a:cxnLst>
                <a:rect l="l" t="t" r="r" b="b"/>
                <a:pathLst>
                  <a:path w="1878994" h="2562302">
                    <a:moveTo>
                      <a:pt x="0" y="0"/>
                    </a:moveTo>
                    <a:cubicBezTo>
                      <a:pt x="110025" y="173673"/>
                      <a:pt x="145435" y="386025"/>
                      <a:pt x="245654" y="565414"/>
                    </a:cubicBezTo>
                    <a:cubicBezTo>
                      <a:pt x="378562" y="730571"/>
                      <a:pt x="391437" y="954153"/>
                      <a:pt x="492490" y="1136233"/>
                    </a:cubicBezTo>
                    <a:cubicBezTo>
                      <a:pt x="941215" y="1622088"/>
                      <a:pt x="1420418" y="2083426"/>
                      <a:pt x="1878995" y="256230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2" name="Freeform: Shape 981">
                <a:extLst>
                  <a:ext uri="{FF2B5EF4-FFF2-40B4-BE49-F238E27FC236}">
                    <a16:creationId xmlns:a16="http://schemas.microsoft.com/office/drawing/2014/main" id="{E7D84AD0-E86A-B7AD-25E3-CEAC85FAD57C}"/>
                  </a:ext>
                </a:extLst>
              </p:cNvPr>
              <p:cNvSpPr/>
              <p:nvPr/>
            </p:nvSpPr>
            <p:spPr>
              <a:xfrm>
                <a:off x="7354370" y="4966729"/>
                <a:ext cx="1715625" cy="2562142"/>
              </a:xfrm>
              <a:custGeom>
                <a:avLst/>
                <a:gdLst>
                  <a:gd name="connsiteX0" fmla="*/ 0 w 1715625"/>
                  <a:gd name="connsiteY0" fmla="*/ 0 h 2562142"/>
                  <a:gd name="connsiteX1" fmla="*/ 331556 w 1715625"/>
                  <a:gd name="connsiteY1" fmla="*/ 545594 h 2562142"/>
                  <a:gd name="connsiteX2" fmla="*/ 480540 w 1715625"/>
                  <a:gd name="connsiteY2" fmla="*/ 971344 h 2562142"/>
                  <a:gd name="connsiteX3" fmla="*/ 585907 w 1715625"/>
                  <a:gd name="connsiteY3" fmla="*/ 1297334 h 2562142"/>
                  <a:gd name="connsiteX4" fmla="*/ 1057767 w 1715625"/>
                  <a:gd name="connsiteY4" fmla="*/ 1739172 h 2562142"/>
                  <a:gd name="connsiteX5" fmla="*/ 1715626 w 1715625"/>
                  <a:gd name="connsiteY5" fmla="*/ 2562143 h 256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5625" h="2562142">
                    <a:moveTo>
                      <a:pt x="0" y="0"/>
                    </a:moveTo>
                    <a:cubicBezTo>
                      <a:pt x="104487" y="184886"/>
                      <a:pt x="256083" y="347118"/>
                      <a:pt x="331556" y="545594"/>
                    </a:cubicBezTo>
                    <a:cubicBezTo>
                      <a:pt x="381831" y="684594"/>
                      <a:pt x="389671" y="852187"/>
                      <a:pt x="480540" y="971344"/>
                    </a:cubicBezTo>
                    <a:cubicBezTo>
                      <a:pt x="536124" y="1068533"/>
                      <a:pt x="537970" y="1196075"/>
                      <a:pt x="585907" y="1297334"/>
                    </a:cubicBezTo>
                    <a:cubicBezTo>
                      <a:pt x="717404" y="1469630"/>
                      <a:pt x="919949" y="1571163"/>
                      <a:pt x="1057767" y="1739172"/>
                    </a:cubicBezTo>
                    <a:cubicBezTo>
                      <a:pt x="1294465" y="1998982"/>
                      <a:pt x="1474367" y="2305551"/>
                      <a:pt x="1715626" y="256214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3" name="Freeform: Shape 982">
                <a:extLst>
                  <a:ext uri="{FF2B5EF4-FFF2-40B4-BE49-F238E27FC236}">
                    <a16:creationId xmlns:a16="http://schemas.microsoft.com/office/drawing/2014/main" id="{C5755122-C33B-7FF8-12EC-0C6572A1855E}"/>
                  </a:ext>
                </a:extLst>
              </p:cNvPr>
              <p:cNvSpPr/>
              <p:nvPr/>
            </p:nvSpPr>
            <p:spPr>
              <a:xfrm>
                <a:off x="7158763" y="4965923"/>
                <a:ext cx="1552216" cy="2562645"/>
              </a:xfrm>
              <a:custGeom>
                <a:avLst/>
                <a:gdLst>
                  <a:gd name="connsiteX0" fmla="*/ 0 w 1552216"/>
                  <a:gd name="connsiteY0" fmla="*/ 0 h 2562645"/>
                  <a:gd name="connsiteX1" fmla="*/ 349009 w 1552216"/>
                  <a:gd name="connsiteY1" fmla="*/ 307096 h 2562645"/>
                  <a:gd name="connsiteX2" fmla="*/ 458754 w 1552216"/>
                  <a:gd name="connsiteY2" fmla="*/ 692692 h 2562645"/>
                  <a:gd name="connsiteX3" fmla="*/ 525294 w 1552216"/>
                  <a:gd name="connsiteY3" fmla="*/ 1242413 h 2562645"/>
                  <a:gd name="connsiteX4" fmla="*/ 960223 w 1552216"/>
                  <a:gd name="connsiteY4" fmla="*/ 1599412 h 2562645"/>
                  <a:gd name="connsiteX5" fmla="*/ 1552217 w 1552216"/>
                  <a:gd name="connsiteY5" fmla="*/ 2562646 h 2562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2216" h="2562645">
                    <a:moveTo>
                      <a:pt x="0" y="0"/>
                    </a:moveTo>
                    <a:cubicBezTo>
                      <a:pt x="245036" y="99144"/>
                      <a:pt x="285624" y="-61190"/>
                      <a:pt x="349009" y="307096"/>
                    </a:cubicBezTo>
                    <a:cubicBezTo>
                      <a:pt x="368086" y="443673"/>
                      <a:pt x="413863" y="564791"/>
                      <a:pt x="458754" y="692692"/>
                    </a:cubicBezTo>
                    <a:cubicBezTo>
                      <a:pt x="487667" y="870520"/>
                      <a:pt x="496239" y="1064442"/>
                      <a:pt x="525294" y="1242413"/>
                    </a:cubicBezTo>
                    <a:cubicBezTo>
                      <a:pt x="557161" y="1456879"/>
                      <a:pt x="846197" y="1442026"/>
                      <a:pt x="960223" y="1599412"/>
                    </a:cubicBezTo>
                    <a:cubicBezTo>
                      <a:pt x="1197481" y="1892934"/>
                      <a:pt x="1312644" y="2268815"/>
                      <a:pt x="1552217" y="2562646"/>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4" name="Freeform: Shape 983">
                <a:extLst>
                  <a:ext uri="{FF2B5EF4-FFF2-40B4-BE49-F238E27FC236}">
                    <a16:creationId xmlns:a16="http://schemas.microsoft.com/office/drawing/2014/main" id="{83034B8C-488D-C8D5-535E-1E25E33E5F4D}"/>
                  </a:ext>
                </a:extLst>
              </p:cNvPr>
              <p:cNvSpPr/>
              <p:nvPr/>
            </p:nvSpPr>
            <p:spPr>
              <a:xfrm>
                <a:off x="6963144" y="4727698"/>
                <a:ext cx="1388807" cy="2800671"/>
              </a:xfrm>
              <a:custGeom>
                <a:avLst/>
                <a:gdLst>
                  <a:gd name="connsiteX0" fmla="*/ 0 w 1388807"/>
                  <a:gd name="connsiteY0" fmla="*/ 237677 h 2800671"/>
                  <a:gd name="connsiteX1" fmla="*/ 310022 w 1388807"/>
                  <a:gd name="connsiteY1" fmla="*/ 87630 h 2800671"/>
                  <a:gd name="connsiteX2" fmla="*/ 414674 w 1388807"/>
                  <a:gd name="connsiteY2" fmla="*/ 600539 h 2800671"/>
                  <a:gd name="connsiteX3" fmla="*/ 475196 w 1388807"/>
                  <a:gd name="connsiteY3" fmla="*/ 1483433 h 2800671"/>
                  <a:gd name="connsiteX4" fmla="*/ 639891 w 1388807"/>
                  <a:gd name="connsiteY4" fmla="*/ 1633360 h 2800671"/>
                  <a:gd name="connsiteX5" fmla="*/ 1068408 w 1388807"/>
                  <a:gd name="connsiteY5" fmla="*/ 2110128 h 2800671"/>
                  <a:gd name="connsiteX6" fmla="*/ 1388808 w 1388807"/>
                  <a:gd name="connsiteY6" fmla="*/ 2800672 h 280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8807" h="2800671">
                    <a:moveTo>
                      <a:pt x="0" y="237677"/>
                    </a:moveTo>
                    <a:cubicBezTo>
                      <a:pt x="107408" y="260874"/>
                      <a:pt x="245671" y="-182701"/>
                      <a:pt x="310022" y="87630"/>
                    </a:cubicBezTo>
                    <a:cubicBezTo>
                      <a:pt x="343814" y="260600"/>
                      <a:pt x="351118" y="435250"/>
                      <a:pt x="414674" y="600539"/>
                    </a:cubicBezTo>
                    <a:cubicBezTo>
                      <a:pt x="447244" y="885701"/>
                      <a:pt x="445039" y="1197579"/>
                      <a:pt x="475196" y="1483433"/>
                    </a:cubicBezTo>
                    <a:cubicBezTo>
                      <a:pt x="471493" y="1584491"/>
                      <a:pt x="552663" y="1626976"/>
                      <a:pt x="639891" y="1633360"/>
                    </a:cubicBezTo>
                    <a:cubicBezTo>
                      <a:pt x="908313" y="1622632"/>
                      <a:pt x="984117" y="1908674"/>
                      <a:pt x="1068408" y="2110128"/>
                    </a:cubicBezTo>
                    <a:cubicBezTo>
                      <a:pt x="1163174" y="2344809"/>
                      <a:pt x="1248248" y="2588354"/>
                      <a:pt x="1388808" y="280067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5" name="Freeform: Shape 984">
                <a:extLst>
                  <a:ext uri="{FF2B5EF4-FFF2-40B4-BE49-F238E27FC236}">
                    <a16:creationId xmlns:a16="http://schemas.microsoft.com/office/drawing/2014/main" id="{45622510-47B2-0FD1-BF74-148BC1754251}"/>
                  </a:ext>
                </a:extLst>
              </p:cNvPr>
              <p:cNvSpPr/>
              <p:nvPr/>
            </p:nvSpPr>
            <p:spPr>
              <a:xfrm>
                <a:off x="6767445" y="4635424"/>
                <a:ext cx="1225444" cy="2893081"/>
              </a:xfrm>
              <a:custGeom>
                <a:avLst/>
                <a:gdLst>
                  <a:gd name="connsiteX0" fmla="*/ 0 w 1225444"/>
                  <a:gd name="connsiteY0" fmla="*/ 331607 h 2893081"/>
                  <a:gd name="connsiteX1" fmla="*/ 281738 w 1225444"/>
                  <a:gd name="connsiteY1" fmla="*/ 51446 h 2893081"/>
                  <a:gd name="connsiteX2" fmla="*/ 372001 w 1225444"/>
                  <a:gd name="connsiteY2" fmla="*/ 611854 h 2893081"/>
                  <a:gd name="connsiteX3" fmla="*/ 415224 w 1225444"/>
                  <a:gd name="connsiteY3" fmla="*/ 1523699 h 2893081"/>
                  <a:gd name="connsiteX4" fmla="*/ 525192 w 1225444"/>
                  <a:gd name="connsiteY4" fmla="*/ 1712483 h 2893081"/>
                  <a:gd name="connsiteX5" fmla="*/ 926219 w 1225444"/>
                  <a:gd name="connsiteY5" fmla="*/ 2108264 h 2893081"/>
                  <a:gd name="connsiteX6" fmla="*/ 1225445 w 1225444"/>
                  <a:gd name="connsiteY6" fmla="*/ 2893082 h 289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5444" h="2893081">
                    <a:moveTo>
                      <a:pt x="0" y="331607"/>
                    </a:moveTo>
                    <a:cubicBezTo>
                      <a:pt x="89668" y="366823"/>
                      <a:pt x="208495" y="-163495"/>
                      <a:pt x="281738" y="51446"/>
                    </a:cubicBezTo>
                    <a:cubicBezTo>
                      <a:pt x="315679" y="239967"/>
                      <a:pt x="314451" y="427905"/>
                      <a:pt x="372001" y="611854"/>
                    </a:cubicBezTo>
                    <a:cubicBezTo>
                      <a:pt x="396141" y="905673"/>
                      <a:pt x="395055" y="1228657"/>
                      <a:pt x="415224" y="1523699"/>
                    </a:cubicBezTo>
                    <a:cubicBezTo>
                      <a:pt x="418213" y="1613328"/>
                      <a:pt x="425133" y="1702859"/>
                      <a:pt x="525192" y="1712483"/>
                    </a:cubicBezTo>
                    <a:cubicBezTo>
                      <a:pt x="784230" y="1656213"/>
                      <a:pt x="865508" y="1907633"/>
                      <a:pt x="926219" y="2108264"/>
                    </a:cubicBezTo>
                    <a:cubicBezTo>
                      <a:pt x="1016087" y="2372343"/>
                      <a:pt x="1084022" y="2650269"/>
                      <a:pt x="1225445" y="289308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6" name="Freeform: Shape 985">
                <a:extLst>
                  <a:ext uri="{FF2B5EF4-FFF2-40B4-BE49-F238E27FC236}">
                    <a16:creationId xmlns:a16="http://schemas.microsoft.com/office/drawing/2014/main" id="{A11F523A-9D8A-60E1-EB19-1496E951051A}"/>
                  </a:ext>
                </a:extLst>
              </p:cNvPr>
              <p:cNvSpPr/>
              <p:nvPr/>
            </p:nvSpPr>
            <p:spPr>
              <a:xfrm>
                <a:off x="6571804" y="4912696"/>
                <a:ext cx="1062035" cy="2615718"/>
              </a:xfrm>
              <a:custGeom>
                <a:avLst/>
                <a:gdLst>
                  <a:gd name="connsiteX0" fmla="*/ 0 w 1062035"/>
                  <a:gd name="connsiteY0" fmla="*/ 97393 h 2615718"/>
                  <a:gd name="connsiteX1" fmla="*/ 236612 w 1062035"/>
                  <a:gd name="connsiteY1" fmla="*/ 58765 h 2615718"/>
                  <a:gd name="connsiteX2" fmla="*/ 358999 w 1062035"/>
                  <a:gd name="connsiteY2" fmla="*/ 1257446 h 2615718"/>
                  <a:gd name="connsiteX3" fmla="*/ 494096 w 1062035"/>
                  <a:gd name="connsiteY3" fmla="*/ 1465890 h 2615718"/>
                  <a:gd name="connsiteX4" fmla="*/ 1062036 w 1062035"/>
                  <a:gd name="connsiteY4" fmla="*/ 2615719 h 2615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035" h="2615718">
                    <a:moveTo>
                      <a:pt x="0" y="97393"/>
                    </a:moveTo>
                    <a:cubicBezTo>
                      <a:pt x="75724" y="139678"/>
                      <a:pt x="196476" y="-108827"/>
                      <a:pt x="236612" y="58765"/>
                    </a:cubicBezTo>
                    <a:cubicBezTo>
                      <a:pt x="309793" y="453025"/>
                      <a:pt x="347323" y="854716"/>
                      <a:pt x="358999" y="1257446"/>
                    </a:cubicBezTo>
                    <a:cubicBezTo>
                      <a:pt x="356262" y="1360733"/>
                      <a:pt x="392358" y="1440600"/>
                      <a:pt x="494096" y="1465890"/>
                    </a:cubicBezTo>
                    <a:cubicBezTo>
                      <a:pt x="818331" y="1523017"/>
                      <a:pt x="869160" y="2328986"/>
                      <a:pt x="1062036" y="261571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7" name="Freeform: Shape 986">
                <a:extLst>
                  <a:ext uri="{FF2B5EF4-FFF2-40B4-BE49-F238E27FC236}">
                    <a16:creationId xmlns:a16="http://schemas.microsoft.com/office/drawing/2014/main" id="{1BBD142A-CFBF-3ADA-6C79-8422A3CE05D2}"/>
                  </a:ext>
                </a:extLst>
              </p:cNvPr>
              <p:cNvSpPr/>
              <p:nvPr/>
            </p:nvSpPr>
            <p:spPr>
              <a:xfrm>
                <a:off x="6376065" y="5084429"/>
                <a:ext cx="898660" cy="2444311"/>
              </a:xfrm>
              <a:custGeom>
                <a:avLst/>
                <a:gdLst>
                  <a:gd name="connsiteX0" fmla="*/ 0 w 898660"/>
                  <a:gd name="connsiteY0" fmla="*/ 0 h 2444311"/>
                  <a:gd name="connsiteX1" fmla="*/ 201614 w 898660"/>
                  <a:gd name="connsiteY1" fmla="*/ 458280 h 2444311"/>
                  <a:gd name="connsiteX2" fmla="*/ 309324 w 898660"/>
                  <a:gd name="connsiteY2" fmla="*/ 1178587 h 2444311"/>
                  <a:gd name="connsiteX3" fmla="*/ 553195 w 898660"/>
                  <a:gd name="connsiteY3" fmla="*/ 1536260 h 2444311"/>
                  <a:gd name="connsiteX4" fmla="*/ 898661 w 898660"/>
                  <a:gd name="connsiteY4" fmla="*/ 2444311 h 2444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660" h="2444311">
                    <a:moveTo>
                      <a:pt x="0" y="0"/>
                    </a:moveTo>
                    <a:cubicBezTo>
                      <a:pt x="63911" y="154345"/>
                      <a:pt x="178639" y="288590"/>
                      <a:pt x="201614" y="458280"/>
                    </a:cubicBezTo>
                    <a:cubicBezTo>
                      <a:pt x="264713" y="693012"/>
                      <a:pt x="288042" y="936192"/>
                      <a:pt x="309324" y="1178587"/>
                    </a:cubicBezTo>
                    <a:cubicBezTo>
                      <a:pt x="352113" y="1321600"/>
                      <a:pt x="492782" y="1401809"/>
                      <a:pt x="553195" y="1536260"/>
                    </a:cubicBezTo>
                    <a:cubicBezTo>
                      <a:pt x="694584" y="1827714"/>
                      <a:pt x="757729" y="2151932"/>
                      <a:pt x="898661" y="244431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8" name="Freeform: Shape 987">
                <a:extLst>
                  <a:ext uri="{FF2B5EF4-FFF2-40B4-BE49-F238E27FC236}">
                    <a16:creationId xmlns:a16="http://schemas.microsoft.com/office/drawing/2014/main" id="{EF40DD8C-1890-D14A-6830-078D26E06391}"/>
                  </a:ext>
                </a:extLst>
              </p:cNvPr>
              <p:cNvSpPr/>
              <p:nvPr/>
            </p:nvSpPr>
            <p:spPr>
              <a:xfrm>
                <a:off x="6180366" y="5145820"/>
                <a:ext cx="735280" cy="2383074"/>
              </a:xfrm>
              <a:custGeom>
                <a:avLst/>
                <a:gdLst>
                  <a:gd name="connsiteX0" fmla="*/ 0 w 735280"/>
                  <a:gd name="connsiteY0" fmla="*/ 0 h 2383074"/>
                  <a:gd name="connsiteX1" fmla="*/ 116746 w 735280"/>
                  <a:gd name="connsiteY1" fmla="*/ 670684 h 2383074"/>
                  <a:gd name="connsiteX2" fmla="*/ 252563 w 735280"/>
                  <a:gd name="connsiteY2" fmla="*/ 1129781 h 2383074"/>
                  <a:gd name="connsiteX3" fmla="*/ 735280 w 735280"/>
                  <a:gd name="connsiteY3" fmla="*/ 2383075 h 2383074"/>
                </a:gdLst>
                <a:ahLst/>
                <a:cxnLst>
                  <a:cxn ang="0">
                    <a:pos x="connsiteX0" y="connsiteY0"/>
                  </a:cxn>
                  <a:cxn ang="0">
                    <a:pos x="connsiteX1" y="connsiteY1"/>
                  </a:cxn>
                  <a:cxn ang="0">
                    <a:pos x="connsiteX2" y="connsiteY2"/>
                  </a:cxn>
                  <a:cxn ang="0">
                    <a:pos x="connsiteX3" y="connsiteY3"/>
                  </a:cxn>
                </a:cxnLst>
                <a:rect l="l" t="t" r="r" b="b"/>
                <a:pathLst>
                  <a:path w="735280" h="2383074">
                    <a:moveTo>
                      <a:pt x="0" y="0"/>
                    </a:moveTo>
                    <a:cubicBezTo>
                      <a:pt x="47977" y="220822"/>
                      <a:pt x="63734" y="450856"/>
                      <a:pt x="116746" y="670684"/>
                    </a:cubicBezTo>
                    <a:cubicBezTo>
                      <a:pt x="170655" y="821354"/>
                      <a:pt x="221559" y="972807"/>
                      <a:pt x="252563" y="1129781"/>
                    </a:cubicBezTo>
                    <a:cubicBezTo>
                      <a:pt x="434260" y="1539295"/>
                      <a:pt x="577683" y="1963566"/>
                      <a:pt x="735280" y="238307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9" name="Freeform: Shape 988">
                <a:extLst>
                  <a:ext uri="{FF2B5EF4-FFF2-40B4-BE49-F238E27FC236}">
                    <a16:creationId xmlns:a16="http://schemas.microsoft.com/office/drawing/2014/main" id="{56637153-0C2C-0A27-AB5E-2C6C6852BFC0}"/>
                  </a:ext>
                </a:extLst>
              </p:cNvPr>
              <p:cNvSpPr/>
              <p:nvPr/>
            </p:nvSpPr>
            <p:spPr>
              <a:xfrm>
                <a:off x="5984748" y="5173880"/>
                <a:ext cx="571865" cy="2354786"/>
              </a:xfrm>
              <a:custGeom>
                <a:avLst/>
                <a:gdLst>
                  <a:gd name="connsiteX0" fmla="*/ 0 w 571865"/>
                  <a:gd name="connsiteY0" fmla="*/ 0 h 2354786"/>
                  <a:gd name="connsiteX1" fmla="*/ 571866 w 571865"/>
                  <a:gd name="connsiteY1" fmla="*/ 2354786 h 2354786"/>
                </a:gdLst>
                <a:ahLst/>
                <a:cxnLst>
                  <a:cxn ang="0">
                    <a:pos x="connsiteX0" y="connsiteY0"/>
                  </a:cxn>
                  <a:cxn ang="0">
                    <a:pos x="connsiteX1" y="connsiteY1"/>
                  </a:cxn>
                </a:cxnLst>
                <a:rect l="l" t="t" r="r" b="b"/>
                <a:pathLst>
                  <a:path w="571865" h="2354786">
                    <a:moveTo>
                      <a:pt x="0" y="0"/>
                    </a:moveTo>
                    <a:cubicBezTo>
                      <a:pt x="46446" y="816016"/>
                      <a:pt x="350118" y="1575071"/>
                      <a:pt x="571866" y="2354786"/>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0" name="Freeform: Shape 989">
                <a:extLst>
                  <a:ext uri="{FF2B5EF4-FFF2-40B4-BE49-F238E27FC236}">
                    <a16:creationId xmlns:a16="http://schemas.microsoft.com/office/drawing/2014/main" id="{81DF0B84-4000-2186-C58E-C33AF7121625}"/>
                  </a:ext>
                </a:extLst>
              </p:cNvPr>
              <p:cNvSpPr/>
              <p:nvPr/>
            </p:nvSpPr>
            <p:spPr>
              <a:xfrm>
                <a:off x="5789094" y="5309743"/>
                <a:ext cx="408439" cy="2218923"/>
              </a:xfrm>
              <a:custGeom>
                <a:avLst/>
                <a:gdLst>
                  <a:gd name="connsiteX0" fmla="*/ 0 w 408439"/>
                  <a:gd name="connsiteY0" fmla="*/ 0 h 2218923"/>
                  <a:gd name="connsiteX1" fmla="*/ 141789 w 408439"/>
                  <a:gd name="connsiteY1" fmla="*/ 1093617 h 2218923"/>
                  <a:gd name="connsiteX2" fmla="*/ 408440 w 408439"/>
                  <a:gd name="connsiteY2" fmla="*/ 2218924 h 2218923"/>
                </a:gdLst>
                <a:ahLst/>
                <a:cxnLst>
                  <a:cxn ang="0">
                    <a:pos x="connsiteX0" y="connsiteY0"/>
                  </a:cxn>
                  <a:cxn ang="0">
                    <a:pos x="connsiteX1" y="connsiteY1"/>
                  </a:cxn>
                  <a:cxn ang="0">
                    <a:pos x="connsiteX2" y="connsiteY2"/>
                  </a:cxn>
                </a:cxnLst>
                <a:rect l="l" t="t" r="r" b="b"/>
                <a:pathLst>
                  <a:path w="408439" h="2218923">
                    <a:moveTo>
                      <a:pt x="0" y="0"/>
                    </a:moveTo>
                    <a:cubicBezTo>
                      <a:pt x="47223" y="364337"/>
                      <a:pt x="97590" y="729040"/>
                      <a:pt x="141789" y="1093617"/>
                    </a:cubicBezTo>
                    <a:cubicBezTo>
                      <a:pt x="256124" y="1462480"/>
                      <a:pt x="327573" y="1840979"/>
                      <a:pt x="408440" y="221892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1" name="Freeform: Shape 990">
                <a:extLst>
                  <a:ext uri="{FF2B5EF4-FFF2-40B4-BE49-F238E27FC236}">
                    <a16:creationId xmlns:a16="http://schemas.microsoft.com/office/drawing/2014/main" id="{B947DF72-85D4-0BD4-75BB-71CAF79D4E3D}"/>
                  </a:ext>
                </a:extLst>
              </p:cNvPr>
              <p:cNvSpPr/>
              <p:nvPr/>
            </p:nvSpPr>
            <p:spPr>
              <a:xfrm>
                <a:off x="5593453" y="5492320"/>
                <a:ext cx="245007" cy="2036346"/>
              </a:xfrm>
              <a:custGeom>
                <a:avLst/>
                <a:gdLst>
                  <a:gd name="connsiteX0" fmla="*/ 0 w 245007"/>
                  <a:gd name="connsiteY0" fmla="*/ 0 h 2036346"/>
                  <a:gd name="connsiteX1" fmla="*/ 80279 w 245007"/>
                  <a:gd name="connsiteY1" fmla="*/ 976219 h 2036346"/>
                  <a:gd name="connsiteX2" fmla="*/ 134125 w 245007"/>
                  <a:gd name="connsiteY2" fmla="*/ 1215329 h 2036346"/>
                  <a:gd name="connsiteX3" fmla="*/ 245008 w 245007"/>
                  <a:gd name="connsiteY3" fmla="*/ 2036346 h 2036346"/>
                </a:gdLst>
                <a:ahLst/>
                <a:cxnLst>
                  <a:cxn ang="0">
                    <a:pos x="connsiteX0" y="connsiteY0"/>
                  </a:cxn>
                  <a:cxn ang="0">
                    <a:pos x="connsiteX1" y="connsiteY1"/>
                  </a:cxn>
                  <a:cxn ang="0">
                    <a:pos x="connsiteX2" y="connsiteY2"/>
                  </a:cxn>
                  <a:cxn ang="0">
                    <a:pos x="connsiteX3" y="connsiteY3"/>
                  </a:cxn>
                </a:cxnLst>
                <a:rect l="l" t="t" r="r" b="b"/>
                <a:pathLst>
                  <a:path w="245007" h="2036346">
                    <a:moveTo>
                      <a:pt x="0" y="0"/>
                    </a:moveTo>
                    <a:cubicBezTo>
                      <a:pt x="84828" y="318103"/>
                      <a:pt x="55173" y="649544"/>
                      <a:pt x="80279" y="976219"/>
                    </a:cubicBezTo>
                    <a:cubicBezTo>
                      <a:pt x="78490" y="1066385"/>
                      <a:pt x="96955" y="1137422"/>
                      <a:pt x="134125" y="1215329"/>
                    </a:cubicBezTo>
                    <a:cubicBezTo>
                      <a:pt x="184829" y="1486214"/>
                      <a:pt x="203894" y="1763140"/>
                      <a:pt x="245008" y="2036346"/>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2" name="Freeform: Shape 991">
                <a:extLst>
                  <a:ext uri="{FF2B5EF4-FFF2-40B4-BE49-F238E27FC236}">
                    <a16:creationId xmlns:a16="http://schemas.microsoft.com/office/drawing/2014/main" id="{BADFEA65-BDFC-6ABC-6A6B-83F304618BEA}"/>
                  </a:ext>
                </a:extLst>
              </p:cNvPr>
              <p:cNvSpPr/>
              <p:nvPr/>
            </p:nvSpPr>
            <p:spPr>
              <a:xfrm>
                <a:off x="5397788" y="5608089"/>
                <a:ext cx="81592" cy="1920582"/>
              </a:xfrm>
              <a:custGeom>
                <a:avLst/>
                <a:gdLst>
                  <a:gd name="connsiteX0" fmla="*/ 0 w 81592"/>
                  <a:gd name="connsiteY0" fmla="*/ 0 h 1920582"/>
                  <a:gd name="connsiteX1" fmla="*/ 32387 w 81592"/>
                  <a:gd name="connsiteY1" fmla="*/ 83736 h 1920582"/>
                  <a:gd name="connsiteX2" fmla="*/ 24540 w 81592"/>
                  <a:gd name="connsiteY2" fmla="*/ 733594 h 1920582"/>
                  <a:gd name="connsiteX3" fmla="*/ 81593 w 81592"/>
                  <a:gd name="connsiteY3" fmla="*/ 1920583 h 1920582"/>
                </a:gdLst>
                <a:ahLst/>
                <a:cxnLst>
                  <a:cxn ang="0">
                    <a:pos x="connsiteX0" y="connsiteY0"/>
                  </a:cxn>
                  <a:cxn ang="0">
                    <a:pos x="connsiteX1" y="connsiteY1"/>
                  </a:cxn>
                  <a:cxn ang="0">
                    <a:pos x="connsiteX2" y="connsiteY2"/>
                  </a:cxn>
                  <a:cxn ang="0">
                    <a:pos x="connsiteX3" y="connsiteY3"/>
                  </a:cxn>
                </a:cxnLst>
                <a:rect l="l" t="t" r="r" b="b"/>
                <a:pathLst>
                  <a:path w="81592" h="1920582">
                    <a:moveTo>
                      <a:pt x="0" y="0"/>
                    </a:moveTo>
                    <a:cubicBezTo>
                      <a:pt x="406" y="57956"/>
                      <a:pt x="34170" y="-7281"/>
                      <a:pt x="32387" y="83736"/>
                    </a:cubicBezTo>
                    <a:cubicBezTo>
                      <a:pt x="27718" y="302037"/>
                      <a:pt x="16922" y="513012"/>
                      <a:pt x="24540" y="733594"/>
                    </a:cubicBezTo>
                    <a:cubicBezTo>
                      <a:pt x="30118" y="1134113"/>
                      <a:pt x="72986" y="1507703"/>
                      <a:pt x="81593" y="192058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3" name="Freeform: Shape 992">
                <a:extLst>
                  <a:ext uri="{FF2B5EF4-FFF2-40B4-BE49-F238E27FC236}">
                    <a16:creationId xmlns:a16="http://schemas.microsoft.com/office/drawing/2014/main" id="{186AE7A9-3141-61F8-5F37-1151581D0F8E}"/>
                  </a:ext>
                </a:extLst>
              </p:cNvPr>
              <p:cNvSpPr/>
              <p:nvPr/>
            </p:nvSpPr>
            <p:spPr>
              <a:xfrm>
                <a:off x="5120337" y="5638310"/>
                <a:ext cx="83133" cy="1890356"/>
              </a:xfrm>
              <a:custGeom>
                <a:avLst/>
                <a:gdLst>
                  <a:gd name="connsiteX0" fmla="*/ 81793 w 83133"/>
                  <a:gd name="connsiteY0" fmla="*/ 0 h 1890356"/>
                  <a:gd name="connsiteX1" fmla="*/ 55612 w 83133"/>
                  <a:gd name="connsiteY1" fmla="*/ 852855 h 1890356"/>
                  <a:gd name="connsiteX2" fmla="*/ 0 w 83133"/>
                  <a:gd name="connsiteY2" fmla="*/ 1890357 h 1890356"/>
                </a:gdLst>
                <a:ahLst/>
                <a:cxnLst>
                  <a:cxn ang="0">
                    <a:pos x="connsiteX0" y="connsiteY0"/>
                  </a:cxn>
                  <a:cxn ang="0">
                    <a:pos x="connsiteX1" y="connsiteY1"/>
                  </a:cxn>
                  <a:cxn ang="0">
                    <a:pos x="connsiteX2" y="connsiteY2"/>
                  </a:cxn>
                </a:cxnLst>
                <a:rect l="l" t="t" r="r" b="b"/>
                <a:pathLst>
                  <a:path w="83133" h="1890356">
                    <a:moveTo>
                      <a:pt x="81793" y="0"/>
                    </a:moveTo>
                    <a:cubicBezTo>
                      <a:pt x="91423" y="277658"/>
                      <a:pt x="45663" y="567437"/>
                      <a:pt x="55612" y="852855"/>
                    </a:cubicBezTo>
                    <a:cubicBezTo>
                      <a:pt x="37742" y="1192029"/>
                      <a:pt x="7201" y="1531609"/>
                      <a:pt x="0" y="1890357"/>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4" name="Freeform: Shape 993">
                <a:extLst>
                  <a:ext uri="{FF2B5EF4-FFF2-40B4-BE49-F238E27FC236}">
                    <a16:creationId xmlns:a16="http://schemas.microsoft.com/office/drawing/2014/main" id="{5F2C378C-BEC8-C251-4A1B-C7CBFE15410B}"/>
                  </a:ext>
                </a:extLst>
              </p:cNvPr>
              <p:cNvSpPr/>
              <p:nvPr/>
            </p:nvSpPr>
            <p:spPr>
              <a:xfrm>
                <a:off x="4761303" y="5720903"/>
                <a:ext cx="245144" cy="1807763"/>
              </a:xfrm>
              <a:custGeom>
                <a:avLst/>
                <a:gdLst>
                  <a:gd name="connsiteX0" fmla="*/ 245145 w 245144"/>
                  <a:gd name="connsiteY0" fmla="*/ 0 h 1807763"/>
                  <a:gd name="connsiteX1" fmla="*/ 158683 w 245144"/>
                  <a:gd name="connsiteY1" fmla="*/ 904833 h 1807763"/>
                  <a:gd name="connsiteX2" fmla="*/ 102887 w 245144"/>
                  <a:gd name="connsiteY2" fmla="*/ 1019081 h 1807763"/>
                  <a:gd name="connsiteX3" fmla="*/ 0 w 245144"/>
                  <a:gd name="connsiteY3" fmla="*/ 1807763 h 1807763"/>
                </a:gdLst>
                <a:ahLst/>
                <a:cxnLst>
                  <a:cxn ang="0">
                    <a:pos x="connsiteX0" y="connsiteY0"/>
                  </a:cxn>
                  <a:cxn ang="0">
                    <a:pos x="connsiteX1" y="connsiteY1"/>
                  </a:cxn>
                  <a:cxn ang="0">
                    <a:pos x="connsiteX2" y="connsiteY2"/>
                  </a:cxn>
                  <a:cxn ang="0">
                    <a:pos x="connsiteX3" y="connsiteY3"/>
                  </a:cxn>
                </a:cxnLst>
                <a:rect l="l" t="t" r="r" b="b"/>
                <a:pathLst>
                  <a:path w="245144" h="1807763">
                    <a:moveTo>
                      <a:pt x="245145" y="0"/>
                    </a:moveTo>
                    <a:cubicBezTo>
                      <a:pt x="192253" y="297060"/>
                      <a:pt x="174891" y="603750"/>
                      <a:pt x="158683" y="904833"/>
                    </a:cubicBezTo>
                    <a:cubicBezTo>
                      <a:pt x="157580" y="993827"/>
                      <a:pt x="112946" y="951033"/>
                      <a:pt x="102887" y="1019081"/>
                    </a:cubicBezTo>
                    <a:cubicBezTo>
                      <a:pt x="65305" y="1280908"/>
                      <a:pt x="33581" y="1544541"/>
                      <a:pt x="0" y="180776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5" name="Freeform: Shape 994">
                <a:extLst>
                  <a:ext uri="{FF2B5EF4-FFF2-40B4-BE49-F238E27FC236}">
                    <a16:creationId xmlns:a16="http://schemas.microsoft.com/office/drawing/2014/main" id="{9C5F8FF6-3173-1956-8FF7-CBBD2CB4628A}"/>
                  </a:ext>
                </a:extLst>
              </p:cNvPr>
              <p:cNvSpPr/>
              <p:nvPr/>
            </p:nvSpPr>
            <p:spPr>
              <a:xfrm>
                <a:off x="4402270" y="5817812"/>
                <a:ext cx="408496" cy="1710859"/>
              </a:xfrm>
              <a:custGeom>
                <a:avLst/>
                <a:gdLst>
                  <a:gd name="connsiteX0" fmla="*/ 408497 w 408496"/>
                  <a:gd name="connsiteY0" fmla="*/ 0 h 1710859"/>
                  <a:gd name="connsiteX1" fmla="*/ 259050 w 408496"/>
                  <a:gd name="connsiteY1" fmla="*/ 796711 h 1710859"/>
                  <a:gd name="connsiteX2" fmla="*/ 160506 w 408496"/>
                  <a:gd name="connsiteY2" fmla="*/ 959646 h 1710859"/>
                  <a:gd name="connsiteX3" fmla="*/ 0 w 408496"/>
                  <a:gd name="connsiteY3" fmla="*/ 1710860 h 1710859"/>
                </a:gdLst>
                <a:ahLst/>
                <a:cxnLst>
                  <a:cxn ang="0">
                    <a:pos x="connsiteX0" y="connsiteY0"/>
                  </a:cxn>
                  <a:cxn ang="0">
                    <a:pos x="connsiteX1" y="connsiteY1"/>
                  </a:cxn>
                  <a:cxn ang="0">
                    <a:pos x="connsiteX2" y="connsiteY2"/>
                  </a:cxn>
                  <a:cxn ang="0">
                    <a:pos x="connsiteX3" y="connsiteY3"/>
                  </a:cxn>
                </a:cxnLst>
                <a:rect l="l" t="t" r="r" b="b"/>
                <a:pathLst>
                  <a:path w="408496" h="1710859">
                    <a:moveTo>
                      <a:pt x="408497" y="0"/>
                    </a:moveTo>
                    <a:cubicBezTo>
                      <a:pt x="335425" y="260512"/>
                      <a:pt x="300792" y="530255"/>
                      <a:pt x="259050" y="796711"/>
                    </a:cubicBezTo>
                    <a:cubicBezTo>
                      <a:pt x="240750" y="869223"/>
                      <a:pt x="165809" y="868069"/>
                      <a:pt x="160506" y="959646"/>
                    </a:cubicBezTo>
                    <a:cubicBezTo>
                      <a:pt x="107116" y="1209780"/>
                      <a:pt x="52715" y="1459783"/>
                      <a:pt x="0" y="171086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6" name="Freeform: Shape 995">
                <a:extLst>
                  <a:ext uri="{FF2B5EF4-FFF2-40B4-BE49-F238E27FC236}">
                    <a16:creationId xmlns:a16="http://schemas.microsoft.com/office/drawing/2014/main" id="{B626E200-CE3F-C9BA-B905-6ED1FAE06022}"/>
                  </a:ext>
                </a:extLst>
              </p:cNvPr>
              <p:cNvSpPr/>
              <p:nvPr/>
            </p:nvSpPr>
            <p:spPr>
              <a:xfrm>
                <a:off x="4043225" y="5883180"/>
                <a:ext cx="571865" cy="1645491"/>
              </a:xfrm>
              <a:custGeom>
                <a:avLst/>
                <a:gdLst>
                  <a:gd name="connsiteX0" fmla="*/ 571866 w 571865"/>
                  <a:gd name="connsiteY0" fmla="*/ 0 h 1645491"/>
                  <a:gd name="connsiteX1" fmla="*/ 322092 w 571865"/>
                  <a:gd name="connsiteY1" fmla="*/ 768662 h 1645491"/>
                  <a:gd name="connsiteX2" fmla="*/ 0 w 571865"/>
                  <a:gd name="connsiteY2" fmla="*/ 1645492 h 1645491"/>
                </a:gdLst>
                <a:ahLst/>
                <a:cxnLst>
                  <a:cxn ang="0">
                    <a:pos x="connsiteX0" y="connsiteY0"/>
                  </a:cxn>
                  <a:cxn ang="0">
                    <a:pos x="connsiteX1" y="connsiteY1"/>
                  </a:cxn>
                  <a:cxn ang="0">
                    <a:pos x="connsiteX2" y="connsiteY2"/>
                  </a:cxn>
                </a:cxnLst>
                <a:rect l="l" t="t" r="r" b="b"/>
                <a:pathLst>
                  <a:path w="571865" h="1645491">
                    <a:moveTo>
                      <a:pt x="571866" y="0"/>
                    </a:moveTo>
                    <a:cubicBezTo>
                      <a:pt x="476277" y="248951"/>
                      <a:pt x="450142" y="538828"/>
                      <a:pt x="322092" y="768662"/>
                    </a:cubicBezTo>
                    <a:cubicBezTo>
                      <a:pt x="176296" y="840717"/>
                      <a:pt x="82170" y="1455948"/>
                      <a:pt x="0" y="164549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7" name="Freeform: Shape 996">
                <a:extLst>
                  <a:ext uri="{FF2B5EF4-FFF2-40B4-BE49-F238E27FC236}">
                    <a16:creationId xmlns:a16="http://schemas.microsoft.com/office/drawing/2014/main" id="{BDDC6C7E-2123-E5C2-2623-03076140C953}"/>
                  </a:ext>
                </a:extLst>
              </p:cNvPr>
              <p:cNvSpPr/>
              <p:nvPr/>
            </p:nvSpPr>
            <p:spPr>
              <a:xfrm>
                <a:off x="3684163" y="5910807"/>
                <a:ext cx="735280" cy="1617859"/>
              </a:xfrm>
              <a:custGeom>
                <a:avLst/>
                <a:gdLst>
                  <a:gd name="connsiteX0" fmla="*/ 735281 w 735280"/>
                  <a:gd name="connsiteY0" fmla="*/ 0 h 1617859"/>
                  <a:gd name="connsiteX1" fmla="*/ 326270 w 735280"/>
                  <a:gd name="connsiteY1" fmla="*/ 800295 h 1617859"/>
                  <a:gd name="connsiteX2" fmla="*/ 0 w 735280"/>
                  <a:gd name="connsiteY2" fmla="*/ 1617860 h 1617859"/>
                </a:gdLst>
                <a:ahLst/>
                <a:cxnLst>
                  <a:cxn ang="0">
                    <a:pos x="connsiteX0" y="connsiteY0"/>
                  </a:cxn>
                  <a:cxn ang="0">
                    <a:pos x="connsiteX1" y="connsiteY1"/>
                  </a:cxn>
                  <a:cxn ang="0">
                    <a:pos x="connsiteX2" y="connsiteY2"/>
                  </a:cxn>
                </a:cxnLst>
                <a:rect l="l" t="t" r="r" b="b"/>
                <a:pathLst>
                  <a:path w="735280" h="1617859">
                    <a:moveTo>
                      <a:pt x="735281" y="0"/>
                    </a:moveTo>
                    <a:cubicBezTo>
                      <a:pt x="611379" y="271949"/>
                      <a:pt x="557458" y="599681"/>
                      <a:pt x="326270" y="800295"/>
                    </a:cubicBezTo>
                    <a:cubicBezTo>
                      <a:pt x="195487" y="1061379"/>
                      <a:pt x="112048" y="1346866"/>
                      <a:pt x="0" y="161786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8" name="Freeform: Shape 997">
                <a:extLst>
                  <a:ext uri="{FF2B5EF4-FFF2-40B4-BE49-F238E27FC236}">
                    <a16:creationId xmlns:a16="http://schemas.microsoft.com/office/drawing/2014/main" id="{3FC5B1ED-615F-46D8-EADF-AEF898123E2C}"/>
                  </a:ext>
                </a:extLst>
              </p:cNvPr>
              <p:cNvSpPr/>
              <p:nvPr/>
            </p:nvSpPr>
            <p:spPr>
              <a:xfrm>
                <a:off x="3325061" y="6004207"/>
                <a:ext cx="898723" cy="1524459"/>
              </a:xfrm>
              <a:custGeom>
                <a:avLst/>
                <a:gdLst>
                  <a:gd name="connsiteX0" fmla="*/ 898724 w 898723"/>
                  <a:gd name="connsiteY0" fmla="*/ 0 h 1524459"/>
                  <a:gd name="connsiteX1" fmla="*/ 641646 w 898723"/>
                  <a:gd name="connsiteY1" fmla="*/ 422716 h 1524459"/>
                  <a:gd name="connsiteX2" fmla="*/ 552121 w 898723"/>
                  <a:gd name="connsiteY2" fmla="*/ 476711 h 1524459"/>
                  <a:gd name="connsiteX3" fmla="*/ 0 w 898723"/>
                  <a:gd name="connsiteY3" fmla="*/ 1524460 h 1524459"/>
                </a:gdLst>
                <a:ahLst/>
                <a:cxnLst>
                  <a:cxn ang="0">
                    <a:pos x="connsiteX0" y="connsiteY0"/>
                  </a:cxn>
                  <a:cxn ang="0">
                    <a:pos x="connsiteX1" y="connsiteY1"/>
                  </a:cxn>
                  <a:cxn ang="0">
                    <a:pos x="connsiteX2" y="connsiteY2"/>
                  </a:cxn>
                  <a:cxn ang="0">
                    <a:pos x="connsiteX3" y="connsiteY3"/>
                  </a:cxn>
                </a:cxnLst>
                <a:rect l="l" t="t" r="r" b="b"/>
                <a:pathLst>
                  <a:path w="898723" h="1524459">
                    <a:moveTo>
                      <a:pt x="898724" y="0"/>
                    </a:moveTo>
                    <a:cubicBezTo>
                      <a:pt x="828412" y="156471"/>
                      <a:pt x="751934" y="295597"/>
                      <a:pt x="641646" y="422716"/>
                    </a:cubicBezTo>
                    <a:cubicBezTo>
                      <a:pt x="563642" y="389569"/>
                      <a:pt x="601327" y="404256"/>
                      <a:pt x="552121" y="476711"/>
                    </a:cubicBezTo>
                    <a:cubicBezTo>
                      <a:pt x="305112" y="788727"/>
                      <a:pt x="176405" y="1170250"/>
                      <a:pt x="0" y="152446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9" name="Freeform: Shape 998">
                <a:extLst>
                  <a:ext uri="{FF2B5EF4-FFF2-40B4-BE49-F238E27FC236}">
                    <a16:creationId xmlns:a16="http://schemas.microsoft.com/office/drawing/2014/main" id="{0DA506C7-3535-BE2A-B581-EEEFE515F6A5}"/>
                  </a:ext>
                </a:extLst>
              </p:cNvPr>
              <p:cNvSpPr/>
              <p:nvPr/>
            </p:nvSpPr>
            <p:spPr>
              <a:xfrm>
                <a:off x="2965964" y="6105614"/>
                <a:ext cx="1062167" cy="1423046"/>
              </a:xfrm>
              <a:custGeom>
                <a:avLst/>
                <a:gdLst>
                  <a:gd name="connsiteX0" fmla="*/ 1062167 w 1062167"/>
                  <a:gd name="connsiteY0" fmla="*/ 0 h 1423046"/>
                  <a:gd name="connsiteX1" fmla="*/ 882099 w 1062167"/>
                  <a:gd name="connsiteY1" fmla="*/ 279572 h 1423046"/>
                  <a:gd name="connsiteX2" fmla="*/ 783938 w 1062167"/>
                  <a:gd name="connsiteY2" fmla="*/ 289562 h 1423046"/>
                  <a:gd name="connsiteX3" fmla="*/ 694167 w 1062167"/>
                  <a:gd name="connsiteY3" fmla="*/ 188012 h 1423046"/>
                  <a:gd name="connsiteX4" fmla="*/ 0 w 1062167"/>
                  <a:gd name="connsiteY4" fmla="*/ 1423046 h 1423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167" h="1423046">
                    <a:moveTo>
                      <a:pt x="1062167" y="0"/>
                    </a:moveTo>
                    <a:cubicBezTo>
                      <a:pt x="1003640" y="93263"/>
                      <a:pt x="945370" y="190955"/>
                      <a:pt x="882099" y="279572"/>
                    </a:cubicBezTo>
                    <a:cubicBezTo>
                      <a:pt x="850718" y="296357"/>
                      <a:pt x="811347" y="256740"/>
                      <a:pt x="783938" y="289562"/>
                    </a:cubicBezTo>
                    <a:cubicBezTo>
                      <a:pt x="734109" y="363606"/>
                      <a:pt x="736749" y="195710"/>
                      <a:pt x="694167" y="188012"/>
                    </a:cubicBezTo>
                    <a:cubicBezTo>
                      <a:pt x="454948" y="593634"/>
                      <a:pt x="228583" y="1009521"/>
                      <a:pt x="0" y="1423046"/>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0" name="Freeform: Shape 999">
                <a:extLst>
                  <a:ext uri="{FF2B5EF4-FFF2-40B4-BE49-F238E27FC236}">
                    <a16:creationId xmlns:a16="http://schemas.microsoft.com/office/drawing/2014/main" id="{049B0FC4-A36D-635B-DE4B-10C84E30A45C}"/>
                  </a:ext>
                </a:extLst>
              </p:cNvPr>
              <p:cNvSpPr/>
              <p:nvPr/>
            </p:nvSpPr>
            <p:spPr>
              <a:xfrm>
                <a:off x="2606891" y="6137658"/>
                <a:ext cx="1225581" cy="1391008"/>
              </a:xfrm>
              <a:custGeom>
                <a:avLst/>
                <a:gdLst>
                  <a:gd name="connsiteX0" fmla="*/ 1225582 w 1225581"/>
                  <a:gd name="connsiteY0" fmla="*/ 0 h 1391008"/>
                  <a:gd name="connsiteX1" fmla="*/ 1027723 w 1225581"/>
                  <a:gd name="connsiteY1" fmla="*/ 270034 h 1391008"/>
                  <a:gd name="connsiteX2" fmla="*/ 921475 w 1225581"/>
                  <a:gd name="connsiteY2" fmla="*/ 249500 h 1391008"/>
                  <a:gd name="connsiteX3" fmla="*/ 880733 w 1225581"/>
                  <a:gd name="connsiteY3" fmla="*/ 280755 h 1391008"/>
                  <a:gd name="connsiteX4" fmla="*/ 808152 w 1225581"/>
                  <a:gd name="connsiteY4" fmla="*/ 115985 h 1391008"/>
                  <a:gd name="connsiteX5" fmla="*/ 0 w 1225581"/>
                  <a:gd name="connsiteY5" fmla="*/ 1391008 h 1391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5581" h="1391008">
                    <a:moveTo>
                      <a:pt x="1225582" y="0"/>
                    </a:moveTo>
                    <a:cubicBezTo>
                      <a:pt x="1161614" y="91199"/>
                      <a:pt x="1091096" y="178657"/>
                      <a:pt x="1027723" y="270034"/>
                    </a:cubicBezTo>
                    <a:cubicBezTo>
                      <a:pt x="992204" y="298403"/>
                      <a:pt x="959114" y="240047"/>
                      <a:pt x="921475" y="249500"/>
                    </a:cubicBezTo>
                    <a:cubicBezTo>
                      <a:pt x="904199" y="250065"/>
                      <a:pt x="894649" y="278286"/>
                      <a:pt x="880733" y="280755"/>
                    </a:cubicBezTo>
                    <a:cubicBezTo>
                      <a:pt x="842877" y="241572"/>
                      <a:pt x="844088" y="157494"/>
                      <a:pt x="808152" y="115985"/>
                    </a:cubicBezTo>
                    <a:cubicBezTo>
                      <a:pt x="537421" y="518453"/>
                      <a:pt x="277332" y="975762"/>
                      <a:pt x="0" y="1391008"/>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1" name="Freeform: Shape 1000">
                <a:extLst>
                  <a:ext uri="{FF2B5EF4-FFF2-40B4-BE49-F238E27FC236}">
                    <a16:creationId xmlns:a16="http://schemas.microsoft.com/office/drawing/2014/main" id="{721733E0-A33F-23FA-9138-0EAF01D1F999}"/>
                  </a:ext>
                </a:extLst>
              </p:cNvPr>
              <p:cNvSpPr/>
              <p:nvPr/>
            </p:nvSpPr>
            <p:spPr>
              <a:xfrm>
                <a:off x="2247869" y="6019357"/>
                <a:ext cx="1388933" cy="1509314"/>
              </a:xfrm>
              <a:custGeom>
                <a:avLst/>
                <a:gdLst>
                  <a:gd name="connsiteX0" fmla="*/ 1388934 w 1388933"/>
                  <a:gd name="connsiteY0" fmla="*/ 0 h 1509314"/>
                  <a:gd name="connsiteX1" fmla="*/ 1134713 w 1388933"/>
                  <a:gd name="connsiteY1" fmla="*/ 364028 h 1509314"/>
                  <a:gd name="connsiteX2" fmla="*/ 997513 w 1388933"/>
                  <a:gd name="connsiteY2" fmla="*/ 399382 h 1509314"/>
                  <a:gd name="connsiteX3" fmla="*/ 891334 w 1388933"/>
                  <a:gd name="connsiteY3" fmla="*/ 317680 h 1509314"/>
                  <a:gd name="connsiteX4" fmla="*/ 0 w 1388933"/>
                  <a:gd name="connsiteY4" fmla="*/ 1509315 h 1509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8933" h="1509314">
                    <a:moveTo>
                      <a:pt x="1388934" y="0"/>
                    </a:moveTo>
                    <a:cubicBezTo>
                      <a:pt x="1292196" y="107682"/>
                      <a:pt x="1260283" y="289631"/>
                      <a:pt x="1134713" y="364028"/>
                    </a:cubicBezTo>
                    <a:cubicBezTo>
                      <a:pt x="1079804" y="354250"/>
                      <a:pt x="1036861" y="362651"/>
                      <a:pt x="997513" y="399382"/>
                    </a:cubicBezTo>
                    <a:cubicBezTo>
                      <a:pt x="958394" y="388695"/>
                      <a:pt x="936506" y="255472"/>
                      <a:pt x="891334" y="317680"/>
                    </a:cubicBezTo>
                    <a:cubicBezTo>
                      <a:pt x="578787" y="703105"/>
                      <a:pt x="289139" y="1105104"/>
                      <a:pt x="0" y="1509315"/>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2" name="Freeform: Shape 1001">
                <a:extLst>
                  <a:ext uri="{FF2B5EF4-FFF2-40B4-BE49-F238E27FC236}">
                    <a16:creationId xmlns:a16="http://schemas.microsoft.com/office/drawing/2014/main" id="{FAE4F6A6-A6A6-DC27-024A-45AA7C3A10EC}"/>
                  </a:ext>
                </a:extLst>
              </p:cNvPr>
              <p:cNvSpPr/>
              <p:nvPr/>
            </p:nvSpPr>
            <p:spPr>
              <a:xfrm>
                <a:off x="1888841" y="5805314"/>
                <a:ext cx="1552285" cy="1723358"/>
              </a:xfrm>
              <a:custGeom>
                <a:avLst/>
                <a:gdLst>
                  <a:gd name="connsiteX0" fmla="*/ 1552286 w 1552285"/>
                  <a:gd name="connsiteY0" fmla="*/ 0 h 1723358"/>
                  <a:gd name="connsiteX1" fmla="*/ 1274359 w 1552285"/>
                  <a:gd name="connsiteY1" fmla="*/ 520797 h 1723358"/>
                  <a:gd name="connsiteX2" fmla="*/ 1111219 w 1552285"/>
                  <a:gd name="connsiteY2" fmla="*/ 623564 h 1723358"/>
                  <a:gd name="connsiteX3" fmla="*/ 855393 w 1552285"/>
                  <a:gd name="connsiteY3" fmla="*/ 772554 h 1723358"/>
                  <a:gd name="connsiteX4" fmla="*/ 0 w 1552285"/>
                  <a:gd name="connsiteY4" fmla="*/ 1723359 h 17233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285" h="1723358">
                    <a:moveTo>
                      <a:pt x="1552286" y="0"/>
                    </a:moveTo>
                    <a:cubicBezTo>
                      <a:pt x="1439163" y="159128"/>
                      <a:pt x="1424778" y="389466"/>
                      <a:pt x="1274359" y="520797"/>
                    </a:cubicBezTo>
                    <a:cubicBezTo>
                      <a:pt x="1211689" y="544366"/>
                      <a:pt x="1156413" y="574037"/>
                      <a:pt x="1111219" y="623564"/>
                    </a:cubicBezTo>
                    <a:cubicBezTo>
                      <a:pt x="992118" y="600435"/>
                      <a:pt x="953925" y="725211"/>
                      <a:pt x="855393" y="772554"/>
                    </a:cubicBezTo>
                    <a:cubicBezTo>
                      <a:pt x="496874" y="1008423"/>
                      <a:pt x="285304" y="1408953"/>
                      <a:pt x="0" y="172335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3" name="Freeform: Shape 1002">
                <a:extLst>
                  <a:ext uri="{FF2B5EF4-FFF2-40B4-BE49-F238E27FC236}">
                    <a16:creationId xmlns:a16="http://schemas.microsoft.com/office/drawing/2014/main" id="{338D0D80-8C8A-27DB-FFA2-A04E989DFB9C}"/>
                  </a:ext>
                </a:extLst>
              </p:cNvPr>
              <p:cNvSpPr/>
              <p:nvPr/>
            </p:nvSpPr>
            <p:spPr>
              <a:xfrm>
                <a:off x="1529814" y="5590687"/>
                <a:ext cx="1715637" cy="1937979"/>
              </a:xfrm>
              <a:custGeom>
                <a:avLst/>
                <a:gdLst>
                  <a:gd name="connsiteX0" fmla="*/ 1715637 w 1715637"/>
                  <a:gd name="connsiteY0" fmla="*/ 0 h 1937979"/>
                  <a:gd name="connsiteX1" fmla="*/ 1413662 w 1715637"/>
                  <a:gd name="connsiteY1" fmla="*/ 673964 h 1937979"/>
                  <a:gd name="connsiteX2" fmla="*/ 802723 w 1715637"/>
                  <a:gd name="connsiteY2" fmla="*/ 1105184 h 1937979"/>
                  <a:gd name="connsiteX3" fmla="*/ 473579 w 1715637"/>
                  <a:gd name="connsiteY3" fmla="*/ 1409502 h 1937979"/>
                  <a:gd name="connsiteX4" fmla="*/ 0 w 1715637"/>
                  <a:gd name="connsiteY4" fmla="*/ 1937980 h 19379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5637" h="1937979">
                    <a:moveTo>
                      <a:pt x="1715637" y="0"/>
                    </a:moveTo>
                    <a:cubicBezTo>
                      <a:pt x="1586907" y="208660"/>
                      <a:pt x="1585558" y="491393"/>
                      <a:pt x="1413662" y="673964"/>
                    </a:cubicBezTo>
                    <a:cubicBezTo>
                      <a:pt x="1175821" y="856273"/>
                      <a:pt x="1134102" y="1060190"/>
                      <a:pt x="802723" y="1105184"/>
                    </a:cubicBezTo>
                    <a:cubicBezTo>
                      <a:pt x="660288" y="1163060"/>
                      <a:pt x="578267" y="1303740"/>
                      <a:pt x="473579" y="1409502"/>
                    </a:cubicBezTo>
                    <a:cubicBezTo>
                      <a:pt x="315594" y="1585376"/>
                      <a:pt x="157494" y="1761014"/>
                      <a:pt x="0" y="193798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4" name="Freeform: Shape 1003">
                <a:extLst>
                  <a:ext uri="{FF2B5EF4-FFF2-40B4-BE49-F238E27FC236}">
                    <a16:creationId xmlns:a16="http://schemas.microsoft.com/office/drawing/2014/main" id="{C6DE44F9-8FCB-94EE-5135-EB41A5F04B32}"/>
                  </a:ext>
                </a:extLst>
              </p:cNvPr>
              <p:cNvSpPr/>
              <p:nvPr/>
            </p:nvSpPr>
            <p:spPr>
              <a:xfrm>
                <a:off x="1170791" y="5470626"/>
                <a:ext cx="1878983" cy="2058034"/>
              </a:xfrm>
              <a:custGeom>
                <a:avLst/>
                <a:gdLst>
                  <a:gd name="connsiteX0" fmla="*/ 1878984 w 1878983"/>
                  <a:gd name="connsiteY0" fmla="*/ 0 h 2058034"/>
                  <a:gd name="connsiteX1" fmla="*/ 1451187 w 1878983"/>
                  <a:gd name="connsiteY1" fmla="*/ 855816 h 2058034"/>
                  <a:gd name="connsiteX2" fmla="*/ 1084158 w 1878983"/>
                  <a:gd name="connsiteY2" fmla="*/ 1230691 h 2058034"/>
                  <a:gd name="connsiteX3" fmla="*/ 544119 w 1878983"/>
                  <a:gd name="connsiteY3" fmla="*/ 1503485 h 2058034"/>
                  <a:gd name="connsiteX4" fmla="*/ 0 w 1878983"/>
                  <a:gd name="connsiteY4" fmla="*/ 2058034 h 20580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8983" h="2058034">
                    <a:moveTo>
                      <a:pt x="1878984" y="0"/>
                    </a:moveTo>
                    <a:cubicBezTo>
                      <a:pt x="1718683" y="277755"/>
                      <a:pt x="1730571" y="651424"/>
                      <a:pt x="1451187" y="855816"/>
                    </a:cubicBezTo>
                    <a:cubicBezTo>
                      <a:pt x="1302540" y="956211"/>
                      <a:pt x="1282263" y="1210534"/>
                      <a:pt x="1084158" y="1230691"/>
                    </a:cubicBezTo>
                    <a:cubicBezTo>
                      <a:pt x="834653" y="1194172"/>
                      <a:pt x="697036" y="1328560"/>
                      <a:pt x="544119" y="1503485"/>
                    </a:cubicBezTo>
                    <a:cubicBezTo>
                      <a:pt x="362783" y="1688211"/>
                      <a:pt x="181503" y="1872840"/>
                      <a:pt x="0" y="2058034"/>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5" name="Freeform: Shape 1004">
                <a:extLst>
                  <a:ext uri="{FF2B5EF4-FFF2-40B4-BE49-F238E27FC236}">
                    <a16:creationId xmlns:a16="http://schemas.microsoft.com/office/drawing/2014/main" id="{249AC4A7-BFFF-83EF-DD05-9366B2F4CE4E}"/>
                  </a:ext>
                </a:extLst>
              </p:cNvPr>
              <p:cNvSpPr/>
              <p:nvPr/>
            </p:nvSpPr>
            <p:spPr>
              <a:xfrm>
                <a:off x="811741" y="5495423"/>
                <a:ext cx="2042581" cy="2033243"/>
              </a:xfrm>
              <a:custGeom>
                <a:avLst/>
                <a:gdLst>
                  <a:gd name="connsiteX0" fmla="*/ 2042581 w 2042581"/>
                  <a:gd name="connsiteY0" fmla="*/ 0 h 2033243"/>
                  <a:gd name="connsiteX1" fmla="*/ 1531637 w 2042581"/>
                  <a:gd name="connsiteY1" fmla="*/ 872343 h 2033243"/>
                  <a:gd name="connsiteX2" fmla="*/ 1136445 w 2042581"/>
                  <a:gd name="connsiteY2" fmla="*/ 1210998 h 2033243"/>
                  <a:gd name="connsiteX3" fmla="*/ 577124 w 2042581"/>
                  <a:gd name="connsiteY3" fmla="*/ 1492055 h 2033243"/>
                  <a:gd name="connsiteX4" fmla="*/ 0 w 2042581"/>
                  <a:gd name="connsiteY4" fmla="*/ 2033243 h 2033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2581" h="2033243">
                    <a:moveTo>
                      <a:pt x="2042581" y="0"/>
                    </a:moveTo>
                    <a:cubicBezTo>
                      <a:pt x="1871314" y="303021"/>
                      <a:pt x="1846054" y="663146"/>
                      <a:pt x="1531637" y="872343"/>
                    </a:cubicBezTo>
                    <a:cubicBezTo>
                      <a:pt x="1391294" y="979929"/>
                      <a:pt x="1357656" y="1238830"/>
                      <a:pt x="1136445" y="1210998"/>
                    </a:cubicBezTo>
                    <a:cubicBezTo>
                      <a:pt x="894289" y="1158802"/>
                      <a:pt x="733126" y="1337464"/>
                      <a:pt x="577124" y="1492055"/>
                    </a:cubicBezTo>
                    <a:cubicBezTo>
                      <a:pt x="384820" y="1672364"/>
                      <a:pt x="192607" y="1852614"/>
                      <a:pt x="0" y="2033243"/>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6" name="Freeform: Shape 1005">
                <a:extLst>
                  <a:ext uri="{FF2B5EF4-FFF2-40B4-BE49-F238E27FC236}">
                    <a16:creationId xmlns:a16="http://schemas.microsoft.com/office/drawing/2014/main" id="{41FAB216-F85D-2ADD-0A84-2DB4744BAB14}"/>
                  </a:ext>
                </a:extLst>
              </p:cNvPr>
              <p:cNvSpPr/>
              <p:nvPr/>
            </p:nvSpPr>
            <p:spPr>
              <a:xfrm>
                <a:off x="452685" y="5598802"/>
                <a:ext cx="2206738" cy="1929869"/>
              </a:xfrm>
              <a:custGeom>
                <a:avLst/>
                <a:gdLst>
                  <a:gd name="connsiteX0" fmla="*/ 2206739 w 2206738"/>
                  <a:gd name="connsiteY0" fmla="*/ 0 h 1929869"/>
                  <a:gd name="connsiteX1" fmla="*/ 1633701 w 2206738"/>
                  <a:gd name="connsiteY1" fmla="*/ 786315 h 1929869"/>
                  <a:gd name="connsiteX2" fmla="*/ 1211426 w 2206738"/>
                  <a:gd name="connsiteY2" fmla="*/ 1109647 h 1929869"/>
                  <a:gd name="connsiteX3" fmla="*/ 613437 w 2206738"/>
                  <a:gd name="connsiteY3" fmla="*/ 1397238 h 1929869"/>
                  <a:gd name="connsiteX4" fmla="*/ 0 w 2206738"/>
                  <a:gd name="connsiteY4" fmla="*/ 1929870 h 1929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6738" h="1929869">
                    <a:moveTo>
                      <a:pt x="2206739" y="0"/>
                    </a:moveTo>
                    <a:cubicBezTo>
                      <a:pt x="2014972" y="302849"/>
                      <a:pt x="1954536" y="572511"/>
                      <a:pt x="1633701" y="786315"/>
                    </a:cubicBezTo>
                    <a:cubicBezTo>
                      <a:pt x="1496490" y="905536"/>
                      <a:pt x="1441740" y="1153247"/>
                      <a:pt x="1211426" y="1109647"/>
                    </a:cubicBezTo>
                    <a:cubicBezTo>
                      <a:pt x="958388" y="1055292"/>
                      <a:pt x="784784" y="1243841"/>
                      <a:pt x="613437" y="1397238"/>
                    </a:cubicBezTo>
                    <a:cubicBezTo>
                      <a:pt x="409034" y="1574700"/>
                      <a:pt x="204723" y="1752105"/>
                      <a:pt x="0" y="192987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7" name="Freeform: Shape 1006">
                <a:extLst>
                  <a:ext uri="{FF2B5EF4-FFF2-40B4-BE49-F238E27FC236}">
                    <a16:creationId xmlns:a16="http://schemas.microsoft.com/office/drawing/2014/main" id="{0156E19B-EF3A-0822-8A91-582F7A75CA0A}"/>
                  </a:ext>
                </a:extLst>
              </p:cNvPr>
              <p:cNvSpPr/>
              <p:nvPr/>
            </p:nvSpPr>
            <p:spPr>
              <a:xfrm>
                <a:off x="93634" y="5753747"/>
                <a:ext cx="2371279" cy="1774919"/>
              </a:xfrm>
              <a:custGeom>
                <a:avLst/>
                <a:gdLst>
                  <a:gd name="connsiteX0" fmla="*/ 2371279 w 2371279"/>
                  <a:gd name="connsiteY0" fmla="*/ 0 h 1774919"/>
                  <a:gd name="connsiteX1" fmla="*/ 1727936 w 2371279"/>
                  <a:gd name="connsiteY1" fmla="*/ 653573 h 1774919"/>
                  <a:gd name="connsiteX2" fmla="*/ 1314267 w 2371279"/>
                  <a:gd name="connsiteY2" fmla="*/ 958868 h 1774919"/>
                  <a:gd name="connsiteX3" fmla="*/ 686669 w 2371279"/>
                  <a:gd name="connsiteY3" fmla="*/ 1219832 h 1774919"/>
                  <a:gd name="connsiteX4" fmla="*/ 0 w 2371279"/>
                  <a:gd name="connsiteY4" fmla="*/ 1774919 h 1774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1279" h="1774919">
                    <a:moveTo>
                      <a:pt x="2371279" y="0"/>
                    </a:moveTo>
                    <a:cubicBezTo>
                      <a:pt x="2175906" y="238978"/>
                      <a:pt x="1986203" y="477819"/>
                      <a:pt x="1727936" y="653573"/>
                    </a:cubicBezTo>
                    <a:cubicBezTo>
                      <a:pt x="1606115" y="780646"/>
                      <a:pt x="1532672" y="998262"/>
                      <a:pt x="1314267" y="958868"/>
                    </a:cubicBezTo>
                    <a:cubicBezTo>
                      <a:pt x="1058589" y="902473"/>
                      <a:pt x="865297" y="1060110"/>
                      <a:pt x="686669" y="1219832"/>
                    </a:cubicBezTo>
                    <a:cubicBezTo>
                      <a:pt x="457852" y="1404782"/>
                      <a:pt x="229149" y="1589667"/>
                      <a:pt x="0" y="1774919"/>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8" name="Freeform: Shape 1007">
                <a:extLst>
                  <a:ext uri="{FF2B5EF4-FFF2-40B4-BE49-F238E27FC236}">
                    <a16:creationId xmlns:a16="http://schemas.microsoft.com/office/drawing/2014/main" id="{B326D9E6-1D36-ECAA-A015-DC5054D504F0}"/>
                  </a:ext>
                </a:extLst>
              </p:cNvPr>
              <p:cNvSpPr/>
              <p:nvPr/>
            </p:nvSpPr>
            <p:spPr>
              <a:xfrm>
                <a:off x="-265421" y="5935741"/>
                <a:ext cx="2536019" cy="1592930"/>
              </a:xfrm>
              <a:custGeom>
                <a:avLst/>
                <a:gdLst>
                  <a:gd name="connsiteX0" fmla="*/ 2536020 w 2536019"/>
                  <a:gd name="connsiteY0" fmla="*/ 0 h 1592930"/>
                  <a:gd name="connsiteX1" fmla="*/ 1844842 w 2536019"/>
                  <a:gd name="connsiteY1" fmla="*/ 474482 h 1592930"/>
                  <a:gd name="connsiteX2" fmla="*/ 1517658 w 2536019"/>
                  <a:gd name="connsiteY2" fmla="*/ 777006 h 1592930"/>
                  <a:gd name="connsiteX3" fmla="*/ 822857 w 2536019"/>
                  <a:gd name="connsiteY3" fmla="*/ 970670 h 1592930"/>
                  <a:gd name="connsiteX4" fmla="*/ 0 w 2536019"/>
                  <a:gd name="connsiteY4" fmla="*/ 1592931 h 159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019" h="1592930">
                    <a:moveTo>
                      <a:pt x="2536020" y="0"/>
                    </a:moveTo>
                    <a:cubicBezTo>
                      <a:pt x="2297196" y="146441"/>
                      <a:pt x="2062652" y="296717"/>
                      <a:pt x="1844842" y="474482"/>
                    </a:cubicBezTo>
                    <a:cubicBezTo>
                      <a:pt x="1731862" y="570535"/>
                      <a:pt x="1686794" y="758638"/>
                      <a:pt x="1517658" y="777006"/>
                    </a:cubicBezTo>
                    <a:cubicBezTo>
                      <a:pt x="1222439" y="773462"/>
                      <a:pt x="1055983" y="747734"/>
                      <a:pt x="822857" y="970670"/>
                    </a:cubicBezTo>
                    <a:cubicBezTo>
                      <a:pt x="548629" y="1178016"/>
                      <a:pt x="274560" y="1385288"/>
                      <a:pt x="0" y="1592931"/>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9" name="Freeform: Shape 1008">
                <a:extLst>
                  <a:ext uri="{FF2B5EF4-FFF2-40B4-BE49-F238E27FC236}">
                    <a16:creationId xmlns:a16="http://schemas.microsoft.com/office/drawing/2014/main" id="{B23B39B4-1159-FAA0-C227-784FB8D80461}"/>
                  </a:ext>
                </a:extLst>
              </p:cNvPr>
              <p:cNvSpPr/>
              <p:nvPr/>
            </p:nvSpPr>
            <p:spPr>
              <a:xfrm>
                <a:off x="-624483" y="6120256"/>
                <a:ext cx="2700783" cy="1408421"/>
              </a:xfrm>
              <a:custGeom>
                <a:avLst/>
                <a:gdLst>
                  <a:gd name="connsiteX0" fmla="*/ 2700783 w 2700783"/>
                  <a:gd name="connsiteY0" fmla="*/ 0 h 1408421"/>
                  <a:gd name="connsiteX1" fmla="*/ 2297493 w 2700783"/>
                  <a:gd name="connsiteY1" fmla="*/ 55172 h 1408421"/>
                  <a:gd name="connsiteX2" fmla="*/ 1923503 w 2700783"/>
                  <a:gd name="connsiteY2" fmla="*/ 328253 h 1408421"/>
                  <a:gd name="connsiteX3" fmla="*/ 1703567 w 2700783"/>
                  <a:gd name="connsiteY3" fmla="*/ 571603 h 1408421"/>
                  <a:gd name="connsiteX4" fmla="*/ 1144446 w 2700783"/>
                  <a:gd name="connsiteY4" fmla="*/ 618506 h 1408421"/>
                  <a:gd name="connsiteX5" fmla="*/ 0 w 2700783"/>
                  <a:gd name="connsiteY5" fmla="*/ 1408422 h 140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0783" h="1408421">
                    <a:moveTo>
                      <a:pt x="2700783" y="0"/>
                    </a:moveTo>
                    <a:cubicBezTo>
                      <a:pt x="2574745" y="62797"/>
                      <a:pt x="2421908" y="-20294"/>
                      <a:pt x="2297493" y="55172"/>
                    </a:cubicBezTo>
                    <a:cubicBezTo>
                      <a:pt x="2172340" y="144561"/>
                      <a:pt x="2038929" y="226594"/>
                      <a:pt x="1923503" y="328253"/>
                    </a:cubicBezTo>
                    <a:cubicBezTo>
                      <a:pt x="1851054" y="408719"/>
                      <a:pt x="1805689" y="523157"/>
                      <a:pt x="1703567" y="571603"/>
                    </a:cubicBezTo>
                    <a:cubicBezTo>
                      <a:pt x="1526436" y="650704"/>
                      <a:pt x="1324771" y="545240"/>
                      <a:pt x="1144446" y="618506"/>
                    </a:cubicBezTo>
                    <a:cubicBezTo>
                      <a:pt x="742356" y="844522"/>
                      <a:pt x="385391" y="1152264"/>
                      <a:pt x="0" y="140842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10" name="Freeform: Shape 1009">
                <a:extLst>
                  <a:ext uri="{FF2B5EF4-FFF2-40B4-BE49-F238E27FC236}">
                    <a16:creationId xmlns:a16="http://schemas.microsoft.com/office/drawing/2014/main" id="{897D8925-DEB5-BF69-4E32-F4CEA5C35A83}"/>
                  </a:ext>
                </a:extLst>
              </p:cNvPr>
              <p:cNvSpPr/>
              <p:nvPr/>
            </p:nvSpPr>
            <p:spPr>
              <a:xfrm>
                <a:off x="-983528" y="6165757"/>
                <a:ext cx="2865369" cy="1362909"/>
              </a:xfrm>
              <a:custGeom>
                <a:avLst/>
                <a:gdLst>
                  <a:gd name="connsiteX0" fmla="*/ 2865370 w 2865369"/>
                  <a:gd name="connsiteY0" fmla="*/ 117011 h 1362909"/>
                  <a:gd name="connsiteX1" fmla="*/ 2466126 w 2865369"/>
                  <a:gd name="connsiteY1" fmla="*/ 3099 h 1362909"/>
                  <a:gd name="connsiteX2" fmla="*/ 2065413 w 2865369"/>
                  <a:gd name="connsiteY2" fmla="*/ 259206 h 1362909"/>
                  <a:gd name="connsiteX3" fmla="*/ 1818770 w 2865369"/>
                  <a:gd name="connsiteY3" fmla="*/ 526090 h 1362909"/>
                  <a:gd name="connsiteX4" fmla="*/ 1219570 w 2865369"/>
                  <a:gd name="connsiteY4" fmla="*/ 571633 h 1362909"/>
                  <a:gd name="connsiteX5" fmla="*/ 0 w 2865369"/>
                  <a:gd name="connsiteY5" fmla="*/ 1362910 h 136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5369" h="1362909">
                    <a:moveTo>
                      <a:pt x="2865370" y="117011"/>
                    </a:moveTo>
                    <a:cubicBezTo>
                      <a:pt x="2720877" y="156690"/>
                      <a:pt x="2613287" y="-25699"/>
                      <a:pt x="2466126" y="3099"/>
                    </a:cubicBezTo>
                    <a:cubicBezTo>
                      <a:pt x="2321685" y="63261"/>
                      <a:pt x="2199001" y="176229"/>
                      <a:pt x="2065413" y="259206"/>
                    </a:cubicBezTo>
                    <a:cubicBezTo>
                      <a:pt x="1975150" y="339112"/>
                      <a:pt x="1929801" y="469723"/>
                      <a:pt x="1818770" y="526090"/>
                    </a:cubicBezTo>
                    <a:cubicBezTo>
                      <a:pt x="1629821" y="615038"/>
                      <a:pt x="1414160" y="500847"/>
                      <a:pt x="1219570" y="571633"/>
                    </a:cubicBezTo>
                    <a:cubicBezTo>
                      <a:pt x="791242" y="792901"/>
                      <a:pt x="410520" y="1107174"/>
                      <a:pt x="0" y="1362910"/>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11" name="Freeform: Shape 1010">
                <a:extLst>
                  <a:ext uri="{FF2B5EF4-FFF2-40B4-BE49-F238E27FC236}">
                    <a16:creationId xmlns:a16="http://schemas.microsoft.com/office/drawing/2014/main" id="{5767A6FC-CAEB-F7D4-D710-45B2166A755B}"/>
                  </a:ext>
                </a:extLst>
              </p:cNvPr>
              <p:cNvSpPr/>
              <p:nvPr/>
            </p:nvSpPr>
            <p:spPr>
              <a:xfrm>
                <a:off x="-1342590" y="6172982"/>
                <a:ext cx="3029624" cy="1355672"/>
              </a:xfrm>
              <a:custGeom>
                <a:avLst/>
                <a:gdLst>
                  <a:gd name="connsiteX0" fmla="*/ 3029625 w 3029624"/>
                  <a:gd name="connsiteY0" fmla="*/ 225771 h 1355672"/>
                  <a:gd name="connsiteX1" fmla="*/ 2639930 w 3029624"/>
                  <a:gd name="connsiteY1" fmla="*/ 0 h 1355672"/>
                  <a:gd name="connsiteX2" fmla="*/ 2253899 w 3029624"/>
                  <a:gd name="connsiteY2" fmla="*/ 205443 h 1355672"/>
                  <a:gd name="connsiteX3" fmla="*/ 1945689 w 3029624"/>
                  <a:gd name="connsiteY3" fmla="*/ 510910 h 1355672"/>
                  <a:gd name="connsiteX4" fmla="*/ 1316805 w 3029624"/>
                  <a:gd name="connsiteY4" fmla="*/ 557350 h 1355672"/>
                  <a:gd name="connsiteX5" fmla="*/ 0 w 3029624"/>
                  <a:gd name="connsiteY5" fmla="*/ 1355672 h 1355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29624" h="1355672">
                    <a:moveTo>
                      <a:pt x="3029625" y="225771"/>
                    </a:moveTo>
                    <a:cubicBezTo>
                      <a:pt x="2868061" y="248529"/>
                      <a:pt x="2792795" y="25180"/>
                      <a:pt x="2639930" y="0"/>
                    </a:cubicBezTo>
                    <a:cubicBezTo>
                      <a:pt x="2494923" y="3040"/>
                      <a:pt x="2382229" y="144721"/>
                      <a:pt x="2253899" y="205443"/>
                    </a:cubicBezTo>
                    <a:cubicBezTo>
                      <a:pt x="2117528" y="270057"/>
                      <a:pt x="2068984" y="431534"/>
                      <a:pt x="1945689" y="510910"/>
                    </a:cubicBezTo>
                    <a:cubicBezTo>
                      <a:pt x="1751150" y="618809"/>
                      <a:pt x="1523025" y="499634"/>
                      <a:pt x="1316805" y="557350"/>
                    </a:cubicBezTo>
                    <a:cubicBezTo>
                      <a:pt x="850112" y="762827"/>
                      <a:pt x="443404" y="1100384"/>
                      <a:pt x="0" y="1355672"/>
                    </a:cubicBezTo>
                  </a:path>
                </a:pathLst>
              </a:custGeom>
              <a:grpFill/>
              <a:ln w="6350" cap="rnd">
                <a:solidFill>
                  <a:schemeClr val="tx2">
                    <a:lumMod val="75000"/>
                    <a:lumOff val="2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nvGrpSpPr>
            <p:cNvPr id="38" name="Graphic 2">
              <a:extLst>
                <a:ext uri="{FF2B5EF4-FFF2-40B4-BE49-F238E27FC236}">
                  <a16:creationId xmlns:a16="http://schemas.microsoft.com/office/drawing/2014/main" id="{2FEA6A34-9375-C528-BA83-F0EBE7693E83}"/>
                </a:ext>
              </a:extLst>
            </p:cNvPr>
            <p:cNvGrpSpPr/>
            <p:nvPr/>
          </p:nvGrpSpPr>
          <p:grpSpPr>
            <a:xfrm>
              <a:off x="-1350054" y="4031449"/>
              <a:ext cx="13299963" cy="3500111"/>
              <a:chOff x="-1350054" y="4031449"/>
              <a:chExt cx="13299963" cy="3500111"/>
            </a:xfrm>
            <a:grpFill/>
          </p:grpSpPr>
          <p:sp>
            <p:nvSpPr>
              <p:cNvPr id="39" name="Freeform: Shape 38">
                <a:extLst>
                  <a:ext uri="{FF2B5EF4-FFF2-40B4-BE49-F238E27FC236}">
                    <a16:creationId xmlns:a16="http://schemas.microsoft.com/office/drawing/2014/main" id="{C752BA2B-175E-7345-5212-8748ABD8A26F}"/>
                  </a:ext>
                </a:extLst>
              </p:cNvPr>
              <p:cNvSpPr/>
              <p:nvPr/>
            </p:nvSpPr>
            <p:spPr>
              <a:xfrm>
                <a:off x="8916065" y="4031449"/>
                <a:ext cx="7264" cy="3484"/>
              </a:xfrm>
              <a:custGeom>
                <a:avLst/>
                <a:gdLst>
                  <a:gd name="connsiteX0" fmla="*/ 4855 w 7264"/>
                  <a:gd name="connsiteY0" fmla="*/ 2603 h 3484"/>
                  <a:gd name="connsiteX1" fmla="*/ 306 w 7264"/>
                  <a:gd name="connsiteY1" fmla="*/ 2083 h 3484"/>
                  <a:gd name="connsiteX2" fmla="*/ 4855 w 7264"/>
                  <a:gd name="connsiteY2" fmla="*/ 2603 h 3484"/>
                </a:gdLst>
                <a:ahLst/>
                <a:cxnLst>
                  <a:cxn ang="0">
                    <a:pos x="connsiteX0" y="connsiteY0"/>
                  </a:cxn>
                  <a:cxn ang="0">
                    <a:pos x="connsiteX1" y="connsiteY1"/>
                  </a:cxn>
                  <a:cxn ang="0">
                    <a:pos x="connsiteX2" y="connsiteY2"/>
                  </a:cxn>
                </a:cxnLst>
                <a:rect l="l" t="t" r="r" b="b"/>
                <a:pathLst>
                  <a:path w="7264" h="3484">
                    <a:moveTo>
                      <a:pt x="4855" y="2603"/>
                    </a:moveTo>
                    <a:cubicBezTo>
                      <a:pt x="11610" y="-929"/>
                      <a:pt x="2214" y="-631"/>
                      <a:pt x="306" y="2083"/>
                    </a:cubicBezTo>
                    <a:cubicBezTo>
                      <a:pt x="-1266" y="4478"/>
                      <a:pt x="3677" y="3209"/>
                      <a:pt x="4855" y="260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 name="Freeform: Shape 39">
                <a:extLst>
                  <a:ext uri="{FF2B5EF4-FFF2-40B4-BE49-F238E27FC236}">
                    <a16:creationId xmlns:a16="http://schemas.microsoft.com/office/drawing/2014/main" id="{1D261317-C765-DD92-0546-342F0AB04188}"/>
                  </a:ext>
                </a:extLst>
              </p:cNvPr>
              <p:cNvSpPr/>
              <p:nvPr/>
            </p:nvSpPr>
            <p:spPr>
              <a:xfrm>
                <a:off x="10041647" y="6326134"/>
                <a:ext cx="10111" cy="2628"/>
              </a:xfrm>
              <a:custGeom>
                <a:avLst/>
                <a:gdLst>
                  <a:gd name="connsiteX0" fmla="*/ 3025 w 10111"/>
                  <a:gd name="connsiteY0" fmla="*/ 27 h 2628"/>
                  <a:gd name="connsiteX1" fmla="*/ 7088 w 10111"/>
                  <a:gd name="connsiteY1" fmla="*/ 2600 h 2628"/>
                  <a:gd name="connsiteX2" fmla="*/ 3025 w 10111"/>
                  <a:gd name="connsiteY2" fmla="*/ 27 h 2628"/>
                </a:gdLst>
                <a:ahLst/>
                <a:cxnLst>
                  <a:cxn ang="0">
                    <a:pos x="connsiteX0" y="connsiteY0"/>
                  </a:cxn>
                  <a:cxn ang="0">
                    <a:pos x="connsiteX1" y="connsiteY1"/>
                  </a:cxn>
                  <a:cxn ang="0">
                    <a:pos x="connsiteX2" y="connsiteY2"/>
                  </a:cxn>
                </a:cxnLst>
                <a:rect l="l" t="t" r="r" b="b"/>
                <a:pathLst>
                  <a:path w="10111" h="2628">
                    <a:moveTo>
                      <a:pt x="3025" y="27"/>
                    </a:moveTo>
                    <a:cubicBezTo>
                      <a:pt x="-4405" y="451"/>
                      <a:pt x="3779" y="2920"/>
                      <a:pt x="7088" y="2600"/>
                    </a:cubicBezTo>
                    <a:cubicBezTo>
                      <a:pt x="14517" y="2182"/>
                      <a:pt x="6328" y="-286"/>
                      <a:pt x="3025"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 name="Freeform: Shape 40">
                <a:extLst>
                  <a:ext uri="{FF2B5EF4-FFF2-40B4-BE49-F238E27FC236}">
                    <a16:creationId xmlns:a16="http://schemas.microsoft.com/office/drawing/2014/main" id="{14579F14-3A7B-09D7-7FBD-E0BD251CDDAC}"/>
                  </a:ext>
                </a:extLst>
              </p:cNvPr>
              <p:cNvSpPr/>
              <p:nvPr/>
            </p:nvSpPr>
            <p:spPr>
              <a:xfrm>
                <a:off x="10590532" y="6674043"/>
                <a:ext cx="11494" cy="3283"/>
              </a:xfrm>
              <a:custGeom>
                <a:avLst/>
                <a:gdLst>
                  <a:gd name="connsiteX0" fmla="*/ 3214 w 11494"/>
                  <a:gd name="connsiteY0" fmla="*/ 36 h 3283"/>
                  <a:gd name="connsiteX1" fmla="*/ 8278 w 11494"/>
                  <a:gd name="connsiteY1" fmla="*/ 3248 h 3283"/>
                  <a:gd name="connsiteX2" fmla="*/ 3214 w 11494"/>
                  <a:gd name="connsiteY2" fmla="*/ 36 h 3283"/>
                </a:gdLst>
                <a:ahLst/>
                <a:cxnLst>
                  <a:cxn ang="0">
                    <a:pos x="connsiteX0" y="connsiteY0"/>
                  </a:cxn>
                  <a:cxn ang="0">
                    <a:pos x="connsiteX1" y="connsiteY1"/>
                  </a:cxn>
                  <a:cxn ang="0">
                    <a:pos x="connsiteX2" y="connsiteY2"/>
                  </a:cxn>
                </a:cxnLst>
                <a:rect l="l" t="t" r="r" b="b"/>
                <a:pathLst>
                  <a:path w="11494" h="3283">
                    <a:moveTo>
                      <a:pt x="3214" y="36"/>
                    </a:moveTo>
                    <a:cubicBezTo>
                      <a:pt x="-5038" y="596"/>
                      <a:pt x="4797" y="3648"/>
                      <a:pt x="8278" y="3248"/>
                    </a:cubicBezTo>
                    <a:cubicBezTo>
                      <a:pt x="16536" y="2682"/>
                      <a:pt x="6695" y="-364"/>
                      <a:pt x="3214" y="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 name="Freeform: Shape 41">
                <a:extLst>
                  <a:ext uri="{FF2B5EF4-FFF2-40B4-BE49-F238E27FC236}">
                    <a16:creationId xmlns:a16="http://schemas.microsoft.com/office/drawing/2014/main" id="{3571EA9C-1898-CBF5-C655-6E4860C8A2A4}"/>
                  </a:ext>
                </a:extLst>
              </p:cNvPr>
              <p:cNvSpPr/>
              <p:nvPr/>
            </p:nvSpPr>
            <p:spPr>
              <a:xfrm>
                <a:off x="10441481" y="6579690"/>
                <a:ext cx="11013" cy="3094"/>
              </a:xfrm>
              <a:custGeom>
                <a:avLst/>
                <a:gdLst>
                  <a:gd name="connsiteX0" fmla="*/ 3304 w 11013"/>
                  <a:gd name="connsiteY0" fmla="*/ 0 h 3094"/>
                  <a:gd name="connsiteX1" fmla="*/ 10785 w 11013"/>
                  <a:gd name="connsiteY1" fmla="*/ 1515 h 3094"/>
                  <a:gd name="connsiteX2" fmla="*/ 3304 w 11013"/>
                  <a:gd name="connsiteY2" fmla="*/ 0 h 3094"/>
                </a:gdLst>
                <a:ahLst/>
                <a:cxnLst>
                  <a:cxn ang="0">
                    <a:pos x="connsiteX0" y="connsiteY0"/>
                  </a:cxn>
                  <a:cxn ang="0">
                    <a:pos x="connsiteX1" y="connsiteY1"/>
                  </a:cxn>
                  <a:cxn ang="0">
                    <a:pos x="connsiteX2" y="connsiteY2"/>
                  </a:cxn>
                </a:cxnLst>
                <a:rect l="l" t="t" r="r" b="b"/>
                <a:pathLst>
                  <a:path w="11013" h="3094">
                    <a:moveTo>
                      <a:pt x="3304" y="0"/>
                    </a:moveTo>
                    <a:cubicBezTo>
                      <a:pt x="-7966" y="749"/>
                      <a:pt x="13425" y="5515"/>
                      <a:pt x="10785" y="1515"/>
                    </a:cubicBezTo>
                    <a:cubicBezTo>
                      <a:pt x="9465" y="675"/>
                      <a:pt x="6116" y="0"/>
                      <a:pt x="330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 name="Freeform: Shape 42">
                <a:extLst>
                  <a:ext uri="{FF2B5EF4-FFF2-40B4-BE49-F238E27FC236}">
                    <a16:creationId xmlns:a16="http://schemas.microsoft.com/office/drawing/2014/main" id="{0DAB2F5D-8843-E0DD-5486-B3E710236B71}"/>
                  </a:ext>
                </a:extLst>
              </p:cNvPr>
              <p:cNvSpPr/>
              <p:nvPr/>
            </p:nvSpPr>
            <p:spPr>
              <a:xfrm>
                <a:off x="10300795" y="6490514"/>
                <a:ext cx="10668" cy="2926"/>
              </a:xfrm>
              <a:custGeom>
                <a:avLst/>
                <a:gdLst>
                  <a:gd name="connsiteX0" fmla="*/ 3258 w 10668"/>
                  <a:gd name="connsiteY0" fmla="*/ 0 h 2926"/>
                  <a:gd name="connsiteX1" fmla="*/ 10471 w 10668"/>
                  <a:gd name="connsiteY1" fmla="*/ 1434 h 2926"/>
                  <a:gd name="connsiteX2" fmla="*/ 3258 w 10668"/>
                  <a:gd name="connsiteY2" fmla="*/ 0 h 2926"/>
                </a:gdLst>
                <a:ahLst/>
                <a:cxnLst>
                  <a:cxn ang="0">
                    <a:pos x="connsiteX0" y="connsiteY0"/>
                  </a:cxn>
                  <a:cxn ang="0">
                    <a:pos x="connsiteX1" y="connsiteY1"/>
                  </a:cxn>
                  <a:cxn ang="0">
                    <a:pos x="connsiteX2" y="connsiteY2"/>
                  </a:cxn>
                </a:cxnLst>
                <a:rect l="l" t="t" r="r" b="b"/>
                <a:pathLst>
                  <a:path w="10668" h="2926">
                    <a:moveTo>
                      <a:pt x="3258" y="0"/>
                    </a:moveTo>
                    <a:cubicBezTo>
                      <a:pt x="-7755" y="697"/>
                      <a:pt x="12883" y="5218"/>
                      <a:pt x="10471" y="1434"/>
                    </a:cubicBezTo>
                    <a:cubicBezTo>
                      <a:pt x="9219" y="640"/>
                      <a:pt x="5990" y="0"/>
                      <a:pt x="325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 name="Freeform: Shape 43">
                <a:extLst>
                  <a:ext uri="{FF2B5EF4-FFF2-40B4-BE49-F238E27FC236}">
                    <a16:creationId xmlns:a16="http://schemas.microsoft.com/office/drawing/2014/main" id="{A5B92241-16D0-E1FD-8928-23612B719198}"/>
                  </a:ext>
                </a:extLst>
              </p:cNvPr>
              <p:cNvSpPr/>
              <p:nvPr/>
            </p:nvSpPr>
            <p:spPr>
              <a:xfrm>
                <a:off x="10167829" y="6406113"/>
                <a:ext cx="10421" cy="2773"/>
              </a:xfrm>
              <a:custGeom>
                <a:avLst/>
                <a:gdLst>
                  <a:gd name="connsiteX0" fmla="*/ 3070 w 10421"/>
                  <a:gd name="connsiteY0" fmla="*/ 30 h 2773"/>
                  <a:gd name="connsiteX1" fmla="*/ 7351 w 10421"/>
                  <a:gd name="connsiteY1" fmla="*/ 2745 h 2773"/>
                  <a:gd name="connsiteX2" fmla="*/ 3070 w 10421"/>
                  <a:gd name="connsiteY2" fmla="*/ 30 h 2773"/>
                </a:gdLst>
                <a:ahLst/>
                <a:cxnLst>
                  <a:cxn ang="0">
                    <a:pos x="connsiteX0" y="connsiteY0"/>
                  </a:cxn>
                  <a:cxn ang="0">
                    <a:pos x="connsiteX1" y="connsiteY1"/>
                  </a:cxn>
                  <a:cxn ang="0">
                    <a:pos x="connsiteX2" y="connsiteY2"/>
                  </a:cxn>
                </a:cxnLst>
                <a:rect l="l" t="t" r="r" b="b"/>
                <a:pathLst>
                  <a:path w="10421" h="2773">
                    <a:moveTo>
                      <a:pt x="3070" y="30"/>
                    </a:moveTo>
                    <a:cubicBezTo>
                      <a:pt x="-4548" y="482"/>
                      <a:pt x="4001" y="3076"/>
                      <a:pt x="7351" y="2745"/>
                    </a:cubicBezTo>
                    <a:cubicBezTo>
                      <a:pt x="14974" y="2293"/>
                      <a:pt x="6413" y="-308"/>
                      <a:pt x="3070"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 name="Freeform: Shape 44">
                <a:extLst>
                  <a:ext uri="{FF2B5EF4-FFF2-40B4-BE49-F238E27FC236}">
                    <a16:creationId xmlns:a16="http://schemas.microsoft.com/office/drawing/2014/main" id="{9D2E8996-8841-6E81-CA86-33274B9852D5}"/>
                  </a:ext>
                </a:extLst>
              </p:cNvPr>
              <p:cNvSpPr/>
              <p:nvPr/>
            </p:nvSpPr>
            <p:spPr>
              <a:xfrm>
                <a:off x="10748323" y="6774054"/>
                <a:ext cx="11903" cy="3477"/>
              </a:xfrm>
              <a:custGeom>
                <a:avLst/>
                <a:gdLst>
                  <a:gd name="connsiteX0" fmla="*/ 3266 w 11903"/>
                  <a:gd name="connsiteY0" fmla="*/ 38 h 3477"/>
                  <a:gd name="connsiteX1" fmla="*/ 8638 w 11903"/>
                  <a:gd name="connsiteY1" fmla="*/ 3438 h 3477"/>
                  <a:gd name="connsiteX2" fmla="*/ 3266 w 11903"/>
                  <a:gd name="connsiteY2" fmla="*/ 38 h 3477"/>
                </a:gdLst>
                <a:ahLst/>
                <a:cxnLst>
                  <a:cxn ang="0">
                    <a:pos x="connsiteX0" y="connsiteY0"/>
                  </a:cxn>
                  <a:cxn ang="0">
                    <a:pos x="connsiteX1" y="connsiteY1"/>
                  </a:cxn>
                  <a:cxn ang="0">
                    <a:pos x="connsiteX2" y="connsiteY2"/>
                  </a:cxn>
                </a:cxnLst>
                <a:rect l="l" t="t" r="r" b="b"/>
                <a:pathLst>
                  <a:path w="11903" h="3477">
                    <a:moveTo>
                      <a:pt x="3266" y="38"/>
                    </a:moveTo>
                    <a:cubicBezTo>
                      <a:pt x="-5221" y="638"/>
                      <a:pt x="5106" y="3867"/>
                      <a:pt x="8638" y="3438"/>
                    </a:cubicBezTo>
                    <a:cubicBezTo>
                      <a:pt x="17125" y="2838"/>
                      <a:pt x="6792" y="-385"/>
                      <a:pt x="3266"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 name="Freeform: Shape 45">
                <a:extLst>
                  <a:ext uri="{FF2B5EF4-FFF2-40B4-BE49-F238E27FC236}">
                    <a16:creationId xmlns:a16="http://schemas.microsoft.com/office/drawing/2014/main" id="{DE73E657-166C-7E19-3EB0-587BDD3C3038}"/>
                  </a:ext>
                </a:extLst>
              </p:cNvPr>
              <p:cNvSpPr/>
              <p:nvPr/>
            </p:nvSpPr>
            <p:spPr>
              <a:xfrm>
                <a:off x="10915623" y="6880093"/>
                <a:ext cx="12336" cy="3689"/>
              </a:xfrm>
              <a:custGeom>
                <a:avLst/>
                <a:gdLst>
                  <a:gd name="connsiteX0" fmla="*/ 3318 w 12336"/>
                  <a:gd name="connsiteY0" fmla="*/ 41 h 3689"/>
                  <a:gd name="connsiteX1" fmla="*/ 9016 w 12336"/>
                  <a:gd name="connsiteY1" fmla="*/ 3647 h 3689"/>
                  <a:gd name="connsiteX2" fmla="*/ 3318 w 12336"/>
                  <a:gd name="connsiteY2" fmla="*/ 41 h 3689"/>
                </a:gdLst>
                <a:ahLst/>
                <a:cxnLst>
                  <a:cxn ang="0">
                    <a:pos x="connsiteX0" y="connsiteY0"/>
                  </a:cxn>
                  <a:cxn ang="0">
                    <a:pos x="connsiteX1" y="connsiteY1"/>
                  </a:cxn>
                  <a:cxn ang="0">
                    <a:pos x="connsiteX2" y="connsiteY2"/>
                  </a:cxn>
                </a:cxnLst>
                <a:rect l="l" t="t" r="r" b="b"/>
                <a:pathLst>
                  <a:path w="12336" h="3689">
                    <a:moveTo>
                      <a:pt x="3318" y="41"/>
                    </a:moveTo>
                    <a:cubicBezTo>
                      <a:pt x="-5409" y="693"/>
                      <a:pt x="5432" y="4104"/>
                      <a:pt x="9016" y="3647"/>
                    </a:cubicBezTo>
                    <a:cubicBezTo>
                      <a:pt x="17748" y="3001"/>
                      <a:pt x="6901" y="-411"/>
                      <a:pt x="3318" y="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 name="Freeform: Shape 46">
                <a:extLst>
                  <a:ext uri="{FF2B5EF4-FFF2-40B4-BE49-F238E27FC236}">
                    <a16:creationId xmlns:a16="http://schemas.microsoft.com/office/drawing/2014/main" id="{9C34D21D-F32B-CEA6-EFBD-FD8FCDE225F9}"/>
                  </a:ext>
                </a:extLst>
              </p:cNvPr>
              <p:cNvSpPr/>
              <p:nvPr/>
            </p:nvSpPr>
            <p:spPr>
              <a:xfrm>
                <a:off x="11485404" y="7241214"/>
                <a:ext cx="13868" cy="4491"/>
              </a:xfrm>
              <a:custGeom>
                <a:avLst/>
                <a:gdLst>
                  <a:gd name="connsiteX0" fmla="*/ 3471 w 13868"/>
                  <a:gd name="connsiteY0" fmla="*/ 50 h 4491"/>
                  <a:gd name="connsiteX1" fmla="*/ 10398 w 13868"/>
                  <a:gd name="connsiteY1" fmla="*/ 4440 h 4491"/>
                  <a:gd name="connsiteX2" fmla="*/ 3471 w 13868"/>
                  <a:gd name="connsiteY2" fmla="*/ 50 h 4491"/>
                </a:gdLst>
                <a:ahLst/>
                <a:cxnLst>
                  <a:cxn ang="0">
                    <a:pos x="connsiteX0" y="connsiteY0"/>
                  </a:cxn>
                  <a:cxn ang="0">
                    <a:pos x="connsiteX1" y="connsiteY1"/>
                  </a:cxn>
                  <a:cxn ang="0">
                    <a:pos x="connsiteX2" y="connsiteY2"/>
                  </a:cxn>
                </a:cxnLst>
                <a:rect l="l" t="t" r="r" b="b"/>
                <a:pathLst>
                  <a:path w="13868" h="4491">
                    <a:moveTo>
                      <a:pt x="3471" y="50"/>
                    </a:moveTo>
                    <a:cubicBezTo>
                      <a:pt x="-6061" y="890"/>
                      <a:pt x="6661" y="4994"/>
                      <a:pt x="10398" y="4440"/>
                    </a:cubicBezTo>
                    <a:cubicBezTo>
                      <a:pt x="19931" y="3599"/>
                      <a:pt x="7198" y="-498"/>
                      <a:pt x="3471" y="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 name="Freeform: Shape 47">
                <a:extLst>
                  <a:ext uri="{FF2B5EF4-FFF2-40B4-BE49-F238E27FC236}">
                    <a16:creationId xmlns:a16="http://schemas.microsoft.com/office/drawing/2014/main" id="{112769F5-A644-DF3B-5861-1E4B2A7EEFAB}"/>
                  </a:ext>
                </a:extLst>
              </p:cNvPr>
              <p:cNvSpPr/>
              <p:nvPr/>
            </p:nvSpPr>
            <p:spPr>
              <a:xfrm>
                <a:off x="11702309" y="7378684"/>
                <a:ext cx="14470" cy="4813"/>
              </a:xfrm>
              <a:custGeom>
                <a:avLst/>
                <a:gdLst>
                  <a:gd name="connsiteX0" fmla="*/ 3525 w 14470"/>
                  <a:gd name="connsiteY0" fmla="*/ 55 h 4813"/>
                  <a:gd name="connsiteX1" fmla="*/ 10949 w 14470"/>
                  <a:gd name="connsiteY1" fmla="*/ 4759 h 4813"/>
                  <a:gd name="connsiteX2" fmla="*/ 3525 w 14470"/>
                  <a:gd name="connsiteY2" fmla="*/ 55 h 4813"/>
                </a:gdLst>
                <a:ahLst/>
                <a:cxnLst>
                  <a:cxn ang="0">
                    <a:pos x="connsiteX0" y="connsiteY0"/>
                  </a:cxn>
                  <a:cxn ang="0">
                    <a:pos x="connsiteX1" y="connsiteY1"/>
                  </a:cxn>
                  <a:cxn ang="0">
                    <a:pos x="connsiteX2" y="connsiteY2"/>
                  </a:cxn>
                </a:cxnLst>
                <a:rect l="l" t="t" r="r" b="b"/>
                <a:pathLst>
                  <a:path w="14470" h="4813">
                    <a:moveTo>
                      <a:pt x="3525" y="55"/>
                    </a:moveTo>
                    <a:cubicBezTo>
                      <a:pt x="-6310" y="969"/>
                      <a:pt x="7160" y="5353"/>
                      <a:pt x="10949" y="4759"/>
                    </a:cubicBezTo>
                    <a:cubicBezTo>
                      <a:pt x="20779" y="3844"/>
                      <a:pt x="7303" y="-539"/>
                      <a:pt x="3525" y="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 name="Freeform: Shape 48">
                <a:extLst>
                  <a:ext uri="{FF2B5EF4-FFF2-40B4-BE49-F238E27FC236}">
                    <a16:creationId xmlns:a16="http://schemas.microsoft.com/office/drawing/2014/main" id="{85AFAD33-9CB7-7610-C9B6-941E756F5F24}"/>
                  </a:ext>
                </a:extLst>
              </p:cNvPr>
              <p:cNvSpPr/>
              <p:nvPr/>
            </p:nvSpPr>
            <p:spPr>
              <a:xfrm>
                <a:off x="11093370" y="6992750"/>
                <a:ext cx="12806" cy="3928"/>
              </a:xfrm>
              <a:custGeom>
                <a:avLst/>
                <a:gdLst>
                  <a:gd name="connsiteX0" fmla="*/ 3371 w 12806"/>
                  <a:gd name="connsiteY0" fmla="*/ 44 h 3928"/>
                  <a:gd name="connsiteX1" fmla="*/ 9434 w 12806"/>
                  <a:gd name="connsiteY1" fmla="*/ 3884 h 3928"/>
                  <a:gd name="connsiteX2" fmla="*/ 3371 w 12806"/>
                  <a:gd name="connsiteY2" fmla="*/ 44 h 3928"/>
                </a:gdLst>
                <a:ahLst/>
                <a:cxnLst>
                  <a:cxn ang="0">
                    <a:pos x="connsiteX0" y="connsiteY0"/>
                  </a:cxn>
                  <a:cxn ang="0">
                    <a:pos x="connsiteX1" y="connsiteY1"/>
                  </a:cxn>
                  <a:cxn ang="0">
                    <a:pos x="connsiteX2" y="connsiteY2"/>
                  </a:cxn>
                </a:cxnLst>
                <a:rect l="l" t="t" r="r" b="b"/>
                <a:pathLst>
                  <a:path w="12806" h="3928">
                    <a:moveTo>
                      <a:pt x="3371" y="44"/>
                    </a:moveTo>
                    <a:cubicBezTo>
                      <a:pt x="-5613" y="746"/>
                      <a:pt x="5800" y="4370"/>
                      <a:pt x="9434" y="3884"/>
                    </a:cubicBezTo>
                    <a:cubicBezTo>
                      <a:pt x="18424" y="3181"/>
                      <a:pt x="7000" y="-437"/>
                      <a:pt x="3371" y="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 name="Freeform: Shape 49">
                <a:extLst>
                  <a:ext uri="{FF2B5EF4-FFF2-40B4-BE49-F238E27FC236}">
                    <a16:creationId xmlns:a16="http://schemas.microsoft.com/office/drawing/2014/main" id="{131550BA-1EC7-D7C0-602A-A244E74047F6}"/>
                  </a:ext>
                </a:extLst>
              </p:cNvPr>
              <p:cNvSpPr/>
              <p:nvPr/>
            </p:nvSpPr>
            <p:spPr>
              <a:xfrm>
                <a:off x="11282718" y="7112894"/>
                <a:ext cx="13184" cy="4175"/>
              </a:xfrm>
              <a:custGeom>
                <a:avLst/>
                <a:gdLst>
                  <a:gd name="connsiteX0" fmla="*/ 3566 w 13184"/>
                  <a:gd name="connsiteY0" fmla="*/ 0 h 4175"/>
                  <a:gd name="connsiteX1" fmla="*/ 12728 w 13184"/>
                  <a:gd name="connsiteY1" fmla="*/ 2052 h 4175"/>
                  <a:gd name="connsiteX2" fmla="*/ 3566 w 13184"/>
                  <a:gd name="connsiteY2" fmla="*/ 0 h 4175"/>
                </a:gdLst>
                <a:ahLst/>
                <a:cxnLst>
                  <a:cxn ang="0">
                    <a:pos x="connsiteX0" y="connsiteY0"/>
                  </a:cxn>
                  <a:cxn ang="0">
                    <a:pos x="connsiteX1" y="connsiteY1"/>
                  </a:cxn>
                  <a:cxn ang="0">
                    <a:pos x="connsiteX2" y="connsiteY2"/>
                  </a:cxn>
                </a:cxnLst>
                <a:rect l="l" t="t" r="r" b="b"/>
                <a:pathLst>
                  <a:path w="13184" h="4175">
                    <a:moveTo>
                      <a:pt x="3566" y="0"/>
                    </a:moveTo>
                    <a:cubicBezTo>
                      <a:pt x="-9246" y="1074"/>
                      <a:pt x="16905" y="7407"/>
                      <a:pt x="12728" y="2052"/>
                    </a:cubicBezTo>
                    <a:cubicBezTo>
                      <a:pt x="10933" y="920"/>
                      <a:pt x="6835" y="0"/>
                      <a:pt x="356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 name="Freeform: Shape 50">
                <a:extLst>
                  <a:ext uri="{FF2B5EF4-FFF2-40B4-BE49-F238E27FC236}">
                    <a16:creationId xmlns:a16="http://schemas.microsoft.com/office/drawing/2014/main" id="{C843DB1C-4C67-DF7B-A9F8-C8B609913F84}"/>
                  </a:ext>
                </a:extLst>
              </p:cNvPr>
              <p:cNvSpPr/>
              <p:nvPr/>
            </p:nvSpPr>
            <p:spPr>
              <a:xfrm>
                <a:off x="9226490" y="4815906"/>
                <a:ext cx="8319" cy="7318"/>
              </a:xfrm>
              <a:custGeom>
                <a:avLst/>
                <a:gdLst>
                  <a:gd name="connsiteX0" fmla="*/ 2909 w 8319"/>
                  <a:gd name="connsiteY0" fmla="*/ 130 h 7318"/>
                  <a:gd name="connsiteX1" fmla="*/ 8189 w 8319"/>
                  <a:gd name="connsiteY1" fmla="*/ 2742 h 7318"/>
                  <a:gd name="connsiteX2" fmla="*/ 2909 w 8319"/>
                  <a:gd name="connsiteY2" fmla="*/ 130 h 7318"/>
                </a:gdLst>
                <a:ahLst/>
                <a:cxnLst>
                  <a:cxn ang="0">
                    <a:pos x="connsiteX0" y="connsiteY0"/>
                  </a:cxn>
                  <a:cxn ang="0">
                    <a:pos x="connsiteX1" y="connsiteY1"/>
                  </a:cxn>
                  <a:cxn ang="0">
                    <a:pos x="connsiteX2" y="connsiteY2"/>
                  </a:cxn>
                </a:cxnLst>
                <a:rect l="l" t="t" r="r" b="b"/>
                <a:pathLst>
                  <a:path w="8319" h="7318">
                    <a:moveTo>
                      <a:pt x="2909" y="130"/>
                    </a:moveTo>
                    <a:cubicBezTo>
                      <a:pt x="-6453" y="4399"/>
                      <a:pt x="9932" y="12417"/>
                      <a:pt x="8189" y="2742"/>
                    </a:cubicBezTo>
                    <a:cubicBezTo>
                      <a:pt x="7417" y="770"/>
                      <a:pt x="5057" y="-407"/>
                      <a:pt x="2909" y="1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 name="Freeform: Shape 51">
                <a:extLst>
                  <a:ext uri="{FF2B5EF4-FFF2-40B4-BE49-F238E27FC236}">
                    <a16:creationId xmlns:a16="http://schemas.microsoft.com/office/drawing/2014/main" id="{3CDA7EA0-CE9E-4694-B018-3832E8C1C0AA}"/>
                  </a:ext>
                </a:extLst>
              </p:cNvPr>
              <p:cNvSpPr/>
              <p:nvPr/>
            </p:nvSpPr>
            <p:spPr>
              <a:xfrm>
                <a:off x="9144132" y="4581266"/>
                <a:ext cx="7936" cy="8476"/>
              </a:xfrm>
              <a:custGeom>
                <a:avLst/>
                <a:gdLst>
                  <a:gd name="connsiteX0" fmla="*/ 2633 w 7936"/>
                  <a:gd name="connsiteY0" fmla="*/ 209 h 8476"/>
                  <a:gd name="connsiteX1" fmla="*/ 5308 w 7936"/>
                  <a:gd name="connsiteY1" fmla="*/ 8267 h 8476"/>
                  <a:gd name="connsiteX2" fmla="*/ 2633 w 7936"/>
                  <a:gd name="connsiteY2" fmla="*/ 209 h 8476"/>
                </a:gdLst>
                <a:ahLst/>
                <a:cxnLst>
                  <a:cxn ang="0">
                    <a:pos x="connsiteX0" y="connsiteY0"/>
                  </a:cxn>
                  <a:cxn ang="0">
                    <a:pos x="connsiteX1" y="connsiteY1"/>
                  </a:cxn>
                  <a:cxn ang="0">
                    <a:pos x="connsiteX2" y="connsiteY2"/>
                  </a:cxn>
                </a:cxnLst>
                <a:rect l="l" t="t" r="r" b="b"/>
                <a:pathLst>
                  <a:path w="7936" h="8476">
                    <a:moveTo>
                      <a:pt x="2633" y="209"/>
                    </a:moveTo>
                    <a:cubicBezTo>
                      <a:pt x="-2373" y="1706"/>
                      <a:pt x="456" y="9879"/>
                      <a:pt x="5308" y="8267"/>
                    </a:cubicBezTo>
                    <a:cubicBezTo>
                      <a:pt x="10321" y="6781"/>
                      <a:pt x="7457" y="-1403"/>
                      <a:pt x="2633" y="2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 name="Freeform: Shape 52">
                <a:extLst>
                  <a:ext uri="{FF2B5EF4-FFF2-40B4-BE49-F238E27FC236}">
                    <a16:creationId xmlns:a16="http://schemas.microsoft.com/office/drawing/2014/main" id="{B58B323E-E3F2-1185-8D2D-47DC48B8139C}"/>
                  </a:ext>
                </a:extLst>
              </p:cNvPr>
              <p:cNvSpPr/>
              <p:nvPr/>
            </p:nvSpPr>
            <p:spPr>
              <a:xfrm>
                <a:off x="9064958" y="4342495"/>
                <a:ext cx="7747" cy="8040"/>
              </a:xfrm>
              <a:custGeom>
                <a:avLst/>
                <a:gdLst>
                  <a:gd name="connsiteX0" fmla="*/ 2592 w 7747"/>
                  <a:gd name="connsiteY0" fmla="*/ 281 h 8040"/>
                  <a:gd name="connsiteX1" fmla="*/ 5152 w 7747"/>
                  <a:gd name="connsiteY1" fmla="*/ 7757 h 8040"/>
                  <a:gd name="connsiteX2" fmla="*/ 2592 w 7747"/>
                  <a:gd name="connsiteY2" fmla="*/ 281 h 8040"/>
                </a:gdLst>
                <a:ahLst/>
                <a:cxnLst>
                  <a:cxn ang="0">
                    <a:pos x="connsiteX0" y="connsiteY0"/>
                  </a:cxn>
                  <a:cxn ang="0">
                    <a:pos x="connsiteX1" y="connsiteY1"/>
                  </a:cxn>
                  <a:cxn ang="0">
                    <a:pos x="connsiteX2" y="connsiteY2"/>
                  </a:cxn>
                </a:cxnLst>
                <a:rect l="l" t="t" r="r" b="b"/>
                <a:pathLst>
                  <a:path w="7747" h="8040">
                    <a:moveTo>
                      <a:pt x="2592" y="281"/>
                    </a:moveTo>
                    <a:cubicBezTo>
                      <a:pt x="-2221" y="1939"/>
                      <a:pt x="271" y="9597"/>
                      <a:pt x="5152" y="7757"/>
                    </a:cubicBezTo>
                    <a:cubicBezTo>
                      <a:pt x="9975" y="6116"/>
                      <a:pt x="7467" y="-1553"/>
                      <a:pt x="2592" y="2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 name="Freeform: Shape 53">
                <a:extLst>
                  <a:ext uri="{FF2B5EF4-FFF2-40B4-BE49-F238E27FC236}">
                    <a16:creationId xmlns:a16="http://schemas.microsoft.com/office/drawing/2014/main" id="{7E8F72CC-CC44-2169-E715-60DF1DAE3F2A}"/>
                  </a:ext>
                </a:extLst>
              </p:cNvPr>
              <p:cNvSpPr/>
              <p:nvPr/>
            </p:nvSpPr>
            <p:spPr>
              <a:xfrm>
                <a:off x="9312933" y="5001470"/>
                <a:ext cx="8393" cy="5209"/>
              </a:xfrm>
              <a:custGeom>
                <a:avLst/>
                <a:gdLst>
                  <a:gd name="connsiteX0" fmla="*/ 2739 w 8393"/>
                  <a:gd name="connsiteY0" fmla="*/ 212 h 5209"/>
                  <a:gd name="connsiteX1" fmla="*/ 5654 w 8393"/>
                  <a:gd name="connsiteY1" fmla="*/ 4990 h 5209"/>
                  <a:gd name="connsiteX2" fmla="*/ 2739 w 8393"/>
                  <a:gd name="connsiteY2" fmla="*/ 212 h 5209"/>
                </a:gdLst>
                <a:ahLst/>
                <a:cxnLst>
                  <a:cxn ang="0">
                    <a:pos x="connsiteX0" y="connsiteY0"/>
                  </a:cxn>
                  <a:cxn ang="0">
                    <a:pos x="connsiteX1" y="connsiteY1"/>
                  </a:cxn>
                  <a:cxn ang="0">
                    <a:pos x="connsiteX2" y="connsiteY2"/>
                  </a:cxn>
                </a:cxnLst>
                <a:rect l="l" t="t" r="r" b="b"/>
                <a:pathLst>
                  <a:path w="8393" h="5209">
                    <a:moveTo>
                      <a:pt x="2739" y="212"/>
                    </a:moveTo>
                    <a:cubicBezTo>
                      <a:pt x="-3039" y="1813"/>
                      <a:pt x="1487" y="6242"/>
                      <a:pt x="5654" y="4990"/>
                    </a:cubicBezTo>
                    <a:cubicBezTo>
                      <a:pt x="11455" y="3424"/>
                      <a:pt x="6866" y="-1017"/>
                      <a:pt x="2739" y="2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 name="Freeform: Shape 54">
                <a:extLst>
                  <a:ext uri="{FF2B5EF4-FFF2-40B4-BE49-F238E27FC236}">
                    <a16:creationId xmlns:a16="http://schemas.microsoft.com/office/drawing/2014/main" id="{5C93ED7F-29F3-B4FD-2FEC-A4B34F31A83C}"/>
                  </a:ext>
                </a:extLst>
              </p:cNvPr>
              <p:cNvSpPr/>
              <p:nvPr/>
            </p:nvSpPr>
            <p:spPr>
              <a:xfrm>
                <a:off x="8988996" y="4144304"/>
                <a:ext cx="7582" cy="6300"/>
              </a:xfrm>
              <a:custGeom>
                <a:avLst/>
                <a:gdLst>
                  <a:gd name="connsiteX0" fmla="*/ 2561 w 7582"/>
                  <a:gd name="connsiteY0" fmla="*/ 442 h 6300"/>
                  <a:gd name="connsiteX1" fmla="*/ 5019 w 7582"/>
                  <a:gd name="connsiteY1" fmla="*/ 5860 h 6300"/>
                  <a:gd name="connsiteX2" fmla="*/ 2561 w 7582"/>
                  <a:gd name="connsiteY2" fmla="*/ 442 h 6300"/>
                </a:gdLst>
                <a:ahLst/>
                <a:cxnLst>
                  <a:cxn ang="0">
                    <a:pos x="connsiteX0" y="connsiteY0"/>
                  </a:cxn>
                  <a:cxn ang="0">
                    <a:pos x="connsiteX1" y="connsiteY1"/>
                  </a:cxn>
                  <a:cxn ang="0">
                    <a:pos x="connsiteX2" y="connsiteY2"/>
                  </a:cxn>
                </a:cxnLst>
                <a:rect l="l" t="t" r="r" b="b"/>
                <a:pathLst>
                  <a:path w="7582" h="6300">
                    <a:moveTo>
                      <a:pt x="2561" y="442"/>
                    </a:moveTo>
                    <a:cubicBezTo>
                      <a:pt x="-2262" y="2425"/>
                      <a:pt x="395" y="7878"/>
                      <a:pt x="5019" y="5860"/>
                    </a:cubicBezTo>
                    <a:cubicBezTo>
                      <a:pt x="9848" y="3883"/>
                      <a:pt x="7184" y="-1581"/>
                      <a:pt x="2561" y="44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 name="Freeform: Shape 55">
                <a:extLst>
                  <a:ext uri="{FF2B5EF4-FFF2-40B4-BE49-F238E27FC236}">
                    <a16:creationId xmlns:a16="http://schemas.microsoft.com/office/drawing/2014/main" id="{E02E3F0B-D19D-3ED0-0AAD-4DE5D3A996FB}"/>
                  </a:ext>
                </a:extLst>
              </p:cNvPr>
              <p:cNvSpPr/>
              <p:nvPr/>
            </p:nvSpPr>
            <p:spPr>
              <a:xfrm>
                <a:off x="9496287" y="5270124"/>
                <a:ext cx="8949" cy="7235"/>
              </a:xfrm>
              <a:custGeom>
                <a:avLst/>
                <a:gdLst>
                  <a:gd name="connsiteX0" fmla="*/ 3042 w 8949"/>
                  <a:gd name="connsiteY0" fmla="*/ 94 h 7235"/>
                  <a:gd name="connsiteX1" fmla="*/ 8786 w 8949"/>
                  <a:gd name="connsiteY1" fmla="*/ 2831 h 7235"/>
                  <a:gd name="connsiteX2" fmla="*/ 3042 w 8949"/>
                  <a:gd name="connsiteY2" fmla="*/ 94 h 7235"/>
                </a:gdLst>
                <a:ahLst/>
                <a:cxnLst>
                  <a:cxn ang="0">
                    <a:pos x="connsiteX0" y="connsiteY0"/>
                  </a:cxn>
                  <a:cxn ang="0">
                    <a:pos x="connsiteX1" y="connsiteY1"/>
                  </a:cxn>
                  <a:cxn ang="0">
                    <a:pos x="connsiteX2" y="connsiteY2"/>
                  </a:cxn>
                </a:cxnLst>
                <a:rect l="l" t="t" r="r" b="b"/>
                <a:pathLst>
                  <a:path w="8949" h="7235">
                    <a:moveTo>
                      <a:pt x="3042" y="94"/>
                    </a:moveTo>
                    <a:cubicBezTo>
                      <a:pt x="-6879" y="4003"/>
                      <a:pt x="10815" y="12381"/>
                      <a:pt x="8786" y="2831"/>
                    </a:cubicBezTo>
                    <a:cubicBezTo>
                      <a:pt x="7912" y="865"/>
                      <a:pt x="5340" y="-358"/>
                      <a:pt x="3042" y="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 name="Freeform: Shape 56">
                <a:extLst>
                  <a:ext uri="{FF2B5EF4-FFF2-40B4-BE49-F238E27FC236}">
                    <a16:creationId xmlns:a16="http://schemas.microsoft.com/office/drawing/2014/main" id="{0C1DA06A-9FEC-0232-5729-1B6B4A85C85A}"/>
                  </a:ext>
                </a:extLst>
              </p:cNvPr>
              <p:cNvSpPr/>
              <p:nvPr/>
            </p:nvSpPr>
            <p:spPr>
              <a:xfrm>
                <a:off x="9594328" y="5497965"/>
                <a:ext cx="9194" cy="7510"/>
              </a:xfrm>
              <a:custGeom>
                <a:avLst/>
                <a:gdLst>
                  <a:gd name="connsiteX0" fmla="*/ 3094 w 9194"/>
                  <a:gd name="connsiteY0" fmla="*/ 71 h 7510"/>
                  <a:gd name="connsiteX1" fmla="*/ 9020 w 9194"/>
                  <a:gd name="connsiteY1" fmla="*/ 3054 h 7510"/>
                  <a:gd name="connsiteX2" fmla="*/ 3094 w 9194"/>
                  <a:gd name="connsiteY2" fmla="*/ 71 h 7510"/>
                </a:gdLst>
                <a:ahLst/>
                <a:cxnLst>
                  <a:cxn ang="0">
                    <a:pos x="connsiteX0" y="connsiteY0"/>
                  </a:cxn>
                  <a:cxn ang="0">
                    <a:pos x="connsiteX1" y="connsiteY1"/>
                  </a:cxn>
                  <a:cxn ang="0">
                    <a:pos x="connsiteX2" y="connsiteY2"/>
                  </a:cxn>
                </a:cxnLst>
                <a:rect l="l" t="t" r="r" b="b"/>
                <a:pathLst>
                  <a:path w="9194" h="7510">
                    <a:moveTo>
                      <a:pt x="3094" y="71"/>
                    </a:moveTo>
                    <a:cubicBezTo>
                      <a:pt x="-7039" y="3854"/>
                      <a:pt x="11146" y="12930"/>
                      <a:pt x="9020" y="3054"/>
                    </a:cubicBezTo>
                    <a:cubicBezTo>
                      <a:pt x="8100" y="1008"/>
                      <a:pt x="5448" y="-329"/>
                      <a:pt x="3094" y="7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 name="Freeform: Shape 57">
                <a:extLst>
                  <a:ext uri="{FF2B5EF4-FFF2-40B4-BE49-F238E27FC236}">
                    <a16:creationId xmlns:a16="http://schemas.microsoft.com/office/drawing/2014/main" id="{FD5FF5BB-0909-CFAD-E25C-18B811A24E1A}"/>
                  </a:ext>
                </a:extLst>
              </p:cNvPr>
              <p:cNvSpPr/>
              <p:nvPr/>
            </p:nvSpPr>
            <p:spPr>
              <a:xfrm>
                <a:off x="9697367" y="5686641"/>
                <a:ext cx="9351" cy="4759"/>
              </a:xfrm>
              <a:custGeom>
                <a:avLst/>
                <a:gdLst>
                  <a:gd name="connsiteX0" fmla="*/ 2937 w 9351"/>
                  <a:gd name="connsiteY0" fmla="*/ 167 h 4759"/>
                  <a:gd name="connsiteX1" fmla="*/ 6417 w 9351"/>
                  <a:gd name="connsiteY1" fmla="*/ 4584 h 4759"/>
                  <a:gd name="connsiteX2" fmla="*/ 2937 w 9351"/>
                  <a:gd name="connsiteY2" fmla="*/ 167 h 4759"/>
                </a:gdLst>
                <a:ahLst/>
                <a:cxnLst>
                  <a:cxn ang="0">
                    <a:pos x="connsiteX0" y="connsiteY0"/>
                  </a:cxn>
                  <a:cxn ang="0">
                    <a:pos x="connsiteX1" y="connsiteY1"/>
                  </a:cxn>
                  <a:cxn ang="0">
                    <a:pos x="connsiteX2" y="connsiteY2"/>
                  </a:cxn>
                </a:cxnLst>
                <a:rect l="l" t="t" r="r" b="b"/>
                <a:pathLst>
                  <a:path w="9351" h="4759">
                    <a:moveTo>
                      <a:pt x="2937" y="167"/>
                    </a:moveTo>
                    <a:cubicBezTo>
                      <a:pt x="-3664" y="1687"/>
                      <a:pt x="2360" y="5636"/>
                      <a:pt x="6417" y="4584"/>
                    </a:cubicBezTo>
                    <a:cubicBezTo>
                      <a:pt x="13035" y="3109"/>
                      <a:pt x="6949" y="-857"/>
                      <a:pt x="2937" y="1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 name="Freeform: Shape 58">
                <a:extLst>
                  <a:ext uri="{FF2B5EF4-FFF2-40B4-BE49-F238E27FC236}">
                    <a16:creationId xmlns:a16="http://schemas.microsoft.com/office/drawing/2014/main" id="{9B78F4AD-82F6-732B-4062-BC49DBEA5F9B}"/>
                  </a:ext>
                </a:extLst>
              </p:cNvPr>
              <p:cNvSpPr/>
              <p:nvPr/>
            </p:nvSpPr>
            <p:spPr>
              <a:xfrm>
                <a:off x="9806255" y="5851929"/>
                <a:ext cx="9626" cy="10228"/>
              </a:xfrm>
              <a:custGeom>
                <a:avLst/>
                <a:gdLst>
                  <a:gd name="connsiteX0" fmla="*/ 2959 w 9626"/>
                  <a:gd name="connsiteY0" fmla="*/ 94 h 10228"/>
                  <a:gd name="connsiteX1" fmla="*/ 6668 w 9626"/>
                  <a:gd name="connsiteY1" fmla="*/ 10140 h 10228"/>
                  <a:gd name="connsiteX2" fmla="*/ 2959 w 9626"/>
                  <a:gd name="connsiteY2" fmla="*/ 94 h 10228"/>
                </a:gdLst>
                <a:ahLst/>
                <a:cxnLst>
                  <a:cxn ang="0">
                    <a:pos x="connsiteX0" y="connsiteY0"/>
                  </a:cxn>
                  <a:cxn ang="0">
                    <a:pos x="connsiteX1" y="connsiteY1"/>
                  </a:cxn>
                  <a:cxn ang="0">
                    <a:pos x="connsiteX2" y="connsiteY2"/>
                  </a:cxn>
                </a:cxnLst>
                <a:rect l="l" t="t" r="r" b="b"/>
                <a:pathLst>
                  <a:path w="9626" h="10228">
                    <a:moveTo>
                      <a:pt x="2959" y="94"/>
                    </a:moveTo>
                    <a:cubicBezTo>
                      <a:pt x="-3425" y="1299"/>
                      <a:pt x="1793" y="11261"/>
                      <a:pt x="6668" y="10140"/>
                    </a:cubicBezTo>
                    <a:cubicBezTo>
                      <a:pt x="13029" y="8929"/>
                      <a:pt x="7879" y="-1067"/>
                      <a:pt x="2959" y="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 name="Freeform: Shape 59">
                <a:extLst>
                  <a:ext uri="{FF2B5EF4-FFF2-40B4-BE49-F238E27FC236}">
                    <a16:creationId xmlns:a16="http://schemas.microsoft.com/office/drawing/2014/main" id="{6F4F7C4F-1EA2-AAC0-42D4-471DB2F1F02F}"/>
                  </a:ext>
                </a:extLst>
              </p:cNvPr>
              <p:cNvSpPr/>
              <p:nvPr/>
            </p:nvSpPr>
            <p:spPr>
              <a:xfrm>
                <a:off x="9402880" y="5102412"/>
                <a:ext cx="8597" cy="4047"/>
              </a:xfrm>
              <a:custGeom>
                <a:avLst/>
                <a:gdLst>
                  <a:gd name="connsiteX0" fmla="*/ 2786 w 8597"/>
                  <a:gd name="connsiteY0" fmla="*/ 265 h 4047"/>
                  <a:gd name="connsiteX1" fmla="*/ 5810 w 8597"/>
                  <a:gd name="connsiteY1" fmla="*/ 3791 h 4047"/>
                  <a:gd name="connsiteX2" fmla="*/ 2786 w 8597"/>
                  <a:gd name="connsiteY2" fmla="*/ 265 h 4047"/>
                </a:gdLst>
                <a:ahLst/>
                <a:cxnLst>
                  <a:cxn ang="0">
                    <a:pos x="connsiteX0" y="connsiteY0"/>
                  </a:cxn>
                  <a:cxn ang="0">
                    <a:pos x="connsiteX1" y="connsiteY1"/>
                  </a:cxn>
                  <a:cxn ang="0">
                    <a:pos x="connsiteX2" y="connsiteY2"/>
                  </a:cxn>
                </a:cxnLst>
                <a:rect l="l" t="t" r="r" b="b"/>
                <a:pathLst>
                  <a:path w="8597" h="4047">
                    <a:moveTo>
                      <a:pt x="2786" y="265"/>
                    </a:moveTo>
                    <a:cubicBezTo>
                      <a:pt x="-3312" y="1917"/>
                      <a:pt x="1941" y="4946"/>
                      <a:pt x="5810" y="3791"/>
                    </a:cubicBezTo>
                    <a:cubicBezTo>
                      <a:pt x="11902" y="2117"/>
                      <a:pt x="6673" y="-912"/>
                      <a:pt x="2786" y="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 name="Freeform: Shape 60">
                <a:extLst>
                  <a:ext uri="{FF2B5EF4-FFF2-40B4-BE49-F238E27FC236}">
                    <a16:creationId xmlns:a16="http://schemas.microsoft.com/office/drawing/2014/main" id="{51C43460-0DFA-4CE1-A952-28B09DBA727A}"/>
                  </a:ext>
                </a:extLst>
              </p:cNvPr>
              <p:cNvSpPr/>
              <p:nvPr/>
            </p:nvSpPr>
            <p:spPr>
              <a:xfrm>
                <a:off x="9921025" y="6185441"/>
                <a:ext cx="9968" cy="9401"/>
              </a:xfrm>
              <a:custGeom>
                <a:avLst/>
                <a:gdLst>
                  <a:gd name="connsiteX0" fmla="*/ 3220 w 9968"/>
                  <a:gd name="connsiteY0" fmla="*/ 1 h 9401"/>
                  <a:gd name="connsiteX1" fmla="*/ 9747 w 9968"/>
                  <a:gd name="connsiteY1" fmla="*/ 4636 h 9401"/>
                  <a:gd name="connsiteX2" fmla="*/ 3220 w 9968"/>
                  <a:gd name="connsiteY2" fmla="*/ 1 h 9401"/>
                </a:gdLst>
                <a:ahLst/>
                <a:cxnLst>
                  <a:cxn ang="0">
                    <a:pos x="connsiteX0" y="connsiteY0"/>
                  </a:cxn>
                  <a:cxn ang="0">
                    <a:pos x="connsiteX1" y="connsiteY1"/>
                  </a:cxn>
                  <a:cxn ang="0">
                    <a:pos x="connsiteX2" y="connsiteY2"/>
                  </a:cxn>
                </a:cxnLst>
                <a:rect l="l" t="t" r="r" b="b"/>
                <a:pathLst>
                  <a:path w="9968" h="9401">
                    <a:moveTo>
                      <a:pt x="3220" y="1"/>
                    </a:moveTo>
                    <a:cubicBezTo>
                      <a:pt x="-7518" y="2658"/>
                      <a:pt x="12250" y="16568"/>
                      <a:pt x="9747" y="4636"/>
                    </a:cubicBezTo>
                    <a:cubicBezTo>
                      <a:pt x="8673" y="2058"/>
                      <a:pt x="5746" y="-39"/>
                      <a:pt x="3220"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 name="Freeform: Shape 61">
                <a:extLst>
                  <a:ext uri="{FF2B5EF4-FFF2-40B4-BE49-F238E27FC236}">
                    <a16:creationId xmlns:a16="http://schemas.microsoft.com/office/drawing/2014/main" id="{F4D82005-B53E-BA2D-27B3-F71DB34A2AAC}"/>
                  </a:ext>
                </a:extLst>
              </p:cNvPr>
              <p:cNvSpPr/>
              <p:nvPr/>
            </p:nvSpPr>
            <p:spPr>
              <a:xfrm>
                <a:off x="11935145" y="7526146"/>
                <a:ext cx="14764" cy="5156"/>
              </a:xfrm>
              <a:custGeom>
                <a:avLst/>
                <a:gdLst>
                  <a:gd name="connsiteX0" fmla="*/ 3324 w 14764"/>
                  <a:gd name="connsiteY0" fmla="*/ 0 h 5156"/>
                  <a:gd name="connsiteX1" fmla="*/ 14765 w 14764"/>
                  <a:gd name="connsiteY1" fmla="*/ 4303 h 5156"/>
                  <a:gd name="connsiteX2" fmla="*/ 3324 w 14764"/>
                  <a:gd name="connsiteY2" fmla="*/ 0 h 5156"/>
                </a:gdLst>
                <a:ahLst/>
                <a:cxnLst>
                  <a:cxn ang="0">
                    <a:pos x="connsiteX0" y="connsiteY0"/>
                  </a:cxn>
                  <a:cxn ang="0">
                    <a:pos x="connsiteX1" y="connsiteY1"/>
                  </a:cxn>
                  <a:cxn ang="0">
                    <a:pos x="connsiteX2" y="connsiteY2"/>
                  </a:cxn>
                </a:cxnLst>
                <a:rect l="l" t="t" r="r" b="b"/>
                <a:pathLst>
                  <a:path w="14764" h="5156">
                    <a:moveTo>
                      <a:pt x="3324" y="0"/>
                    </a:moveTo>
                    <a:cubicBezTo>
                      <a:pt x="-7707" y="1343"/>
                      <a:pt x="12022" y="7355"/>
                      <a:pt x="14765" y="4303"/>
                    </a:cubicBezTo>
                    <a:cubicBezTo>
                      <a:pt x="14799" y="766"/>
                      <a:pt x="6335" y="246"/>
                      <a:pt x="332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 name="Freeform: Shape 62">
                <a:extLst>
                  <a:ext uri="{FF2B5EF4-FFF2-40B4-BE49-F238E27FC236}">
                    <a16:creationId xmlns:a16="http://schemas.microsoft.com/office/drawing/2014/main" id="{8F375AB6-1EC9-8B6D-51A4-3379DC9D515F}"/>
                  </a:ext>
                </a:extLst>
              </p:cNvPr>
              <p:cNvSpPr/>
              <p:nvPr/>
            </p:nvSpPr>
            <p:spPr>
              <a:xfrm>
                <a:off x="8720452" y="4146326"/>
                <a:ext cx="7240" cy="5317"/>
              </a:xfrm>
              <a:custGeom>
                <a:avLst/>
                <a:gdLst>
                  <a:gd name="connsiteX0" fmla="*/ 2506 w 7240"/>
                  <a:gd name="connsiteY0" fmla="*/ 1832 h 5317"/>
                  <a:gd name="connsiteX1" fmla="*/ 7204 w 7240"/>
                  <a:gd name="connsiteY1" fmla="*/ 146 h 5317"/>
                  <a:gd name="connsiteX2" fmla="*/ 2506 w 7240"/>
                  <a:gd name="connsiteY2" fmla="*/ 1832 h 5317"/>
                </a:gdLst>
                <a:ahLst/>
                <a:cxnLst>
                  <a:cxn ang="0">
                    <a:pos x="connsiteX0" y="connsiteY0"/>
                  </a:cxn>
                  <a:cxn ang="0">
                    <a:pos x="connsiteX1" y="connsiteY1"/>
                  </a:cxn>
                  <a:cxn ang="0">
                    <a:pos x="connsiteX2" y="connsiteY2"/>
                  </a:cxn>
                </a:cxnLst>
                <a:rect l="l" t="t" r="r" b="b"/>
                <a:pathLst>
                  <a:path w="7240" h="5317">
                    <a:moveTo>
                      <a:pt x="2506" y="1832"/>
                    </a:moveTo>
                    <a:cubicBezTo>
                      <a:pt x="-5410" y="8364"/>
                      <a:pt x="8032" y="4495"/>
                      <a:pt x="7204" y="146"/>
                    </a:cubicBezTo>
                    <a:cubicBezTo>
                      <a:pt x="5935" y="-454"/>
                      <a:pt x="3826" y="929"/>
                      <a:pt x="2506" y="18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 name="Freeform: Shape 63">
                <a:extLst>
                  <a:ext uri="{FF2B5EF4-FFF2-40B4-BE49-F238E27FC236}">
                    <a16:creationId xmlns:a16="http://schemas.microsoft.com/office/drawing/2014/main" id="{3FD02F7A-2D47-C4FE-0828-C6C4F068CF24}"/>
                  </a:ext>
                </a:extLst>
              </p:cNvPr>
              <p:cNvSpPr/>
              <p:nvPr/>
            </p:nvSpPr>
            <p:spPr>
              <a:xfrm>
                <a:off x="10304300" y="6674044"/>
                <a:ext cx="11384" cy="3280"/>
              </a:xfrm>
              <a:custGeom>
                <a:avLst/>
                <a:gdLst>
                  <a:gd name="connsiteX0" fmla="*/ 3296 w 11384"/>
                  <a:gd name="connsiteY0" fmla="*/ 35 h 3280"/>
                  <a:gd name="connsiteX1" fmla="*/ 8086 w 11384"/>
                  <a:gd name="connsiteY1" fmla="*/ 3247 h 3280"/>
                  <a:gd name="connsiteX2" fmla="*/ 3296 w 11384"/>
                  <a:gd name="connsiteY2" fmla="*/ 35 h 3280"/>
                </a:gdLst>
                <a:ahLst/>
                <a:cxnLst>
                  <a:cxn ang="0">
                    <a:pos x="connsiteX0" y="connsiteY0"/>
                  </a:cxn>
                  <a:cxn ang="0">
                    <a:pos x="connsiteX1" y="connsiteY1"/>
                  </a:cxn>
                  <a:cxn ang="0">
                    <a:pos x="connsiteX2" y="connsiteY2"/>
                  </a:cxn>
                </a:cxnLst>
                <a:rect l="l" t="t" r="r" b="b"/>
                <a:pathLst>
                  <a:path w="11384" h="3280">
                    <a:moveTo>
                      <a:pt x="3296" y="35"/>
                    </a:moveTo>
                    <a:cubicBezTo>
                      <a:pt x="-4967" y="572"/>
                      <a:pt x="4474" y="3635"/>
                      <a:pt x="8086" y="3247"/>
                    </a:cubicBezTo>
                    <a:cubicBezTo>
                      <a:pt x="16355" y="2704"/>
                      <a:pt x="6909" y="-359"/>
                      <a:pt x="3296"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 name="Freeform: Shape 64">
                <a:extLst>
                  <a:ext uri="{FF2B5EF4-FFF2-40B4-BE49-F238E27FC236}">
                    <a16:creationId xmlns:a16="http://schemas.microsoft.com/office/drawing/2014/main" id="{B513CA0C-9415-C385-C8AB-F1E1B3BE1B36}"/>
                  </a:ext>
                </a:extLst>
              </p:cNvPr>
              <p:cNvSpPr/>
              <p:nvPr/>
            </p:nvSpPr>
            <p:spPr>
              <a:xfrm>
                <a:off x="10453413" y="6774092"/>
                <a:ext cx="11675" cy="3471"/>
              </a:xfrm>
              <a:custGeom>
                <a:avLst/>
                <a:gdLst>
                  <a:gd name="connsiteX0" fmla="*/ 3494 w 11675"/>
                  <a:gd name="connsiteY0" fmla="*/ 0 h 3471"/>
                  <a:gd name="connsiteX1" fmla="*/ 11426 w 11675"/>
                  <a:gd name="connsiteY1" fmla="*/ 1697 h 3471"/>
                  <a:gd name="connsiteX2" fmla="*/ 3494 w 11675"/>
                  <a:gd name="connsiteY2" fmla="*/ 0 h 3471"/>
                </a:gdLst>
                <a:ahLst/>
                <a:cxnLst>
                  <a:cxn ang="0">
                    <a:pos x="connsiteX0" y="connsiteY0"/>
                  </a:cxn>
                  <a:cxn ang="0">
                    <a:pos x="connsiteX1" y="connsiteY1"/>
                  </a:cxn>
                  <a:cxn ang="0">
                    <a:pos x="connsiteX2" y="connsiteY2"/>
                  </a:cxn>
                </a:cxnLst>
                <a:rect l="l" t="t" r="r" b="b"/>
                <a:pathLst>
                  <a:path w="11675" h="3471">
                    <a:moveTo>
                      <a:pt x="3494" y="0"/>
                    </a:moveTo>
                    <a:cubicBezTo>
                      <a:pt x="-8444" y="863"/>
                      <a:pt x="14273" y="6178"/>
                      <a:pt x="11426" y="1697"/>
                    </a:cubicBezTo>
                    <a:cubicBezTo>
                      <a:pt x="10020" y="760"/>
                      <a:pt x="6472" y="0"/>
                      <a:pt x="349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 name="Freeform: Shape 65">
                <a:extLst>
                  <a:ext uri="{FF2B5EF4-FFF2-40B4-BE49-F238E27FC236}">
                    <a16:creationId xmlns:a16="http://schemas.microsoft.com/office/drawing/2014/main" id="{02BF6469-CD7E-B6A7-210D-A0605E584F69}"/>
                  </a:ext>
                </a:extLst>
              </p:cNvPr>
              <p:cNvSpPr/>
              <p:nvPr/>
            </p:nvSpPr>
            <p:spPr>
              <a:xfrm>
                <a:off x="10611656" y="6880134"/>
                <a:ext cx="12093" cy="3680"/>
              </a:xfrm>
              <a:custGeom>
                <a:avLst/>
                <a:gdLst>
                  <a:gd name="connsiteX0" fmla="*/ 3556 w 12093"/>
                  <a:gd name="connsiteY0" fmla="*/ 0 h 3680"/>
                  <a:gd name="connsiteX1" fmla="*/ 11808 w 12093"/>
                  <a:gd name="connsiteY1" fmla="*/ 1805 h 3680"/>
                  <a:gd name="connsiteX2" fmla="*/ 3556 w 12093"/>
                  <a:gd name="connsiteY2" fmla="*/ 0 h 3680"/>
                </a:gdLst>
                <a:ahLst/>
                <a:cxnLst>
                  <a:cxn ang="0">
                    <a:pos x="connsiteX0" y="connsiteY0"/>
                  </a:cxn>
                  <a:cxn ang="0">
                    <a:pos x="connsiteX1" y="connsiteY1"/>
                  </a:cxn>
                  <a:cxn ang="0">
                    <a:pos x="connsiteX2" y="connsiteY2"/>
                  </a:cxn>
                </a:cxnLst>
                <a:rect l="l" t="t" r="r" b="b"/>
                <a:pathLst>
                  <a:path w="12093" h="3680">
                    <a:moveTo>
                      <a:pt x="3556" y="0"/>
                    </a:moveTo>
                    <a:cubicBezTo>
                      <a:pt x="-8703" y="920"/>
                      <a:pt x="14923" y="6543"/>
                      <a:pt x="11808" y="1805"/>
                    </a:cubicBezTo>
                    <a:cubicBezTo>
                      <a:pt x="10322" y="811"/>
                      <a:pt x="6630" y="0"/>
                      <a:pt x="355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 name="Freeform: Shape 66">
                <a:extLst>
                  <a:ext uri="{FF2B5EF4-FFF2-40B4-BE49-F238E27FC236}">
                    <a16:creationId xmlns:a16="http://schemas.microsoft.com/office/drawing/2014/main" id="{BF61DECE-4A00-4607-F4EE-6CA2F31ABCDA}"/>
                  </a:ext>
                </a:extLst>
              </p:cNvPr>
              <p:cNvSpPr/>
              <p:nvPr/>
            </p:nvSpPr>
            <p:spPr>
              <a:xfrm>
                <a:off x="10163299" y="6579690"/>
                <a:ext cx="10923" cy="3095"/>
              </a:xfrm>
              <a:custGeom>
                <a:avLst/>
                <a:gdLst>
                  <a:gd name="connsiteX0" fmla="*/ 3383 w 10923"/>
                  <a:gd name="connsiteY0" fmla="*/ 0 h 3095"/>
                  <a:gd name="connsiteX1" fmla="*/ 10738 w 10923"/>
                  <a:gd name="connsiteY1" fmla="*/ 1515 h 3095"/>
                  <a:gd name="connsiteX2" fmla="*/ 3383 w 10923"/>
                  <a:gd name="connsiteY2" fmla="*/ 0 h 3095"/>
                </a:gdLst>
                <a:ahLst/>
                <a:cxnLst>
                  <a:cxn ang="0">
                    <a:pos x="connsiteX0" y="connsiteY0"/>
                  </a:cxn>
                  <a:cxn ang="0">
                    <a:pos x="connsiteX1" y="connsiteY1"/>
                  </a:cxn>
                  <a:cxn ang="0">
                    <a:pos x="connsiteX2" y="connsiteY2"/>
                  </a:cxn>
                </a:cxnLst>
                <a:rect l="l" t="t" r="r" b="b"/>
                <a:pathLst>
                  <a:path w="10923" h="3095">
                    <a:moveTo>
                      <a:pt x="3383" y="0"/>
                    </a:moveTo>
                    <a:cubicBezTo>
                      <a:pt x="-7973" y="754"/>
                      <a:pt x="13099" y="5515"/>
                      <a:pt x="10738" y="1515"/>
                    </a:cubicBezTo>
                    <a:cubicBezTo>
                      <a:pt x="9486" y="675"/>
                      <a:pt x="6195" y="0"/>
                      <a:pt x="338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 name="Freeform: Shape 67">
                <a:extLst>
                  <a:ext uri="{FF2B5EF4-FFF2-40B4-BE49-F238E27FC236}">
                    <a16:creationId xmlns:a16="http://schemas.microsoft.com/office/drawing/2014/main" id="{FA6294A6-8BB2-24A9-812C-6C2817A188D7}"/>
                  </a:ext>
                </a:extLst>
              </p:cNvPr>
              <p:cNvSpPr/>
              <p:nvPr/>
            </p:nvSpPr>
            <p:spPr>
              <a:xfrm>
                <a:off x="10030226" y="6490514"/>
                <a:ext cx="10583" cy="2928"/>
              </a:xfrm>
              <a:custGeom>
                <a:avLst/>
                <a:gdLst>
                  <a:gd name="connsiteX0" fmla="*/ 3330 w 10583"/>
                  <a:gd name="connsiteY0" fmla="*/ 0 h 2928"/>
                  <a:gd name="connsiteX1" fmla="*/ 10422 w 10583"/>
                  <a:gd name="connsiteY1" fmla="*/ 1434 h 2928"/>
                  <a:gd name="connsiteX2" fmla="*/ 3330 w 10583"/>
                  <a:gd name="connsiteY2" fmla="*/ 0 h 2928"/>
                </a:gdLst>
                <a:ahLst/>
                <a:cxnLst>
                  <a:cxn ang="0">
                    <a:pos x="connsiteX0" y="connsiteY0"/>
                  </a:cxn>
                  <a:cxn ang="0">
                    <a:pos x="connsiteX1" y="connsiteY1"/>
                  </a:cxn>
                  <a:cxn ang="0">
                    <a:pos x="connsiteX2" y="connsiteY2"/>
                  </a:cxn>
                </a:cxnLst>
                <a:rect l="l" t="t" r="r" b="b"/>
                <a:pathLst>
                  <a:path w="10583" h="2928">
                    <a:moveTo>
                      <a:pt x="3330" y="0"/>
                    </a:moveTo>
                    <a:cubicBezTo>
                      <a:pt x="-7757" y="709"/>
                      <a:pt x="12576" y="5218"/>
                      <a:pt x="10422" y="1434"/>
                    </a:cubicBezTo>
                    <a:cubicBezTo>
                      <a:pt x="9239" y="640"/>
                      <a:pt x="6068" y="0"/>
                      <a:pt x="333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 name="Freeform: Shape 68">
                <a:extLst>
                  <a:ext uri="{FF2B5EF4-FFF2-40B4-BE49-F238E27FC236}">
                    <a16:creationId xmlns:a16="http://schemas.microsoft.com/office/drawing/2014/main" id="{42BB710A-1C95-311B-E3FF-EB4127B7B027}"/>
                  </a:ext>
                </a:extLst>
              </p:cNvPr>
              <p:cNvSpPr/>
              <p:nvPr/>
            </p:nvSpPr>
            <p:spPr>
              <a:xfrm>
                <a:off x="9904325" y="6406143"/>
                <a:ext cx="10263" cy="2772"/>
              </a:xfrm>
              <a:custGeom>
                <a:avLst/>
                <a:gdLst>
                  <a:gd name="connsiteX0" fmla="*/ 3279 w 10263"/>
                  <a:gd name="connsiteY0" fmla="*/ 0 h 2772"/>
                  <a:gd name="connsiteX1" fmla="*/ 10125 w 10263"/>
                  <a:gd name="connsiteY1" fmla="*/ 1354 h 2772"/>
                  <a:gd name="connsiteX2" fmla="*/ 3279 w 10263"/>
                  <a:gd name="connsiteY2" fmla="*/ 0 h 2772"/>
                </a:gdLst>
                <a:ahLst/>
                <a:cxnLst>
                  <a:cxn ang="0">
                    <a:pos x="connsiteX0" y="connsiteY0"/>
                  </a:cxn>
                  <a:cxn ang="0">
                    <a:pos x="connsiteX1" y="connsiteY1"/>
                  </a:cxn>
                  <a:cxn ang="0">
                    <a:pos x="connsiteX2" y="connsiteY2"/>
                  </a:cxn>
                </a:cxnLst>
                <a:rect l="l" t="t" r="r" b="b"/>
                <a:pathLst>
                  <a:path w="10263" h="2772">
                    <a:moveTo>
                      <a:pt x="3279" y="0"/>
                    </a:moveTo>
                    <a:cubicBezTo>
                      <a:pt x="-7552" y="668"/>
                      <a:pt x="12085" y="4943"/>
                      <a:pt x="10125" y="1354"/>
                    </a:cubicBezTo>
                    <a:cubicBezTo>
                      <a:pt x="9000" y="606"/>
                      <a:pt x="5936" y="0"/>
                      <a:pt x="327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 name="Freeform: Shape 69">
                <a:extLst>
                  <a:ext uri="{FF2B5EF4-FFF2-40B4-BE49-F238E27FC236}">
                    <a16:creationId xmlns:a16="http://schemas.microsoft.com/office/drawing/2014/main" id="{588B24DD-B4CC-F3E7-DF91-99116B140557}"/>
                  </a:ext>
                </a:extLst>
              </p:cNvPr>
              <p:cNvSpPr/>
              <p:nvPr/>
            </p:nvSpPr>
            <p:spPr>
              <a:xfrm>
                <a:off x="11355930" y="7378686"/>
                <a:ext cx="14298" cy="4809"/>
              </a:xfrm>
              <a:custGeom>
                <a:avLst/>
                <a:gdLst>
                  <a:gd name="connsiteX0" fmla="*/ 3638 w 14298"/>
                  <a:gd name="connsiteY0" fmla="*/ 53 h 4809"/>
                  <a:gd name="connsiteX1" fmla="*/ 10662 w 14298"/>
                  <a:gd name="connsiteY1" fmla="*/ 4756 h 4809"/>
                  <a:gd name="connsiteX2" fmla="*/ 3638 w 14298"/>
                  <a:gd name="connsiteY2" fmla="*/ 53 h 4809"/>
                </a:gdLst>
                <a:ahLst/>
                <a:cxnLst>
                  <a:cxn ang="0">
                    <a:pos x="connsiteX0" y="connsiteY0"/>
                  </a:cxn>
                  <a:cxn ang="0">
                    <a:pos x="connsiteX1" y="connsiteY1"/>
                  </a:cxn>
                  <a:cxn ang="0">
                    <a:pos x="connsiteX2" y="connsiteY2"/>
                  </a:cxn>
                </a:cxnLst>
                <a:rect l="l" t="t" r="r" b="b"/>
                <a:pathLst>
                  <a:path w="14298" h="4809">
                    <a:moveTo>
                      <a:pt x="3638" y="53"/>
                    </a:moveTo>
                    <a:cubicBezTo>
                      <a:pt x="-6243" y="933"/>
                      <a:pt x="6707" y="5339"/>
                      <a:pt x="10662" y="4756"/>
                    </a:cubicBezTo>
                    <a:cubicBezTo>
                      <a:pt x="20543" y="3876"/>
                      <a:pt x="7587" y="-530"/>
                      <a:pt x="3638" y="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 name="Freeform: Shape 70">
                <a:extLst>
                  <a:ext uri="{FF2B5EF4-FFF2-40B4-BE49-F238E27FC236}">
                    <a16:creationId xmlns:a16="http://schemas.microsoft.com/office/drawing/2014/main" id="{A2B20908-AF86-3626-ACC5-30036497806A}"/>
                  </a:ext>
                </a:extLst>
              </p:cNvPr>
              <p:cNvSpPr/>
              <p:nvPr/>
            </p:nvSpPr>
            <p:spPr>
              <a:xfrm>
                <a:off x="11150758" y="7241215"/>
                <a:ext cx="13709" cy="4487"/>
              </a:xfrm>
              <a:custGeom>
                <a:avLst/>
                <a:gdLst>
                  <a:gd name="connsiteX0" fmla="*/ 3579 w 13709"/>
                  <a:gd name="connsiteY0" fmla="*/ 49 h 4487"/>
                  <a:gd name="connsiteX1" fmla="*/ 10128 w 13709"/>
                  <a:gd name="connsiteY1" fmla="*/ 4439 h 4487"/>
                  <a:gd name="connsiteX2" fmla="*/ 3579 w 13709"/>
                  <a:gd name="connsiteY2" fmla="*/ 49 h 4487"/>
                </a:gdLst>
                <a:ahLst/>
                <a:cxnLst>
                  <a:cxn ang="0">
                    <a:pos x="connsiteX0" y="connsiteY0"/>
                  </a:cxn>
                  <a:cxn ang="0">
                    <a:pos x="connsiteX1" y="connsiteY1"/>
                  </a:cxn>
                  <a:cxn ang="0">
                    <a:pos x="connsiteX2" y="connsiteY2"/>
                  </a:cxn>
                </a:cxnLst>
                <a:rect l="l" t="t" r="r" b="b"/>
                <a:pathLst>
                  <a:path w="13709" h="4487">
                    <a:moveTo>
                      <a:pt x="3579" y="49"/>
                    </a:moveTo>
                    <a:cubicBezTo>
                      <a:pt x="-5994" y="855"/>
                      <a:pt x="6237" y="4981"/>
                      <a:pt x="10128" y="4439"/>
                    </a:cubicBezTo>
                    <a:cubicBezTo>
                      <a:pt x="19706" y="3632"/>
                      <a:pt x="7471" y="-494"/>
                      <a:pt x="3579" y="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 name="Freeform: Shape 71">
                <a:extLst>
                  <a:ext uri="{FF2B5EF4-FFF2-40B4-BE49-F238E27FC236}">
                    <a16:creationId xmlns:a16="http://schemas.microsoft.com/office/drawing/2014/main" id="{DEA7E827-2DD2-5393-C80D-A9C6367E97F5}"/>
                  </a:ext>
                </a:extLst>
              </p:cNvPr>
              <p:cNvSpPr/>
              <p:nvPr/>
            </p:nvSpPr>
            <p:spPr>
              <a:xfrm>
                <a:off x="10959171" y="7112848"/>
                <a:ext cx="13171" cy="4195"/>
              </a:xfrm>
              <a:custGeom>
                <a:avLst/>
                <a:gdLst>
                  <a:gd name="connsiteX0" fmla="*/ 3524 w 13171"/>
                  <a:gd name="connsiteY0" fmla="*/ 46 h 4195"/>
                  <a:gd name="connsiteX1" fmla="*/ 9645 w 13171"/>
                  <a:gd name="connsiteY1" fmla="*/ 4149 h 4195"/>
                  <a:gd name="connsiteX2" fmla="*/ 3524 w 13171"/>
                  <a:gd name="connsiteY2" fmla="*/ 46 h 4195"/>
                </a:gdLst>
                <a:ahLst/>
                <a:cxnLst>
                  <a:cxn ang="0">
                    <a:pos x="connsiteX0" y="connsiteY0"/>
                  </a:cxn>
                  <a:cxn ang="0">
                    <a:pos x="connsiteX1" y="connsiteY1"/>
                  </a:cxn>
                  <a:cxn ang="0">
                    <a:pos x="connsiteX2" y="connsiteY2"/>
                  </a:cxn>
                </a:cxnLst>
                <a:rect l="l" t="t" r="r" b="b"/>
                <a:pathLst>
                  <a:path w="13171" h="4195">
                    <a:moveTo>
                      <a:pt x="3524" y="46"/>
                    </a:moveTo>
                    <a:cubicBezTo>
                      <a:pt x="-5763" y="789"/>
                      <a:pt x="5810" y="4658"/>
                      <a:pt x="9645" y="4149"/>
                    </a:cubicBezTo>
                    <a:cubicBezTo>
                      <a:pt x="18937" y="3412"/>
                      <a:pt x="7359" y="-463"/>
                      <a:pt x="3524"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 name="Freeform: Shape 72">
                <a:extLst>
                  <a:ext uri="{FF2B5EF4-FFF2-40B4-BE49-F238E27FC236}">
                    <a16:creationId xmlns:a16="http://schemas.microsoft.com/office/drawing/2014/main" id="{A61274B6-D655-7911-43A6-350C40A64568}"/>
                  </a:ext>
                </a:extLst>
              </p:cNvPr>
              <p:cNvSpPr/>
              <p:nvPr/>
            </p:nvSpPr>
            <p:spPr>
              <a:xfrm>
                <a:off x="10779931" y="6992751"/>
                <a:ext cx="12671" cy="3925"/>
              </a:xfrm>
              <a:custGeom>
                <a:avLst/>
                <a:gdLst>
                  <a:gd name="connsiteX0" fmla="*/ 3468 w 12671"/>
                  <a:gd name="connsiteY0" fmla="*/ 42 h 3925"/>
                  <a:gd name="connsiteX1" fmla="*/ 9200 w 12671"/>
                  <a:gd name="connsiteY1" fmla="*/ 3883 h 3925"/>
                  <a:gd name="connsiteX2" fmla="*/ 3468 w 12671"/>
                  <a:gd name="connsiteY2" fmla="*/ 42 h 3925"/>
                </a:gdLst>
                <a:ahLst/>
                <a:cxnLst>
                  <a:cxn ang="0">
                    <a:pos x="connsiteX0" y="connsiteY0"/>
                  </a:cxn>
                  <a:cxn ang="0">
                    <a:pos x="connsiteX1" y="connsiteY1"/>
                  </a:cxn>
                  <a:cxn ang="0">
                    <a:pos x="connsiteX2" y="connsiteY2"/>
                  </a:cxn>
                </a:cxnLst>
                <a:rect l="l" t="t" r="r" b="b"/>
                <a:pathLst>
                  <a:path w="12671" h="3925">
                    <a:moveTo>
                      <a:pt x="3468" y="42"/>
                    </a:moveTo>
                    <a:cubicBezTo>
                      <a:pt x="-5544" y="722"/>
                      <a:pt x="5422" y="4357"/>
                      <a:pt x="9200" y="3883"/>
                    </a:cubicBezTo>
                    <a:cubicBezTo>
                      <a:pt x="18218" y="3208"/>
                      <a:pt x="7251" y="-432"/>
                      <a:pt x="3468" y="4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 name="Freeform: Shape 73">
                <a:extLst>
                  <a:ext uri="{FF2B5EF4-FFF2-40B4-BE49-F238E27FC236}">
                    <a16:creationId xmlns:a16="http://schemas.microsoft.com/office/drawing/2014/main" id="{F56A39EB-502A-2A0D-8D99-6C661734E2F3}"/>
                  </a:ext>
                </a:extLst>
              </p:cNvPr>
              <p:cNvSpPr/>
              <p:nvPr/>
            </p:nvSpPr>
            <p:spPr>
              <a:xfrm>
                <a:off x="9459178" y="5737437"/>
                <a:ext cx="9218" cy="5057"/>
              </a:xfrm>
              <a:custGeom>
                <a:avLst/>
                <a:gdLst>
                  <a:gd name="connsiteX0" fmla="*/ 2964 w 9218"/>
                  <a:gd name="connsiteY0" fmla="*/ 348 h 5057"/>
                  <a:gd name="connsiteX1" fmla="*/ 6256 w 9218"/>
                  <a:gd name="connsiteY1" fmla="*/ 4697 h 5057"/>
                  <a:gd name="connsiteX2" fmla="*/ 2964 w 9218"/>
                  <a:gd name="connsiteY2" fmla="*/ 348 h 5057"/>
                </a:gdLst>
                <a:ahLst/>
                <a:cxnLst>
                  <a:cxn ang="0">
                    <a:pos x="connsiteX0" y="connsiteY0"/>
                  </a:cxn>
                  <a:cxn ang="0">
                    <a:pos x="connsiteX1" y="connsiteY1"/>
                  </a:cxn>
                  <a:cxn ang="0">
                    <a:pos x="connsiteX2" y="connsiteY2"/>
                  </a:cxn>
                </a:cxnLst>
                <a:rect l="l" t="t" r="r" b="b"/>
                <a:pathLst>
                  <a:path w="9218" h="5057">
                    <a:moveTo>
                      <a:pt x="2964" y="348"/>
                    </a:moveTo>
                    <a:cubicBezTo>
                      <a:pt x="-3408" y="2423"/>
                      <a:pt x="1821" y="6246"/>
                      <a:pt x="6256" y="4697"/>
                    </a:cubicBezTo>
                    <a:cubicBezTo>
                      <a:pt x="12645" y="2657"/>
                      <a:pt x="7359" y="-1172"/>
                      <a:pt x="2964" y="3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 name="Freeform: Shape 74">
                <a:extLst>
                  <a:ext uri="{FF2B5EF4-FFF2-40B4-BE49-F238E27FC236}">
                    <a16:creationId xmlns:a16="http://schemas.microsoft.com/office/drawing/2014/main" id="{846D9BC5-66D1-6C92-7D2D-1CFD56120BD8}"/>
                  </a:ext>
                </a:extLst>
              </p:cNvPr>
              <p:cNvSpPr/>
              <p:nvPr/>
            </p:nvSpPr>
            <p:spPr>
              <a:xfrm>
                <a:off x="9180880" y="5166699"/>
                <a:ext cx="8515" cy="4618"/>
              </a:xfrm>
              <a:custGeom>
                <a:avLst/>
                <a:gdLst>
                  <a:gd name="connsiteX0" fmla="*/ 2827 w 8515"/>
                  <a:gd name="connsiteY0" fmla="*/ 575 h 4618"/>
                  <a:gd name="connsiteX1" fmla="*/ 5684 w 8515"/>
                  <a:gd name="connsiteY1" fmla="*/ 4055 h 4618"/>
                  <a:gd name="connsiteX2" fmla="*/ 2827 w 8515"/>
                  <a:gd name="connsiteY2" fmla="*/ 575 h 4618"/>
                </a:gdLst>
                <a:ahLst/>
                <a:cxnLst>
                  <a:cxn ang="0">
                    <a:pos x="connsiteX0" y="connsiteY0"/>
                  </a:cxn>
                  <a:cxn ang="0">
                    <a:pos x="connsiteX1" y="connsiteY1"/>
                  </a:cxn>
                  <a:cxn ang="0">
                    <a:pos x="connsiteX2" y="connsiteY2"/>
                  </a:cxn>
                </a:cxnLst>
                <a:rect l="l" t="t" r="r" b="b"/>
                <a:pathLst>
                  <a:path w="8515" h="4618">
                    <a:moveTo>
                      <a:pt x="2827" y="575"/>
                    </a:moveTo>
                    <a:cubicBezTo>
                      <a:pt x="-3042" y="2912"/>
                      <a:pt x="1381" y="5873"/>
                      <a:pt x="5684" y="4055"/>
                    </a:cubicBezTo>
                    <a:cubicBezTo>
                      <a:pt x="11548" y="1695"/>
                      <a:pt x="7159" y="-1265"/>
                      <a:pt x="2827" y="5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 name="Freeform: Shape 75">
                <a:extLst>
                  <a:ext uri="{FF2B5EF4-FFF2-40B4-BE49-F238E27FC236}">
                    <a16:creationId xmlns:a16="http://schemas.microsoft.com/office/drawing/2014/main" id="{6406F244-7CEB-D130-20C0-C596E5ECD183}"/>
                  </a:ext>
                </a:extLst>
              </p:cNvPr>
              <p:cNvSpPr/>
              <p:nvPr/>
            </p:nvSpPr>
            <p:spPr>
              <a:xfrm>
                <a:off x="9095643" y="5067951"/>
                <a:ext cx="8443" cy="5330"/>
              </a:xfrm>
              <a:custGeom>
                <a:avLst/>
                <a:gdLst>
                  <a:gd name="connsiteX0" fmla="*/ 2962 w 8443"/>
                  <a:gd name="connsiteY0" fmla="*/ 459 h 5330"/>
                  <a:gd name="connsiteX1" fmla="*/ 8312 w 8443"/>
                  <a:gd name="connsiteY1" fmla="*/ 1241 h 5330"/>
                  <a:gd name="connsiteX2" fmla="*/ 2962 w 8443"/>
                  <a:gd name="connsiteY2" fmla="*/ 459 h 5330"/>
                </a:gdLst>
                <a:ahLst/>
                <a:cxnLst>
                  <a:cxn ang="0">
                    <a:pos x="connsiteX0" y="connsiteY0"/>
                  </a:cxn>
                  <a:cxn ang="0">
                    <a:pos x="connsiteX1" y="connsiteY1"/>
                  </a:cxn>
                  <a:cxn ang="0">
                    <a:pos x="connsiteX2" y="connsiteY2"/>
                  </a:cxn>
                </a:cxnLst>
                <a:rect l="l" t="t" r="r" b="b"/>
                <a:pathLst>
                  <a:path w="8443" h="5330">
                    <a:moveTo>
                      <a:pt x="2962" y="459"/>
                    </a:moveTo>
                    <a:cubicBezTo>
                      <a:pt x="-6558" y="5676"/>
                      <a:pt x="10072" y="7797"/>
                      <a:pt x="8312" y="1241"/>
                    </a:cubicBezTo>
                    <a:cubicBezTo>
                      <a:pt x="7552" y="-27"/>
                      <a:pt x="5157" y="-387"/>
                      <a:pt x="2962" y="45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 name="Freeform: Shape 76">
                <a:extLst>
                  <a:ext uri="{FF2B5EF4-FFF2-40B4-BE49-F238E27FC236}">
                    <a16:creationId xmlns:a16="http://schemas.microsoft.com/office/drawing/2014/main" id="{A92E8633-017B-D044-AAAF-3F6926BF7DED}"/>
                  </a:ext>
                </a:extLst>
              </p:cNvPr>
              <p:cNvSpPr/>
              <p:nvPr/>
            </p:nvSpPr>
            <p:spPr>
              <a:xfrm>
                <a:off x="8936163" y="4669393"/>
                <a:ext cx="7852" cy="8639"/>
              </a:xfrm>
              <a:custGeom>
                <a:avLst/>
                <a:gdLst>
                  <a:gd name="connsiteX0" fmla="*/ 2662 w 7852"/>
                  <a:gd name="connsiteY0" fmla="*/ 516 h 8639"/>
                  <a:gd name="connsiteX1" fmla="*/ 5188 w 7852"/>
                  <a:gd name="connsiteY1" fmla="*/ 8123 h 8639"/>
                  <a:gd name="connsiteX2" fmla="*/ 2662 w 7852"/>
                  <a:gd name="connsiteY2" fmla="*/ 516 h 8639"/>
                </a:gdLst>
                <a:ahLst/>
                <a:cxnLst>
                  <a:cxn ang="0">
                    <a:pos x="connsiteX0" y="connsiteY0"/>
                  </a:cxn>
                  <a:cxn ang="0">
                    <a:pos x="connsiteX1" y="connsiteY1"/>
                  </a:cxn>
                  <a:cxn ang="0">
                    <a:pos x="connsiteX2" y="connsiteY2"/>
                  </a:cxn>
                </a:cxnLst>
                <a:rect l="l" t="t" r="r" b="b"/>
                <a:pathLst>
                  <a:path w="7852" h="8639">
                    <a:moveTo>
                      <a:pt x="2662" y="516"/>
                    </a:moveTo>
                    <a:cubicBezTo>
                      <a:pt x="-1938" y="2602"/>
                      <a:pt x="-241" y="10751"/>
                      <a:pt x="5188" y="8123"/>
                    </a:cubicBezTo>
                    <a:cubicBezTo>
                      <a:pt x="9805" y="6054"/>
                      <a:pt x="8074" y="-2113"/>
                      <a:pt x="2662" y="5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 name="Freeform: Shape 77">
                <a:extLst>
                  <a:ext uri="{FF2B5EF4-FFF2-40B4-BE49-F238E27FC236}">
                    <a16:creationId xmlns:a16="http://schemas.microsoft.com/office/drawing/2014/main" id="{C1F2297B-04B6-0B76-DB0A-DD82FF5DFD4D}"/>
                  </a:ext>
                </a:extLst>
              </p:cNvPr>
              <p:cNvSpPr/>
              <p:nvPr/>
            </p:nvSpPr>
            <p:spPr>
              <a:xfrm>
                <a:off x="9785110" y="6326135"/>
                <a:ext cx="10025" cy="2626"/>
              </a:xfrm>
              <a:custGeom>
                <a:avLst/>
                <a:gdLst>
                  <a:gd name="connsiteX0" fmla="*/ 3090 w 10025"/>
                  <a:gd name="connsiteY0" fmla="*/ 27 h 2626"/>
                  <a:gd name="connsiteX1" fmla="*/ 6936 w 10025"/>
                  <a:gd name="connsiteY1" fmla="*/ 2599 h 2626"/>
                  <a:gd name="connsiteX2" fmla="*/ 3090 w 10025"/>
                  <a:gd name="connsiteY2" fmla="*/ 27 h 2626"/>
                </a:gdLst>
                <a:ahLst/>
                <a:cxnLst>
                  <a:cxn ang="0">
                    <a:pos x="connsiteX0" y="connsiteY0"/>
                  </a:cxn>
                  <a:cxn ang="0">
                    <a:pos x="connsiteX1" y="connsiteY1"/>
                  </a:cxn>
                  <a:cxn ang="0">
                    <a:pos x="connsiteX2" y="connsiteY2"/>
                  </a:cxn>
                </a:cxnLst>
                <a:rect l="l" t="t" r="r" b="b"/>
                <a:pathLst>
                  <a:path w="10025" h="2626">
                    <a:moveTo>
                      <a:pt x="3090" y="27"/>
                    </a:moveTo>
                    <a:cubicBezTo>
                      <a:pt x="-4334" y="433"/>
                      <a:pt x="3513" y="2913"/>
                      <a:pt x="6936" y="2599"/>
                    </a:cubicBezTo>
                    <a:cubicBezTo>
                      <a:pt x="14361" y="2193"/>
                      <a:pt x="6508" y="-282"/>
                      <a:pt x="3090"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 name="Freeform: Shape 78">
                <a:extLst>
                  <a:ext uri="{FF2B5EF4-FFF2-40B4-BE49-F238E27FC236}">
                    <a16:creationId xmlns:a16="http://schemas.microsoft.com/office/drawing/2014/main" id="{CE441981-49E2-C649-D73B-1CCC16F88806}"/>
                  </a:ext>
                </a:extLst>
              </p:cNvPr>
              <p:cNvSpPr/>
              <p:nvPr/>
            </p:nvSpPr>
            <p:spPr>
              <a:xfrm>
                <a:off x="8789335" y="4255793"/>
                <a:ext cx="7546" cy="7317"/>
              </a:xfrm>
              <a:custGeom>
                <a:avLst/>
                <a:gdLst>
                  <a:gd name="connsiteX0" fmla="*/ 2672 w 7546"/>
                  <a:gd name="connsiteY0" fmla="*/ 1036 h 7317"/>
                  <a:gd name="connsiteX1" fmla="*/ 180 w 7546"/>
                  <a:gd name="connsiteY1" fmla="*/ 6128 h 7317"/>
                  <a:gd name="connsiteX2" fmla="*/ 2672 w 7546"/>
                  <a:gd name="connsiteY2" fmla="*/ 1036 h 7317"/>
                </a:gdLst>
                <a:ahLst/>
                <a:cxnLst>
                  <a:cxn ang="0">
                    <a:pos x="connsiteX0" y="connsiteY0"/>
                  </a:cxn>
                  <a:cxn ang="0">
                    <a:pos x="connsiteX1" y="connsiteY1"/>
                  </a:cxn>
                  <a:cxn ang="0">
                    <a:pos x="connsiteX2" y="connsiteY2"/>
                  </a:cxn>
                </a:cxnLst>
                <a:rect l="l" t="t" r="r" b="b"/>
                <a:pathLst>
                  <a:path w="7546" h="7317">
                    <a:moveTo>
                      <a:pt x="2672" y="1036"/>
                    </a:moveTo>
                    <a:cubicBezTo>
                      <a:pt x="660" y="2424"/>
                      <a:pt x="-460" y="4699"/>
                      <a:pt x="180" y="6128"/>
                    </a:cubicBezTo>
                    <a:cubicBezTo>
                      <a:pt x="4821" y="11637"/>
                      <a:pt x="12742" y="-4068"/>
                      <a:pt x="2672" y="10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 name="Freeform: Shape 79">
                <a:extLst>
                  <a:ext uri="{FF2B5EF4-FFF2-40B4-BE49-F238E27FC236}">
                    <a16:creationId xmlns:a16="http://schemas.microsoft.com/office/drawing/2014/main" id="{0D9CE1EC-F7D2-1C36-605D-99A2548E389F}"/>
                  </a:ext>
                </a:extLst>
              </p:cNvPr>
              <p:cNvSpPr/>
              <p:nvPr/>
            </p:nvSpPr>
            <p:spPr>
              <a:xfrm>
                <a:off x="8861188" y="4443909"/>
                <a:ext cx="7718" cy="8510"/>
              </a:xfrm>
              <a:custGeom>
                <a:avLst/>
                <a:gdLst>
                  <a:gd name="connsiteX0" fmla="*/ 2707 w 7718"/>
                  <a:gd name="connsiteY0" fmla="*/ 611 h 8510"/>
                  <a:gd name="connsiteX1" fmla="*/ 193 w 7718"/>
                  <a:gd name="connsiteY1" fmla="*/ 6429 h 8510"/>
                  <a:gd name="connsiteX2" fmla="*/ 2707 w 7718"/>
                  <a:gd name="connsiteY2" fmla="*/ 611 h 8510"/>
                </a:gdLst>
                <a:ahLst/>
                <a:cxnLst>
                  <a:cxn ang="0">
                    <a:pos x="connsiteX0" y="connsiteY0"/>
                  </a:cxn>
                  <a:cxn ang="0">
                    <a:pos x="connsiteX1" y="connsiteY1"/>
                  </a:cxn>
                  <a:cxn ang="0">
                    <a:pos x="connsiteX2" y="connsiteY2"/>
                  </a:cxn>
                </a:cxnLst>
                <a:rect l="l" t="t" r="r" b="b"/>
                <a:pathLst>
                  <a:path w="7718" h="8510">
                    <a:moveTo>
                      <a:pt x="2707" y="611"/>
                    </a:moveTo>
                    <a:cubicBezTo>
                      <a:pt x="650" y="1874"/>
                      <a:pt x="-476" y="4480"/>
                      <a:pt x="193" y="6429"/>
                    </a:cubicBezTo>
                    <a:cubicBezTo>
                      <a:pt x="5131" y="14419"/>
                      <a:pt x="12937" y="-3458"/>
                      <a:pt x="2707" y="6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 name="Freeform: Shape 80">
                <a:extLst>
                  <a:ext uri="{FF2B5EF4-FFF2-40B4-BE49-F238E27FC236}">
                    <a16:creationId xmlns:a16="http://schemas.microsoft.com/office/drawing/2014/main" id="{2423F0C5-05FF-1750-B1E2-CD3282699850}"/>
                  </a:ext>
                </a:extLst>
              </p:cNvPr>
              <p:cNvSpPr/>
              <p:nvPr/>
            </p:nvSpPr>
            <p:spPr>
              <a:xfrm>
                <a:off x="9014283" y="4891197"/>
                <a:ext cx="8061" cy="7695"/>
              </a:xfrm>
              <a:custGeom>
                <a:avLst/>
                <a:gdLst>
                  <a:gd name="connsiteX0" fmla="*/ 2712 w 8061"/>
                  <a:gd name="connsiteY0" fmla="*/ 454 h 7695"/>
                  <a:gd name="connsiteX1" fmla="*/ 5352 w 8061"/>
                  <a:gd name="connsiteY1" fmla="*/ 7238 h 7695"/>
                  <a:gd name="connsiteX2" fmla="*/ 2712 w 8061"/>
                  <a:gd name="connsiteY2" fmla="*/ 454 h 7695"/>
                </a:gdLst>
                <a:ahLst/>
                <a:cxnLst>
                  <a:cxn ang="0">
                    <a:pos x="connsiteX0" y="connsiteY0"/>
                  </a:cxn>
                  <a:cxn ang="0">
                    <a:pos x="connsiteX1" y="connsiteY1"/>
                  </a:cxn>
                  <a:cxn ang="0">
                    <a:pos x="connsiteX2" y="connsiteY2"/>
                  </a:cxn>
                </a:cxnLst>
                <a:rect l="l" t="t" r="r" b="b"/>
                <a:pathLst>
                  <a:path w="8061" h="7695">
                    <a:moveTo>
                      <a:pt x="2712" y="454"/>
                    </a:moveTo>
                    <a:cubicBezTo>
                      <a:pt x="-2249" y="2529"/>
                      <a:pt x="169" y="9535"/>
                      <a:pt x="5352" y="7238"/>
                    </a:cubicBezTo>
                    <a:cubicBezTo>
                      <a:pt x="10324" y="5181"/>
                      <a:pt x="7867" y="-1837"/>
                      <a:pt x="2712" y="45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 name="Freeform: Shape 81">
                <a:extLst>
                  <a:ext uri="{FF2B5EF4-FFF2-40B4-BE49-F238E27FC236}">
                    <a16:creationId xmlns:a16="http://schemas.microsoft.com/office/drawing/2014/main" id="{B9EA99A0-2432-305D-328C-A241D0FA7B5E}"/>
                  </a:ext>
                </a:extLst>
              </p:cNvPr>
              <p:cNvSpPr/>
              <p:nvPr/>
            </p:nvSpPr>
            <p:spPr>
              <a:xfrm>
                <a:off x="9671128" y="6192632"/>
                <a:ext cx="9829" cy="8558"/>
              </a:xfrm>
              <a:custGeom>
                <a:avLst/>
                <a:gdLst>
                  <a:gd name="connsiteX0" fmla="*/ 3069 w 9829"/>
                  <a:gd name="connsiteY0" fmla="*/ 50 h 8558"/>
                  <a:gd name="connsiteX1" fmla="*/ 6761 w 9829"/>
                  <a:gd name="connsiteY1" fmla="*/ 8508 h 8558"/>
                  <a:gd name="connsiteX2" fmla="*/ 3069 w 9829"/>
                  <a:gd name="connsiteY2" fmla="*/ 50 h 8558"/>
                </a:gdLst>
                <a:ahLst/>
                <a:cxnLst>
                  <a:cxn ang="0">
                    <a:pos x="connsiteX0" y="connsiteY0"/>
                  </a:cxn>
                  <a:cxn ang="0">
                    <a:pos x="connsiteX1" y="connsiteY1"/>
                  </a:cxn>
                  <a:cxn ang="0">
                    <a:pos x="connsiteX2" y="connsiteY2"/>
                  </a:cxn>
                </a:cxnLst>
                <a:rect l="l" t="t" r="r" b="b"/>
                <a:pathLst>
                  <a:path w="9829" h="8558">
                    <a:moveTo>
                      <a:pt x="3069" y="50"/>
                    </a:moveTo>
                    <a:cubicBezTo>
                      <a:pt x="-3720" y="988"/>
                      <a:pt x="2229" y="9280"/>
                      <a:pt x="6761" y="8508"/>
                    </a:cubicBezTo>
                    <a:cubicBezTo>
                      <a:pt x="13579" y="7640"/>
                      <a:pt x="7538" y="-721"/>
                      <a:pt x="3069" y="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 name="Freeform: Shape 82">
                <a:extLst>
                  <a:ext uri="{FF2B5EF4-FFF2-40B4-BE49-F238E27FC236}">
                    <a16:creationId xmlns:a16="http://schemas.microsoft.com/office/drawing/2014/main" id="{AAE04FE7-E023-E355-DA7A-FF24AC890485}"/>
                  </a:ext>
                </a:extLst>
              </p:cNvPr>
              <p:cNvSpPr/>
              <p:nvPr/>
            </p:nvSpPr>
            <p:spPr>
              <a:xfrm>
                <a:off x="9561987" y="5893170"/>
                <a:ext cx="9651" cy="9167"/>
              </a:xfrm>
              <a:custGeom>
                <a:avLst/>
                <a:gdLst>
                  <a:gd name="connsiteX0" fmla="*/ 3237 w 9651"/>
                  <a:gd name="connsiteY0" fmla="*/ 92 h 9167"/>
                  <a:gd name="connsiteX1" fmla="*/ 9449 w 9651"/>
                  <a:gd name="connsiteY1" fmla="*/ 3698 h 9167"/>
                  <a:gd name="connsiteX2" fmla="*/ 3237 w 9651"/>
                  <a:gd name="connsiteY2" fmla="*/ 92 h 9167"/>
                </a:gdLst>
                <a:ahLst/>
                <a:cxnLst>
                  <a:cxn ang="0">
                    <a:pos x="connsiteX0" y="connsiteY0"/>
                  </a:cxn>
                  <a:cxn ang="0">
                    <a:pos x="connsiteX1" y="connsiteY1"/>
                  </a:cxn>
                  <a:cxn ang="0">
                    <a:pos x="connsiteX2" y="connsiteY2"/>
                  </a:cxn>
                </a:cxnLst>
                <a:rect l="l" t="t" r="r" b="b"/>
                <a:pathLst>
                  <a:path w="9651" h="9167">
                    <a:moveTo>
                      <a:pt x="3237" y="92"/>
                    </a:moveTo>
                    <a:cubicBezTo>
                      <a:pt x="-7405" y="4607"/>
                      <a:pt x="11804" y="15848"/>
                      <a:pt x="9449" y="3698"/>
                    </a:cubicBezTo>
                    <a:cubicBezTo>
                      <a:pt x="8477" y="1190"/>
                      <a:pt x="5694" y="-411"/>
                      <a:pt x="3237" y="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 name="Freeform: Shape 83">
                <a:extLst>
                  <a:ext uri="{FF2B5EF4-FFF2-40B4-BE49-F238E27FC236}">
                    <a16:creationId xmlns:a16="http://schemas.microsoft.com/office/drawing/2014/main" id="{D87B0B2F-707C-6353-EDD4-3EA51BCC7B09}"/>
                  </a:ext>
                </a:extLst>
              </p:cNvPr>
              <p:cNvSpPr/>
              <p:nvPr/>
            </p:nvSpPr>
            <p:spPr>
              <a:xfrm>
                <a:off x="9361772" y="5553008"/>
                <a:ext cx="9123" cy="7493"/>
              </a:xfrm>
              <a:custGeom>
                <a:avLst/>
                <a:gdLst>
                  <a:gd name="connsiteX0" fmla="*/ 3140 w 9123"/>
                  <a:gd name="connsiteY0" fmla="*/ 211 h 7493"/>
                  <a:gd name="connsiteX1" fmla="*/ 8959 w 9123"/>
                  <a:gd name="connsiteY1" fmla="*/ 2577 h 7493"/>
                  <a:gd name="connsiteX2" fmla="*/ 3140 w 9123"/>
                  <a:gd name="connsiteY2" fmla="*/ 211 h 7493"/>
                </a:gdLst>
                <a:ahLst/>
                <a:cxnLst>
                  <a:cxn ang="0">
                    <a:pos x="connsiteX0" y="connsiteY0"/>
                  </a:cxn>
                  <a:cxn ang="0">
                    <a:pos x="connsiteX1" y="connsiteY1"/>
                  </a:cxn>
                  <a:cxn ang="0">
                    <a:pos x="connsiteX2" y="connsiteY2"/>
                  </a:cxn>
                </a:cxnLst>
                <a:rect l="l" t="t" r="r" b="b"/>
                <a:pathLst>
                  <a:path w="9123" h="7493">
                    <a:moveTo>
                      <a:pt x="3140" y="211"/>
                    </a:moveTo>
                    <a:cubicBezTo>
                      <a:pt x="-7055" y="5229"/>
                      <a:pt x="11016" y="12447"/>
                      <a:pt x="8959" y="2577"/>
                    </a:cubicBezTo>
                    <a:cubicBezTo>
                      <a:pt x="8096" y="583"/>
                      <a:pt x="5489" y="-480"/>
                      <a:pt x="3140" y="2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 name="Freeform: Shape 84">
                <a:extLst>
                  <a:ext uri="{FF2B5EF4-FFF2-40B4-BE49-F238E27FC236}">
                    <a16:creationId xmlns:a16="http://schemas.microsoft.com/office/drawing/2014/main" id="{761BBB96-57C8-1D09-DD90-490671D2AF12}"/>
                  </a:ext>
                </a:extLst>
              </p:cNvPr>
              <p:cNvSpPr/>
              <p:nvPr/>
            </p:nvSpPr>
            <p:spPr>
              <a:xfrm>
                <a:off x="9269359" y="5330862"/>
                <a:ext cx="8710" cy="7570"/>
              </a:xfrm>
              <a:custGeom>
                <a:avLst/>
                <a:gdLst>
                  <a:gd name="connsiteX0" fmla="*/ 2857 w 8710"/>
                  <a:gd name="connsiteY0" fmla="*/ 324 h 7570"/>
                  <a:gd name="connsiteX1" fmla="*/ 5851 w 8710"/>
                  <a:gd name="connsiteY1" fmla="*/ 7250 h 7570"/>
                  <a:gd name="connsiteX2" fmla="*/ 2857 w 8710"/>
                  <a:gd name="connsiteY2" fmla="*/ 324 h 7570"/>
                </a:gdLst>
                <a:ahLst/>
                <a:cxnLst>
                  <a:cxn ang="0">
                    <a:pos x="connsiteX0" y="connsiteY0"/>
                  </a:cxn>
                  <a:cxn ang="0">
                    <a:pos x="connsiteX1" y="connsiteY1"/>
                  </a:cxn>
                  <a:cxn ang="0">
                    <a:pos x="connsiteX2" y="connsiteY2"/>
                  </a:cxn>
                </a:cxnLst>
                <a:rect l="l" t="t" r="r" b="b"/>
                <a:pathLst>
                  <a:path w="8710" h="7570">
                    <a:moveTo>
                      <a:pt x="2857" y="324"/>
                    </a:moveTo>
                    <a:cubicBezTo>
                      <a:pt x="-2750" y="2249"/>
                      <a:pt x="782" y="9125"/>
                      <a:pt x="5851" y="7250"/>
                    </a:cubicBezTo>
                    <a:cubicBezTo>
                      <a:pt x="11463" y="5330"/>
                      <a:pt x="7926" y="-1562"/>
                      <a:pt x="2857" y="3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 name="Freeform: Shape 85">
                <a:extLst>
                  <a:ext uri="{FF2B5EF4-FFF2-40B4-BE49-F238E27FC236}">
                    <a16:creationId xmlns:a16="http://schemas.microsoft.com/office/drawing/2014/main" id="{4347468D-1751-1FB5-5B76-A9BAD8CD81F8}"/>
                  </a:ext>
                </a:extLst>
              </p:cNvPr>
              <p:cNvSpPr/>
              <p:nvPr/>
            </p:nvSpPr>
            <p:spPr>
              <a:xfrm>
                <a:off x="11576188" y="7526146"/>
                <a:ext cx="14521" cy="5161"/>
              </a:xfrm>
              <a:custGeom>
                <a:avLst/>
                <a:gdLst>
                  <a:gd name="connsiteX0" fmla="*/ 3441 w 14521"/>
                  <a:gd name="connsiteY0" fmla="*/ 0 h 5161"/>
                  <a:gd name="connsiteX1" fmla="*/ 14511 w 14521"/>
                  <a:gd name="connsiteY1" fmla="*/ 4303 h 5161"/>
                  <a:gd name="connsiteX2" fmla="*/ 3441 w 14521"/>
                  <a:gd name="connsiteY2" fmla="*/ 0 h 5161"/>
                </a:gdLst>
                <a:ahLst/>
                <a:cxnLst>
                  <a:cxn ang="0">
                    <a:pos x="connsiteX0" y="connsiteY0"/>
                  </a:cxn>
                  <a:cxn ang="0">
                    <a:pos x="connsiteX1" y="connsiteY1"/>
                  </a:cxn>
                  <a:cxn ang="0">
                    <a:pos x="connsiteX2" y="connsiteY2"/>
                  </a:cxn>
                </a:cxnLst>
                <a:rect l="l" t="t" r="r" b="b"/>
                <a:pathLst>
                  <a:path w="14521" h="5161">
                    <a:moveTo>
                      <a:pt x="3441" y="0"/>
                    </a:moveTo>
                    <a:cubicBezTo>
                      <a:pt x="-7737" y="1326"/>
                      <a:pt x="11648" y="7373"/>
                      <a:pt x="14511" y="4303"/>
                    </a:cubicBezTo>
                    <a:cubicBezTo>
                      <a:pt x="14860" y="772"/>
                      <a:pt x="6350" y="229"/>
                      <a:pt x="344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 name="Freeform: Shape 86">
                <a:extLst>
                  <a:ext uri="{FF2B5EF4-FFF2-40B4-BE49-F238E27FC236}">
                    <a16:creationId xmlns:a16="http://schemas.microsoft.com/office/drawing/2014/main" id="{757216CE-EB73-5CEE-B85D-33B61B7A9860}"/>
                  </a:ext>
                </a:extLst>
              </p:cNvPr>
              <p:cNvSpPr/>
              <p:nvPr/>
            </p:nvSpPr>
            <p:spPr>
              <a:xfrm>
                <a:off x="8524834" y="4308482"/>
                <a:ext cx="7189" cy="6397"/>
              </a:xfrm>
              <a:custGeom>
                <a:avLst/>
                <a:gdLst>
                  <a:gd name="connsiteX0" fmla="*/ 2523 w 7189"/>
                  <a:gd name="connsiteY0" fmla="*/ 2451 h 6397"/>
                  <a:gd name="connsiteX1" fmla="*/ 7158 w 7189"/>
                  <a:gd name="connsiteY1" fmla="*/ 79 h 6397"/>
                  <a:gd name="connsiteX2" fmla="*/ 2523 w 7189"/>
                  <a:gd name="connsiteY2" fmla="*/ 2451 h 6397"/>
                </a:gdLst>
                <a:ahLst/>
                <a:cxnLst>
                  <a:cxn ang="0">
                    <a:pos x="connsiteX0" y="connsiteY0"/>
                  </a:cxn>
                  <a:cxn ang="0">
                    <a:pos x="connsiteX1" y="connsiteY1"/>
                  </a:cxn>
                  <a:cxn ang="0">
                    <a:pos x="connsiteX2" y="connsiteY2"/>
                  </a:cxn>
                </a:cxnLst>
                <a:rect l="l" t="t" r="r" b="b"/>
                <a:pathLst>
                  <a:path w="7189" h="6397">
                    <a:moveTo>
                      <a:pt x="2523" y="2451"/>
                    </a:moveTo>
                    <a:cubicBezTo>
                      <a:pt x="-5392" y="10418"/>
                      <a:pt x="7912" y="4594"/>
                      <a:pt x="7158" y="79"/>
                    </a:cubicBezTo>
                    <a:cubicBezTo>
                      <a:pt x="5804" y="-395"/>
                      <a:pt x="3815" y="1376"/>
                      <a:pt x="2523" y="24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 name="Freeform: Shape 87">
                <a:extLst>
                  <a:ext uri="{FF2B5EF4-FFF2-40B4-BE49-F238E27FC236}">
                    <a16:creationId xmlns:a16="http://schemas.microsoft.com/office/drawing/2014/main" id="{85625127-B081-6160-F2ED-89C5329BA2A0}"/>
                  </a:ext>
                </a:extLst>
              </p:cNvPr>
              <p:cNvSpPr/>
              <p:nvPr/>
            </p:nvSpPr>
            <p:spPr>
              <a:xfrm>
                <a:off x="9885121" y="6579690"/>
                <a:ext cx="10835" cy="3097"/>
              </a:xfrm>
              <a:custGeom>
                <a:avLst/>
                <a:gdLst>
                  <a:gd name="connsiteX0" fmla="*/ 3463 w 10835"/>
                  <a:gd name="connsiteY0" fmla="*/ 0 h 3097"/>
                  <a:gd name="connsiteX1" fmla="*/ 10687 w 10835"/>
                  <a:gd name="connsiteY1" fmla="*/ 1515 h 3097"/>
                  <a:gd name="connsiteX2" fmla="*/ 3463 w 10835"/>
                  <a:gd name="connsiteY2" fmla="*/ 0 h 3097"/>
                </a:gdLst>
                <a:ahLst/>
                <a:cxnLst>
                  <a:cxn ang="0">
                    <a:pos x="connsiteX0" y="connsiteY0"/>
                  </a:cxn>
                  <a:cxn ang="0">
                    <a:pos x="connsiteX1" y="connsiteY1"/>
                  </a:cxn>
                  <a:cxn ang="0">
                    <a:pos x="connsiteX2" y="connsiteY2"/>
                  </a:cxn>
                </a:cxnLst>
                <a:rect l="l" t="t" r="r" b="b"/>
                <a:pathLst>
                  <a:path w="10835" h="3097">
                    <a:moveTo>
                      <a:pt x="3463" y="0"/>
                    </a:moveTo>
                    <a:cubicBezTo>
                      <a:pt x="-7978" y="766"/>
                      <a:pt x="12773" y="5515"/>
                      <a:pt x="10687" y="1515"/>
                    </a:cubicBezTo>
                    <a:cubicBezTo>
                      <a:pt x="9504" y="675"/>
                      <a:pt x="6275" y="0"/>
                      <a:pt x="346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 name="Freeform: Shape 88">
                <a:extLst>
                  <a:ext uri="{FF2B5EF4-FFF2-40B4-BE49-F238E27FC236}">
                    <a16:creationId xmlns:a16="http://schemas.microsoft.com/office/drawing/2014/main" id="{75663C26-0E5B-CD1C-DDF2-F4D8E4B33A28}"/>
                  </a:ext>
                </a:extLst>
              </p:cNvPr>
              <p:cNvSpPr/>
              <p:nvPr/>
            </p:nvSpPr>
            <p:spPr>
              <a:xfrm>
                <a:off x="10018059" y="6674046"/>
                <a:ext cx="11282" cy="3278"/>
              </a:xfrm>
              <a:custGeom>
                <a:avLst/>
                <a:gdLst>
                  <a:gd name="connsiteX0" fmla="*/ 3382 w 11282"/>
                  <a:gd name="connsiteY0" fmla="*/ 34 h 3278"/>
                  <a:gd name="connsiteX1" fmla="*/ 7902 w 11282"/>
                  <a:gd name="connsiteY1" fmla="*/ 3246 h 3278"/>
                  <a:gd name="connsiteX2" fmla="*/ 3382 w 11282"/>
                  <a:gd name="connsiteY2" fmla="*/ 34 h 3278"/>
                </a:gdLst>
                <a:ahLst/>
                <a:cxnLst>
                  <a:cxn ang="0">
                    <a:pos x="connsiteX0" y="connsiteY0"/>
                  </a:cxn>
                  <a:cxn ang="0">
                    <a:pos x="connsiteX1" y="connsiteY1"/>
                  </a:cxn>
                  <a:cxn ang="0">
                    <a:pos x="connsiteX2" y="connsiteY2"/>
                  </a:cxn>
                </a:cxnLst>
                <a:rect l="l" t="t" r="r" b="b"/>
                <a:pathLst>
                  <a:path w="11282" h="3278">
                    <a:moveTo>
                      <a:pt x="3382" y="34"/>
                    </a:moveTo>
                    <a:cubicBezTo>
                      <a:pt x="-4888" y="554"/>
                      <a:pt x="4141" y="3629"/>
                      <a:pt x="7902" y="3246"/>
                    </a:cubicBezTo>
                    <a:cubicBezTo>
                      <a:pt x="16171" y="2725"/>
                      <a:pt x="7136" y="-355"/>
                      <a:pt x="3382" y="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 name="Freeform: Shape 89">
                <a:extLst>
                  <a:ext uri="{FF2B5EF4-FFF2-40B4-BE49-F238E27FC236}">
                    <a16:creationId xmlns:a16="http://schemas.microsoft.com/office/drawing/2014/main" id="{1A36B81F-07F4-6540-4D70-46F28D7A8698}"/>
                  </a:ext>
                </a:extLst>
              </p:cNvPr>
              <p:cNvSpPr/>
              <p:nvPr/>
            </p:nvSpPr>
            <p:spPr>
              <a:xfrm>
                <a:off x="9759659" y="6490514"/>
                <a:ext cx="10500" cy="2930"/>
              </a:xfrm>
              <a:custGeom>
                <a:avLst/>
                <a:gdLst>
                  <a:gd name="connsiteX0" fmla="*/ 3406 w 10500"/>
                  <a:gd name="connsiteY0" fmla="*/ 0 h 2930"/>
                  <a:gd name="connsiteX1" fmla="*/ 10373 w 10500"/>
                  <a:gd name="connsiteY1" fmla="*/ 1434 h 2930"/>
                  <a:gd name="connsiteX2" fmla="*/ 3406 w 10500"/>
                  <a:gd name="connsiteY2" fmla="*/ 0 h 2930"/>
                </a:gdLst>
                <a:ahLst/>
                <a:cxnLst>
                  <a:cxn ang="0">
                    <a:pos x="connsiteX0" y="connsiteY0"/>
                  </a:cxn>
                  <a:cxn ang="0">
                    <a:pos x="connsiteX1" y="connsiteY1"/>
                  </a:cxn>
                  <a:cxn ang="0">
                    <a:pos x="connsiteX2" y="connsiteY2"/>
                  </a:cxn>
                </a:cxnLst>
                <a:rect l="l" t="t" r="r" b="b"/>
                <a:pathLst>
                  <a:path w="10500" h="2930">
                    <a:moveTo>
                      <a:pt x="3406" y="0"/>
                    </a:moveTo>
                    <a:cubicBezTo>
                      <a:pt x="-7761" y="720"/>
                      <a:pt x="12270" y="5218"/>
                      <a:pt x="10373" y="1434"/>
                    </a:cubicBezTo>
                    <a:cubicBezTo>
                      <a:pt x="9258" y="640"/>
                      <a:pt x="6138" y="0"/>
                      <a:pt x="340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 name="Freeform: Shape 90">
                <a:extLst>
                  <a:ext uri="{FF2B5EF4-FFF2-40B4-BE49-F238E27FC236}">
                    <a16:creationId xmlns:a16="http://schemas.microsoft.com/office/drawing/2014/main" id="{C233F21C-3894-1747-1044-7DA1EB12EDD3}"/>
                  </a:ext>
                </a:extLst>
              </p:cNvPr>
              <p:cNvSpPr/>
              <p:nvPr/>
            </p:nvSpPr>
            <p:spPr>
              <a:xfrm>
                <a:off x="9528428" y="6326161"/>
                <a:ext cx="9897" cy="2635"/>
              </a:xfrm>
              <a:custGeom>
                <a:avLst/>
                <a:gdLst>
                  <a:gd name="connsiteX0" fmla="*/ 3294 w 9897"/>
                  <a:gd name="connsiteY0" fmla="*/ 0 h 2635"/>
                  <a:gd name="connsiteX1" fmla="*/ 9804 w 9897"/>
                  <a:gd name="connsiteY1" fmla="*/ 1286 h 2635"/>
                  <a:gd name="connsiteX2" fmla="*/ 3294 w 9897"/>
                  <a:gd name="connsiteY2" fmla="*/ 0 h 2635"/>
                </a:gdLst>
                <a:ahLst/>
                <a:cxnLst>
                  <a:cxn ang="0">
                    <a:pos x="connsiteX0" y="connsiteY0"/>
                  </a:cxn>
                  <a:cxn ang="0">
                    <a:pos x="connsiteX1" y="connsiteY1"/>
                  </a:cxn>
                  <a:cxn ang="0">
                    <a:pos x="connsiteX2" y="connsiteY2"/>
                  </a:cxn>
                </a:cxnLst>
                <a:rect l="l" t="t" r="r" b="b"/>
                <a:pathLst>
                  <a:path w="9897" h="2635">
                    <a:moveTo>
                      <a:pt x="3294" y="0"/>
                    </a:moveTo>
                    <a:cubicBezTo>
                      <a:pt x="-7359" y="640"/>
                      <a:pt x="11370" y="4698"/>
                      <a:pt x="9804" y="1286"/>
                    </a:cubicBezTo>
                    <a:cubicBezTo>
                      <a:pt x="8804" y="578"/>
                      <a:pt x="5889" y="0"/>
                      <a:pt x="329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 name="Freeform: Shape 91">
                <a:extLst>
                  <a:ext uri="{FF2B5EF4-FFF2-40B4-BE49-F238E27FC236}">
                    <a16:creationId xmlns:a16="http://schemas.microsoft.com/office/drawing/2014/main" id="{22B54344-F95D-370E-B075-68E93716244A}"/>
                  </a:ext>
                </a:extLst>
              </p:cNvPr>
              <p:cNvSpPr/>
              <p:nvPr/>
            </p:nvSpPr>
            <p:spPr>
              <a:xfrm>
                <a:off x="9640958" y="6406143"/>
                <a:ext cx="10186" cy="2774"/>
              </a:xfrm>
              <a:custGeom>
                <a:avLst/>
                <a:gdLst>
                  <a:gd name="connsiteX0" fmla="*/ 3350 w 10186"/>
                  <a:gd name="connsiteY0" fmla="*/ 0 h 2774"/>
                  <a:gd name="connsiteX1" fmla="*/ 10077 w 10186"/>
                  <a:gd name="connsiteY1" fmla="*/ 1354 h 2774"/>
                  <a:gd name="connsiteX2" fmla="*/ 3350 w 10186"/>
                  <a:gd name="connsiteY2" fmla="*/ 0 h 2774"/>
                </a:gdLst>
                <a:ahLst/>
                <a:cxnLst>
                  <a:cxn ang="0">
                    <a:pos x="connsiteX0" y="connsiteY0"/>
                  </a:cxn>
                  <a:cxn ang="0">
                    <a:pos x="connsiteX1" y="connsiteY1"/>
                  </a:cxn>
                  <a:cxn ang="0">
                    <a:pos x="connsiteX2" y="connsiteY2"/>
                  </a:cxn>
                </a:cxnLst>
                <a:rect l="l" t="t" r="r" b="b"/>
                <a:pathLst>
                  <a:path w="10186" h="2774">
                    <a:moveTo>
                      <a:pt x="3350" y="0"/>
                    </a:moveTo>
                    <a:cubicBezTo>
                      <a:pt x="-7555" y="679"/>
                      <a:pt x="11803" y="4943"/>
                      <a:pt x="10077" y="1354"/>
                    </a:cubicBezTo>
                    <a:cubicBezTo>
                      <a:pt x="9019" y="606"/>
                      <a:pt x="6007" y="0"/>
                      <a:pt x="335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 name="Freeform: Shape 92">
                <a:extLst>
                  <a:ext uri="{FF2B5EF4-FFF2-40B4-BE49-F238E27FC236}">
                    <a16:creationId xmlns:a16="http://schemas.microsoft.com/office/drawing/2014/main" id="{55BCFF8B-7131-21E0-1EBC-8DA6481F9E65}"/>
                  </a:ext>
                </a:extLst>
              </p:cNvPr>
              <p:cNvSpPr/>
              <p:nvPr/>
            </p:nvSpPr>
            <p:spPr>
              <a:xfrm>
                <a:off x="10158635" y="6774092"/>
                <a:ext cx="11574" cy="3474"/>
              </a:xfrm>
              <a:custGeom>
                <a:avLst/>
                <a:gdLst>
                  <a:gd name="connsiteX0" fmla="*/ 3583 w 11574"/>
                  <a:gd name="connsiteY0" fmla="*/ 0 h 3474"/>
                  <a:gd name="connsiteX1" fmla="*/ 11373 w 11574"/>
                  <a:gd name="connsiteY1" fmla="*/ 1703 h 3474"/>
                  <a:gd name="connsiteX2" fmla="*/ 3583 w 11574"/>
                  <a:gd name="connsiteY2" fmla="*/ 0 h 3474"/>
                </a:gdLst>
                <a:ahLst/>
                <a:cxnLst>
                  <a:cxn ang="0">
                    <a:pos x="connsiteX0" y="connsiteY0"/>
                  </a:cxn>
                  <a:cxn ang="0">
                    <a:pos x="connsiteX1" y="connsiteY1"/>
                  </a:cxn>
                  <a:cxn ang="0">
                    <a:pos x="connsiteX2" y="connsiteY2"/>
                  </a:cxn>
                </a:cxnLst>
                <a:rect l="l" t="t" r="r" b="b"/>
                <a:pathLst>
                  <a:path w="11574" h="3474">
                    <a:moveTo>
                      <a:pt x="3583" y="0"/>
                    </a:moveTo>
                    <a:cubicBezTo>
                      <a:pt x="-8452" y="869"/>
                      <a:pt x="13899" y="6178"/>
                      <a:pt x="11373" y="1703"/>
                    </a:cubicBezTo>
                    <a:cubicBezTo>
                      <a:pt x="10047" y="760"/>
                      <a:pt x="6567" y="0"/>
                      <a:pt x="358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 name="Freeform: Shape 93">
                <a:extLst>
                  <a:ext uri="{FF2B5EF4-FFF2-40B4-BE49-F238E27FC236}">
                    <a16:creationId xmlns:a16="http://schemas.microsoft.com/office/drawing/2014/main" id="{BFAD3A50-F7B3-635B-A50D-175BF6E6E06C}"/>
                  </a:ext>
                </a:extLst>
              </p:cNvPr>
              <p:cNvSpPr/>
              <p:nvPr/>
            </p:nvSpPr>
            <p:spPr>
              <a:xfrm>
                <a:off x="10816106" y="7241218"/>
                <a:ext cx="13561" cy="4484"/>
              </a:xfrm>
              <a:custGeom>
                <a:avLst/>
                <a:gdLst>
                  <a:gd name="connsiteX0" fmla="*/ 3691 w 13561"/>
                  <a:gd name="connsiteY0" fmla="*/ 47 h 4484"/>
                  <a:gd name="connsiteX1" fmla="*/ 9869 w 13561"/>
                  <a:gd name="connsiteY1" fmla="*/ 4436 h 4484"/>
                  <a:gd name="connsiteX2" fmla="*/ 3691 w 13561"/>
                  <a:gd name="connsiteY2" fmla="*/ 47 h 4484"/>
                </a:gdLst>
                <a:ahLst/>
                <a:cxnLst>
                  <a:cxn ang="0">
                    <a:pos x="connsiteX0" y="connsiteY0"/>
                  </a:cxn>
                  <a:cxn ang="0">
                    <a:pos x="connsiteX1" y="connsiteY1"/>
                  </a:cxn>
                  <a:cxn ang="0">
                    <a:pos x="connsiteX2" y="connsiteY2"/>
                  </a:cxn>
                </a:cxnLst>
                <a:rect l="l" t="t" r="r" b="b"/>
                <a:pathLst>
                  <a:path w="13561" h="4484">
                    <a:moveTo>
                      <a:pt x="3691" y="47"/>
                    </a:moveTo>
                    <a:cubicBezTo>
                      <a:pt x="-5916" y="824"/>
                      <a:pt x="5800" y="4974"/>
                      <a:pt x="9869" y="4436"/>
                    </a:cubicBezTo>
                    <a:cubicBezTo>
                      <a:pt x="19482" y="3665"/>
                      <a:pt x="7755" y="-485"/>
                      <a:pt x="3691" y="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 name="Freeform: Shape 94">
                <a:extLst>
                  <a:ext uri="{FF2B5EF4-FFF2-40B4-BE49-F238E27FC236}">
                    <a16:creationId xmlns:a16="http://schemas.microsoft.com/office/drawing/2014/main" id="{B75EEA7C-3A09-31A6-1D0A-419BDF546F9A}"/>
                  </a:ext>
                </a:extLst>
              </p:cNvPr>
              <p:cNvSpPr/>
              <p:nvPr/>
            </p:nvSpPr>
            <p:spPr>
              <a:xfrm>
                <a:off x="11009546" y="7378687"/>
                <a:ext cx="14131" cy="4805"/>
              </a:xfrm>
              <a:custGeom>
                <a:avLst/>
                <a:gdLst>
                  <a:gd name="connsiteX0" fmla="*/ 3756 w 14131"/>
                  <a:gd name="connsiteY0" fmla="*/ 52 h 4805"/>
                  <a:gd name="connsiteX1" fmla="*/ 10373 w 14131"/>
                  <a:gd name="connsiteY1" fmla="*/ 4755 h 4805"/>
                  <a:gd name="connsiteX2" fmla="*/ 3756 w 14131"/>
                  <a:gd name="connsiteY2" fmla="*/ 52 h 4805"/>
                </a:gdLst>
                <a:ahLst/>
                <a:cxnLst>
                  <a:cxn ang="0">
                    <a:pos x="connsiteX0" y="connsiteY0"/>
                  </a:cxn>
                  <a:cxn ang="0">
                    <a:pos x="connsiteX1" y="connsiteY1"/>
                  </a:cxn>
                  <a:cxn ang="0">
                    <a:pos x="connsiteX2" y="connsiteY2"/>
                  </a:cxn>
                </a:cxnLst>
                <a:rect l="l" t="t" r="r" b="b"/>
                <a:pathLst>
                  <a:path w="14131" h="4805">
                    <a:moveTo>
                      <a:pt x="3756" y="52"/>
                    </a:moveTo>
                    <a:cubicBezTo>
                      <a:pt x="-6165" y="897"/>
                      <a:pt x="6242" y="5327"/>
                      <a:pt x="10373" y="4755"/>
                    </a:cubicBezTo>
                    <a:cubicBezTo>
                      <a:pt x="20301" y="3909"/>
                      <a:pt x="7888" y="-526"/>
                      <a:pt x="3756" y="5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6" name="Freeform: Shape 95">
                <a:extLst>
                  <a:ext uri="{FF2B5EF4-FFF2-40B4-BE49-F238E27FC236}">
                    <a16:creationId xmlns:a16="http://schemas.microsoft.com/office/drawing/2014/main" id="{41600279-DF48-3334-D7FE-106EF831128A}"/>
                  </a:ext>
                </a:extLst>
              </p:cNvPr>
              <p:cNvSpPr/>
              <p:nvPr/>
            </p:nvSpPr>
            <p:spPr>
              <a:xfrm>
                <a:off x="10466344" y="6992794"/>
                <a:ext cx="12424" cy="3917"/>
              </a:xfrm>
              <a:custGeom>
                <a:avLst/>
                <a:gdLst>
                  <a:gd name="connsiteX0" fmla="*/ 3712 w 12424"/>
                  <a:gd name="connsiteY0" fmla="*/ 0 h 3917"/>
                  <a:gd name="connsiteX1" fmla="*/ 12154 w 12424"/>
                  <a:gd name="connsiteY1" fmla="*/ 1920 h 3917"/>
                  <a:gd name="connsiteX2" fmla="*/ 3712 w 12424"/>
                  <a:gd name="connsiteY2" fmla="*/ 0 h 3917"/>
                </a:gdLst>
                <a:ahLst/>
                <a:cxnLst>
                  <a:cxn ang="0">
                    <a:pos x="connsiteX0" y="connsiteY0"/>
                  </a:cxn>
                  <a:cxn ang="0">
                    <a:pos x="connsiteX1" y="connsiteY1"/>
                  </a:cxn>
                  <a:cxn ang="0">
                    <a:pos x="connsiteX2" y="connsiteY2"/>
                  </a:cxn>
                </a:cxnLst>
                <a:rect l="l" t="t" r="r" b="b"/>
                <a:pathLst>
                  <a:path w="12424" h="3917">
                    <a:moveTo>
                      <a:pt x="3712" y="0"/>
                    </a:moveTo>
                    <a:cubicBezTo>
                      <a:pt x="-8986" y="994"/>
                      <a:pt x="15217" y="6960"/>
                      <a:pt x="12154" y="1920"/>
                    </a:cubicBezTo>
                    <a:cubicBezTo>
                      <a:pt x="10662" y="863"/>
                      <a:pt x="6884" y="0"/>
                      <a:pt x="371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7" name="Freeform: Shape 96">
                <a:extLst>
                  <a:ext uri="{FF2B5EF4-FFF2-40B4-BE49-F238E27FC236}">
                    <a16:creationId xmlns:a16="http://schemas.microsoft.com/office/drawing/2014/main" id="{DBE7A32D-97D5-DF92-9C4D-11E535277713}"/>
                  </a:ext>
                </a:extLst>
              </p:cNvPr>
              <p:cNvSpPr/>
              <p:nvPr/>
            </p:nvSpPr>
            <p:spPr>
              <a:xfrm>
                <a:off x="10307832" y="6880134"/>
                <a:ext cx="11982" cy="3684"/>
              </a:xfrm>
              <a:custGeom>
                <a:avLst/>
                <a:gdLst>
                  <a:gd name="connsiteX0" fmla="*/ 3651 w 11982"/>
                  <a:gd name="connsiteY0" fmla="*/ 0 h 3684"/>
                  <a:gd name="connsiteX1" fmla="*/ 11749 w 11982"/>
                  <a:gd name="connsiteY1" fmla="*/ 1805 h 3684"/>
                  <a:gd name="connsiteX2" fmla="*/ 3651 w 11982"/>
                  <a:gd name="connsiteY2" fmla="*/ 0 h 3684"/>
                </a:gdLst>
                <a:ahLst/>
                <a:cxnLst>
                  <a:cxn ang="0">
                    <a:pos x="connsiteX0" y="connsiteY0"/>
                  </a:cxn>
                  <a:cxn ang="0">
                    <a:pos x="connsiteX1" y="connsiteY1"/>
                  </a:cxn>
                  <a:cxn ang="0">
                    <a:pos x="connsiteX2" y="connsiteY2"/>
                  </a:cxn>
                </a:cxnLst>
                <a:rect l="l" t="t" r="r" b="b"/>
                <a:pathLst>
                  <a:path w="11982" h="3684">
                    <a:moveTo>
                      <a:pt x="3651" y="0"/>
                    </a:moveTo>
                    <a:cubicBezTo>
                      <a:pt x="-8717" y="926"/>
                      <a:pt x="14533" y="6549"/>
                      <a:pt x="11749" y="1805"/>
                    </a:cubicBezTo>
                    <a:cubicBezTo>
                      <a:pt x="10349" y="811"/>
                      <a:pt x="6720" y="0"/>
                      <a:pt x="365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8" name="Freeform: Shape 97">
                <a:extLst>
                  <a:ext uri="{FF2B5EF4-FFF2-40B4-BE49-F238E27FC236}">
                    <a16:creationId xmlns:a16="http://schemas.microsoft.com/office/drawing/2014/main" id="{C8441B5C-1831-AA92-858E-D51C6E0EBB63}"/>
                  </a:ext>
                </a:extLst>
              </p:cNvPr>
              <p:cNvSpPr/>
              <p:nvPr/>
            </p:nvSpPr>
            <p:spPr>
              <a:xfrm>
                <a:off x="10635479" y="7112850"/>
                <a:ext cx="13029" cy="4190"/>
              </a:xfrm>
              <a:custGeom>
                <a:avLst/>
                <a:gdLst>
                  <a:gd name="connsiteX0" fmla="*/ 3628 w 13029"/>
                  <a:gd name="connsiteY0" fmla="*/ 44 h 4190"/>
                  <a:gd name="connsiteX1" fmla="*/ 9400 w 13029"/>
                  <a:gd name="connsiteY1" fmla="*/ 4147 h 4190"/>
                  <a:gd name="connsiteX2" fmla="*/ 3628 w 13029"/>
                  <a:gd name="connsiteY2" fmla="*/ 44 h 4190"/>
                </a:gdLst>
                <a:ahLst/>
                <a:cxnLst>
                  <a:cxn ang="0">
                    <a:pos x="connsiteX0" y="connsiteY0"/>
                  </a:cxn>
                  <a:cxn ang="0">
                    <a:pos x="connsiteX1" y="connsiteY1"/>
                  </a:cxn>
                  <a:cxn ang="0">
                    <a:pos x="connsiteX2" y="connsiteY2"/>
                  </a:cxn>
                </a:cxnLst>
                <a:rect l="l" t="t" r="r" b="b"/>
                <a:pathLst>
                  <a:path w="13029" h="4190">
                    <a:moveTo>
                      <a:pt x="3628" y="44"/>
                    </a:moveTo>
                    <a:cubicBezTo>
                      <a:pt x="-5682" y="752"/>
                      <a:pt x="5399" y="4645"/>
                      <a:pt x="9400" y="4147"/>
                    </a:cubicBezTo>
                    <a:cubicBezTo>
                      <a:pt x="18715" y="3438"/>
                      <a:pt x="7628" y="-453"/>
                      <a:pt x="3628" y="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9" name="Freeform: Shape 98">
                <a:extLst>
                  <a:ext uri="{FF2B5EF4-FFF2-40B4-BE49-F238E27FC236}">
                    <a16:creationId xmlns:a16="http://schemas.microsoft.com/office/drawing/2014/main" id="{798CAD61-D1DC-3B04-1362-8EE36F00493B}"/>
                  </a:ext>
                </a:extLst>
              </p:cNvPr>
              <p:cNvSpPr/>
              <p:nvPr/>
            </p:nvSpPr>
            <p:spPr>
              <a:xfrm>
                <a:off x="8728093" y="4793628"/>
                <a:ext cx="7863" cy="8708"/>
              </a:xfrm>
              <a:custGeom>
                <a:avLst/>
                <a:gdLst>
                  <a:gd name="connsiteX0" fmla="*/ 2798 w 7863"/>
                  <a:gd name="connsiteY0" fmla="*/ 736 h 8708"/>
                  <a:gd name="connsiteX1" fmla="*/ 180 w 7863"/>
                  <a:gd name="connsiteY1" fmla="*/ 6743 h 8708"/>
                  <a:gd name="connsiteX2" fmla="*/ 2798 w 7863"/>
                  <a:gd name="connsiteY2" fmla="*/ 736 h 8708"/>
                </a:gdLst>
                <a:ahLst/>
                <a:cxnLst>
                  <a:cxn ang="0">
                    <a:pos x="connsiteX0" y="connsiteY0"/>
                  </a:cxn>
                  <a:cxn ang="0">
                    <a:pos x="connsiteX1" y="connsiteY1"/>
                  </a:cxn>
                  <a:cxn ang="0">
                    <a:pos x="connsiteX2" y="connsiteY2"/>
                  </a:cxn>
                </a:cxnLst>
                <a:rect l="l" t="t" r="r" b="b"/>
                <a:pathLst>
                  <a:path w="7863" h="8708">
                    <a:moveTo>
                      <a:pt x="2798" y="736"/>
                    </a:moveTo>
                    <a:cubicBezTo>
                      <a:pt x="700" y="2108"/>
                      <a:pt x="-471" y="4805"/>
                      <a:pt x="180" y="6743"/>
                    </a:cubicBezTo>
                    <a:cubicBezTo>
                      <a:pt x="5124" y="14572"/>
                      <a:pt x="13216" y="-3819"/>
                      <a:pt x="2798" y="7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0" name="Freeform: Shape 99">
                <a:extLst>
                  <a:ext uri="{FF2B5EF4-FFF2-40B4-BE49-F238E27FC236}">
                    <a16:creationId xmlns:a16="http://schemas.microsoft.com/office/drawing/2014/main" id="{BA58CF89-706B-F6A0-DE3F-ADBF2D0F8C62}"/>
                  </a:ext>
                </a:extLst>
              </p:cNvPr>
              <p:cNvSpPr/>
              <p:nvPr/>
            </p:nvSpPr>
            <p:spPr>
              <a:xfrm>
                <a:off x="8801834" y="4998991"/>
                <a:ext cx="8001" cy="7693"/>
              </a:xfrm>
              <a:custGeom>
                <a:avLst/>
                <a:gdLst>
                  <a:gd name="connsiteX0" fmla="*/ 2758 w 8001"/>
                  <a:gd name="connsiteY0" fmla="*/ 702 h 7693"/>
                  <a:gd name="connsiteX1" fmla="*/ 5243 w 8001"/>
                  <a:gd name="connsiteY1" fmla="*/ 6988 h 7693"/>
                  <a:gd name="connsiteX2" fmla="*/ 2758 w 8001"/>
                  <a:gd name="connsiteY2" fmla="*/ 702 h 7693"/>
                </a:gdLst>
                <a:ahLst/>
                <a:cxnLst>
                  <a:cxn ang="0">
                    <a:pos x="connsiteX0" y="connsiteY0"/>
                  </a:cxn>
                  <a:cxn ang="0">
                    <a:pos x="connsiteX1" y="connsiteY1"/>
                  </a:cxn>
                  <a:cxn ang="0">
                    <a:pos x="connsiteX2" y="connsiteY2"/>
                  </a:cxn>
                </a:cxnLst>
                <a:rect l="l" t="t" r="r" b="b"/>
                <a:pathLst>
                  <a:path w="8001" h="7693">
                    <a:moveTo>
                      <a:pt x="2758" y="702"/>
                    </a:moveTo>
                    <a:cubicBezTo>
                      <a:pt x="-2032" y="3125"/>
                      <a:pt x="-186" y="9875"/>
                      <a:pt x="5243" y="6988"/>
                    </a:cubicBezTo>
                    <a:cubicBezTo>
                      <a:pt x="10044" y="4582"/>
                      <a:pt x="8170" y="-2178"/>
                      <a:pt x="2758" y="7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1" name="Freeform: Shape 100">
                <a:extLst>
                  <a:ext uri="{FF2B5EF4-FFF2-40B4-BE49-F238E27FC236}">
                    <a16:creationId xmlns:a16="http://schemas.microsoft.com/office/drawing/2014/main" id="{120A930E-DDA9-1810-C856-761605878E64}"/>
                  </a:ext>
                </a:extLst>
              </p:cNvPr>
              <p:cNvSpPr/>
              <p:nvPr/>
            </p:nvSpPr>
            <p:spPr>
              <a:xfrm>
                <a:off x="9421115" y="6204926"/>
                <a:ext cx="9773" cy="7340"/>
              </a:xfrm>
              <a:custGeom>
                <a:avLst/>
                <a:gdLst>
                  <a:gd name="connsiteX0" fmla="*/ 3320 w 9773"/>
                  <a:gd name="connsiteY0" fmla="*/ 9 h 7340"/>
                  <a:gd name="connsiteX1" fmla="*/ 9623 w 9773"/>
                  <a:gd name="connsiteY1" fmla="*/ 3427 h 7340"/>
                  <a:gd name="connsiteX2" fmla="*/ 3320 w 9773"/>
                  <a:gd name="connsiteY2" fmla="*/ 9 h 7340"/>
                </a:gdLst>
                <a:ahLst/>
                <a:cxnLst>
                  <a:cxn ang="0">
                    <a:pos x="connsiteX0" y="connsiteY0"/>
                  </a:cxn>
                  <a:cxn ang="0">
                    <a:pos x="connsiteX1" y="connsiteY1"/>
                  </a:cxn>
                  <a:cxn ang="0">
                    <a:pos x="connsiteX2" y="connsiteY2"/>
                  </a:cxn>
                </a:cxnLst>
                <a:rect l="l" t="t" r="r" b="b"/>
                <a:pathLst>
                  <a:path w="9773" h="7340">
                    <a:moveTo>
                      <a:pt x="3320" y="9"/>
                    </a:moveTo>
                    <a:cubicBezTo>
                      <a:pt x="-7459" y="2632"/>
                      <a:pt x="11635" y="12850"/>
                      <a:pt x="9623" y="3427"/>
                    </a:cubicBezTo>
                    <a:cubicBezTo>
                      <a:pt x="8669" y="1415"/>
                      <a:pt x="5846" y="-134"/>
                      <a:pt x="3320"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2" name="Freeform: Shape 101">
                <a:extLst>
                  <a:ext uri="{FF2B5EF4-FFF2-40B4-BE49-F238E27FC236}">
                    <a16:creationId xmlns:a16="http://schemas.microsoft.com/office/drawing/2014/main" id="{6824A948-B892-C7D8-7581-765BBE54B477}"/>
                  </a:ext>
                </a:extLst>
              </p:cNvPr>
              <p:cNvSpPr/>
              <p:nvPr/>
            </p:nvSpPr>
            <p:spPr>
              <a:xfrm>
                <a:off x="8657575" y="4584819"/>
                <a:ext cx="7620" cy="8645"/>
              </a:xfrm>
              <a:custGeom>
                <a:avLst/>
                <a:gdLst>
                  <a:gd name="connsiteX0" fmla="*/ 2666 w 7620"/>
                  <a:gd name="connsiteY0" fmla="*/ 1056 h 8645"/>
                  <a:gd name="connsiteX1" fmla="*/ 4952 w 7620"/>
                  <a:gd name="connsiteY1" fmla="*/ 7595 h 8645"/>
                  <a:gd name="connsiteX2" fmla="*/ 2666 w 7620"/>
                  <a:gd name="connsiteY2" fmla="*/ 1056 h 8645"/>
                </a:gdLst>
                <a:ahLst/>
                <a:cxnLst>
                  <a:cxn ang="0">
                    <a:pos x="connsiteX0" y="connsiteY0"/>
                  </a:cxn>
                  <a:cxn ang="0">
                    <a:pos x="connsiteX1" y="connsiteY1"/>
                  </a:cxn>
                  <a:cxn ang="0">
                    <a:pos x="connsiteX2" y="connsiteY2"/>
                  </a:cxn>
                </a:cxnLst>
                <a:rect l="l" t="t" r="r" b="b"/>
                <a:pathLst>
                  <a:path w="7620" h="8645">
                    <a:moveTo>
                      <a:pt x="2666" y="1056"/>
                    </a:moveTo>
                    <a:cubicBezTo>
                      <a:pt x="-1557" y="3760"/>
                      <a:pt x="-740" y="11424"/>
                      <a:pt x="4952" y="7595"/>
                    </a:cubicBezTo>
                    <a:cubicBezTo>
                      <a:pt x="9181" y="4903"/>
                      <a:pt x="8358" y="-2790"/>
                      <a:pt x="2666" y="105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3" name="Freeform: Shape 102">
                <a:extLst>
                  <a:ext uri="{FF2B5EF4-FFF2-40B4-BE49-F238E27FC236}">
                    <a16:creationId xmlns:a16="http://schemas.microsoft.com/office/drawing/2014/main" id="{8842E1B2-EA43-812F-CD07-AF81B3A96BD6}"/>
                  </a:ext>
                </a:extLst>
              </p:cNvPr>
              <p:cNvSpPr/>
              <p:nvPr/>
            </p:nvSpPr>
            <p:spPr>
              <a:xfrm>
                <a:off x="8589829" y="4410577"/>
                <a:ext cx="7459" cy="7830"/>
              </a:xfrm>
              <a:custGeom>
                <a:avLst/>
                <a:gdLst>
                  <a:gd name="connsiteX0" fmla="*/ 2633 w 7459"/>
                  <a:gd name="connsiteY0" fmla="*/ 1528 h 7830"/>
                  <a:gd name="connsiteX1" fmla="*/ 4827 w 7459"/>
                  <a:gd name="connsiteY1" fmla="*/ 6312 h 7830"/>
                  <a:gd name="connsiteX2" fmla="*/ 2633 w 7459"/>
                  <a:gd name="connsiteY2" fmla="*/ 1528 h 7830"/>
                </a:gdLst>
                <a:ahLst/>
                <a:cxnLst>
                  <a:cxn ang="0">
                    <a:pos x="connsiteX0" y="connsiteY0"/>
                  </a:cxn>
                  <a:cxn ang="0">
                    <a:pos x="connsiteX1" y="connsiteY1"/>
                  </a:cxn>
                  <a:cxn ang="0">
                    <a:pos x="connsiteX2" y="connsiteY2"/>
                  </a:cxn>
                </a:cxnLst>
                <a:rect l="l" t="t" r="r" b="b"/>
                <a:pathLst>
                  <a:path w="7459" h="7830">
                    <a:moveTo>
                      <a:pt x="2633" y="1528"/>
                    </a:moveTo>
                    <a:cubicBezTo>
                      <a:pt x="-1648" y="4803"/>
                      <a:pt x="-562" y="10592"/>
                      <a:pt x="4827" y="6312"/>
                    </a:cubicBezTo>
                    <a:cubicBezTo>
                      <a:pt x="9108" y="3042"/>
                      <a:pt x="8022" y="-2775"/>
                      <a:pt x="2633" y="15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4" name="Freeform: Shape 103">
                <a:extLst>
                  <a:ext uri="{FF2B5EF4-FFF2-40B4-BE49-F238E27FC236}">
                    <a16:creationId xmlns:a16="http://schemas.microsoft.com/office/drawing/2014/main" id="{C3E63679-3025-6CFF-A70C-9AA899ADB604}"/>
                  </a:ext>
                </a:extLst>
              </p:cNvPr>
              <p:cNvSpPr/>
              <p:nvPr/>
            </p:nvSpPr>
            <p:spPr>
              <a:xfrm>
                <a:off x="8878723" y="5163221"/>
                <a:ext cx="8231" cy="5820"/>
              </a:xfrm>
              <a:custGeom>
                <a:avLst/>
                <a:gdLst>
                  <a:gd name="connsiteX0" fmla="*/ 2815 w 8231"/>
                  <a:gd name="connsiteY0" fmla="*/ 761 h 5820"/>
                  <a:gd name="connsiteX1" fmla="*/ 5415 w 8231"/>
                  <a:gd name="connsiteY1" fmla="*/ 5047 h 5820"/>
                  <a:gd name="connsiteX2" fmla="*/ 2815 w 8231"/>
                  <a:gd name="connsiteY2" fmla="*/ 761 h 5820"/>
                </a:gdLst>
                <a:ahLst/>
                <a:cxnLst>
                  <a:cxn ang="0">
                    <a:pos x="connsiteX0" y="connsiteY0"/>
                  </a:cxn>
                  <a:cxn ang="0">
                    <a:pos x="connsiteX1" y="connsiteY1"/>
                  </a:cxn>
                  <a:cxn ang="0">
                    <a:pos x="connsiteX2" y="connsiteY2"/>
                  </a:cxn>
                </a:cxnLst>
                <a:rect l="l" t="t" r="r" b="b"/>
                <a:pathLst>
                  <a:path w="8231" h="5820">
                    <a:moveTo>
                      <a:pt x="2815" y="761"/>
                    </a:moveTo>
                    <a:cubicBezTo>
                      <a:pt x="-2534" y="3401"/>
                      <a:pt x="535" y="7550"/>
                      <a:pt x="5415" y="5047"/>
                    </a:cubicBezTo>
                    <a:cubicBezTo>
                      <a:pt x="10781" y="2436"/>
                      <a:pt x="7673" y="-1719"/>
                      <a:pt x="2815" y="7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5" name="Freeform: Shape 104">
                <a:extLst>
                  <a:ext uri="{FF2B5EF4-FFF2-40B4-BE49-F238E27FC236}">
                    <a16:creationId xmlns:a16="http://schemas.microsoft.com/office/drawing/2014/main" id="{847FF716-72E3-58C7-2475-DFB82DE8CF06}"/>
                  </a:ext>
                </a:extLst>
              </p:cNvPr>
              <p:cNvSpPr/>
              <p:nvPr/>
            </p:nvSpPr>
            <p:spPr>
              <a:xfrm>
                <a:off x="8958795" y="5256853"/>
                <a:ext cx="8569" cy="4778"/>
              </a:xfrm>
              <a:custGeom>
                <a:avLst/>
                <a:gdLst>
                  <a:gd name="connsiteX0" fmla="*/ 3039 w 8569"/>
                  <a:gd name="connsiteY0" fmla="*/ 792 h 4778"/>
                  <a:gd name="connsiteX1" fmla="*/ 8451 w 8569"/>
                  <a:gd name="connsiteY1" fmla="*/ 661 h 4778"/>
                  <a:gd name="connsiteX2" fmla="*/ 3039 w 8569"/>
                  <a:gd name="connsiteY2" fmla="*/ 792 h 4778"/>
                </a:gdLst>
                <a:ahLst/>
                <a:cxnLst>
                  <a:cxn ang="0">
                    <a:pos x="connsiteX0" y="connsiteY0"/>
                  </a:cxn>
                  <a:cxn ang="0">
                    <a:pos x="connsiteX1" y="connsiteY1"/>
                  </a:cxn>
                  <a:cxn ang="0">
                    <a:pos x="connsiteX2" y="connsiteY2"/>
                  </a:cxn>
                </a:cxnLst>
                <a:rect l="l" t="t" r="r" b="b"/>
                <a:pathLst>
                  <a:path w="8569" h="4778">
                    <a:moveTo>
                      <a:pt x="3039" y="792"/>
                    </a:moveTo>
                    <a:cubicBezTo>
                      <a:pt x="-6666" y="6415"/>
                      <a:pt x="10126" y="5833"/>
                      <a:pt x="8451" y="661"/>
                    </a:cubicBezTo>
                    <a:cubicBezTo>
                      <a:pt x="7702" y="-271"/>
                      <a:pt x="5279" y="-208"/>
                      <a:pt x="3039" y="7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6" name="Freeform: Shape 105">
                <a:extLst>
                  <a:ext uri="{FF2B5EF4-FFF2-40B4-BE49-F238E27FC236}">
                    <a16:creationId xmlns:a16="http://schemas.microsoft.com/office/drawing/2014/main" id="{874FB3D1-AAA5-82E9-ED77-39562B93A08A}"/>
                  </a:ext>
                </a:extLst>
              </p:cNvPr>
              <p:cNvSpPr/>
              <p:nvPr/>
            </p:nvSpPr>
            <p:spPr>
              <a:xfrm>
                <a:off x="9130184" y="5630659"/>
                <a:ext cx="8844" cy="7754"/>
              </a:xfrm>
              <a:custGeom>
                <a:avLst/>
                <a:gdLst>
                  <a:gd name="connsiteX0" fmla="*/ 2940 w 8844"/>
                  <a:gd name="connsiteY0" fmla="*/ 387 h 7754"/>
                  <a:gd name="connsiteX1" fmla="*/ 5906 w 8844"/>
                  <a:gd name="connsiteY1" fmla="*/ 7365 h 7754"/>
                  <a:gd name="connsiteX2" fmla="*/ 2940 w 8844"/>
                  <a:gd name="connsiteY2" fmla="*/ 387 h 7754"/>
                </a:gdLst>
                <a:ahLst/>
                <a:cxnLst>
                  <a:cxn ang="0">
                    <a:pos x="connsiteX0" y="connsiteY0"/>
                  </a:cxn>
                  <a:cxn ang="0">
                    <a:pos x="connsiteX1" y="connsiteY1"/>
                  </a:cxn>
                  <a:cxn ang="0">
                    <a:pos x="connsiteX2" y="connsiteY2"/>
                  </a:cxn>
                </a:cxnLst>
                <a:rect l="l" t="t" r="r" b="b"/>
                <a:pathLst>
                  <a:path w="8844" h="7754">
                    <a:moveTo>
                      <a:pt x="2940" y="387"/>
                    </a:moveTo>
                    <a:cubicBezTo>
                      <a:pt x="-2695" y="2473"/>
                      <a:pt x="591" y="9468"/>
                      <a:pt x="5906" y="7365"/>
                    </a:cubicBezTo>
                    <a:cubicBezTo>
                      <a:pt x="11547" y="5302"/>
                      <a:pt x="8238" y="-1710"/>
                      <a:pt x="2940" y="3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7" name="Freeform: Shape 106">
                <a:extLst>
                  <a:ext uri="{FF2B5EF4-FFF2-40B4-BE49-F238E27FC236}">
                    <a16:creationId xmlns:a16="http://schemas.microsoft.com/office/drawing/2014/main" id="{6AE8BCD8-B743-334D-DAD7-F54C6083D037}"/>
                  </a:ext>
                </a:extLst>
              </p:cNvPr>
              <p:cNvSpPr/>
              <p:nvPr/>
            </p:nvSpPr>
            <p:spPr>
              <a:xfrm>
                <a:off x="9318790" y="5949058"/>
                <a:ext cx="9544" cy="7944"/>
              </a:xfrm>
              <a:custGeom>
                <a:avLst/>
                <a:gdLst>
                  <a:gd name="connsiteX0" fmla="*/ 3278 w 9544"/>
                  <a:gd name="connsiteY0" fmla="*/ 160 h 7944"/>
                  <a:gd name="connsiteX1" fmla="*/ 9370 w 9544"/>
                  <a:gd name="connsiteY1" fmla="*/ 2914 h 7944"/>
                  <a:gd name="connsiteX2" fmla="*/ 3278 w 9544"/>
                  <a:gd name="connsiteY2" fmla="*/ 160 h 7944"/>
                </a:gdLst>
                <a:ahLst/>
                <a:cxnLst>
                  <a:cxn ang="0">
                    <a:pos x="connsiteX0" y="connsiteY0"/>
                  </a:cxn>
                  <a:cxn ang="0">
                    <a:pos x="connsiteX1" y="connsiteY1"/>
                  </a:cxn>
                  <a:cxn ang="0">
                    <a:pos x="connsiteX2" y="connsiteY2"/>
                  </a:cxn>
                </a:cxnLst>
                <a:rect l="l" t="t" r="r" b="b"/>
                <a:pathLst>
                  <a:path w="9544" h="7944">
                    <a:moveTo>
                      <a:pt x="3278" y="160"/>
                    </a:moveTo>
                    <a:cubicBezTo>
                      <a:pt x="-7375" y="4914"/>
                      <a:pt x="11536" y="13441"/>
                      <a:pt x="9370" y="2914"/>
                    </a:cubicBezTo>
                    <a:cubicBezTo>
                      <a:pt x="8461" y="766"/>
                      <a:pt x="5735" y="-457"/>
                      <a:pt x="3278" y="1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8" name="Freeform: Shape 107">
                <a:extLst>
                  <a:ext uri="{FF2B5EF4-FFF2-40B4-BE49-F238E27FC236}">
                    <a16:creationId xmlns:a16="http://schemas.microsoft.com/office/drawing/2014/main" id="{FC42F2B8-D4D4-1548-E81C-AAFFFB6F8F7A}"/>
                  </a:ext>
                </a:extLst>
              </p:cNvPr>
              <p:cNvSpPr/>
              <p:nvPr/>
            </p:nvSpPr>
            <p:spPr>
              <a:xfrm>
                <a:off x="9042611" y="5415903"/>
                <a:ext cx="8620" cy="7612"/>
              </a:xfrm>
              <a:custGeom>
                <a:avLst/>
                <a:gdLst>
                  <a:gd name="connsiteX0" fmla="*/ 2896 w 8620"/>
                  <a:gd name="connsiteY0" fmla="*/ 459 h 7612"/>
                  <a:gd name="connsiteX1" fmla="*/ 5725 w 8620"/>
                  <a:gd name="connsiteY1" fmla="*/ 7157 h 7612"/>
                  <a:gd name="connsiteX2" fmla="*/ 2896 w 8620"/>
                  <a:gd name="connsiteY2" fmla="*/ 459 h 7612"/>
                </a:gdLst>
                <a:ahLst/>
                <a:cxnLst>
                  <a:cxn ang="0">
                    <a:pos x="connsiteX0" y="connsiteY0"/>
                  </a:cxn>
                  <a:cxn ang="0">
                    <a:pos x="connsiteX1" y="connsiteY1"/>
                  </a:cxn>
                  <a:cxn ang="0">
                    <a:pos x="connsiteX2" y="connsiteY2"/>
                  </a:cxn>
                </a:cxnLst>
                <a:rect l="l" t="t" r="r" b="b"/>
                <a:pathLst>
                  <a:path w="8620" h="7612">
                    <a:moveTo>
                      <a:pt x="2896" y="459"/>
                    </a:moveTo>
                    <a:cubicBezTo>
                      <a:pt x="-2539" y="2631"/>
                      <a:pt x="404" y="9420"/>
                      <a:pt x="5725" y="7157"/>
                    </a:cubicBezTo>
                    <a:cubicBezTo>
                      <a:pt x="11154" y="4991"/>
                      <a:pt x="8222" y="-1816"/>
                      <a:pt x="2896" y="45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09" name="Freeform: Shape 108">
                <a:extLst>
                  <a:ext uri="{FF2B5EF4-FFF2-40B4-BE49-F238E27FC236}">
                    <a16:creationId xmlns:a16="http://schemas.microsoft.com/office/drawing/2014/main" id="{9E8207CA-8553-ECE6-3C86-C88F7D09A02C}"/>
                  </a:ext>
                </a:extLst>
              </p:cNvPr>
              <p:cNvSpPr/>
              <p:nvPr/>
            </p:nvSpPr>
            <p:spPr>
              <a:xfrm>
                <a:off x="9222008" y="5809347"/>
                <a:ext cx="9112" cy="5227"/>
              </a:xfrm>
              <a:custGeom>
                <a:avLst/>
                <a:gdLst>
                  <a:gd name="connsiteX0" fmla="*/ 3002 w 9112"/>
                  <a:gd name="connsiteY0" fmla="*/ 492 h 5227"/>
                  <a:gd name="connsiteX1" fmla="*/ 6111 w 9112"/>
                  <a:gd name="connsiteY1" fmla="*/ 4722 h 5227"/>
                  <a:gd name="connsiteX2" fmla="*/ 3002 w 9112"/>
                  <a:gd name="connsiteY2" fmla="*/ 492 h 5227"/>
                </a:gdLst>
                <a:ahLst/>
                <a:cxnLst>
                  <a:cxn ang="0">
                    <a:pos x="connsiteX0" y="connsiteY0"/>
                  </a:cxn>
                  <a:cxn ang="0">
                    <a:pos x="connsiteX1" y="connsiteY1"/>
                  </a:cxn>
                  <a:cxn ang="0">
                    <a:pos x="connsiteX2" y="connsiteY2"/>
                  </a:cxn>
                </a:cxnLst>
                <a:rect l="l" t="t" r="r" b="b"/>
                <a:pathLst>
                  <a:path w="9112" h="5227">
                    <a:moveTo>
                      <a:pt x="3002" y="492"/>
                    </a:moveTo>
                    <a:cubicBezTo>
                      <a:pt x="-3227" y="2853"/>
                      <a:pt x="1448" y="6590"/>
                      <a:pt x="6111" y="4722"/>
                    </a:cubicBezTo>
                    <a:cubicBezTo>
                      <a:pt x="12357" y="2395"/>
                      <a:pt x="7631" y="-1348"/>
                      <a:pt x="3002" y="4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0" name="Freeform: Shape 109">
                <a:extLst>
                  <a:ext uri="{FF2B5EF4-FFF2-40B4-BE49-F238E27FC236}">
                    <a16:creationId xmlns:a16="http://schemas.microsoft.com/office/drawing/2014/main" id="{F6BB3BA2-EF2E-CA61-E702-10C29F153214}"/>
                  </a:ext>
                </a:extLst>
              </p:cNvPr>
              <p:cNvSpPr/>
              <p:nvPr/>
            </p:nvSpPr>
            <p:spPr>
              <a:xfrm>
                <a:off x="11217224" y="7526146"/>
                <a:ext cx="14305" cy="5166"/>
              </a:xfrm>
              <a:custGeom>
                <a:avLst/>
                <a:gdLst>
                  <a:gd name="connsiteX0" fmla="*/ 3561 w 14305"/>
                  <a:gd name="connsiteY0" fmla="*/ 0 h 5166"/>
                  <a:gd name="connsiteX1" fmla="*/ 14271 w 14305"/>
                  <a:gd name="connsiteY1" fmla="*/ 4303 h 5166"/>
                  <a:gd name="connsiteX2" fmla="*/ 3561 w 14305"/>
                  <a:gd name="connsiteY2" fmla="*/ 0 h 5166"/>
                </a:gdLst>
                <a:ahLst/>
                <a:cxnLst>
                  <a:cxn ang="0">
                    <a:pos x="connsiteX0" y="connsiteY0"/>
                  </a:cxn>
                  <a:cxn ang="0">
                    <a:pos x="connsiteX1" y="connsiteY1"/>
                  </a:cxn>
                  <a:cxn ang="0">
                    <a:pos x="connsiteX2" y="connsiteY2"/>
                  </a:cxn>
                </a:cxnLst>
                <a:rect l="l" t="t" r="r" b="b"/>
                <a:pathLst>
                  <a:path w="14305" h="5166">
                    <a:moveTo>
                      <a:pt x="3561" y="0"/>
                    </a:moveTo>
                    <a:cubicBezTo>
                      <a:pt x="-7761" y="1314"/>
                      <a:pt x="11270" y="7389"/>
                      <a:pt x="14271" y="4303"/>
                    </a:cubicBezTo>
                    <a:cubicBezTo>
                      <a:pt x="14916" y="777"/>
                      <a:pt x="6378" y="211"/>
                      <a:pt x="356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1" name="Freeform: Shape 110">
                <a:extLst>
                  <a:ext uri="{FF2B5EF4-FFF2-40B4-BE49-F238E27FC236}">
                    <a16:creationId xmlns:a16="http://schemas.microsoft.com/office/drawing/2014/main" id="{F9DFD1E2-DBEB-12FE-6984-39F54495318A}"/>
                  </a:ext>
                </a:extLst>
              </p:cNvPr>
              <p:cNvSpPr/>
              <p:nvPr/>
            </p:nvSpPr>
            <p:spPr>
              <a:xfrm>
                <a:off x="8329204" y="4493155"/>
                <a:ext cx="7136" cy="6678"/>
              </a:xfrm>
              <a:custGeom>
                <a:avLst/>
                <a:gdLst>
                  <a:gd name="connsiteX0" fmla="*/ 2545 w 7136"/>
                  <a:gd name="connsiteY0" fmla="*/ 2681 h 6678"/>
                  <a:gd name="connsiteX1" fmla="*/ 7117 w 7136"/>
                  <a:gd name="connsiteY1" fmla="*/ 46 h 6678"/>
                  <a:gd name="connsiteX2" fmla="*/ 2545 w 7136"/>
                  <a:gd name="connsiteY2" fmla="*/ 2681 h 6678"/>
                </a:gdLst>
                <a:ahLst/>
                <a:cxnLst>
                  <a:cxn ang="0">
                    <a:pos x="connsiteX0" y="connsiteY0"/>
                  </a:cxn>
                  <a:cxn ang="0">
                    <a:pos x="connsiteX1" y="connsiteY1"/>
                  </a:cxn>
                  <a:cxn ang="0">
                    <a:pos x="connsiteX2" y="connsiteY2"/>
                  </a:cxn>
                </a:cxnLst>
                <a:rect l="l" t="t" r="r" b="b"/>
                <a:pathLst>
                  <a:path w="7136" h="6678">
                    <a:moveTo>
                      <a:pt x="2545" y="2681"/>
                    </a:moveTo>
                    <a:cubicBezTo>
                      <a:pt x="-5353" y="10996"/>
                      <a:pt x="7706" y="4447"/>
                      <a:pt x="7117" y="46"/>
                    </a:cubicBezTo>
                    <a:cubicBezTo>
                      <a:pt x="5757" y="-319"/>
                      <a:pt x="3831" y="1561"/>
                      <a:pt x="2545" y="26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2" name="Freeform: Shape 111">
                <a:extLst>
                  <a:ext uri="{FF2B5EF4-FFF2-40B4-BE49-F238E27FC236}">
                    <a16:creationId xmlns:a16="http://schemas.microsoft.com/office/drawing/2014/main" id="{D119F2D0-4679-4A02-FEBA-0727D1A71E82}"/>
                  </a:ext>
                </a:extLst>
              </p:cNvPr>
              <p:cNvSpPr/>
              <p:nvPr/>
            </p:nvSpPr>
            <p:spPr>
              <a:xfrm>
                <a:off x="10004158" y="6880098"/>
                <a:ext cx="11968" cy="3678"/>
              </a:xfrm>
              <a:custGeom>
                <a:avLst/>
                <a:gdLst>
                  <a:gd name="connsiteX0" fmla="*/ 3596 w 11968"/>
                  <a:gd name="connsiteY0" fmla="*/ 36 h 3678"/>
                  <a:gd name="connsiteX1" fmla="*/ 8367 w 11968"/>
                  <a:gd name="connsiteY1" fmla="*/ 3642 h 3678"/>
                  <a:gd name="connsiteX2" fmla="*/ 3596 w 11968"/>
                  <a:gd name="connsiteY2" fmla="*/ 36 h 3678"/>
                </a:gdLst>
                <a:ahLst/>
                <a:cxnLst>
                  <a:cxn ang="0">
                    <a:pos x="connsiteX0" y="connsiteY0"/>
                  </a:cxn>
                  <a:cxn ang="0">
                    <a:pos x="connsiteX1" y="connsiteY1"/>
                  </a:cxn>
                  <a:cxn ang="0">
                    <a:pos x="connsiteX2" y="connsiteY2"/>
                  </a:cxn>
                </a:cxnLst>
                <a:rect l="l" t="t" r="r" b="b"/>
                <a:pathLst>
                  <a:path w="11968" h="3678">
                    <a:moveTo>
                      <a:pt x="3596" y="36"/>
                    </a:moveTo>
                    <a:cubicBezTo>
                      <a:pt x="-5165" y="613"/>
                      <a:pt x="4333" y="4070"/>
                      <a:pt x="8367" y="3642"/>
                    </a:cubicBezTo>
                    <a:cubicBezTo>
                      <a:pt x="17140" y="3071"/>
                      <a:pt x="7630" y="-388"/>
                      <a:pt x="3596" y="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3" name="Freeform: Shape 112">
                <a:extLst>
                  <a:ext uri="{FF2B5EF4-FFF2-40B4-BE49-F238E27FC236}">
                    <a16:creationId xmlns:a16="http://schemas.microsoft.com/office/drawing/2014/main" id="{8BFC2355-ED61-56EC-F77C-8F9C93E7883F}"/>
                  </a:ext>
                </a:extLst>
              </p:cNvPr>
              <p:cNvSpPr/>
              <p:nvPr/>
            </p:nvSpPr>
            <p:spPr>
              <a:xfrm>
                <a:off x="9731825" y="6674047"/>
                <a:ext cx="11178" cy="3274"/>
              </a:xfrm>
              <a:custGeom>
                <a:avLst/>
                <a:gdLst>
                  <a:gd name="connsiteX0" fmla="*/ 3465 w 11178"/>
                  <a:gd name="connsiteY0" fmla="*/ 32 h 3274"/>
                  <a:gd name="connsiteX1" fmla="*/ 7712 w 11178"/>
                  <a:gd name="connsiteY1" fmla="*/ 3244 h 3274"/>
                  <a:gd name="connsiteX2" fmla="*/ 3465 w 11178"/>
                  <a:gd name="connsiteY2" fmla="*/ 32 h 3274"/>
                </a:gdLst>
                <a:ahLst/>
                <a:cxnLst>
                  <a:cxn ang="0">
                    <a:pos x="connsiteX0" y="connsiteY0"/>
                  </a:cxn>
                  <a:cxn ang="0">
                    <a:pos x="connsiteX1" y="connsiteY1"/>
                  </a:cxn>
                  <a:cxn ang="0">
                    <a:pos x="connsiteX2" y="connsiteY2"/>
                  </a:cxn>
                </a:cxnLst>
                <a:rect l="l" t="t" r="r" b="b"/>
                <a:pathLst>
                  <a:path w="11178" h="3274">
                    <a:moveTo>
                      <a:pt x="3465" y="32"/>
                    </a:moveTo>
                    <a:cubicBezTo>
                      <a:pt x="-4798" y="529"/>
                      <a:pt x="3808" y="3615"/>
                      <a:pt x="7712" y="3244"/>
                    </a:cubicBezTo>
                    <a:cubicBezTo>
                      <a:pt x="15981" y="2741"/>
                      <a:pt x="7363" y="-346"/>
                      <a:pt x="3465" y="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4" name="Freeform: Shape 113">
                <a:extLst>
                  <a:ext uri="{FF2B5EF4-FFF2-40B4-BE49-F238E27FC236}">
                    <a16:creationId xmlns:a16="http://schemas.microsoft.com/office/drawing/2014/main" id="{24D14E9A-AA7B-9AA6-636E-352E92907EB3}"/>
                  </a:ext>
                </a:extLst>
              </p:cNvPr>
              <p:cNvSpPr/>
              <p:nvPr/>
            </p:nvSpPr>
            <p:spPr>
              <a:xfrm>
                <a:off x="9864007" y="6774058"/>
                <a:ext cx="11559" cy="3467"/>
              </a:xfrm>
              <a:custGeom>
                <a:avLst/>
                <a:gdLst>
                  <a:gd name="connsiteX0" fmla="*/ 3528 w 11559"/>
                  <a:gd name="connsiteY0" fmla="*/ 34 h 3467"/>
                  <a:gd name="connsiteX1" fmla="*/ 8026 w 11559"/>
                  <a:gd name="connsiteY1" fmla="*/ 3434 h 3467"/>
                  <a:gd name="connsiteX2" fmla="*/ 3528 w 11559"/>
                  <a:gd name="connsiteY2" fmla="*/ 34 h 3467"/>
                </a:gdLst>
                <a:ahLst/>
                <a:cxnLst>
                  <a:cxn ang="0">
                    <a:pos x="connsiteX0" y="connsiteY0"/>
                  </a:cxn>
                  <a:cxn ang="0">
                    <a:pos x="connsiteX1" y="connsiteY1"/>
                  </a:cxn>
                  <a:cxn ang="0">
                    <a:pos x="connsiteX2" y="connsiteY2"/>
                  </a:cxn>
                </a:cxnLst>
                <a:rect l="l" t="t" r="r" b="b"/>
                <a:pathLst>
                  <a:path w="11559" h="3467">
                    <a:moveTo>
                      <a:pt x="3528" y="34"/>
                    </a:moveTo>
                    <a:cubicBezTo>
                      <a:pt x="-4975" y="571"/>
                      <a:pt x="4060" y="3834"/>
                      <a:pt x="8026" y="3434"/>
                    </a:cubicBezTo>
                    <a:cubicBezTo>
                      <a:pt x="16541" y="2902"/>
                      <a:pt x="7494" y="-366"/>
                      <a:pt x="3528" y="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5" name="Freeform: Shape 114">
                <a:extLst>
                  <a:ext uri="{FF2B5EF4-FFF2-40B4-BE49-F238E27FC236}">
                    <a16:creationId xmlns:a16="http://schemas.microsoft.com/office/drawing/2014/main" id="{242FC87B-398F-28C8-6244-40930678678C}"/>
                  </a:ext>
                </a:extLst>
              </p:cNvPr>
              <p:cNvSpPr/>
              <p:nvPr/>
            </p:nvSpPr>
            <p:spPr>
              <a:xfrm>
                <a:off x="9607077" y="6579661"/>
                <a:ext cx="10817" cy="3088"/>
              </a:xfrm>
              <a:custGeom>
                <a:avLst/>
                <a:gdLst>
                  <a:gd name="connsiteX0" fmla="*/ 3403 w 10817"/>
                  <a:gd name="connsiteY0" fmla="*/ 30 h 3088"/>
                  <a:gd name="connsiteX1" fmla="*/ 7410 w 10817"/>
                  <a:gd name="connsiteY1" fmla="*/ 3059 h 3088"/>
                  <a:gd name="connsiteX2" fmla="*/ 3403 w 10817"/>
                  <a:gd name="connsiteY2" fmla="*/ 30 h 3088"/>
                </a:gdLst>
                <a:ahLst/>
                <a:cxnLst>
                  <a:cxn ang="0">
                    <a:pos x="connsiteX0" y="connsiteY0"/>
                  </a:cxn>
                  <a:cxn ang="0">
                    <a:pos x="connsiteX1" y="connsiteY1"/>
                  </a:cxn>
                  <a:cxn ang="0">
                    <a:pos x="connsiteX2" y="connsiteY2"/>
                  </a:cxn>
                </a:cxnLst>
                <a:rect l="l" t="t" r="r" b="b"/>
                <a:pathLst>
                  <a:path w="10817" h="3088">
                    <a:moveTo>
                      <a:pt x="3403" y="30"/>
                    </a:moveTo>
                    <a:cubicBezTo>
                      <a:pt x="-4627" y="493"/>
                      <a:pt x="3569" y="3413"/>
                      <a:pt x="7410" y="3059"/>
                    </a:cubicBezTo>
                    <a:cubicBezTo>
                      <a:pt x="15451" y="2596"/>
                      <a:pt x="7244" y="-325"/>
                      <a:pt x="3403"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6" name="Freeform: Shape 115">
                <a:extLst>
                  <a:ext uri="{FF2B5EF4-FFF2-40B4-BE49-F238E27FC236}">
                    <a16:creationId xmlns:a16="http://schemas.microsoft.com/office/drawing/2014/main" id="{554810CE-0D7C-7D59-21E9-8FD2AAC7A9DA}"/>
                  </a:ext>
                </a:extLst>
              </p:cNvPr>
              <p:cNvSpPr/>
              <p:nvPr/>
            </p:nvSpPr>
            <p:spPr>
              <a:xfrm>
                <a:off x="9489091" y="6490514"/>
                <a:ext cx="10427" cy="2929"/>
              </a:xfrm>
              <a:custGeom>
                <a:avLst/>
                <a:gdLst>
                  <a:gd name="connsiteX0" fmla="*/ 3483 w 10427"/>
                  <a:gd name="connsiteY0" fmla="*/ 0 h 2929"/>
                  <a:gd name="connsiteX1" fmla="*/ 10330 w 10427"/>
                  <a:gd name="connsiteY1" fmla="*/ 1434 h 2929"/>
                  <a:gd name="connsiteX2" fmla="*/ 3483 w 10427"/>
                  <a:gd name="connsiteY2" fmla="*/ 0 h 2929"/>
                </a:gdLst>
                <a:ahLst/>
                <a:cxnLst>
                  <a:cxn ang="0">
                    <a:pos x="connsiteX0" y="connsiteY0"/>
                  </a:cxn>
                  <a:cxn ang="0">
                    <a:pos x="connsiteX1" y="connsiteY1"/>
                  </a:cxn>
                  <a:cxn ang="0">
                    <a:pos x="connsiteX2" y="connsiteY2"/>
                  </a:cxn>
                </a:cxnLst>
                <a:rect l="l" t="t" r="r" b="b"/>
                <a:pathLst>
                  <a:path w="10427" h="2929">
                    <a:moveTo>
                      <a:pt x="3483" y="0"/>
                    </a:moveTo>
                    <a:cubicBezTo>
                      <a:pt x="-7764" y="726"/>
                      <a:pt x="11970" y="5212"/>
                      <a:pt x="10330" y="1434"/>
                    </a:cubicBezTo>
                    <a:cubicBezTo>
                      <a:pt x="9278" y="640"/>
                      <a:pt x="6215" y="0"/>
                      <a:pt x="348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7" name="Freeform: Shape 116">
                <a:extLst>
                  <a:ext uri="{FF2B5EF4-FFF2-40B4-BE49-F238E27FC236}">
                    <a16:creationId xmlns:a16="http://schemas.microsoft.com/office/drawing/2014/main" id="{86A68677-B683-CC75-183D-29533E4579A7}"/>
                  </a:ext>
                </a:extLst>
              </p:cNvPr>
              <p:cNvSpPr/>
              <p:nvPr/>
            </p:nvSpPr>
            <p:spPr>
              <a:xfrm>
                <a:off x="10663165" y="7378690"/>
                <a:ext cx="13965" cy="4802"/>
              </a:xfrm>
              <a:custGeom>
                <a:avLst/>
                <a:gdLst>
                  <a:gd name="connsiteX0" fmla="*/ 3870 w 13965"/>
                  <a:gd name="connsiteY0" fmla="*/ 49 h 4802"/>
                  <a:gd name="connsiteX1" fmla="*/ 10088 w 13965"/>
                  <a:gd name="connsiteY1" fmla="*/ 4753 h 4802"/>
                  <a:gd name="connsiteX2" fmla="*/ 3870 w 13965"/>
                  <a:gd name="connsiteY2" fmla="*/ 49 h 4802"/>
                </a:gdLst>
                <a:ahLst/>
                <a:cxnLst>
                  <a:cxn ang="0">
                    <a:pos x="connsiteX0" y="connsiteY0"/>
                  </a:cxn>
                  <a:cxn ang="0">
                    <a:pos x="connsiteX1" y="connsiteY1"/>
                  </a:cxn>
                  <a:cxn ang="0">
                    <a:pos x="connsiteX2" y="connsiteY2"/>
                  </a:cxn>
                </a:cxnLst>
                <a:rect l="l" t="t" r="r" b="b"/>
                <a:pathLst>
                  <a:path w="13965" h="4802">
                    <a:moveTo>
                      <a:pt x="3870" y="49"/>
                    </a:moveTo>
                    <a:cubicBezTo>
                      <a:pt x="-6068" y="855"/>
                      <a:pt x="5768" y="5319"/>
                      <a:pt x="10088" y="4753"/>
                    </a:cubicBezTo>
                    <a:cubicBezTo>
                      <a:pt x="20043" y="3947"/>
                      <a:pt x="8190" y="-516"/>
                      <a:pt x="3870" y="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8" name="Freeform: Shape 117">
                <a:extLst>
                  <a:ext uri="{FF2B5EF4-FFF2-40B4-BE49-F238E27FC236}">
                    <a16:creationId xmlns:a16="http://schemas.microsoft.com/office/drawing/2014/main" id="{EFAF456F-197C-A659-17F4-F1B79D9A3683}"/>
                  </a:ext>
                </a:extLst>
              </p:cNvPr>
              <p:cNvSpPr/>
              <p:nvPr/>
            </p:nvSpPr>
            <p:spPr>
              <a:xfrm>
                <a:off x="10153059" y="6992755"/>
                <a:ext cx="12408" cy="3918"/>
              </a:xfrm>
              <a:custGeom>
                <a:avLst/>
                <a:gdLst>
                  <a:gd name="connsiteX0" fmla="*/ 3662 w 12408"/>
                  <a:gd name="connsiteY0" fmla="*/ 38 h 3918"/>
                  <a:gd name="connsiteX1" fmla="*/ 8742 w 12408"/>
                  <a:gd name="connsiteY1" fmla="*/ 3879 h 3918"/>
                  <a:gd name="connsiteX2" fmla="*/ 3662 w 12408"/>
                  <a:gd name="connsiteY2" fmla="*/ 38 h 3918"/>
                </a:gdLst>
                <a:ahLst/>
                <a:cxnLst>
                  <a:cxn ang="0">
                    <a:pos x="connsiteX0" y="connsiteY0"/>
                  </a:cxn>
                  <a:cxn ang="0">
                    <a:pos x="connsiteX1" y="connsiteY1"/>
                  </a:cxn>
                  <a:cxn ang="0">
                    <a:pos x="connsiteX2" y="connsiteY2"/>
                  </a:cxn>
                </a:cxnLst>
                <a:rect l="l" t="t" r="r" b="b"/>
                <a:pathLst>
                  <a:path w="12408" h="3918">
                    <a:moveTo>
                      <a:pt x="3662" y="38"/>
                    </a:moveTo>
                    <a:cubicBezTo>
                      <a:pt x="-5368" y="661"/>
                      <a:pt x="4639" y="4336"/>
                      <a:pt x="8742" y="3879"/>
                    </a:cubicBezTo>
                    <a:cubicBezTo>
                      <a:pt x="17783" y="3261"/>
                      <a:pt x="7765" y="-414"/>
                      <a:pt x="3662"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19" name="Freeform: Shape 118">
                <a:extLst>
                  <a:ext uri="{FF2B5EF4-FFF2-40B4-BE49-F238E27FC236}">
                    <a16:creationId xmlns:a16="http://schemas.microsoft.com/office/drawing/2014/main" id="{F7F489BE-09E3-252D-A7C1-B2BDB49427DC}"/>
                  </a:ext>
                </a:extLst>
              </p:cNvPr>
              <p:cNvSpPr/>
              <p:nvPr/>
            </p:nvSpPr>
            <p:spPr>
              <a:xfrm>
                <a:off x="9377589" y="6406143"/>
                <a:ext cx="10117" cy="2773"/>
              </a:xfrm>
              <a:custGeom>
                <a:avLst/>
                <a:gdLst>
                  <a:gd name="connsiteX0" fmla="*/ 3422 w 10117"/>
                  <a:gd name="connsiteY0" fmla="*/ 0 h 2773"/>
                  <a:gd name="connsiteX1" fmla="*/ 10035 w 10117"/>
                  <a:gd name="connsiteY1" fmla="*/ 1354 h 2773"/>
                  <a:gd name="connsiteX2" fmla="*/ 3422 w 10117"/>
                  <a:gd name="connsiteY2" fmla="*/ 0 h 2773"/>
                </a:gdLst>
                <a:ahLst/>
                <a:cxnLst>
                  <a:cxn ang="0">
                    <a:pos x="connsiteX0" y="connsiteY0"/>
                  </a:cxn>
                  <a:cxn ang="0">
                    <a:pos x="connsiteX1" y="connsiteY1"/>
                  </a:cxn>
                  <a:cxn ang="0">
                    <a:pos x="connsiteX2" y="connsiteY2"/>
                  </a:cxn>
                </a:cxnLst>
                <a:rect l="l" t="t" r="r" b="b"/>
                <a:pathLst>
                  <a:path w="10117" h="2773">
                    <a:moveTo>
                      <a:pt x="3422" y="0"/>
                    </a:moveTo>
                    <a:cubicBezTo>
                      <a:pt x="-7556" y="691"/>
                      <a:pt x="11521" y="4937"/>
                      <a:pt x="10035" y="1354"/>
                    </a:cubicBezTo>
                    <a:cubicBezTo>
                      <a:pt x="9041" y="606"/>
                      <a:pt x="6080" y="0"/>
                      <a:pt x="342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0" name="Freeform: Shape 119">
                <a:extLst>
                  <a:ext uri="{FF2B5EF4-FFF2-40B4-BE49-F238E27FC236}">
                    <a16:creationId xmlns:a16="http://schemas.microsoft.com/office/drawing/2014/main" id="{2C8E7A71-7E76-331E-FE0A-98FDA781B431}"/>
                  </a:ext>
                </a:extLst>
              </p:cNvPr>
              <p:cNvSpPr/>
              <p:nvPr/>
            </p:nvSpPr>
            <p:spPr>
              <a:xfrm>
                <a:off x="10481466" y="7241220"/>
                <a:ext cx="13402" cy="4478"/>
              </a:xfrm>
              <a:custGeom>
                <a:avLst/>
                <a:gdLst>
                  <a:gd name="connsiteX0" fmla="*/ 3798 w 13402"/>
                  <a:gd name="connsiteY0" fmla="*/ 45 h 4478"/>
                  <a:gd name="connsiteX1" fmla="*/ 9599 w 13402"/>
                  <a:gd name="connsiteY1" fmla="*/ 4434 h 4478"/>
                  <a:gd name="connsiteX2" fmla="*/ 3798 w 13402"/>
                  <a:gd name="connsiteY2" fmla="*/ 45 h 4478"/>
                </a:gdLst>
                <a:ahLst/>
                <a:cxnLst>
                  <a:cxn ang="0">
                    <a:pos x="connsiteX0" y="connsiteY0"/>
                  </a:cxn>
                  <a:cxn ang="0">
                    <a:pos x="connsiteX1" y="connsiteY1"/>
                  </a:cxn>
                  <a:cxn ang="0">
                    <a:pos x="connsiteX2" y="connsiteY2"/>
                  </a:cxn>
                </a:cxnLst>
                <a:rect l="l" t="t" r="r" b="b"/>
                <a:pathLst>
                  <a:path w="13402" h="4478">
                    <a:moveTo>
                      <a:pt x="3798" y="45"/>
                    </a:moveTo>
                    <a:cubicBezTo>
                      <a:pt x="-5820" y="788"/>
                      <a:pt x="5359" y="4954"/>
                      <a:pt x="9599" y="4434"/>
                    </a:cubicBezTo>
                    <a:cubicBezTo>
                      <a:pt x="19229" y="3697"/>
                      <a:pt x="8039" y="-475"/>
                      <a:pt x="3798" y="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1" name="Freeform: Shape 120">
                <a:extLst>
                  <a:ext uri="{FF2B5EF4-FFF2-40B4-BE49-F238E27FC236}">
                    <a16:creationId xmlns:a16="http://schemas.microsoft.com/office/drawing/2014/main" id="{2DB7A102-B1E9-4B6E-6026-64DB79D88D09}"/>
                  </a:ext>
                </a:extLst>
              </p:cNvPr>
              <p:cNvSpPr/>
              <p:nvPr/>
            </p:nvSpPr>
            <p:spPr>
              <a:xfrm>
                <a:off x="10311794" y="7112852"/>
                <a:ext cx="12886" cy="4186"/>
              </a:xfrm>
              <a:custGeom>
                <a:avLst/>
                <a:gdLst>
                  <a:gd name="connsiteX0" fmla="*/ 3729 w 12886"/>
                  <a:gd name="connsiteY0" fmla="*/ 42 h 4186"/>
                  <a:gd name="connsiteX1" fmla="*/ 9152 w 12886"/>
                  <a:gd name="connsiteY1" fmla="*/ 4145 h 4186"/>
                  <a:gd name="connsiteX2" fmla="*/ 3729 w 12886"/>
                  <a:gd name="connsiteY2" fmla="*/ 42 h 4186"/>
                </a:gdLst>
                <a:ahLst/>
                <a:cxnLst>
                  <a:cxn ang="0">
                    <a:pos x="connsiteX0" y="connsiteY0"/>
                  </a:cxn>
                  <a:cxn ang="0">
                    <a:pos x="connsiteX1" y="connsiteY1"/>
                  </a:cxn>
                  <a:cxn ang="0">
                    <a:pos x="connsiteX2" y="connsiteY2"/>
                  </a:cxn>
                </a:cxnLst>
                <a:rect l="l" t="t" r="r" b="b"/>
                <a:pathLst>
                  <a:path w="12886" h="4186">
                    <a:moveTo>
                      <a:pt x="3729" y="42"/>
                    </a:moveTo>
                    <a:cubicBezTo>
                      <a:pt x="-5586" y="722"/>
                      <a:pt x="4981" y="4631"/>
                      <a:pt x="9152" y="4145"/>
                    </a:cubicBezTo>
                    <a:cubicBezTo>
                      <a:pt x="18479" y="3465"/>
                      <a:pt x="7901" y="-444"/>
                      <a:pt x="3729" y="4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2" name="Freeform: Shape 121">
                <a:extLst>
                  <a:ext uri="{FF2B5EF4-FFF2-40B4-BE49-F238E27FC236}">
                    <a16:creationId xmlns:a16="http://schemas.microsoft.com/office/drawing/2014/main" id="{8FE3F4CC-4D1B-7CF3-D9D9-73B45044BDBD}"/>
                  </a:ext>
                </a:extLst>
              </p:cNvPr>
              <p:cNvSpPr/>
              <p:nvPr/>
            </p:nvSpPr>
            <p:spPr>
              <a:xfrm>
                <a:off x="8390235" y="4586070"/>
                <a:ext cx="7418" cy="7824"/>
              </a:xfrm>
              <a:custGeom>
                <a:avLst/>
                <a:gdLst>
                  <a:gd name="connsiteX0" fmla="*/ 2677 w 7418"/>
                  <a:gd name="connsiteY0" fmla="*/ 1744 h 7824"/>
                  <a:gd name="connsiteX1" fmla="*/ 4740 w 7418"/>
                  <a:gd name="connsiteY1" fmla="*/ 6098 h 7824"/>
                  <a:gd name="connsiteX2" fmla="*/ 2677 w 7418"/>
                  <a:gd name="connsiteY2" fmla="*/ 1744 h 7824"/>
                </a:gdLst>
                <a:ahLst/>
                <a:cxnLst>
                  <a:cxn ang="0">
                    <a:pos x="connsiteX0" y="connsiteY0"/>
                  </a:cxn>
                  <a:cxn ang="0">
                    <a:pos x="connsiteX1" y="connsiteY1"/>
                  </a:cxn>
                  <a:cxn ang="0">
                    <a:pos x="connsiteX2" y="connsiteY2"/>
                  </a:cxn>
                </a:cxnLst>
                <a:rect l="l" t="t" r="r" b="b"/>
                <a:pathLst>
                  <a:path w="7418" h="7824">
                    <a:moveTo>
                      <a:pt x="2677" y="1744"/>
                    </a:moveTo>
                    <a:cubicBezTo>
                      <a:pt x="-1598" y="5224"/>
                      <a:pt x="-638" y="10619"/>
                      <a:pt x="4740" y="6098"/>
                    </a:cubicBezTo>
                    <a:cubicBezTo>
                      <a:pt x="9015" y="2618"/>
                      <a:pt x="8060" y="-2817"/>
                      <a:pt x="2677" y="17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3" name="Freeform: Shape 122">
                <a:extLst>
                  <a:ext uri="{FF2B5EF4-FFF2-40B4-BE49-F238E27FC236}">
                    <a16:creationId xmlns:a16="http://schemas.microsoft.com/office/drawing/2014/main" id="{EDAE6BBA-0764-232D-C0E5-D7AD0E4C9356}"/>
                  </a:ext>
                </a:extLst>
              </p:cNvPr>
              <p:cNvSpPr/>
              <p:nvPr/>
            </p:nvSpPr>
            <p:spPr>
              <a:xfrm>
                <a:off x="8589385" y="5122246"/>
                <a:ext cx="7946" cy="7394"/>
              </a:xfrm>
              <a:custGeom>
                <a:avLst/>
                <a:gdLst>
                  <a:gd name="connsiteX0" fmla="*/ 2803 w 7946"/>
                  <a:gd name="connsiteY0" fmla="*/ 829 h 7394"/>
                  <a:gd name="connsiteX1" fmla="*/ 5140 w 7946"/>
                  <a:gd name="connsiteY1" fmla="*/ 6566 h 7394"/>
                  <a:gd name="connsiteX2" fmla="*/ 2803 w 7946"/>
                  <a:gd name="connsiteY2" fmla="*/ 829 h 7394"/>
                </a:gdLst>
                <a:ahLst/>
                <a:cxnLst>
                  <a:cxn ang="0">
                    <a:pos x="connsiteX0" y="connsiteY0"/>
                  </a:cxn>
                  <a:cxn ang="0">
                    <a:pos x="connsiteX1" y="connsiteY1"/>
                  </a:cxn>
                  <a:cxn ang="0">
                    <a:pos x="connsiteX2" y="connsiteY2"/>
                  </a:cxn>
                </a:cxnLst>
                <a:rect l="l" t="t" r="r" b="b"/>
                <a:pathLst>
                  <a:path w="7946" h="7394">
                    <a:moveTo>
                      <a:pt x="2803" y="829"/>
                    </a:moveTo>
                    <a:cubicBezTo>
                      <a:pt x="-1958" y="3395"/>
                      <a:pt x="-306" y="9630"/>
                      <a:pt x="5140" y="6566"/>
                    </a:cubicBezTo>
                    <a:cubicBezTo>
                      <a:pt x="9912" y="4018"/>
                      <a:pt x="8244" y="-2240"/>
                      <a:pt x="2803" y="8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4" name="Freeform: Shape 123">
                <a:extLst>
                  <a:ext uri="{FF2B5EF4-FFF2-40B4-BE49-F238E27FC236}">
                    <a16:creationId xmlns:a16="http://schemas.microsoft.com/office/drawing/2014/main" id="{24B78765-28AE-4800-50F0-84130E2B302C}"/>
                  </a:ext>
                </a:extLst>
              </p:cNvPr>
              <p:cNvSpPr/>
              <p:nvPr/>
            </p:nvSpPr>
            <p:spPr>
              <a:xfrm>
                <a:off x="8661609" y="5272316"/>
                <a:ext cx="8169" cy="5693"/>
              </a:xfrm>
              <a:custGeom>
                <a:avLst/>
                <a:gdLst>
                  <a:gd name="connsiteX0" fmla="*/ 2862 w 8169"/>
                  <a:gd name="connsiteY0" fmla="*/ 880 h 5693"/>
                  <a:gd name="connsiteX1" fmla="*/ 5302 w 8169"/>
                  <a:gd name="connsiteY1" fmla="*/ 4806 h 5693"/>
                  <a:gd name="connsiteX2" fmla="*/ 2862 w 8169"/>
                  <a:gd name="connsiteY2" fmla="*/ 880 h 5693"/>
                </a:gdLst>
                <a:ahLst/>
                <a:cxnLst>
                  <a:cxn ang="0">
                    <a:pos x="connsiteX0" y="connsiteY0"/>
                  </a:cxn>
                  <a:cxn ang="0">
                    <a:pos x="connsiteX1" y="connsiteY1"/>
                  </a:cxn>
                  <a:cxn ang="0">
                    <a:pos x="connsiteX2" y="connsiteY2"/>
                  </a:cxn>
                </a:cxnLst>
                <a:rect l="l" t="t" r="r" b="b"/>
                <a:pathLst>
                  <a:path w="8169" h="5693">
                    <a:moveTo>
                      <a:pt x="2862" y="880"/>
                    </a:moveTo>
                    <a:cubicBezTo>
                      <a:pt x="-2458" y="3635"/>
                      <a:pt x="388" y="7441"/>
                      <a:pt x="5302" y="4806"/>
                    </a:cubicBezTo>
                    <a:cubicBezTo>
                      <a:pt x="10641" y="2075"/>
                      <a:pt x="7766" y="-1743"/>
                      <a:pt x="2862" y="88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5" name="Freeform: Shape 124">
                <a:extLst>
                  <a:ext uri="{FF2B5EF4-FFF2-40B4-BE49-F238E27FC236}">
                    <a16:creationId xmlns:a16="http://schemas.microsoft.com/office/drawing/2014/main" id="{08DCD044-8CB1-5419-D7E7-6E37385E2810}"/>
                  </a:ext>
                </a:extLst>
              </p:cNvPr>
              <p:cNvSpPr/>
              <p:nvPr/>
            </p:nvSpPr>
            <p:spPr>
              <a:xfrm>
                <a:off x="8737083" y="5359298"/>
                <a:ext cx="8383" cy="5045"/>
              </a:xfrm>
              <a:custGeom>
                <a:avLst/>
                <a:gdLst>
                  <a:gd name="connsiteX0" fmla="*/ 2912 w 8383"/>
                  <a:gd name="connsiteY0" fmla="*/ 903 h 5045"/>
                  <a:gd name="connsiteX1" fmla="*/ 5466 w 8383"/>
                  <a:gd name="connsiteY1" fmla="*/ 4166 h 5045"/>
                  <a:gd name="connsiteX2" fmla="*/ 2912 w 8383"/>
                  <a:gd name="connsiteY2" fmla="*/ 903 h 5045"/>
                </a:gdLst>
                <a:ahLst/>
                <a:cxnLst>
                  <a:cxn ang="0">
                    <a:pos x="connsiteX0" y="connsiteY0"/>
                  </a:cxn>
                  <a:cxn ang="0">
                    <a:pos x="connsiteX1" y="connsiteY1"/>
                  </a:cxn>
                  <a:cxn ang="0">
                    <a:pos x="connsiteX2" y="connsiteY2"/>
                  </a:cxn>
                </a:cxnLst>
                <a:rect l="l" t="t" r="r" b="b"/>
                <a:pathLst>
                  <a:path w="8383" h="5045">
                    <a:moveTo>
                      <a:pt x="2912" y="903"/>
                    </a:moveTo>
                    <a:cubicBezTo>
                      <a:pt x="-2758" y="3674"/>
                      <a:pt x="814" y="6532"/>
                      <a:pt x="5466" y="4166"/>
                    </a:cubicBezTo>
                    <a:cubicBezTo>
                      <a:pt x="11130" y="1371"/>
                      <a:pt x="7598" y="-1509"/>
                      <a:pt x="2912" y="90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6" name="Freeform: Shape 125">
                <a:extLst>
                  <a:ext uri="{FF2B5EF4-FFF2-40B4-BE49-F238E27FC236}">
                    <a16:creationId xmlns:a16="http://schemas.microsoft.com/office/drawing/2014/main" id="{1734ADC2-2887-AC1B-0EFA-0CBE76E3F1F5}"/>
                  </a:ext>
                </a:extLst>
              </p:cNvPr>
              <p:cNvSpPr/>
              <p:nvPr/>
            </p:nvSpPr>
            <p:spPr>
              <a:xfrm>
                <a:off x="8453873" y="4744726"/>
                <a:ext cx="7578" cy="8419"/>
              </a:xfrm>
              <a:custGeom>
                <a:avLst/>
                <a:gdLst>
                  <a:gd name="connsiteX0" fmla="*/ 2715 w 7578"/>
                  <a:gd name="connsiteY0" fmla="*/ 1238 h 8419"/>
                  <a:gd name="connsiteX1" fmla="*/ 4863 w 7578"/>
                  <a:gd name="connsiteY1" fmla="*/ 7193 h 8419"/>
                  <a:gd name="connsiteX2" fmla="*/ 2715 w 7578"/>
                  <a:gd name="connsiteY2" fmla="*/ 1238 h 8419"/>
                </a:gdLst>
                <a:ahLst/>
                <a:cxnLst>
                  <a:cxn ang="0">
                    <a:pos x="connsiteX0" y="connsiteY0"/>
                  </a:cxn>
                  <a:cxn ang="0">
                    <a:pos x="connsiteX1" y="connsiteY1"/>
                  </a:cxn>
                  <a:cxn ang="0">
                    <a:pos x="connsiteX2" y="connsiteY2"/>
                  </a:cxn>
                </a:cxnLst>
                <a:rect l="l" t="t" r="r" b="b"/>
                <a:pathLst>
                  <a:path w="7578" h="8419">
                    <a:moveTo>
                      <a:pt x="2715" y="1238"/>
                    </a:moveTo>
                    <a:cubicBezTo>
                      <a:pt x="-1497" y="4124"/>
                      <a:pt x="-829" y="11268"/>
                      <a:pt x="4863" y="7193"/>
                    </a:cubicBezTo>
                    <a:cubicBezTo>
                      <a:pt x="9076" y="4307"/>
                      <a:pt x="8407" y="-2866"/>
                      <a:pt x="2715" y="12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7" name="Freeform: Shape 126">
                <a:extLst>
                  <a:ext uri="{FF2B5EF4-FFF2-40B4-BE49-F238E27FC236}">
                    <a16:creationId xmlns:a16="http://schemas.microsoft.com/office/drawing/2014/main" id="{F9706A86-F500-7DA3-4131-2E5BC49F1616}"/>
                  </a:ext>
                </a:extLst>
              </p:cNvPr>
              <p:cNvSpPr/>
              <p:nvPr/>
            </p:nvSpPr>
            <p:spPr>
              <a:xfrm>
                <a:off x="8520103" y="4934945"/>
                <a:ext cx="7833" cy="8379"/>
              </a:xfrm>
              <a:custGeom>
                <a:avLst/>
                <a:gdLst>
                  <a:gd name="connsiteX0" fmla="*/ 2848 w 7833"/>
                  <a:gd name="connsiteY0" fmla="*/ 911 h 8379"/>
                  <a:gd name="connsiteX1" fmla="*/ 162 w 7833"/>
                  <a:gd name="connsiteY1" fmla="*/ 6740 h 8379"/>
                  <a:gd name="connsiteX2" fmla="*/ 2848 w 7833"/>
                  <a:gd name="connsiteY2" fmla="*/ 911 h 8379"/>
                </a:gdLst>
                <a:ahLst/>
                <a:cxnLst>
                  <a:cxn ang="0">
                    <a:pos x="connsiteX0" y="connsiteY0"/>
                  </a:cxn>
                  <a:cxn ang="0">
                    <a:pos x="connsiteX1" y="connsiteY1"/>
                  </a:cxn>
                  <a:cxn ang="0">
                    <a:pos x="connsiteX2" y="connsiteY2"/>
                  </a:cxn>
                </a:cxnLst>
                <a:rect l="l" t="t" r="r" b="b"/>
                <a:pathLst>
                  <a:path w="7833" h="8379">
                    <a:moveTo>
                      <a:pt x="2848" y="911"/>
                    </a:moveTo>
                    <a:cubicBezTo>
                      <a:pt x="750" y="2363"/>
                      <a:pt x="-456" y="4969"/>
                      <a:pt x="162" y="6740"/>
                    </a:cubicBezTo>
                    <a:cubicBezTo>
                      <a:pt x="4905" y="13713"/>
                      <a:pt x="13237" y="-4130"/>
                      <a:pt x="2848" y="9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8" name="Freeform: Shape 127">
                <a:extLst>
                  <a:ext uri="{FF2B5EF4-FFF2-40B4-BE49-F238E27FC236}">
                    <a16:creationId xmlns:a16="http://schemas.microsoft.com/office/drawing/2014/main" id="{E559E11B-7249-AFE4-3C3B-4CCB767FDCF0}"/>
                  </a:ext>
                </a:extLst>
              </p:cNvPr>
              <p:cNvSpPr/>
              <p:nvPr/>
            </p:nvSpPr>
            <p:spPr>
              <a:xfrm>
                <a:off x="8898686" y="5719150"/>
                <a:ext cx="8769" cy="7585"/>
              </a:xfrm>
              <a:custGeom>
                <a:avLst/>
                <a:gdLst>
                  <a:gd name="connsiteX0" fmla="*/ 2985 w 8769"/>
                  <a:gd name="connsiteY0" fmla="*/ 433 h 7585"/>
                  <a:gd name="connsiteX1" fmla="*/ 5780 w 8769"/>
                  <a:gd name="connsiteY1" fmla="*/ 7154 h 7585"/>
                  <a:gd name="connsiteX2" fmla="*/ 2985 w 8769"/>
                  <a:gd name="connsiteY2" fmla="*/ 433 h 7585"/>
                </a:gdLst>
                <a:ahLst/>
                <a:cxnLst>
                  <a:cxn ang="0">
                    <a:pos x="connsiteX0" y="connsiteY0"/>
                  </a:cxn>
                  <a:cxn ang="0">
                    <a:pos x="connsiteX1" y="connsiteY1"/>
                  </a:cxn>
                  <a:cxn ang="0">
                    <a:pos x="connsiteX2" y="connsiteY2"/>
                  </a:cxn>
                </a:cxnLst>
                <a:rect l="l" t="t" r="r" b="b"/>
                <a:pathLst>
                  <a:path w="8769" h="7585">
                    <a:moveTo>
                      <a:pt x="2985" y="433"/>
                    </a:moveTo>
                    <a:cubicBezTo>
                      <a:pt x="-2587" y="2564"/>
                      <a:pt x="391" y="9348"/>
                      <a:pt x="5780" y="7154"/>
                    </a:cubicBezTo>
                    <a:cubicBezTo>
                      <a:pt x="11364" y="5033"/>
                      <a:pt x="8369" y="-1768"/>
                      <a:pt x="2985" y="4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29" name="Freeform: Shape 128">
                <a:extLst>
                  <a:ext uri="{FF2B5EF4-FFF2-40B4-BE49-F238E27FC236}">
                    <a16:creationId xmlns:a16="http://schemas.microsoft.com/office/drawing/2014/main" id="{14EA420E-47E3-9B49-63D3-A5C6F0B856E8}"/>
                  </a:ext>
                </a:extLst>
              </p:cNvPr>
              <p:cNvSpPr/>
              <p:nvPr/>
            </p:nvSpPr>
            <p:spPr>
              <a:xfrm>
                <a:off x="9075985" y="6011910"/>
                <a:ext cx="9442" cy="6577"/>
              </a:xfrm>
              <a:custGeom>
                <a:avLst/>
                <a:gdLst>
                  <a:gd name="connsiteX0" fmla="*/ 3320 w 9442"/>
                  <a:gd name="connsiteY0" fmla="*/ 212 h 6577"/>
                  <a:gd name="connsiteX1" fmla="*/ 9304 w 9442"/>
                  <a:gd name="connsiteY1" fmla="*/ 2183 h 6577"/>
                  <a:gd name="connsiteX2" fmla="*/ 3320 w 9442"/>
                  <a:gd name="connsiteY2" fmla="*/ 212 h 6577"/>
                </a:gdLst>
                <a:ahLst/>
                <a:cxnLst>
                  <a:cxn ang="0">
                    <a:pos x="connsiteX0" y="connsiteY0"/>
                  </a:cxn>
                  <a:cxn ang="0">
                    <a:pos x="connsiteX1" y="connsiteY1"/>
                  </a:cxn>
                  <a:cxn ang="0">
                    <a:pos x="connsiteX2" y="connsiteY2"/>
                  </a:cxn>
                </a:cxnLst>
                <a:rect l="l" t="t" r="r" b="b"/>
                <a:pathLst>
                  <a:path w="9442" h="6577">
                    <a:moveTo>
                      <a:pt x="3320" y="212"/>
                    </a:moveTo>
                    <a:cubicBezTo>
                      <a:pt x="-7327" y="4830"/>
                      <a:pt x="11207" y="10831"/>
                      <a:pt x="9304" y="2183"/>
                    </a:cubicBezTo>
                    <a:cubicBezTo>
                      <a:pt x="8452" y="446"/>
                      <a:pt x="5778" y="-434"/>
                      <a:pt x="3320" y="2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0" name="Freeform: Shape 129">
                <a:extLst>
                  <a:ext uri="{FF2B5EF4-FFF2-40B4-BE49-F238E27FC236}">
                    <a16:creationId xmlns:a16="http://schemas.microsoft.com/office/drawing/2014/main" id="{AE9405AC-04C9-4E13-2A3B-34EB9B95513C}"/>
                  </a:ext>
                </a:extLst>
              </p:cNvPr>
              <p:cNvSpPr/>
              <p:nvPr/>
            </p:nvSpPr>
            <p:spPr>
              <a:xfrm>
                <a:off x="8816037" y="5512474"/>
                <a:ext cx="8552" cy="7470"/>
              </a:xfrm>
              <a:custGeom>
                <a:avLst/>
                <a:gdLst>
                  <a:gd name="connsiteX0" fmla="*/ 2939 w 8552"/>
                  <a:gd name="connsiteY0" fmla="*/ 517 h 7470"/>
                  <a:gd name="connsiteX1" fmla="*/ 5608 w 8552"/>
                  <a:gd name="connsiteY1" fmla="*/ 6964 h 7470"/>
                  <a:gd name="connsiteX2" fmla="*/ 2939 w 8552"/>
                  <a:gd name="connsiteY2" fmla="*/ 517 h 7470"/>
                </a:gdLst>
                <a:ahLst/>
                <a:cxnLst>
                  <a:cxn ang="0">
                    <a:pos x="connsiteX0" y="connsiteY0"/>
                  </a:cxn>
                  <a:cxn ang="0">
                    <a:pos x="connsiteX1" y="connsiteY1"/>
                  </a:cxn>
                  <a:cxn ang="0">
                    <a:pos x="connsiteX2" y="connsiteY2"/>
                  </a:cxn>
                </a:cxnLst>
                <a:rect l="l" t="t" r="r" b="b"/>
                <a:pathLst>
                  <a:path w="8552" h="7470">
                    <a:moveTo>
                      <a:pt x="2939" y="517"/>
                    </a:moveTo>
                    <a:cubicBezTo>
                      <a:pt x="-2427" y="2746"/>
                      <a:pt x="207" y="9335"/>
                      <a:pt x="5608" y="6964"/>
                    </a:cubicBezTo>
                    <a:cubicBezTo>
                      <a:pt x="10980" y="4729"/>
                      <a:pt x="8351" y="-1883"/>
                      <a:pt x="2939" y="5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1" name="Freeform: Shape 130">
                <a:extLst>
                  <a:ext uri="{FF2B5EF4-FFF2-40B4-BE49-F238E27FC236}">
                    <a16:creationId xmlns:a16="http://schemas.microsoft.com/office/drawing/2014/main" id="{1FEA950E-12F3-965D-914D-B8CF30935BDA}"/>
                  </a:ext>
                </a:extLst>
              </p:cNvPr>
              <p:cNvSpPr/>
              <p:nvPr/>
            </p:nvSpPr>
            <p:spPr>
              <a:xfrm>
                <a:off x="8985136" y="5891368"/>
                <a:ext cx="9152" cy="4937"/>
              </a:xfrm>
              <a:custGeom>
                <a:avLst/>
                <a:gdLst>
                  <a:gd name="connsiteX0" fmla="*/ 3233 w 9152"/>
                  <a:gd name="connsiteY0" fmla="*/ 500 h 4937"/>
                  <a:gd name="connsiteX1" fmla="*/ 9034 w 9152"/>
                  <a:gd name="connsiteY1" fmla="*/ 1037 h 4937"/>
                  <a:gd name="connsiteX2" fmla="*/ 3233 w 9152"/>
                  <a:gd name="connsiteY2" fmla="*/ 500 h 4937"/>
                </a:gdLst>
                <a:ahLst/>
                <a:cxnLst>
                  <a:cxn ang="0">
                    <a:pos x="connsiteX0" y="connsiteY0"/>
                  </a:cxn>
                  <a:cxn ang="0">
                    <a:pos x="connsiteX1" y="connsiteY1"/>
                  </a:cxn>
                  <a:cxn ang="0">
                    <a:pos x="connsiteX2" y="connsiteY2"/>
                  </a:cxn>
                </a:cxnLst>
                <a:rect l="l" t="t" r="r" b="b"/>
                <a:pathLst>
                  <a:path w="9152" h="4937">
                    <a:moveTo>
                      <a:pt x="3233" y="500"/>
                    </a:moveTo>
                    <a:cubicBezTo>
                      <a:pt x="-7089" y="5597"/>
                      <a:pt x="10759" y="6975"/>
                      <a:pt x="9034" y="1037"/>
                    </a:cubicBezTo>
                    <a:cubicBezTo>
                      <a:pt x="8222" y="-95"/>
                      <a:pt x="5627" y="-340"/>
                      <a:pt x="3233" y="5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2" name="Freeform: Shape 131">
                <a:extLst>
                  <a:ext uri="{FF2B5EF4-FFF2-40B4-BE49-F238E27FC236}">
                    <a16:creationId xmlns:a16="http://schemas.microsoft.com/office/drawing/2014/main" id="{AF04DDB6-224B-1F9F-872E-1A883B3CCD25}"/>
                  </a:ext>
                </a:extLst>
              </p:cNvPr>
              <p:cNvSpPr/>
              <p:nvPr/>
            </p:nvSpPr>
            <p:spPr>
              <a:xfrm>
                <a:off x="9171614" y="6219491"/>
                <a:ext cx="9627" cy="6057"/>
              </a:xfrm>
              <a:custGeom>
                <a:avLst/>
                <a:gdLst>
                  <a:gd name="connsiteX0" fmla="*/ 3195 w 9627"/>
                  <a:gd name="connsiteY0" fmla="*/ 63 h 6057"/>
                  <a:gd name="connsiteX1" fmla="*/ 6429 w 9627"/>
                  <a:gd name="connsiteY1" fmla="*/ 5995 h 6057"/>
                  <a:gd name="connsiteX2" fmla="*/ 3195 w 9627"/>
                  <a:gd name="connsiteY2" fmla="*/ 63 h 6057"/>
                </a:gdLst>
                <a:ahLst/>
                <a:cxnLst>
                  <a:cxn ang="0">
                    <a:pos x="connsiteX0" y="connsiteY0"/>
                  </a:cxn>
                  <a:cxn ang="0">
                    <a:pos x="connsiteX1" y="connsiteY1"/>
                  </a:cxn>
                  <a:cxn ang="0">
                    <a:pos x="connsiteX2" y="connsiteY2"/>
                  </a:cxn>
                </a:cxnLst>
                <a:rect l="l" t="t" r="r" b="b"/>
                <a:pathLst>
                  <a:path w="9627" h="6057">
                    <a:moveTo>
                      <a:pt x="3195" y="63"/>
                    </a:moveTo>
                    <a:cubicBezTo>
                      <a:pt x="-3674" y="1017"/>
                      <a:pt x="2018" y="6715"/>
                      <a:pt x="6429" y="5995"/>
                    </a:cubicBezTo>
                    <a:cubicBezTo>
                      <a:pt x="13322" y="5115"/>
                      <a:pt x="7573" y="-663"/>
                      <a:pt x="3195" y="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3" name="Freeform: Shape 132">
                <a:extLst>
                  <a:ext uri="{FF2B5EF4-FFF2-40B4-BE49-F238E27FC236}">
                    <a16:creationId xmlns:a16="http://schemas.microsoft.com/office/drawing/2014/main" id="{4A206433-60CF-736D-5ECC-BB8AF797A75E}"/>
                  </a:ext>
                </a:extLst>
              </p:cNvPr>
              <p:cNvSpPr/>
              <p:nvPr/>
            </p:nvSpPr>
            <p:spPr>
              <a:xfrm>
                <a:off x="9271885" y="6326161"/>
                <a:ext cx="9830" cy="2635"/>
              </a:xfrm>
              <a:custGeom>
                <a:avLst/>
                <a:gdLst>
                  <a:gd name="connsiteX0" fmla="*/ 3365 w 9830"/>
                  <a:gd name="connsiteY0" fmla="*/ 0 h 2635"/>
                  <a:gd name="connsiteX1" fmla="*/ 9760 w 9830"/>
                  <a:gd name="connsiteY1" fmla="*/ 1286 h 2635"/>
                  <a:gd name="connsiteX2" fmla="*/ 3365 w 9830"/>
                  <a:gd name="connsiteY2" fmla="*/ 0 h 2635"/>
                </a:gdLst>
                <a:ahLst/>
                <a:cxnLst>
                  <a:cxn ang="0">
                    <a:pos x="connsiteX0" y="connsiteY0"/>
                  </a:cxn>
                  <a:cxn ang="0">
                    <a:pos x="connsiteX1" y="connsiteY1"/>
                  </a:cxn>
                  <a:cxn ang="0">
                    <a:pos x="connsiteX2" y="connsiteY2"/>
                  </a:cxn>
                </a:cxnLst>
                <a:rect l="l" t="t" r="r" b="b"/>
                <a:pathLst>
                  <a:path w="9830" h="2635">
                    <a:moveTo>
                      <a:pt x="3365" y="0"/>
                    </a:moveTo>
                    <a:cubicBezTo>
                      <a:pt x="-7362" y="652"/>
                      <a:pt x="11108" y="4692"/>
                      <a:pt x="9760" y="1286"/>
                    </a:cubicBezTo>
                    <a:cubicBezTo>
                      <a:pt x="8822" y="578"/>
                      <a:pt x="5959" y="0"/>
                      <a:pt x="336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4" name="Freeform: Shape 133">
                <a:extLst>
                  <a:ext uri="{FF2B5EF4-FFF2-40B4-BE49-F238E27FC236}">
                    <a16:creationId xmlns:a16="http://schemas.microsoft.com/office/drawing/2014/main" id="{CA3B0B4B-6707-01E7-033E-734843EA6258}"/>
                  </a:ext>
                </a:extLst>
              </p:cNvPr>
              <p:cNvSpPr/>
              <p:nvPr/>
            </p:nvSpPr>
            <p:spPr>
              <a:xfrm>
                <a:off x="10858262" y="7526146"/>
                <a:ext cx="14103" cy="5174"/>
              </a:xfrm>
              <a:custGeom>
                <a:avLst/>
                <a:gdLst>
                  <a:gd name="connsiteX0" fmla="*/ 3684 w 14103"/>
                  <a:gd name="connsiteY0" fmla="*/ 0 h 5174"/>
                  <a:gd name="connsiteX1" fmla="*/ 14028 w 14103"/>
                  <a:gd name="connsiteY1" fmla="*/ 4303 h 5174"/>
                  <a:gd name="connsiteX2" fmla="*/ 3684 w 14103"/>
                  <a:gd name="connsiteY2" fmla="*/ 0 h 5174"/>
                </a:gdLst>
                <a:ahLst/>
                <a:cxnLst>
                  <a:cxn ang="0">
                    <a:pos x="connsiteX0" y="connsiteY0"/>
                  </a:cxn>
                  <a:cxn ang="0">
                    <a:pos x="connsiteX1" y="connsiteY1"/>
                  </a:cxn>
                  <a:cxn ang="0">
                    <a:pos x="connsiteX2" y="connsiteY2"/>
                  </a:cxn>
                </a:cxnLst>
                <a:rect l="l" t="t" r="r" b="b"/>
                <a:pathLst>
                  <a:path w="14103" h="5174">
                    <a:moveTo>
                      <a:pt x="3684" y="0"/>
                    </a:moveTo>
                    <a:cubicBezTo>
                      <a:pt x="-7781" y="1297"/>
                      <a:pt x="10890" y="7412"/>
                      <a:pt x="14028" y="4303"/>
                    </a:cubicBezTo>
                    <a:cubicBezTo>
                      <a:pt x="14994" y="800"/>
                      <a:pt x="6410" y="183"/>
                      <a:pt x="368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5" name="Freeform: Shape 134">
                <a:extLst>
                  <a:ext uri="{FF2B5EF4-FFF2-40B4-BE49-F238E27FC236}">
                    <a16:creationId xmlns:a16="http://schemas.microsoft.com/office/drawing/2014/main" id="{D217BB0E-9B01-EE79-8D76-195C6A0E303B}"/>
                  </a:ext>
                </a:extLst>
              </p:cNvPr>
              <p:cNvSpPr/>
              <p:nvPr/>
            </p:nvSpPr>
            <p:spPr>
              <a:xfrm>
                <a:off x="8133627" y="4675698"/>
                <a:ext cx="7070" cy="6107"/>
              </a:xfrm>
              <a:custGeom>
                <a:avLst/>
                <a:gdLst>
                  <a:gd name="connsiteX0" fmla="*/ 2526 w 7070"/>
                  <a:gd name="connsiteY0" fmla="*/ 2504 h 6107"/>
                  <a:gd name="connsiteX1" fmla="*/ 6635 w 7070"/>
                  <a:gd name="connsiteY1" fmla="*/ 1509 h 6107"/>
                  <a:gd name="connsiteX2" fmla="*/ 2526 w 7070"/>
                  <a:gd name="connsiteY2" fmla="*/ 2504 h 6107"/>
                </a:gdLst>
                <a:ahLst/>
                <a:cxnLst>
                  <a:cxn ang="0">
                    <a:pos x="connsiteX0" y="connsiteY0"/>
                  </a:cxn>
                  <a:cxn ang="0">
                    <a:pos x="connsiteX1" y="connsiteY1"/>
                  </a:cxn>
                  <a:cxn ang="0">
                    <a:pos x="connsiteX2" y="connsiteY2"/>
                  </a:cxn>
                </a:cxnLst>
                <a:rect l="l" t="t" r="r" b="b"/>
                <a:pathLst>
                  <a:path w="7070" h="6107">
                    <a:moveTo>
                      <a:pt x="2526" y="2504"/>
                    </a:moveTo>
                    <a:cubicBezTo>
                      <a:pt x="-4343" y="9145"/>
                      <a:pt x="4772" y="5276"/>
                      <a:pt x="6635" y="1509"/>
                    </a:cubicBezTo>
                    <a:cubicBezTo>
                      <a:pt x="8549" y="-1885"/>
                      <a:pt x="3600" y="1344"/>
                      <a:pt x="2526" y="25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6" name="Freeform: Shape 135">
                <a:extLst>
                  <a:ext uri="{FF2B5EF4-FFF2-40B4-BE49-F238E27FC236}">
                    <a16:creationId xmlns:a16="http://schemas.microsoft.com/office/drawing/2014/main" id="{776A2B16-5EEC-4058-D024-C263CDDAF7D7}"/>
                  </a:ext>
                </a:extLst>
              </p:cNvPr>
              <p:cNvSpPr/>
              <p:nvPr/>
            </p:nvSpPr>
            <p:spPr>
              <a:xfrm>
                <a:off x="9569073" y="6774092"/>
                <a:ext cx="11393" cy="3477"/>
              </a:xfrm>
              <a:custGeom>
                <a:avLst/>
                <a:gdLst>
                  <a:gd name="connsiteX0" fmla="*/ 3775 w 11393"/>
                  <a:gd name="connsiteY0" fmla="*/ 0 h 3477"/>
                  <a:gd name="connsiteX1" fmla="*/ 11273 w 11393"/>
                  <a:gd name="connsiteY1" fmla="*/ 1703 h 3477"/>
                  <a:gd name="connsiteX2" fmla="*/ 3775 w 11393"/>
                  <a:gd name="connsiteY2" fmla="*/ 0 h 3477"/>
                </a:gdLst>
                <a:ahLst/>
                <a:cxnLst>
                  <a:cxn ang="0">
                    <a:pos x="connsiteX0" y="connsiteY0"/>
                  </a:cxn>
                  <a:cxn ang="0">
                    <a:pos x="connsiteX1" y="connsiteY1"/>
                  </a:cxn>
                  <a:cxn ang="0">
                    <a:pos x="connsiteX2" y="connsiteY2"/>
                  </a:cxn>
                </a:cxnLst>
                <a:rect l="l" t="t" r="r" b="b"/>
                <a:pathLst>
                  <a:path w="11393" h="3477">
                    <a:moveTo>
                      <a:pt x="3775" y="0"/>
                    </a:moveTo>
                    <a:cubicBezTo>
                      <a:pt x="-8478" y="886"/>
                      <a:pt x="13187" y="6178"/>
                      <a:pt x="11273" y="1703"/>
                    </a:cubicBezTo>
                    <a:cubicBezTo>
                      <a:pt x="10113" y="760"/>
                      <a:pt x="6758" y="0"/>
                      <a:pt x="377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7" name="Freeform: Shape 136">
                <a:extLst>
                  <a:ext uri="{FF2B5EF4-FFF2-40B4-BE49-F238E27FC236}">
                    <a16:creationId xmlns:a16="http://schemas.microsoft.com/office/drawing/2014/main" id="{63FCECDD-7159-61CC-D14D-33DB248A6AFC}"/>
                  </a:ext>
                </a:extLst>
              </p:cNvPr>
              <p:cNvSpPr/>
              <p:nvPr/>
            </p:nvSpPr>
            <p:spPr>
              <a:xfrm>
                <a:off x="9445433" y="6674079"/>
                <a:ext cx="11027" cy="3279"/>
              </a:xfrm>
              <a:custGeom>
                <a:avLst/>
                <a:gdLst>
                  <a:gd name="connsiteX0" fmla="*/ 3702 w 11027"/>
                  <a:gd name="connsiteY0" fmla="*/ 0 h 3279"/>
                  <a:gd name="connsiteX1" fmla="*/ 10925 w 11027"/>
                  <a:gd name="connsiteY1" fmla="*/ 1606 h 3279"/>
                  <a:gd name="connsiteX2" fmla="*/ 3702 w 11027"/>
                  <a:gd name="connsiteY2" fmla="*/ 0 h 3279"/>
                </a:gdLst>
                <a:ahLst/>
                <a:cxnLst>
                  <a:cxn ang="0">
                    <a:pos x="connsiteX0" y="connsiteY0"/>
                  </a:cxn>
                  <a:cxn ang="0">
                    <a:pos x="connsiteX1" y="connsiteY1"/>
                  </a:cxn>
                  <a:cxn ang="0">
                    <a:pos x="connsiteX2" y="connsiteY2"/>
                  </a:cxn>
                </a:cxnLst>
                <a:rect l="l" t="t" r="r" b="b"/>
                <a:pathLst>
                  <a:path w="11027" h="3279">
                    <a:moveTo>
                      <a:pt x="3702" y="0"/>
                    </a:moveTo>
                    <a:cubicBezTo>
                      <a:pt x="-8231" y="829"/>
                      <a:pt x="12657" y="5829"/>
                      <a:pt x="10925" y="1606"/>
                    </a:cubicBezTo>
                    <a:cubicBezTo>
                      <a:pt x="9828" y="714"/>
                      <a:pt x="6599" y="0"/>
                      <a:pt x="370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8" name="Freeform: Shape 137">
                <a:extLst>
                  <a:ext uri="{FF2B5EF4-FFF2-40B4-BE49-F238E27FC236}">
                    <a16:creationId xmlns:a16="http://schemas.microsoft.com/office/drawing/2014/main" id="{5BAD7108-C9D7-27FC-E95A-C479AC99824A}"/>
                  </a:ext>
                </a:extLst>
              </p:cNvPr>
              <p:cNvSpPr/>
              <p:nvPr/>
            </p:nvSpPr>
            <p:spPr>
              <a:xfrm>
                <a:off x="9700174" y="6880134"/>
                <a:ext cx="11782" cy="3686"/>
              </a:xfrm>
              <a:custGeom>
                <a:avLst/>
                <a:gdLst>
                  <a:gd name="connsiteX0" fmla="*/ 3850 w 11782"/>
                  <a:gd name="connsiteY0" fmla="*/ 0 h 3686"/>
                  <a:gd name="connsiteX1" fmla="*/ 11639 w 11782"/>
                  <a:gd name="connsiteY1" fmla="*/ 1805 h 3686"/>
                  <a:gd name="connsiteX2" fmla="*/ 3850 w 11782"/>
                  <a:gd name="connsiteY2" fmla="*/ 0 h 3686"/>
                </a:gdLst>
                <a:ahLst/>
                <a:cxnLst>
                  <a:cxn ang="0">
                    <a:pos x="connsiteX0" y="connsiteY0"/>
                  </a:cxn>
                  <a:cxn ang="0">
                    <a:pos x="connsiteX1" y="connsiteY1"/>
                  </a:cxn>
                  <a:cxn ang="0">
                    <a:pos x="connsiteX2" y="connsiteY2"/>
                  </a:cxn>
                </a:cxnLst>
                <a:rect l="l" t="t" r="r" b="b"/>
                <a:pathLst>
                  <a:path w="11782" h="3686">
                    <a:moveTo>
                      <a:pt x="3850" y="0"/>
                    </a:moveTo>
                    <a:cubicBezTo>
                      <a:pt x="-8741" y="937"/>
                      <a:pt x="13765" y="6549"/>
                      <a:pt x="11639" y="1805"/>
                    </a:cubicBezTo>
                    <a:cubicBezTo>
                      <a:pt x="10405" y="811"/>
                      <a:pt x="6919" y="0"/>
                      <a:pt x="385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39" name="Freeform: Shape 138">
                <a:extLst>
                  <a:ext uri="{FF2B5EF4-FFF2-40B4-BE49-F238E27FC236}">
                    <a16:creationId xmlns:a16="http://schemas.microsoft.com/office/drawing/2014/main" id="{6967A595-A725-46DA-7806-FD3664F402F2}"/>
                  </a:ext>
                </a:extLst>
              </p:cNvPr>
              <p:cNvSpPr/>
              <p:nvPr/>
            </p:nvSpPr>
            <p:spPr>
              <a:xfrm>
                <a:off x="9328749" y="6579690"/>
                <a:ext cx="10685" cy="3098"/>
              </a:xfrm>
              <a:custGeom>
                <a:avLst/>
                <a:gdLst>
                  <a:gd name="connsiteX0" fmla="*/ 3633 w 10685"/>
                  <a:gd name="connsiteY0" fmla="*/ 0 h 3098"/>
                  <a:gd name="connsiteX1" fmla="*/ 10600 w 10685"/>
                  <a:gd name="connsiteY1" fmla="*/ 1515 h 3098"/>
                  <a:gd name="connsiteX2" fmla="*/ 3633 w 10685"/>
                  <a:gd name="connsiteY2" fmla="*/ 0 h 3098"/>
                </a:gdLst>
                <a:ahLst/>
                <a:cxnLst>
                  <a:cxn ang="0">
                    <a:pos x="connsiteX0" y="connsiteY0"/>
                  </a:cxn>
                  <a:cxn ang="0">
                    <a:pos x="connsiteX1" y="connsiteY1"/>
                  </a:cxn>
                  <a:cxn ang="0">
                    <a:pos x="connsiteX2" y="connsiteY2"/>
                  </a:cxn>
                </a:cxnLst>
                <a:rect l="l" t="t" r="r" b="b"/>
                <a:pathLst>
                  <a:path w="10685" h="3098">
                    <a:moveTo>
                      <a:pt x="3633" y="0"/>
                    </a:moveTo>
                    <a:cubicBezTo>
                      <a:pt x="-7996" y="783"/>
                      <a:pt x="12149" y="5509"/>
                      <a:pt x="10600" y="1515"/>
                    </a:cubicBezTo>
                    <a:cubicBezTo>
                      <a:pt x="9560" y="675"/>
                      <a:pt x="6445" y="0"/>
                      <a:pt x="363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0" name="Freeform: Shape 139">
                <a:extLst>
                  <a:ext uri="{FF2B5EF4-FFF2-40B4-BE49-F238E27FC236}">
                    <a16:creationId xmlns:a16="http://schemas.microsoft.com/office/drawing/2014/main" id="{D82831C0-F60C-5035-7956-D271EF058B11}"/>
                  </a:ext>
                </a:extLst>
              </p:cNvPr>
              <p:cNvSpPr/>
              <p:nvPr/>
            </p:nvSpPr>
            <p:spPr>
              <a:xfrm>
                <a:off x="9218510" y="6490514"/>
                <a:ext cx="10366" cy="2931"/>
              </a:xfrm>
              <a:custGeom>
                <a:avLst/>
                <a:gdLst>
                  <a:gd name="connsiteX0" fmla="*/ 3568 w 10366"/>
                  <a:gd name="connsiteY0" fmla="*/ 0 h 2931"/>
                  <a:gd name="connsiteX1" fmla="*/ 10295 w 10366"/>
                  <a:gd name="connsiteY1" fmla="*/ 1434 h 2931"/>
                  <a:gd name="connsiteX2" fmla="*/ 3568 w 10366"/>
                  <a:gd name="connsiteY2" fmla="*/ 0 h 2931"/>
                </a:gdLst>
                <a:ahLst/>
                <a:cxnLst>
                  <a:cxn ang="0">
                    <a:pos x="connsiteX0" y="connsiteY0"/>
                  </a:cxn>
                  <a:cxn ang="0">
                    <a:pos x="connsiteX1" y="connsiteY1"/>
                  </a:cxn>
                  <a:cxn ang="0">
                    <a:pos x="connsiteX2" y="connsiteY2"/>
                  </a:cxn>
                </a:cxnLst>
                <a:rect l="l" t="t" r="r" b="b"/>
                <a:pathLst>
                  <a:path w="10366" h="2931">
                    <a:moveTo>
                      <a:pt x="3568" y="0"/>
                    </a:moveTo>
                    <a:cubicBezTo>
                      <a:pt x="-7777" y="737"/>
                      <a:pt x="11683" y="5212"/>
                      <a:pt x="10295" y="1434"/>
                    </a:cubicBezTo>
                    <a:cubicBezTo>
                      <a:pt x="9312" y="640"/>
                      <a:pt x="6306" y="0"/>
                      <a:pt x="356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1" name="Freeform: Shape 140">
                <a:extLst>
                  <a:ext uri="{FF2B5EF4-FFF2-40B4-BE49-F238E27FC236}">
                    <a16:creationId xmlns:a16="http://schemas.microsoft.com/office/drawing/2014/main" id="{BC2C2725-8C20-73BF-356B-1482D94052F3}"/>
                  </a:ext>
                </a:extLst>
              </p:cNvPr>
              <p:cNvSpPr/>
              <p:nvPr/>
            </p:nvSpPr>
            <p:spPr>
              <a:xfrm>
                <a:off x="10316772" y="7378693"/>
                <a:ext cx="13814" cy="4796"/>
              </a:xfrm>
              <a:custGeom>
                <a:avLst/>
                <a:gdLst>
                  <a:gd name="connsiteX0" fmla="*/ 3998 w 13814"/>
                  <a:gd name="connsiteY0" fmla="*/ 46 h 4796"/>
                  <a:gd name="connsiteX1" fmla="*/ 9815 w 13814"/>
                  <a:gd name="connsiteY1" fmla="*/ 4750 h 4796"/>
                  <a:gd name="connsiteX2" fmla="*/ 3998 w 13814"/>
                  <a:gd name="connsiteY2" fmla="*/ 46 h 4796"/>
                </a:gdLst>
                <a:ahLst/>
                <a:cxnLst>
                  <a:cxn ang="0">
                    <a:pos x="connsiteX0" y="connsiteY0"/>
                  </a:cxn>
                  <a:cxn ang="0">
                    <a:pos x="connsiteX1" y="connsiteY1"/>
                  </a:cxn>
                  <a:cxn ang="0">
                    <a:pos x="connsiteX2" y="connsiteY2"/>
                  </a:cxn>
                </a:cxnLst>
                <a:rect l="l" t="t" r="r" b="b"/>
                <a:pathLst>
                  <a:path w="13814" h="4796">
                    <a:moveTo>
                      <a:pt x="3998" y="46"/>
                    </a:moveTo>
                    <a:cubicBezTo>
                      <a:pt x="-5964" y="812"/>
                      <a:pt x="5278" y="5298"/>
                      <a:pt x="9815" y="4750"/>
                    </a:cubicBezTo>
                    <a:cubicBezTo>
                      <a:pt x="19782" y="3984"/>
                      <a:pt x="8529" y="-503"/>
                      <a:pt x="3998"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2" name="Freeform: Shape 141">
                <a:extLst>
                  <a:ext uri="{FF2B5EF4-FFF2-40B4-BE49-F238E27FC236}">
                    <a16:creationId xmlns:a16="http://schemas.microsoft.com/office/drawing/2014/main" id="{691685C8-E7B4-7922-0036-804BE4AAAC8A}"/>
                  </a:ext>
                </a:extLst>
              </p:cNvPr>
              <p:cNvSpPr/>
              <p:nvPr/>
            </p:nvSpPr>
            <p:spPr>
              <a:xfrm>
                <a:off x="9114211" y="6406143"/>
                <a:ext cx="10063" cy="2775"/>
              </a:xfrm>
              <a:custGeom>
                <a:avLst/>
                <a:gdLst>
                  <a:gd name="connsiteX0" fmla="*/ 3505 w 10063"/>
                  <a:gd name="connsiteY0" fmla="*/ 0 h 2775"/>
                  <a:gd name="connsiteX1" fmla="*/ 10003 w 10063"/>
                  <a:gd name="connsiteY1" fmla="*/ 1354 h 2775"/>
                  <a:gd name="connsiteX2" fmla="*/ 3505 w 10063"/>
                  <a:gd name="connsiteY2" fmla="*/ 0 h 2775"/>
                </a:gdLst>
                <a:ahLst/>
                <a:cxnLst>
                  <a:cxn ang="0">
                    <a:pos x="connsiteX0" y="connsiteY0"/>
                  </a:cxn>
                  <a:cxn ang="0">
                    <a:pos x="connsiteX1" y="connsiteY1"/>
                  </a:cxn>
                  <a:cxn ang="0">
                    <a:pos x="connsiteX2" y="connsiteY2"/>
                  </a:cxn>
                </a:cxnLst>
                <a:rect l="l" t="t" r="r" b="b"/>
                <a:pathLst>
                  <a:path w="10063" h="2775">
                    <a:moveTo>
                      <a:pt x="3505" y="0"/>
                    </a:moveTo>
                    <a:cubicBezTo>
                      <a:pt x="-7571" y="703"/>
                      <a:pt x="11255" y="4937"/>
                      <a:pt x="10003" y="1354"/>
                    </a:cubicBezTo>
                    <a:cubicBezTo>
                      <a:pt x="9071" y="606"/>
                      <a:pt x="6163" y="0"/>
                      <a:pt x="350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3" name="Freeform: Shape 142">
                <a:extLst>
                  <a:ext uri="{FF2B5EF4-FFF2-40B4-BE49-F238E27FC236}">
                    <a16:creationId xmlns:a16="http://schemas.microsoft.com/office/drawing/2014/main" id="{09A44F1A-CD81-DF03-9130-FB770A56E58A}"/>
                  </a:ext>
                </a:extLst>
              </p:cNvPr>
              <p:cNvSpPr/>
              <p:nvPr/>
            </p:nvSpPr>
            <p:spPr>
              <a:xfrm>
                <a:off x="10146806" y="7241222"/>
                <a:ext cx="13263" cy="4474"/>
              </a:xfrm>
              <a:custGeom>
                <a:avLst/>
                <a:gdLst>
                  <a:gd name="connsiteX0" fmla="*/ 3920 w 13263"/>
                  <a:gd name="connsiteY0" fmla="*/ 43 h 4474"/>
                  <a:gd name="connsiteX1" fmla="*/ 9349 w 13263"/>
                  <a:gd name="connsiteY1" fmla="*/ 4432 h 4474"/>
                  <a:gd name="connsiteX2" fmla="*/ 3920 w 13263"/>
                  <a:gd name="connsiteY2" fmla="*/ 43 h 4474"/>
                </a:gdLst>
                <a:ahLst/>
                <a:cxnLst>
                  <a:cxn ang="0">
                    <a:pos x="connsiteX0" y="connsiteY0"/>
                  </a:cxn>
                  <a:cxn ang="0">
                    <a:pos x="connsiteX1" y="connsiteY1"/>
                  </a:cxn>
                  <a:cxn ang="0">
                    <a:pos x="connsiteX2" y="connsiteY2"/>
                  </a:cxn>
                </a:cxnLst>
                <a:rect l="l" t="t" r="r" b="b"/>
                <a:pathLst>
                  <a:path w="13263" h="4474">
                    <a:moveTo>
                      <a:pt x="3920" y="43"/>
                    </a:moveTo>
                    <a:cubicBezTo>
                      <a:pt x="-5722" y="746"/>
                      <a:pt x="4908" y="4941"/>
                      <a:pt x="9349" y="4432"/>
                    </a:cubicBezTo>
                    <a:cubicBezTo>
                      <a:pt x="18984" y="3729"/>
                      <a:pt x="8349" y="-466"/>
                      <a:pt x="3920" y="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4" name="Freeform: Shape 143">
                <a:extLst>
                  <a:ext uri="{FF2B5EF4-FFF2-40B4-BE49-F238E27FC236}">
                    <a16:creationId xmlns:a16="http://schemas.microsoft.com/office/drawing/2014/main" id="{14A93B80-DCF9-F4E0-DFB6-CF596CCA3784}"/>
                  </a:ext>
                </a:extLst>
              </p:cNvPr>
              <p:cNvSpPr/>
              <p:nvPr/>
            </p:nvSpPr>
            <p:spPr>
              <a:xfrm>
                <a:off x="9988093" y="7112854"/>
                <a:ext cx="12759" cy="4182"/>
              </a:xfrm>
              <a:custGeom>
                <a:avLst/>
                <a:gdLst>
                  <a:gd name="connsiteX0" fmla="*/ 3841 w 12759"/>
                  <a:gd name="connsiteY0" fmla="*/ 40 h 4182"/>
                  <a:gd name="connsiteX1" fmla="*/ 8916 w 12759"/>
                  <a:gd name="connsiteY1" fmla="*/ 4143 h 4182"/>
                  <a:gd name="connsiteX2" fmla="*/ 3841 w 12759"/>
                  <a:gd name="connsiteY2" fmla="*/ 40 h 4182"/>
                </a:gdLst>
                <a:ahLst/>
                <a:cxnLst>
                  <a:cxn ang="0">
                    <a:pos x="connsiteX0" y="connsiteY0"/>
                  </a:cxn>
                  <a:cxn ang="0">
                    <a:pos x="connsiteX1" y="connsiteY1"/>
                  </a:cxn>
                  <a:cxn ang="0">
                    <a:pos x="connsiteX2" y="connsiteY2"/>
                  </a:cxn>
                </a:cxnLst>
                <a:rect l="l" t="t" r="r" b="b"/>
                <a:pathLst>
                  <a:path w="12759" h="4182">
                    <a:moveTo>
                      <a:pt x="3841" y="40"/>
                    </a:moveTo>
                    <a:cubicBezTo>
                      <a:pt x="-5486" y="686"/>
                      <a:pt x="4555" y="4617"/>
                      <a:pt x="8916" y="4143"/>
                    </a:cubicBezTo>
                    <a:cubicBezTo>
                      <a:pt x="18249" y="3498"/>
                      <a:pt x="8196" y="-435"/>
                      <a:pt x="3841" y="4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5" name="Freeform: Shape 144">
                <a:extLst>
                  <a:ext uri="{FF2B5EF4-FFF2-40B4-BE49-F238E27FC236}">
                    <a16:creationId xmlns:a16="http://schemas.microsoft.com/office/drawing/2014/main" id="{E9CBB834-C608-18F0-7631-1AF93EA69BFF}"/>
                  </a:ext>
                </a:extLst>
              </p:cNvPr>
              <p:cNvSpPr/>
              <p:nvPr/>
            </p:nvSpPr>
            <p:spPr>
              <a:xfrm>
                <a:off x="9839456" y="6992794"/>
                <a:ext cx="12206" cy="3922"/>
              </a:xfrm>
              <a:custGeom>
                <a:avLst/>
                <a:gdLst>
                  <a:gd name="connsiteX0" fmla="*/ 3923 w 12206"/>
                  <a:gd name="connsiteY0" fmla="*/ 0 h 3922"/>
                  <a:gd name="connsiteX1" fmla="*/ 12038 w 12206"/>
                  <a:gd name="connsiteY1" fmla="*/ 1920 h 3922"/>
                  <a:gd name="connsiteX2" fmla="*/ 3923 w 12206"/>
                  <a:gd name="connsiteY2" fmla="*/ 0 h 3922"/>
                </a:gdLst>
                <a:ahLst/>
                <a:cxnLst>
                  <a:cxn ang="0">
                    <a:pos x="connsiteX0" y="connsiteY0"/>
                  </a:cxn>
                  <a:cxn ang="0">
                    <a:pos x="connsiteX1" y="connsiteY1"/>
                  </a:cxn>
                  <a:cxn ang="0">
                    <a:pos x="connsiteX2" y="connsiteY2"/>
                  </a:cxn>
                </a:cxnLst>
                <a:rect l="l" t="t" r="r" b="b"/>
                <a:pathLst>
                  <a:path w="12206" h="3922">
                    <a:moveTo>
                      <a:pt x="3923" y="0"/>
                    </a:moveTo>
                    <a:cubicBezTo>
                      <a:pt x="-9016" y="1005"/>
                      <a:pt x="14398" y="6967"/>
                      <a:pt x="12038" y="1920"/>
                    </a:cubicBezTo>
                    <a:cubicBezTo>
                      <a:pt x="10718" y="863"/>
                      <a:pt x="7089" y="0"/>
                      <a:pt x="392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6" name="Freeform: Shape 145">
                <a:extLst>
                  <a:ext uri="{FF2B5EF4-FFF2-40B4-BE49-F238E27FC236}">
                    <a16:creationId xmlns:a16="http://schemas.microsoft.com/office/drawing/2014/main" id="{00268413-4E4B-E87A-6CF1-FAF030145AF2}"/>
                  </a:ext>
                </a:extLst>
              </p:cNvPr>
              <p:cNvSpPr/>
              <p:nvPr/>
            </p:nvSpPr>
            <p:spPr>
              <a:xfrm>
                <a:off x="8515018" y="5460564"/>
                <a:ext cx="8473" cy="4551"/>
              </a:xfrm>
              <a:custGeom>
                <a:avLst/>
                <a:gdLst>
                  <a:gd name="connsiteX0" fmla="*/ 3138 w 8473"/>
                  <a:gd name="connsiteY0" fmla="*/ 798 h 4551"/>
                  <a:gd name="connsiteX1" fmla="*/ 8395 w 8473"/>
                  <a:gd name="connsiteY1" fmla="*/ 592 h 4551"/>
                  <a:gd name="connsiteX2" fmla="*/ 3138 w 8473"/>
                  <a:gd name="connsiteY2" fmla="*/ 798 h 4551"/>
                </a:gdLst>
                <a:ahLst/>
                <a:cxnLst>
                  <a:cxn ang="0">
                    <a:pos x="connsiteX0" y="connsiteY0"/>
                  </a:cxn>
                  <a:cxn ang="0">
                    <a:pos x="connsiteX1" y="connsiteY1"/>
                  </a:cxn>
                  <a:cxn ang="0">
                    <a:pos x="connsiteX2" y="connsiteY2"/>
                  </a:cxn>
                </a:cxnLst>
                <a:rect l="l" t="t" r="r" b="b"/>
                <a:pathLst>
                  <a:path w="8473" h="4551">
                    <a:moveTo>
                      <a:pt x="3138" y="798"/>
                    </a:moveTo>
                    <a:cubicBezTo>
                      <a:pt x="-6658" y="6238"/>
                      <a:pt x="9732" y="5410"/>
                      <a:pt x="8395" y="592"/>
                    </a:cubicBezTo>
                    <a:cubicBezTo>
                      <a:pt x="7732" y="-276"/>
                      <a:pt x="5378" y="-174"/>
                      <a:pt x="3138" y="79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7" name="Freeform: Shape 146">
                <a:extLst>
                  <a:ext uri="{FF2B5EF4-FFF2-40B4-BE49-F238E27FC236}">
                    <a16:creationId xmlns:a16="http://schemas.microsoft.com/office/drawing/2014/main" id="{0ED4C1E8-7019-67D9-2797-20C97A01FD75}"/>
                  </a:ext>
                </a:extLst>
              </p:cNvPr>
              <p:cNvSpPr/>
              <p:nvPr/>
            </p:nvSpPr>
            <p:spPr>
              <a:xfrm>
                <a:off x="8376923" y="5243925"/>
                <a:ext cx="7907" cy="6743"/>
              </a:xfrm>
              <a:custGeom>
                <a:avLst/>
                <a:gdLst>
                  <a:gd name="connsiteX0" fmla="*/ 2861 w 7907"/>
                  <a:gd name="connsiteY0" fmla="*/ 776 h 6743"/>
                  <a:gd name="connsiteX1" fmla="*/ 5050 w 7907"/>
                  <a:gd name="connsiteY1" fmla="*/ 5971 h 6743"/>
                  <a:gd name="connsiteX2" fmla="*/ 2861 w 7907"/>
                  <a:gd name="connsiteY2" fmla="*/ 776 h 6743"/>
                </a:gdLst>
                <a:ahLst/>
                <a:cxnLst>
                  <a:cxn ang="0">
                    <a:pos x="connsiteX0" y="connsiteY0"/>
                  </a:cxn>
                  <a:cxn ang="0">
                    <a:pos x="connsiteX1" y="connsiteY1"/>
                  </a:cxn>
                  <a:cxn ang="0">
                    <a:pos x="connsiteX2" y="connsiteY2"/>
                  </a:cxn>
                </a:cxnLst>
                <a:rect l="l" t="t" r="r" b="b"/>
                <a:pathLst>
                  <a:path w="7907" h="6743">
                    <a:moveTo>
                      <a:pt x="2861" y="776"/>
                    </a:moveTo>
                    <a:cubicBezTo>
                      <a:pt x="-2008" y="3245"/>
                      <a:pt x="-254" y="8771"/>
                      <a:pt x="5050" y="5971"/>
                    </a:cubicBezTo>
                    <a:cubicBezTo>
                      <a:pt x="9919" y="3514"/>
                      <a:pt x="8153" y="-2036"/>
                      <a:pt x="2861" y="77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8" name="Freeform: Shape 147">
                <a:extLst>
                  <a:ext uri="{FF2B5EF4-FFF2-40B4-BE49-F238E27FC236}">
                    <a16:creationId xmlns:a16="http://schemas.microsoft.com/office/drawing/2014/main" id="{378B0884-BD4A-A779-275E-1F34563B2F5A}"/>
                  </a:ext>
                </a:extLst>
              </p:cNvPr>
              <p:cNvSpPr/>
              <p:nvPr/>
            </p:nvSpPr>
            <p:spPr>
              <a:xfrm>
                <a:off x="8312113" y="5074539"/>
                <a:ext cx="7798" cy="7644"/>
              </a:xfrm>
              <a:custGeom>
                <a:avLst/>
                <a:gdLst>
                  <a:gd name="connsiteX0" fmla="*/ 2902 w 7798"/>
                  <a:gd name="connsiteY0" fmla="*/ 855 h 7644"/>
                  <a:gd name="connsiteX1" fmla="*/ 142 w 7798"/>
                  <a:gd name="connsiteY1" fmla="*/ 6164 h 7644"/>
                  <a:gd name="connsiteX2" fmla="*/ 2902 w 7798"/>
                  <a:gd name="connsiteY2" fmla="*/ 855 h 7644"/>
                </a:gdLst>
                <a:ahLst/>
                <a:cxnLst>
                  <a:cxn ang="0">
                    <a:pos x="connsiteX0" y="connsiteY0"/>
                  </a:cxn>
                  <a:cxn ang="0">
                    <a:pos x="connsiteX1" y="connsiteY1"/>
                  </a:cxn>
                  <a:cxn ang="0">
                    <a:pos x="connsiteX2" y="connsiteY2"/>
                  </a:cxn>
                </a:cxnLst>
                <a:rect l="l" t="t" r="r" b="b"/>
                <a:pathLst>
                  <a:path w="7798" h="7644">
                    <a:moveTo>
                      <a:pt x="2902" y="855"/>
                    </a:moveTo>
                    <a:cubicBezTo>
                      <a:pt x="799" y="2192"/>
                      <a:pt x="-435" y="4569"/>
                      <a:pt x="142" y="6164"/>
                    </a:cubicBezTo>
                    <a:cubicBezTo>
                      <a:pt x="4617" y="12496"/>
                      <a:pt x="13281" y="-3820"/>
                      <a:pt x="2902" y="8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49" name="Freeform: Shape 148">
                <a:extLst>
                  <a:ext uri="{FF2B5EF4-FFF2-40B4-BE49-F238E27FC236}">
                    <a16:creationId xmlns:a16="http://schemas.microsoft.com/office/drawing/2014/main" id="{B7D855CA-7223-8ED3-CC43-23450101765F}"/>
                  </a:ext>
                </a:extLst>
              </p:cNvPr>
              <p:cNvSpPr/>
              <p:nvPr/>
            </p:nvSpPr>
            <p:spPr>
              <a:xfrm>
                <a:off x="8250160" y="4902735"/>
                <a:ext cx="7547" cy="7696"/>
              </a:xfrm>
              <a:custGeom>
                <a:avLst/>
                <a:gdLst>
                  <a:gd name="connsiteX0" fmla="*/ 2768 w 7547"/>
                  <a:gd name="connsiteY0" fmla="*/ 1168 h 7696"/>
                  <a:gd name="connsiteX1" fmla="*/ 4780 w 7547"/>
                  <a:gd name="connsiteY1" fmla="*/ 6541 h 7696"/>
                  <a:gd name="connsiteX2" fmla="*/ 2768 w 7547"/>
                  <a:gd name="connsiteY2" fmla="*/ 1168 h 7696"/>
                </a:gdLst>
                <a:ahLst/>
                <a:cxnLst>
                  <a:cxn ang="0">
                    <a:pos x="connsiteX0" y="connsiteY0"/>
                  </a:cxn>
                  <a:cxn ang="0">
                    <a:pos x="connsiteX1" y="connsiteY1"/>
                  </a:cxn>
                  <a:cxn ang="0">
                    <a:pos x="connsiteX2" y="connsiteY2"/>
                  </a:cxn>
                </a:cxnLst>
                <a:rect l="l" t="t" r="r" b="b"/>
                <a:pathLst>
                  <a:path w="7547" h="7696">
                    <a:moveTo>
                      <a:pt x="2768" y="1168"/>
                    </a:moveTo>
                    <a:cubicBezTo>
                      <a:pt x="-1558" y="3980"/>
                      <a:pt x="-758" y="10284"/>
                      <a:pt x="4780" y="6541"/>
                    </a:cubicBezTo>
                    <a:cubicBezTo>
                      <a:pt x="9100" y="3740"/>
                      <a:pt x="8311" y="-2609"/>
                      <a:pt x="2768" y="116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0" name="Freeform: Shape 149">
                <a:extLst>
                  <a:ext uri="{FF2B5EF4-FFF2-40B4-BE49-F238E27FC236}">
                    <a16:creationId xmlns:a16="http://schemas.microsoft.com/office/drawing/2014/main" id="{16C4510C-D770-C696-A2F8-1F24CE3E583D}"/>
                  </a:ext>
                </a:extLst>
              </p:cNvPr>
              <p:cNvSpPr/>
              <p:nvPr/>
            </p:nvSpPr>
            <p:spPr>
              <a:xfrm>
                <a:off x="8190554" y="4759488"/>
                <a:ext cx="7471" cy="7251"/>
              </a:xfrm>
              <a:custGeom>
                <a:avLst/>
                <a:gdLst>
                  <a:gd name="connsiteX0" fmla="*/ 2812 w 7471"/>
                  <a:gd name="connsiteY0" fmla="*/ 1696 h 7251"/>
                  <a:gd name="connsiteX1" fmla="*/ 126 w 7471"/>
                  <a:gd name="connsiteY1" fmla="*/ 6656 h 7251"/>
                  <a:gd name="connsiteX2" fmla="*/ 2812 w 7471"/>
                  <a:gd name="connsiteY2" fmla="*/ 1696 h 7251"/>
                </a:gdLst>
                <a:ahLst/>
                <a:cxnLst>
                  <a:cxn ang="0">
                    <a:pos x="connsiteX0" y="connsiteY0"/>
                  </a:cxn>
                  <a:cxn ang="0">
                    <a:pos x="connsiteX1" y="connsiteY1"/>
                  </a:cxn>
                  <a:cxn ang="0">
                    <a:pos x="connsiteX2" y="connsiteY2"/>
                  </a:cxn>
                </a:cxnLst>
                <a:rect l="l" t="t" r="r" b="b"/>
                <a:pathLst>
                  <a:path w="7471" h="7251">
                    <a:moveTo>
                      <a:pt x="2812" y="1696"/>
                    </a:moveTo>
                    <a:cubicBezTo>
                      <a:pt x="794" y="3358"/>
                      <a:pt x="-406" y="5570"/>
                      <a:pt x="126" y="6656"/>
                    </a:cubicBezTo>
                    <a:cubicBezTo>
                      <a:pt x="4206" y="10394"/>
                      <a:pt x="12819" y="-4963"/>
                      <a:pt x="2812" y="16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1" name="Freeform: Shape 150">
                <a:extLst>
                  <a:ext uri="{FF2B5EF4-FFF2-40B4-BE49-F238E27FC236}">
                    <a16:creationId xmlns:a16="http://schemas.microsoft.com/office/drawing/2014/main" id="{40D7634E-5939-EFC0-1886-92D8B5451676}"/>
                  </a:ext>
                </a:extLst>
              </p:cNvPr>
              <p:cNvSpPr/>
              <p:nvPr/>
            </p:nvSpPr>
            <p:spPr>
              <a:xfrm>
                <a:off x="8444300" y="5380056"/>
                <a:ext cx="8293" cy="4959"/>
              </a:xfrm>
              <a:custGeom>
                <a:avLst/>
                <a:gdLst>
                  <a:gd name="connsiteX0" fmla="*/ 3104 w 8293"/>
                  <a:gd name="connsiteY0" fmla="*/ 793 h 4959"/>
                  <a:gd name="connsiteX1" fmla="*/ 8219 w 8293"/>
                  <a:gd name="connsiteY1" fmla="*/ 725 h 4959"/>
                  <a:gd name="connsiteX2" fmla="*/ 3104 w 8293"/>
                  <a:gd name="connsiteY2" fmla="*/ 793 h 4959"/>
                </a:gdLst>
                <a:ahLst/>
                <a:cxnLst>
                  <a:cxn ang="0">
                    <a:pos x="connsiteX0" y="connsiteY0"/>
                  </a:cxn>
                  <a:cxn ang="0">
                    <a:pos x="connsiteX1" y="connsiteY1"/>
                  </a:cxn>
                  <a:cxn ang="0">
                    <a:pos x="connsiteX2" y="connsiteY2"/>
                  </a:cxn>
                </a:cxnLst>
                <a:rect l="l" t="t" r="r" b="b"/>
                <a:pathLst>
                  <a:path w="8293" h="4959">
                    <a:moveTo>
                      <a:pt x="3104" y="793"/>
                    </a:moveTo>
                    <a:cubicBezTo>
                      <a:pt x="-6549" y="6663"/>
                      <a:pt x="9516" y="6046"/>
                      <a:pt x="8219" y="725"/>
                    </a:cubicBezTo>
                    <a:cubicBezTo>
                      <a:pt x="7590" y="-264"/>
                      <a:pt x="5298" y="-241"/>
                      <a:pt x="3104" y="79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2" name="Freeform: Shape 151">
                <a:extLst>
                  <a:ext uri="{FF2B5EF4-FFF2-40B4-BE49-F238E27FC236}">
                    <a16:creationId xmlns:a16="http://schemas.microsoft.com/office/drawing/2014/main" id="{7AA61A84-BB34-4152-AD30-9FA03F487AA0}"/>
                  </a:ext>
                </a:extLst>
              </p:cNvPr>
              <p:cNvSpPr/>
              <p:nvPr/>
            </p:nvSpPr>
            <p:spPr>
              <a:xfrm>
                <a:off x="9015337" y="6326161"/>
                <a:ext cx="9778" cy="2634"/>
              </a:xfrm>
              <a:custGeom>
                <a:avLst/>
                <a:gdLst>
                  <a:gd name="connsiteX0" fmla="*/ 3441 w 9778"/>
                  <a:gd name="connsiteY0" fmla="*/ 0 h 2634"/>
                  <a:gd name="connsiteX1" fmla="*/ 9728 w 9778"/>
                  <a:gd name="connsiteY1" fmla="*/ 1286 h 2634"/>
                  <a:gd name="connsiteX2" fmla="*/ 3441 w 9778"/>
                  <a:gd name="connsiteY2" fmla="*/ 0 h 2634"/>
                </a:gdLst>
                <a:ahLst/>
                <a:cxnLst>
                  <a:cxn ang="0">
                    <a:pos x="connsiteX0" y="connsiteY0"/>
                  </a:cxn>
                  <a:cxn ang="0">
                    <a:pos x="connsiteX1" y="connsiteY1"/>
                  </a:cxn>
                  <a:cxn ang="0">
                    <a:pos x="connsiteX2" y="connsiteY2"/>
                  </a:cxn>
                </a:cxnLst>
                <a:rect l="l" t="t" r="r" b="b"/>
                <a:pathLst>
                  <a:path w="9778" h="2634">
                    <a:moveTo>
                      <a:pt x="3441" y="0"/>
                    </a:moveTo>
                    <a:cubicBezTo>
                      <a:pt x="-7372" y="663"/>
                      <a:pt x="10854" y="4687"/>
                      <a:pt x="9728" y="1286"/>
                    </a:cubicBezTo>
                    <a:cubicBezTo>
                      <a:pt x="8847" y="578"/>
                      <a:pt x="6036" y="0"/>
                      <a:pt x="344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3" name="Freeform: Shape 152">
                <a:extLst>
                  <a:ext uri="{FF2B5EF4-FFF2-40B4-BE49-F238E27FC236}">
                    <a16:creationId xmlns:a16="http://schemas.microsoft.com/office/drawing/2014/main" id="{B963A41D-E4FC-5E05-433E-1435B7F308B7}"/>
                  </a:ext>
                </a:extLst>
              </p:cNvPr>
              <p:cNvSpPr/>
              <p:nvPr/>
            </p:nvSpPr>
            <p:spPr>
              <a:xfrm>
                <a:off x="8833318" y="6073938"/>
                <a:ext cx="9231" cy="5428"/>
              </a:xfrm>
              <a:custGeom>
                <a:avLst/>
                <a:gdLst>
                  <a:gd name="connsiteX0" fmla="*/ 3186 w 9231"/>
                  <a:gd name="connsiteY0" fmla="*/ 300 h 5428"/>
                  <a:gd name="connsiteX1" fmla="*/ 6043 w 9231"/>
                  <a:gd name="connsiteY1" fmla="*/ 5147 h 5428"/>
                  <a:gd name="connsiteX2" fmla="*/ 3186 w 9231"/>
                  <a:gd name="connsiteY2" fmla="*/ 300 h 5428"/>
                </a:gdLst>
                <a:ahLst/>
                <a:cxnLst>
                  <a:cxn ang="0">
                    <a:pos x="connsiteX0" y="connsiteY0"/>
                  </a:cxn>
                  <a:cxn ang="0">
                    <a:pos x="connsiteX1" y="connsiteY1"/>
                  </a:cxn>
                  <a:cxn ang="0">
                    <a:pos x="connsiteX2" y="connsiteY2"/>
                  </a:cxn>
                </a:cxnLst>
                <a:rect l="l" t="t" r="r" b="b"/>
                <a:pathLst>
                  <a:path w="9231" h="5428">
                    <a:moveTo>
                      <a:pt x="3186" y="300"/>
                    </a:moveTo>
                    <a:cubicBezTo>
                      <a:pt x="-3220" y="2123"/>
                      <a:pt x="1237" y="6587"/>
                      <a:pt x="6043" y="5147"/>
                    </a:cubicBezTo>
                    <a:cubicBezTo>
                      <a:pt x="12444" y="3335"/>
                      <a:pt x="8009" y="-1203"/>
                      <a:pt x="3186" y="3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4" name="Freeform: Shape 153">
                <a:extLst>
                  <a:ext uri="{FF2B5EF4-FFF2-40B4-BE49-F238E27FC236}">
                    <a16:creationId xmlns:a16="http://schemas.microsoft.com/office/drawing/2014/main" id="{FFE7109A-AF48-E54D-04B7-28D1484B853F}"/>
                  </a:ext>
                </a:extLst>
              </p:cNvPr>
              <p:cNvSpPr/>
              <p:nvPr/>
            </p:nvSpPr>
            <p:spPr>
              <a:xfrm>
                <a:off x="8921737" y="6233892"/>
                <a:ext cx="9575" cy="4684"/>
              </a:xfrm>
              <a:custGeom>
                <a:avLst/>
                <a:gdLst>
                  <a:gd name="connsiteX0" fmla="*/ 3429 w 9575"/>
                  <a:gd name="connsiteY0" fmla="*/ 12 h 4684"/>
                  <a:gd name="connsiteX1" fmla="*/ 9504 w 9575"/>
                  <a:gd name="connsiteY1" fmla="*/ 2098 h 4684"/>
                  <a:gd name="connsiteX2" fmla="*/ 3429 w 9575"/>
                  <a:gd name="connsiteY2" fmla="*/ 12 h 4684"/>
                </a:gdLst>
                <a:ahLst/>
                <a:cxnLst>
                  <a:cxn ang="0">
                    <a:pos x="connsiteX0" y="connsiteY0"/>
                  </a:cxn>
                  <a:cxn ang="0">
                    <a:pos x="connsiteX1" y="connsiteY1"/>
                  </a:cxn>
                  <a:cxn ang="0">
                    <a:pos x="connsiteX2" y="connsiteY2"/>
                  </a:cxn>
                </a:cxnLst>
                <a:rect l="l" t="t" r="r" b="b"/>
                <a:pathLst>
                  <a:path w="9575" h="4684">
                    <a:moveTo>
                      <a:pt x="3429" y="12"/>
                    </a:moveTo>
                    <a:cubicBezTo>
                      <a:pt x="-7350" y="1926"/>
                      <a:pt x="10847" y="8156"/>
                      <a:pt x="9504" y="2098"/>
                    </a:cubicBezTo>
                    <a:cubicBezTo>
                      <a:pt x="8670" y="824"/>
                      <a:pt x="5955" y="-119"/>
                      <a:pt x="3429" y="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5" name="Freeform: Shape 154">
                <a:extLst>
                  <a:ext uri="{FF2B5EF4-FFF2-40B4-BE49-F238E27FC236}">
                    <a16:creationId xmlns:a16="http://schemas.microsoft.com/office/drawing/2014/main" id="{B52534D9-DF98-D546-43EB-FAD160122311}"/>
                  </a:ext>
                </a:extLst>
              </p:cNvPr>
              <p:cNvSpPr/>
              <p:nvPr/>
            </p:nvSpPr>
            <p:spPr>
              <a:xfrm>
                <a:off x="8748556" y="5972261"/>
                <a:ext cx="8983" cy="4934"/>
              </a:xfrm>
              <a:custGeom>
                <a:avLst/>
                <a:gdLst>
                  <a:gd name="connsiteX0" fmla="*/ 3115 w 8983"/>
                  <a:gd name="connsiteY0" fmla="*/ 490 h 4934"/>
                  <a:gd name="connsiteX1" fmla="*/ 5869 w 8983"/>
                  <a:gd name="connsiteY1" fmla="*/ 4434 h 4934"/>
                  <a:gd name="connsiteX2" fmla="*/ 3115 w 8983"/>
                  <a:gd name="connsiteY2" fmla="*/ 490 h 4934"/>
                </a:gdLst>
                <a:ahLst/>
                <a:cxnLst>
                  <a:cxn ang="0">
                    <a:pos x="connsiteX0" y="connsiteY0"/>
                  </a:cxn>
                  <a:cxn ang="0">
                    <a:pos x="connsiteX1" y="connsiteY1"/>
                  </a:cxn>
                  <a:cxn ang="0">
                    <a:pos x="connsiteX2" y="connsiteY2"/>
                  </a:cxn>
                </a:cxnLst>
                <a:rect l="l" t="t" r="r" b="b"/>
                <a:pathLst>
                  <a:path w="8983" h="4934">
                    <a:moveTo>
                      <a:pt x="3115" y="490"/>
                    </a:moveTo>
                    <a:cubicBezTo>
                      <a:pt x="-3092" y="2731"/>
                      <a:pt x="1115" y="6245"/>
                      <a:pt x="5869" y="4434"/>
                    </a:cubicBezTo>
                    <a:cubicBezTo>
                      <a:pt x="12087" y="2222"/>
                      <a:pt x="7847" y="-1299"/>
                      <a:pt x="3115" y="49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6" name="Freeform: Shape 155">
                <a:extLst>
                  <a:ext uri="{FF2B5EF4-FFF2-40B4-BE49-F238E27FC236}">
                    <a16:creationId xmlns:a16="http://schemas.microsoft.com/office/drawing/2014/main" id="{6F4C8AA6-80C9-53A3-05A5-89DF165DE0A4}"/>
                  </a:ext>
                </a:extLst>
              </p:cNvPr>
              <p:cNvSpPr/>
              <p:nvPr/>
            </p:nvSpPr>
            <p:spPr>
              <a:xfrm>
                <a:off x="8667127" y="5806503"/>
                <a:ext cx="8725" cy="7239"/>
              </a:xfrm>
              <a:custGeom>
                <a:avLst/>
                <a:gdLst>
                  <a:gd name="connsiteX0" fmla="*/ 3048 w 8725"/>
                  <a:gd name="connsiteY0" fmla="*/ 388 h 7239"/>
                  <a:gd name="connsiteX1" fmla="*/ 5676 w 8725"/>
                  <a:gd name="connsiteY1" fmla="*/ 6852 h 7239"/>
                  <a:gd name="connsiteX2" fmla="*/ 3048 w 8725"/>
                  <a:gd name="connsiteY2" fmla="*/ 388 h 7239"/>
                </a:gdLst>
                <a:ahLst/>
                <a:cxnLst>
                  <a:cxn ang="0">
                    <a:pos x="connsiteX0" y="connsiteY0"/>
                  </a:cxn>
                  <a:cxn ang="0">
                    <a:pos x="connsiteX1" y="connsiteY1"/>
                  </a:cxn>
                  <a:cxn ang="0">
                    <a:pos x="connsiteX2" y="connsiteY2"/>
                  </a:cxn>
                </a:cxnLst>
                <a:rect l="l" t="t" r="r" b="b"/>
                <a:pathLst>
                  <a:path w="8725" h="7239">
                    <a:moveTo>
                      <a:pt x="3048" y="388"/>
                    </a:moveTo>
                    <a:cubicBezTo>
                      <a:pt x="-2576" y="2394"/>
                      <a:pt x="339" y="8880"/>
                      <a:pt x="5676" y="6852"/>
                    </a:cubicBezTo>
                    <a:cubicBezTo>
                      <a:pt x="11306" y="4857"/>
                      <a:pt x="8380" y="-1641"/>
                      <a:pt x="3048" y="38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7" name="Freeform: Shape 156">
                <a:extLst>
                  <a:ext uri="{FF2B5EF4-FFF2-40B4-BE49-F238E27FC236}">
                    <a16:creationId xmlns:a16="http://schemas.microsoft.com/office/drawing/2014/main" id="{32C29269-3A31-EC52-3459-147AB63E4B94}"/>
                  </a:ext>
                </a:extLst>
              </p:cNvPr>
              <p:cNvSpPr/>
              <p:nvPr/>
            </p:nvSpPr>
            <p:spPr>
              <a:xfrm>
                <a:off x="8589431" y="5607837"/>
                <a:ext cx="8511" cy="7116"/>
              </a:xfrm>
              <a:custGeom>
                <a:avLst/>
                <a:gdLst>
                  <a:gd name="connsiteX0" fmla="*/ 3002 w 8511"/>
                  <a:gd name="connsiteY0" fmla="*/ 464 h 7116"/>
                  <a:gd name="connsiteX1" fmla="*/ 5511 w 8511"/>
                  <a:gd name="connsiteY1" fmla="*/ 6658 h 7116"/>
                  <a:gd name="connsiteX2" fmla="*/ 3002 w 8511"/>
                  <a:gd name="connsiteY2" fmla="*/ 464 h 7116"/>
                </a:gdLst>
                <a:ahLst/>
                <a:cxnLst>
                  <a:cxn ang="0">
                    <a:pos x="connsiteX0" y="connsiteY0"/>
                  </a:cxn>
                  <a:cxn ang="0">
                    <a:pos x="connsiteX1" y="connsiteY1"/>
                  </a:cxn>
                  <a:cxn ang="0">
                    <a:pos x="connsiteX2" y="connsiteY2"/>
                  </a:cxn>
                </a:cxnLst>
                <a:rect l="l" t="t" r="r" b="b"/>
                <a:pathLst>
                  <a:path w="8511" h="7116">
                    <a:moveTo>
                      <a:pt x="3002" y="464"/>
                    </a:moveTo>
                    <a:cubicBezTo>
                      <a:pt x="-2427" y="2561"/>
                      <a:pt x="173" y="8853"/>
                      <a:pt x="5511" y="6658"/>
                    </a:cubicBezTo>
                    <a:cubicBezTo>
                      <a:pt x="10929" y="4561"/>
                      <a:pt x="8352" y="-1748"/>
                      <a:pt x="3002" y="4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8" name="Freeform: Shape 157">
                <a:extLst>
                  <a:ext uri="{FF2B5EF4-FFF2-40B4-BE49-F238E27FC236}">
                    <a16:creationId xmlns:a16="http://schemas.microsoft.com/office/drawing/2014/main" id="{E5D92E45-4EE7-5D80-A675-CE23CABC1AA3}"/>
                  </a:ext>
                </a:extLst>
              </p:cNvPr>
              <p:cNvSpPr/>
              <p:nvPr/>
            </p:nvSpPr>
            <p:spPr>
              <a:xfrm>
                <a:off x="10499290" y="7526146"/>
                <a:ext cx="13923" cy="5179"/>
              </a:xfrm>
              <a:custGeom>
                <a:avLst/>
                <a:gdLst>
                  <a:gd name="connsiteX0" fmla="*/ 3817 w 13923"/>
                  <a:gd name="connsiteY0" fmla="*/ 0 h 5179"/>
                  <a:gd name="connsiteX1" fmla="*/ 13790 w 13923"/>
                  <a:gd name="connsiteY1" fmla="*/ 4303 h 5179"/>
                  <a:gd name="connsiteX2" fmla="*/ 3817 w 13923"/>
                  <a:gd name="connsiteY2" fmla="*/ 0 h 5179"/>
                </a:gdLst>
                <a:ahLst/>
                <a:cxnLst>
                  <a:cxn ang="0">
                    <a:pos x="connsiteX0" y="connsiteY0"/>
                  </a:cxn>
                  <a:cxn ang="0">
                    <a:pos x="connsiteX1" y="connsiteY1"/>
                  </a:cxn>
                  <a:cxn ang="0">
                    <a:pos x="connsiteX2" y="connsiteY2"/>
                  </a:cxn>
                </a:cxnLst>
                <a:rect l="l" t="t" r="r" b="b"/>
                <a:pathLst>
                  <a:path w="13923" h="5179">
                    <a:moveTo>
                      <a:pt x="3817" y="0"/>
                    </a:moveTo>
                    <a:cubicBezTo>
                      <a:pt x="-7802" y="1280"/>
                      <a:pt x="10503" y="7430"/>
                      <a:pt x="13790" y="4303"/>
                    </a:cubicBezTo>
                    <a:cubicBezTo>
                      <a:pt x="15098" y="840"/>
                      <a:pt x="6451" y="154"/>
                      <a:pt x="381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59" name="Freeform: Shape 158">
                <a:extLst>
                  <a:ext uri="{FF2B5EF4-FFF2-40B4-BE49-F238E27FC236}">
                    <a16:creationId xmlns:a16="http://schemas.microsoft.com/office/drawing/2014/main" id="{94EA551E-D701-13F2-0E2D-A3FB16203DD8}"/>
                  </a:ext>
                </a:extLst>
              </p:cNvPr>
              <p:cNvSpPr/>
              <p:nvPr/>
            </p:nvSpPr>
            <p:spPr>
              <a:xfrm>
                <a:off x="7937751" y="4831816"/>
                <a:ext cx="7096" cy="4627"/>
              </a:xfrm>
              <a:custGeom>
                <a:avLst/>
                <a:gdLst>
                  <a:gd name="connsiteX0" fmla="*/ 2802 w 7096"/>
                  <a:gd name="connsiteY0" fmla="*/ 1548 h 4627"/>
                  <a:gd name="connsiteX1" fmla="*/ 5584 w 7096"/>
                  <a:gd name="connsiteY1" fmla="*/ 10 h 4627"/>
                  <a:gd name="connsiteX2" fmla="*/ 2802 w 7096"/>
                  <a:gd name="connsiteY2" fmla="*/ 1548 h 4627"/>
                </a:gdLst>
                <a:ahLst/>
                <a:cxnLst>
                  <a:cxn ang="0">
                    <a:pos x="connsiteX0" y="connsiteY0"/>
                  </a:cxn>
                  <a:cxn ang="0">
                    <a:pos x="connsiteX1" y="connsiteY1"/>
                  </a:cxn>
                  <a:cxn ang="0">
                    <a:pos x="connsiteX2" y="connsiteY2"/>
                  </a:cxn>
                </a:cxnLst>
                <a:rect l="l" t="t" r="r" b="b"/>
                <a:pathLst>
                  <a:path w="7096" h="4627">
                    <a:moveTo>
                      <a:pt x="2802" y="1548"/>
                    </a:moveTo>
                    <a:cubicBezTo>
                      <a:pt x="-6960" y="9434"/>
                      <a:pt x="12472" y="-361"/>
                      <a:pt x="5584" y="10"/>
                    </a:cubicBezTo>
                    <a:cubicBezTo>
                      <a:pt x="4756" y="348"/>
                      <a:pt x="3739" y="908"/>
                      <a:pt x="2802" y="15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0" name="Freeform: Shape 159">
                <a:extLst>
                  <a:ext uri="{FF2B5EF4-FFF2-40B4-BE49-F238E27FC236}">
                    <a16:creationId xmlns:a16="http://schemas.microsoft.com/office/drawing/2014/main" id="{8DFBB9E7-AAF7-6D89-0C6B-92EC397FBB34}"/>
                  </a:ext>
                </a:extLst>
              </p:cNvPr>
              <p:cNvSpPr/>
              <p:nvPr/>
            </p:nvSpPr>
            <p:spPr>
              <a:xfrm>
                <a:off x="9159340" y="6674051"/>
                <a:ext cx="10986" cy="3267"/>
              </a:xfrm>
              <a:custGeom>
                <a:avLst/>
                <a:gdLst>
                  <a:gd name="connsiteX0" fmla="*/ 3645 w 10986"/>
                  <a:gd name="connsiteY0" fmla="*/ 28 h 3267"/>
                  <a:gd name="connsiteX1" fmla="*/ 7342 w 10986"/>
                  <a:gd name="connsiteY1" fmla="*/ 3240 h 3267"/>
                  <a:gd name="connsiteX2" fmla="*/ 3645 w 10986"/>
                  <a:gd name="connsiteY2" fmla="*/ 28 h 3267"/>
                </a:gdLst>
                <a:ahLst/>
                <a:cxnLst>
                  <a:cxn ang="0">
                    <a:pos x="connsiteX0" y="connsiteY0"/>
                  </a:cxn>
                  <a:cxn ang="0">
                    <a:pos x="connsiteX1" y="connsiteY1"/>
                  </a:cxn>
                  <a:cxn ang="0">
                    <a:pos x="connsiteX2" y="connsiteY2"/>
                  </a:cxn>
                </a:cxnLst>
                <a:rect l="l" t="t" r="r" b="b"/>
                <a:pathLst>
                  <a:path w="10986" h="3267">
                    <a:moveTo>
                      <a:pt x="3645" y="28"/>
                    </a:moveTo>
                    <a:cubicBezTo>
                      <a:pt x="-4597" y="474"/>
                      <a:pt x="3130" y="3589"/>
                      <a:pt x="7342" y="3240"/>
                    </a:cubicBezTo>
                    <a:cubicBezTo>
                      <a:pt x="15583" y="2789"/>
                      <a:pt x="7857" y="-326"/>
                      <a:pt x="3645" y="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1" name="Freeform: Shape 160">
                <a:extLst>
                  <a:ext uri="{FF2B5EF4-FFF2-40B4-BE49-F238E27FC236}">
                    <a16:creationId xmlns:a16="http://schemas.microsoft.com/office/drawing/2014/main" id="{0361E815-98E5-5C2A-84CD-1D2FB3D7604D}"/>
                  </a:ext>
                </a:extLst>
              </p:cNvPr>
              <p:cNvSpPr/>
              <p:nvPr/>
            </p:nvSpPr>
            <p:spPr>
              <a:xfrm>
                <a:off x="9050707" y="6579665"/>
                <a:ext cx="10639" cy="3080"/>
              </a:xfrm>
              <a:custGeom>
                <a:avLst/>
                <a:gdLst>
                  <a:gd name="connsiteX0" fmla="*/ 3573 w 10639"/>
                  <a:gd name="connsiteY0" fmla="*/ 26 h 3080"/>
                  <a:gd name="connsiteX1" fmla="*/ 7065 w 10639"/>
                  <a:gd name="connsiteY1" fmla="*/ 3055 h 3080"/>
                  <a:gd name="connsiteX2" fmla="*/ 3573 w 10639"/>
                  <a:gd name="connsiteY2" fmla="*/ 26 h 3080"/>
                </a:gdLst>
                <a:ahLst/>
                <a:cxnLst>
                  <a:cxn ang="0">
                    <a:pos x="connsiteX0" y="connsiteY0"/>
                  </a:cxn>
                  <a:cxn ang="0">
                    <a:pos x="connsiteX1" y="connsiteY1"/>
                  </a:cxn>
                  <a:cxn ang="0">
                    <a:pos x="connsiteX2" y="connsiteY2"/>
                  </a:cxn>
                </a:cxnLst>
                <a:rect l="l" t="t" r="r" b="b"/>
                <a:pathLst>
                  <a:path w="10639" h="3080">
                    <a:moveTo>
                      <a:pt x="3573" y="26"/>
                    </a:moveTo>
                    <a:cubicBezTo>
                      <a:pt x="-4429" y="443"/>
                      <a:pt x="2927" y="3386"/>
                      <a:pt x="7065" y="3055"/>
                    </a:cubicBezTo>
                    <a:cubicBezTo>
                      <a:pt x="15072" y="2643"/>
                      <a:pt x="7710" y="-305"/>
                      <a:pt x="3573" y="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2" name="Freeform: Shape 161">
                <a:extLst>
                  <a:ext uri="{FF2B5EF4-FFF2-40B4-BE49-F238E27FC236}">
                    <a16:creationId xmlns:a16="http://schemas.microsoft.com/office/drawing/2014/main" id="{439C50E0-4A1F-74D6-EA32-467E3D32E1B8}"/>
                  </a:ext>
                </a:extLst>
              </p:cNvPr>
              <p:cNvSpPr/>
              <p:nvPr/>
            </p:nvSpPr>
            <p:spPr>
              <a:xfrm>
                <a:off x="9274448" y="6774062"/>
                <a:ext cx="11356" cy="3460"/>
              </a:xfrm>
              <a:custGeom>
                <a:avLst/>
                <a:gdLst>
                  <a:gd name="connsiteX0" fmla="*/ 3717 w 11356"/>
                  <a:gd name="connsiteY0" fmla="*/ 30 h 3460"/>
                  <a:gd name="connsiteX1" fmla="*/ 7637 w 11356"/>
                  <a:gd name="connsiteY1" fmla="*/ 3430 h 3460"/>
                  <a:gd name="connsiteX2" fmla="*/ 3717 w 11356"/>
                  <a:gd name="connsiteY2" fmla="*/ 30 h 3460"/>
                </a:gdLst>
                <a:ahLst/>
                <a:cxnLst>
                  <a:cxn ang="0">
                    <a:pos x="connsiteX0" y="connsiteY0"/>
                  </a:cxn>
                  <a:cxn ang="0">
                    <a:pos x="connsiteX1" y="connsiteY1"/>
                  </a:cxn>
                  <a:cxn ang="0">
                    <a:pos x="connsiteX2" y="connsiteY2"/>
                  </a:cxn>
                </a:cxnLst>
                <a:rect l="l" t="t" r="r" b="b"/>
                <a:pathLst>
                  <a:path w="11356" h="3460">
                    <a:moveTo>
                      <a:pt x="3717" y="30"/>
                    </a:moveTo>
                    <a:cubicBezTo>
                      <a:pt x="-4770" y="510"/>
                      <a:pt x="3345" y="3808"/>
                      <a:pt x="7637" y="3430"/>
                    </a:cubicBezTo>
                    <a:cubicBezTo>
                      <a:pt x="16130" y="2950"/>
                      <a:pt x="8008" y="-347"/>
                      <a:pt x="3717"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3" name="Freeform: Shape 162">
                <a:extLst>
                  <a:ext uri="{FF2B5EF4-FFF2-40B4-BE49-F238E27FC236}">
                    <a16:creationId xmlns:a16="http://schemas.microsoft.com/office/drawing/2014/main" id="{73E3239A-0DA8-C254-A750-2821C9A78439}"/>
                  </a:ext>
                </a:extLst>
              </p:cNvPr>
              <p:cNvSpPr/>
              <p:nvPr/>
            </p:nvSpPr>
            <p:spPr>
              <a:xfrm>
                <a:off x="8850837" y="6406143"/>
                <a:ext cx="10008" cy="2772"/>
              </a:xfrm>
              <a:custGeom>
                <a:avLst/>
                <a:gdLst>
                  <a:gd name="connsiteX0" fmla="*/ 3584 w 10008"/>
                  <a:gd name="connsiteY0" fmla="*/ 0 h 2772"/>
                  <a:gd name="connsiteX1" fmla="*/ 9967 w 10008"/>
                  <a:gd name="connsiteY1" fmla="*/ 1354 h 2772"/>
                  <a:gd name="connsiteX2" fmla="*/ 3584 w 10008"/>
                  <a:gd name="connsiteY2" fmla="*/ 0 h 2772"/>
                </a:gdLst>
                <a:ahLst/>
                <a:cxnLst>
                  <a:cxn ang="0">
                    <a:pos x="connsiteX0" y="connsiteY0"/>
                  </a:cxn>
                  <a:cxn ang="0">
                    <a:pos x="connsiteX1" y="connsiteY1"/>
                  </a:cxn>
                  <a:cxn ang="0">
                    <a:pos x="connsiteX2" y="connsiteY2"/>
                  </a:cxn>
                </a:cxnLst>
                <a:rect l="l" t="t" r="r" b="b"/>
                <a:pathLst>
                  <a:path w="10008" h="2772">
                    <a:moveTo>
                      <a:pt x="3584" y="0"/>
                    </a:moveTo>
                    <a:cubicBezTo>
                      <a:pt x="-7578" y="714"/>
                      <a:pt x="10991" y="4926"/>
                      <a:pt x="9967" y="1354"/>
                    </a:cubicBezTo>
                    <a:cubicBezTo>
                      <a:pt x="9099" y="606"/>
                      <a:pt x="6241" y="0"/>
                      <a:pt x="358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4" name="Freeform: Shape 163">
                <a:extLst>
                  <a:ext uri="{FF2B5EF4-FFF2-40B4-BE49-F238E27FC236}">
                    <a16:creationId xmlns:a16="http://schemas.microsoft.com/office/drawing/2014/main" id="{E846F978-811B-6D21-E9ED-34E2C4D446F4}"/>
                  </a:ext>
                </a:extLst>
              </p:cNvPr>
              <p:cNvSpPr/>
              <p:nvPr/>
            </p:nvSpPr>
            <p:spPr>
              <a:xfrm>
                <a:off x="8947933" y="6490514"/>
                <a:ext cx="10304" cy="2929"/>
              </a:xfrm>
              <a:custGeom>
                <a:avLst/>
                <a:gdLst>
                  <a:gd name="connsiteX0" fmla="*/ 3653 w 10304"/>
                  <a:gd name="connsiteY0" fmla="*/ 0 h 2929"/>
                  <a:gd name="connsiteX1" fmla="*/ 10254 w 10304"/>
                  <a:gd name="connsiteY1" fmla="*/ 1434 h 2929"/>
                  <a:gd name="connsiteX2" fmla="*/ 3653 w 10304"/>
                  <a:gd name="connsiteY2" fmla="*/ 0 h 2929"/>
                </a:gdLst>
                <a:ahLst/>
                <a:cxnLst>
                  <a:cxn ang="0">
                    <a:pos x="connsiteX0" y="connsiteY0"/>
                  </a:cxn>
                  <a:cxn ang="0">
                    <a:pos x="connsiteX1" y="connsiteY1"/>
                  </a:cxn>
                  <a:cxn ang="0">
                    <a:pos x="connsiteX2" y="connsiteY2"/>
                  </a:cxn>
                </a:cxnLst>
                <a:rect l="l" t="t" r="r" b="b"/>
                <a:pathLst>
                  <a:path w="10304" h="2929">
                    <a:moveTo>
                      <a:pt x="3653" y="0"/>
                    </a:moveTo>
                    <a:cubicBezTo>
                      <a:pt x="-7788" y="754"/>
                      <a:pt x="11403" y="5201"/>
                      <a:pt x="10254" y="1434"/>
                    </a:cubicBezTo>
                    <a:cubicBezTo>
                      <a:pt x="9340" y="640"/>
                      <a:pt x="6385" y="0"/>
                      <a:pt x="365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5" name="Freeform: Shape 164">
                <a:extLst>
                  <a:ext uri="{FF2B5EF4-FFF2-40B4-BE49-F238E27FC236}">
                    <a16:creationId xmlns:a16="http://schemas.microsoft.com/office/drawing/2014/main" id="{5945FDB1-E868-0F76-89F0-5046C8545089}"/>
                  </a:ext>
                </a:extLst>
              </p:cNvPr>
              <p:cNvSpPr/>
              <p:nvPr/>
            </p:nvSpPr>
            <p:spPr>
              <a:xfrm>
                <a:off x="8758788" y="6326161"/>
                <a:ext cx="9729" cy="2635"/>
              </a:xfrm>
              <a:custGeom>
                <a:avLst/>
                <a:gdLst>
                  <a:gd name="connsiteX0" fmla="*/ 3518 w 9729"/>
                  <a:gd name="connsiteY0" fmla="*/ 0 h 2635"/>
                  <a:gd name="connsiteX1" fmla="*/ 9696 w 9729"/>
                  <a:gd name="connsiteY1" fmla="*/ 1286 h 2635"/>
                  <a:gd name="connsiteX2" fmla="*/ 3518 w 9729"/>
                  <a:gd name="connsiteY2" fmla="*/ 0 h 2635"/>
                </a:gdLst>
                <a:ahLst/>
                <a:cxnLst>
                  <a:cxn ang="0">
                    <a:pos x="connsiteX0" y="connsiteY0"/>
                  </a:cxn>
                  <a:cxn ang="0">
                    <a:pos x="connsiteX1" y="connsiteY1"/>
                  </a:cxn>
                  <a:cxn ang="0">
                    <a:pos x="connsiteX2" y="connsiteY2"/>
                  </a:cxn>
                </a:cxnLst>
                <a:rect l="l" t="t" r="r" b="b"/>
                <a:pathLst>
                  <a:path w="9729" h="2635">
                    <a:moveTo>
                      <a:pt x="3518" y="0"/>
                    </a:moveTo>
                    <a:cubicBezTo>
                      <a:pt x="-7380" y="680"/>
                      <a:pt x="10605" y="4681"/>
                      <a:pt x="9696" y="1286"/>
                    </a:cubicBezTo>
                    <a:cubicBezTo>
                      <a:pt x="8879" y="578"/>
                      <a:pt x="6113" y="0"/>
                      <a:pt x="351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6" name="Freeform: Shape 165">
                <a:extLst>
                  <a:ext uri="{FF2B5EF4-FFF2-40B4-BE49-F238E27FC236}">
                    <a16:creationId xmlns:a16="http://schemas.microsoft.com/office/drawing/2014/main" id="{B59FC045-2AAC-30DC-6C8E-E68DA02D96AB}"/>
                  </a:ext>
                </a:extLst>
              </p:cNvPr>
              <p:cNvSpPr/>
              <p:nvPr/>
            </p:nvSpPr>
            <p:spPr>
              <a:xfrm>
                <a:off x="9396339" y="6880134"/>
                <a:ext cx="11695" cy="3686"/>
              </a:xfrm>
              <a:custGeom>
                <a:avLst/>
                <a:gdLst>
                  <a:gd name="connsiteX0" fmla="*/ 3950 w 11695"/>
                  <a:gd name="connsiteY0" fmla="*/ 0 h 3686"/>
                  <a:gd name="connsiteX1" fmla="*/ 11590 w 11695"/>
                  <a:gd name="connsiteY1" fmla="*/ 1805 h 3686"/>
                  <a:gd name="connsiteX2" fmla="*/ 3950 w 11695"/>
                  <a:gd name="connsiteY2" fmla="*/ 0 h 3686"/>
                </a:gdLst>
                <a:ahLst/>
                <a:cxnLst>
                  <a:cxn ang="0">
                    <a:pos x="connsiteX0" y="connsiteY0"/>
                  </a:cxn>
                  <a:cxn ang="0">
                    <a:pos x="connsiteX1" y="connsiteY1"/>
                  </a:cxn>
                  <a:cxn ang="0">
                    <a:pos x="connsiteX2" y="connsiteY2"/>
                  </a:cxn>
                </a:cxnLst>
                <a:rect l="l" t="t" r="r" b="b"/>
                <a:pathLst>
                  <a:path w="11695" h="3686">
                    <a:moveTo>
                      <a:pt x="3950" y="0"/>
                    </a:moveTo>
                    <a:cubicBezTo>
                      <a:pt x="-8749" y="954"/>
                      <a:pt x="13396" y="6543"/>
                      <a:pt x="11590" y="1805"/>
                    </a:cubicBezTo>
                    <a:cubicBezTo>
                      <a:pt x="10442" y="811"/>
                      <a:pt x="7024" y="0"/>
                      <a:pt x="395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7" name="Freeform: Shape 166">
                <a:extLst>
                  <a:ext uri="{FF2B5EF4-FFF2-40B4-BE49-F238E27FC236}">
                    <a16:creationId xmlns:a16="http://schemas.microsoft.com/office/drawing/2014/main" id="{0FA65493-C006-EB9E-2081-D08C0E932AAE}"/>
                  </a:ext>
                </a:extLst>
              </p:cNvPr>
              <p:cNvSpPr/>
              <p:nvPr/>
            </p:nvSpPr>
            <p:spPr>
              <a:xfrm>
                <a:off x="9970388" y="7378696"/>
                <a:ext cx="13655" cy="4790"/>
              </a:xfrm>
              <a:custGeom>
                <a:avLst/>
                <a:gdLst>
                  <a:gd name="connsiteX0" fmla="*/ 4121 w 13655"/>
                  <a:gd name="connsiteY0" fmla="*/ 43 h 4790"/>
                  <a:gd name="connsiteX1" fmla="*/ 9538 w 13655"/>
                  <a:gd name="connsiteY1" fmla="*/ 4747 h 4790"/>
                  <a:gd name="connsiteX2" fmla="*/ 4121 w 13655"/>
                  <a:gd name="connsiteY2" fmla="*/ 43 h 4790"/>
                </a:gdLst>
                <a:ahLst/>
                <a:cxnLst>
                  <a:cxn ang="0">
                    <a:pos x="connsiteX0" y="connsiteY0"/>
                  </a:cxn>
                  <a:cxn ang="0">
                    <a:pos x="connsiteX1" y="connsiteY1"/>
                  </a:cxn>
                  <a:cxn ang="0">
                    <a:pos x="connsiteX2" y="connsiteY2"/>
                  </a:cxn>
                </a:cxnLst>
                <a:rect l="l" t="t" r="r" b="b"/>
                <a:pathLst>
                  <a:path w="13655" h="4790">
                    <a:moveTo>
                      <a:pt x="4121" y="43"/>
                    </a:moveTo>
                    <a:cubicBezTo>
                      <a:pt x="-5846" y="769"/>
                      <a:pt x="4801" y="5278"/>
                      <a:pt x="9538" y="4747"/>
                    </a:cubicBezTo>
                    <a:cubicBezTo>
                      <a:pt x="19500" y="4021"/>
                      <a:pt x="8853" y="-488"/>
                      <a:pt x="4121" y="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8" name="Freeform: Shape 167">
                <a:extLst>
                  <a:ext uri="{FF2B5EF4-FFF2-40B4-BE49-F238E27FC236}">
                    <a16:creationId xmlns:a16="http://schemas.microsoft.com/office/drawing/2014/main" id="{0697A0A1-08B6-A5B6-C293-0F19AA9E7032}"/>
                  </a:ext>
                </a:extLst>
              </p:cNvPr>
              <p:cNvSpPr/>
              <p:nvPr/>
            </p:nvSpPr>
            <p:spPr>
              <a:xfrm>
                <a:off x="9664233" y="7112894"/>
                <a:ext cx="12551" cy="4184"/>
              </a:xfrm>
              <a:custGeom>
                <a:avLst/>
                <a:gdLst>
                  <a:gd name="connsiteX0" fmla="*/ 4111 w 12551"/>
                  <a:gd name="connsiteY0" fmla="*/ 0 h 4184"/>
                  <a:gd name="connsiteX1" fmla="*/ 12399 w 12551"/>
                  <a:gd name="connsiteY1" fmla="*/ 2052 h 4184"/>
                  <a:gd name="connsiteX2" fmla="*/ 4111 w 12551"/>
                  <a:gd name="connsiteY2" fmla="*/ 0 h 4184"/>
                </a:gdLst>
                <a:ahLst/>
                <a:cxnLst>
                  <a:cxn ang="0">
                    <a:pos x="connsiteX0" y="connsiteY0"/>
                  </a:cxn>
                  <a:cxn ang="0">
                    <a:pos x="connsiteX1" y="connsiteY1"/>
                  </a:cxn>
                  <a:cxn ang="0">
                    <a:pos x="connsiteX2" y="connsiteY2"/>
                  </a:cxn>
                </a:cxnLst>
                <a:rect l="l" t="t" r="r" b="b"/>
                <a:pathLst>
                  <a:path w="12551" h="4184">
                    <a:moveTo>
                      <a:pt x="4111" y="0"/>
                    </a:moveTo>
                    <a:cubicBezTo>
                      <a:pt x="-9324" y="1086"/>
                      <a:pt x="14667" y="7424"/>
                      <a:pt x="12399" y="2052"/>
                    </a:cubicBezTo>
                    <a:cubicBezTo>
                      <a:pt x="11095" y="920"/>
                      <a:pt x="7386" y="0"/>
                      <a:pt x="411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69" name="Freeform: Shape 168">
                <a:extLst>
                  <a:ext uri="{FF2B5EF4-FFF2-40B4-BE49-F238E27FC236}">
                    <a16:creationId xmlns:a16="http://schemas.microsoft.com/office/drawing/2014/main" id="{68CBE67E-28C1-35AF-7E09-AA03DFE592B9}"/>
                  </a:ext>
                </a:extLst>
              </p:cNvPr>
              <p:cNvSpPr/>
              <p:nvPr/>
            </p:nvSpPr>
            <p:spPr>
              <a:xfrm>
                <a:off x="9526163" y="6992759"/>
                <a:ext cx="12169" cy="3909"/>
              </a:xfrm>
              <a:custGeom>
                <a:avLst/>
                <a:gdLst>
                  <a:gd name="connsiteX0" fmla="*/ 3873 w 12169"/>
                  <a:gd name="connsiteY0" fmla="*/ 34 h 3909"/>
                  <a:gd name="connsiteX1" fmla="*/ 8296 w 12169"/>
                  <a:gd name="connsiteY1" fmla="*/ 3875 h 3909"/>
                  <a:gd name="connsiteX2" fmla="*/ 3873 w 12169"/>
                  <a:gd name="connsiteY2" fmla="*/ 34 h 3909"/>
                </a:gdLst>
                <a:ahLst/>
                <a:cxnLst>
                  <a:cxn ang="0">
                    <a:pos x="connsiteX0" y="connsiteY0"/>
                  </a:cxn>
                  <a:cxn ang="0">
                    <a:pos x="connsiteX1" y="connsiteY1"/>
                  </a:cxn>
                  <a:cxn ang="0">
                    <a:pos x="connsiteX2" y="connsiteY2"/>
                  </a:cxn>
                </a:cxnLst>
                <a:rect l="l" t="t" r="r" b="b"/>
                <a:pathLst>
                  <a:path w="12169" h="3909">
                    <a:moveTo>
                      <a:pt x="3873" y="34"/>
                    </a:moveTo>
                    <a:cubicBezTo>
                      <a:pt x="-5157" y="600"/>
                      <a:pt x="3839" y="4303"/>
                      <a:pt x="8296" y="3875"/>
                    </a:cubicBezTo>
                    <a:cubicBezTo>
                      <a:pt x="17327" y="3315"/>
                      <a:pt x="8331" y="-395"/>
                      <a:pt x="3873" y="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0" name="Freeform: Shape 169">
                <a:extLst>
                  <a:ext uri="{FF2B5EF4-FFF2-40B4-BE49-F238E27FC236}">
                    <a16:creationId xmlns:a16="http://schemas.microsoft.com/office/drawing/2014/main" id="{AED5AC2D-23D6-E26A-61D3-E72743ACDDFF}"/>
                  </a:ext>
                </a:extLst>
              </p:cNvPr>
              <p:cNvSpPr/>
              <p:nvPr/>
            </p:nvSpPr>
            <p:spPr>
              <a:xfrm>
                <a:off x="9812154" y="7241225"/>
                <a:ext cx="13122" cy="4469"/>
              </a:xfrm>
              <a:custGeom>
                <a:avLst/>
                <a:gdLst>
                  <a:gd name="connsiteX0" fmla="*/ 4033 w 13122"/>
                  <a:gd name="connsiteY0" fmla="*/ 40 h 4469"/>
                  <a:gd name="connsiteX1" fmla="*/ 9090 w 13122"/>
                  <a:gd name="connsiteY1" fmla="*/ 4429 h 4469"/>
                  <a:gd name="connsiteX2" fmla="*/ 4033 w 13122"/>
                  <a:gd name="connsiteY2" fmla="*/ 40 h 4469"/>
                </a:gdLst>
                <a:ahLst/>
                <a:cxnLst>
                  <a:cxn ang="0">
                    <a:pos x="connsiteX0" y="connsiteY0"/>
                  </a:cxn>
                  <a:cxn ang="0">
                    <a:pos x="connsiteX1" y="connsiteY1"/>
                  </a:cxn>
                  <a:cxn ang="0">
                    <a:pos x="connsiteX2" y="connsiteY2"/>
                  </a:cxn>
                </a:cxnLst>
                <a:rect l="l" t="t" r="r" b="b"/>
                <a:pathLst>
                  <a:path w="13122" h="4469">
                    <a:moveTo>
                      <a:pt x="4033" y="40"/>
                    </a:moveTo>
                    <a:cubicBezTo>
                      <a:pt x="-5597" y="702"/>
                      <a:pt x="4444" y="4926"/>
                      <a:pt x="9090" y="4429"/>
                    </a:cubicBezTo>
                    <a:cubicBezTo>
                      <a:pt x="18721" y="3766"/>
                      <a:pt x="8673" y="-451"/>
                      <a:pt x="4033" y="4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1" name="Freeform: Shape 170">
                <a:extLst>
                  <a:ext uri="{FF2B5EF4-FFF2-40B4-BE49-F238E27FC236}">
                    <a16:creationId xmlns:a16="http://schemas.microsoft.com/office/drawing/2014/main" id="{91F83BFF-FFF9-A703-EBAB-0B7273370A7E}"/>
                  </a:ext>
                </a:extLst>
              </p:cNvPr>
              <p:cNvSpPr/>
              <p:nvPr/>
            </p:nvSpPr>
            <p:spPr>
              <a:xfrm>
                <a:off x="8227357" y="5471169"/>
                <a:ext cx="8086" cy="4405"/>
              </a:xfrm>
              <a:custGeom>
                <a:avLst/>
                <a:gdLst>
                  <a:gd name="connsiteX0" fmla="*/ 2980 w 8086"/>
                  <a:gd name="connsiteY0" fmla="*/ 560 h 4405"/>
                  <a:gd name="connsiteX1" fmla="*/ 5106 w 8086"/>
                  <a:gd name="connsiteY1" fmla="*/ 3846 h 4405"/>
                  <a:gd name="connsiteX2" fmla="*/ 2980 w 8086"/>
                  <a:gd name="connsiteY2" fmla="*/ 560 h 4405"/>
                </a:gdLst>
                <a:ahLst/>
                <a:cxnLst>
                  <a:cxn ang="0">
                    <a:pos x="connsiteX0" y="connsiteY0"/>
                  </a:cxn>
                  <a:cxn ang="0">
                    <a:pos x="connsiteX1" y="connsiteY1"/>
                  </a:cxn>
                  <a:cxn ang="0">
                    <a:pos x="connsiteX2" y="connsiteY2"/>
                  </a:cxn>
                </a:cxnLst>
                <a:rect l="l" t="t" r="r" b="b"/>
                <a:pathLst>
                  <a:path w="8086" h="4405">
                    <a:moveTo>
                      <a:pt x="2980" y="560"/>
                    </a:moveTo>
                    <a:cubicBezTo>
                      <a:pt x="-2587" y="2669"/>
                      <a:pt x="534" y="5658"/>
                      <a:pt x="5106" y="3846"/>
                    </a:cubicBezTo>
                    <a:cubicBezTo>
                      <a:pt x="10678" y="1749"/>
                      <a:pt x="7546" y="-1257"/>
                      <a:pt x="2980" y="5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2" name="Freeform: Shape 171">
                <a:extLst>
                  <a:ext uri="{FF2B5EF4-FFF2-40B4-BE49-F238E27FC236}">
                    <a16:creationId xmlns:a16="http://schemas.microsoft.com/office/drawing/2014/main" id="{B3DA7F06-5C27-43D6-AD36-55B11D17EEF6}"/>
                  </a:ext>
                </a:extLst>
              </p:cNvPr>
              <p:cNvSpPr/>
              <p:nvPr/>
            </p:nvSpPr>
            <p:spPr>
              <a:xfrm>
                <a:off x="8164459" y="5346935"/>
                <a:ext cx="7875" cy="5782"/>
              </a:xfrm>
              <a:custGeom>
                <a:avLst/>
                <a:gdLst>
                  <a:gd name="connsiteX0" fmla="*/ 2921 w 7875"/>
                  <a:gd name="connsiteY0" fmla="*/ 533 h 5782"/>
                  <a:gd name="connsiteX1" fmla="*/ 4956 w 7875"/>
                  <a:gd name="connsiteY1" fmla="*/ 5253 h 5782"/>
                  <a:gd name="connsiteX2" fmla="*/ 2921 w 7875"/>
                  <a:gd name="connsiteY2" fmla="*/ 533 h 5782"/>
                </a:gdLst>
                <a:ahLst/>
                <a:cxnLst>
                  <a:cxn ang="0">
                    <a:pos x="connsiteX0" y="connsiteY0"/>
                  </a:cxn>
                  <a:cxn ang="0">
                    <a:pos x="connsiteX1" y="connsiteY1"/>
                  </a:cxn>
                  <a:cxn ang="0">
                    <a:pos x="connsiteX2" y="connsiteY2"/>
                  </a:cxn>
                </a:cxnLst>
                <a:rect l="l" t="t" r="r" b="b"/>
                <a:pathLst>
                  <a:path w="7875" h="5782">
                    <a:moveTo>
                      <a:pt x="2921" y="533"/>
                    </a:moveTo>
                    <a:cubicBezTo>
                      <a:pt x="-2176" y="2601"/>
                      <a:pt x="-28" y="7368"/>
                      <a:pt x="4956" y="5253"/>
                    </a:cubicBezTo>
                    <a:cubicBezTo>
                      <a:pt x="10054" y="3196"/>
                      <a:pt x="7899" y="-1594"/>
                      <a:pt x="2921" y="5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3" name="Freeform: Shape 172">
                <a:extLst>
                  <a:ext uri="{FF2B5EF4-FFF2-40B4-BE49-F238E27FC236}">
                    <a16:creationId xmlns:a16="http://schemas.microsoft.com/office/drawing/2014/main" id="{D216D615-B85D-7ADB-8CC1-D63D85E68621}"/>
                  </a:ext>
                </a:extLst>
              </p:cNvPr>
              <p:cNvSpPr/>
              <p:nvPr/>
            </p:nvSpPr>
            <p:spPr>
              <a:xfrm>
                <a:off x="7991037" y="4908259"/>
                <a:ext cx="7357" cy="5903"/>
              </a:xfrm>
              <a:custGeom>
                <a:avLst/>
                <a:gdLst>
                  <a:gd name="connsiteX0" fmla="*/ 2779 w 7357"/>
                  <a:gd name="connsiteY0" fmla="*/ 1177 h 5903"/>
                  <a:gd name="connsiteX1" fmla="*/ 4573 w 7357"/>
                  <a:gd name="connsiteY1" fmla="*/ 4748 h 5903"/>
                  <a:gd name="connsiteX2" fmla="*/ 2779 w 7357"/>
                  <a:gd name="connsiteY2" fmla="*/ 1177 h 5903"/>
                </a:gdLst>
                <a:ahLst/>
                <a:cxnLst>
                  <a:cxn ang="0">
                    <a:pos x="connsiteX0" y="connsiteY0"/>
                  </a:cxn>
                  <a:cxn ang="0">
                    <a:pos x="connsiteX1" y="connsiteY1"/>
                  </a:cxn>
                  <a:cxn ang="0">
                    <a:pos x="connsiteX2" y="connsiteY2"/>
                  </a:cxn>
                </a:cxnLst>
                <a:rect l="l" t="t" r="r" b="b"/>
                <a:pathLst>
                  <a:path w="7357" h="5903">
                    <a:moveTo>
                      <a:pt x="2779" y="1177"/>
                    </a:moveTo>
                    <a:cubicBezTo>
                      <a:pt x="-1810" y="3982"/>
                      <a:pt x="-370" y="7869"/>
                      <a:pt x="4573" y="4748"/>
                    </a:cubicBezTo>
                    <a:cubicBezTo>
                      <a:pt x="9163" y="1931"/>
                      <a:pt x="7740" y="-1990"/>
                      <a:pt x="2779" y="117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4" name="Freeform: Shape 173">
                <a:extLst>
                  <a:ext uri="{FF2B5EF4-FFF2-40B4-BE49-F238E27FC236}">
                    <a16:creationId xmlns:a16="http://schemas.microsoft.com/office/drawing/2014/main" id="{D5B69839-158F-2238-DF64-1C4CA0C43BDF}"/>
                  </a:ext>
                </a:extLst>
              </p:cNvPr>
              <p:cNvSpPr/>
              <p:nvPr/>
            </p:nvSpPr>
            <p:spPr>
              <a:xfrm>
                <a:off x="8672023" y="6245293"/>
                <a:ext cx="9456" cy="3572"/>
              </a:xfrm>
              <a:custGeom>
                <a:avLst/>
                <a:gdLst>
                  <a:gd name="connsiteX0" fmla="*/ 3335 w 9456"/>
                  <a:gd name="connsiteY0" fmla="*/ 47 h 3572"/>
                  <a:gd name="connsiteX1" fmla="*/ 6119 w 9456"/>
                  <a:gd name="connsiteY1" fmla="*/ 3527 h 3572"/>
                  <a:gd name="connsiteX2" fmla="*/ 3335 w 9456"/>
                  <a:gd name="connsiteY2" fmla="*/ 47 h 3572"/>
                </a:gdLst>
                <a:ahLst/>
                <a:cxnLst>
                  <a:cxn ang="0">
                    <a:pos x="connsiteX0" y="connsiteY0"/>
                  </a:cxn>
                  <a:cxn ang="0">
                    <a:pos x="connsiteX1" y="connsiteY1"/>
                  </a:cxn>
                  <a:cxn ang="0">
                    <a:pos x="connsiteX2" y="connsiteY2"/>
                  </a:cxn>
                </a:cxnLst>
                <a:rect l="l" t="t" r="r" b="b"/>
                <a:pathLst>
                  <a:path w="9456" h="3572">
                    <a:moveTo>
                      <a:pt x="3335" y="47"/>
                    </a:moveTo>
                    <a:cubicBezTo>
                      <a:pt x="-3705" y="698"/>
                      <a:pt x="1953" y="3996"/>
                      <a:pt x="6119" y="3527"/>
                    </a:cubicBezTo>
                    <a:cubicBezTo>
                      <a:pt x="13171" y="2922"/>
                      <a:pt x="7491" y="-433"/>
                      <a:pt x="3335" y="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5" name="Freeform: Shape 174">
                <a:extLst>
                  <a:ext uri="{FF2B5EF4-FFF2-40B4-BE49-F238E27FC236}">
                    <a16:creationId xmlns:a16="http://schemas.microsoft.com/office/drawing/2014/main" id="{56114992-F33C-C6BF-6036-9CC3A3A09D52}"/>
                  </a:ext>
                </a:extLst>
              </p:cNvPr>
              <p:cNvSpPr/>
              <p:nvPr/>
            </p:nvSpPr>
            <p:spPr>
              <a:xfrm>
                <a:off x="8104207" y="5193366"/>
                <a:ext cx="7687" cy="6490"/>
              </a:xfrm>
              <a:custGeom>
                <a:avLst/>
                <a:gdLst>
                  <a:gd name="connsiteX0" fmla="*/ 2869 w 7687"/>
                  <a:gd name="connsiteY0" fmla="*/ 626 h 6490"/>
                  <a:gd name="connsiteX1" fmla="*/ 4818 w 7687"/>
                  <a:gd name="connsiteY1" fmla="*/ 5872 h 6490"/>
                  <a:gd name="connsiteX2" fmla="*/ 2869 w 7687"/>
                  <a:gd name="connsiteY2" fmla="*/ 626 h 6490"/>
                </a:gdLst>
                <a:ahLst/>
                <a:cxnLst>
                  <a:cxn ang="0">
                    <a:pos x="connsiteX0" y="connsiteY0"/>
                  </a:cxn>
                  <a:cxn ang="0">
                    <a:pos x="connsiteX1" y="connsiteY1"/>
                  </a:cxn>
                  <a:cxn ang="0">
                    <a:pos x="connsiteX2" y="connsiteY2"/>
                  </a:cxn>
                </a:cxnLst>
                <a:rect l="l" t="t" r="r" b="b"/>
                <a:pathLst>
                  <a:path w="7687" h="6490">
                    <a:moveTo>
                      <a:pt x="2869" y="626"/>
                    </a:moveTo>
                    <a:cubicBezTo>
                      <a:pt x="-1892" y="2786"/>
                      <a:pt x="-372" y="8335"/>
                      <a:pt x="4818" y="5872"/>
                    </a:cubicBezTo>
                    <a:cubicBezTo>
                      <a:pt x="9578" y="3717"/>
                      <a:pt x="8064" y="-1860"/>
                      <a:pt x="2869" y="6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6" name="Freeform: Shape 175">
                <a:extLst>
                  <a:ext uri="{FF2B5EF4-FFF2-40B4-BE49-F238E27FC236}">
                    <a16:creationId xmlns:a16="http://schemas.microsoft.com/office/drawing/2014/main" id="{5E38CFD9-7ED5-30A9-5DD4-1F202D7B64A7}"/>
                  </a:ext>
                </a:extLst>
              </p:cNvPr>
              <p:cNvSpPr/>
              <p:nvPr/>
            </p:nvSpPr>
            <p:spPr>
              <a:xfrm>
                <a:off x="8511002" y="6041104"/>
                <a:ext cx="9070" cy="4296"/>
              </a:xfrm>
              <a:custGeom>
                <a:avLst/>
                <a:gdLst>
                  <a:gd name="connsiteX0" fmla="*/ 3370 w 9070"/>
                  <a:gd name="connsiteY0" fmla="*/ 279 h 4296"/>
                  <a:gd name="connsiteX1" fmla="*/ 9011 w 9070"/>
                  <a:gd name="connsiteY1" fmla="*/ 1131 h 4296"/>
                  <a:gd name="connsiteX2" fmla="*/ 3370 w 9070"/>
                  <a:gd name="connsiteY2" fmla="*/ 279 h 4296"/>
                </a:gdLst>
                <a:ahLst/>
                <a:cxnLst>
                  <a:cxn ang="0">
                    <a:pos x="connsiteX0" y="connsiteY0"/>
                  </a:cxn>
                  <a:cxn ang="0">
                    <a:pos x="connsiteX1" y="connsiteY1"/>
                  </a:cxn>
                  <a:cxn ang="0">
                    <a:pos x="connsiteX2" y="connsiteY2"/>
                  </a:cxn>
                </a:cxnLst>
                <a:rect l="l" t="t" r="r" b="b"/>
                <a:pathLst>
                  <a:path w="9070" h="4296">
                    <a:moveTo>
                      <a:pt x="3370" y="279"/>
                    </a:moveTo>
                    <a:cubicBezTo>
                      <a:pt x="-7077" y="4154"/>
                      <a:pt x="10210" y="6560"/>
                      <a:pt x="9011" y="1131"/>
                    </a:cubicBezTo>
                    <a:cubicBezTo>
                      <a:pt x="8302" y="73"/>
                      <a:pt x="5776" y="-315"/>
                      <a:pt x="3370" y="27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7" name="Freeform: Shape 176">
                <a:extLst>
                  <a:ext uri="{FF2B5EF4-FFF2-40B4-BE49-F238E27FC236}">
                    <a16:creationId xmlns:a16="http://schemas.microsoft.com/office/drawing/2014/main" id="{05B90793-5A84-18A3-A7CB-61915396B2B4}"/>
                  </a:ext>
                </a:extLst>
              </p:cNvPr>
              <p:cNvSpPr/>
              <p:nvPr/>
            </p:nvSpPr>
            <p:spPr>
              <a:xfrm>
                <a:off x="8293074" y="5547013"/>
                <a:ext cx="8424" cy="3954"/>
              </a:xfrm>
              <a:custGeom>
                <a:avLst/>
                <a:gdLst>
                  <a:gd name="connsiteX0" fmla="*/ 3191 w 8424"/>
                  <a:gd name="connsiteY0" fmla="*/ 526 h 3954"/>
                  <a:gd name="connsiteX1" fmla="*/ 8375 w 8424"/>
                  <a:gd name="connsiteY1" fmla="*/ 675 h 3954"/>
                  <a:gd name="connsiteX2" fmla="*/ 3191 w 8424"/>
                  <a:gd name="connsiteY2" fmla="*/ 526 h 3954"/>
                </a:gdLst>
                <a:ahLst/>
                <a:cxnLst>
                  <a:cxn ang="0">
                    <a:pos x="connsiteX0" y="connsiteY0"/>
                  </a:cxn>
                  <a:cxn ang="0">
                    <a:pos x="connsiteX1" y="connsiteY1"/>
                  </a:cxn>
                  <a:cxn ang="0">
                    <a:pos x="connsiteX2" y="connsiteY2"/>
                  </a:cxn>
                </a:cxnLst>
                <a:rect l="l" t="t" r="r" b="b"/>
                <a:pathLst>
                  <a:path w="8424" h="3954">
                    <a:moveTo>
                      <a:pt x="3191" y="526"/>
                    </a:moveTo>
                    <a:cubicBezTo>
                      <a:pt x="-6622" y="4898"/>
                      <a:pt x="9427" y="5241"/>
                      <a:pt x="8375" y="675"/>
                    </a:cubicBezTo>
                    <a:cubicBezTo>
                      <a:pt x="7758" y="-171"/>
                      <a:pt x="5438" y="-223"/>
                      <a:pt x="3191" y="5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8" name="Freeform: Shape 177">
                <a:extLst>
                  <a:ext uri="{FF2B5EF4-FFF2-40B4-BE49-F238E27FC236}">
                    <a16:creationId xmlns:a16="http://schemas.microsoft.com/office/drawing/2014/main" id="{03D9A8A1-78A2-5C33-EE0E-A45D77CF133E}"/>
                  </a:ext>
                </a:extLst>
              </p:cNvPr>
              <p:cNvSpPr/>
              <p:nvPr/>
            </p:nvSpPr>
            <p:spPr>
              <a:xfrm>
                <a:off x="8589772" y="6127601"/>
                <a:ext cx="9277" cy="3908"/>
              </a:xfrm>
              <a:custGeom>
                <a:avLst/>
                <a:gdLst>
                  <a:gd name="connsiteX0" fmla="*/ 3438 w 9277"/>
                  <a:gd name="connsiteY0" fmla="*/ 193 h 3908"/>
                  <a:gd name="connsiteX1" fmla="*/ 9222 w 9277"/>
                  <a:gd name="connsiteY1" fmla="*/ 1131 h 3908"/>
                  <a:gd name="connsiteX2" fmla="*/ 3438 w 9277"/>
                  <a:gd name="connsiteY2" fmla="*/ 193 h 3908"/>
                </a:gdLst>
                <a:ahLst/>
                <a:cxnLst>
                  <a:cxn ang="0">
                    <a:pos x="connsiteX0" y="connsiteY0"/>
                  </a:cxn>
                  <a:cxn ang="0">
                    <a:pos x="connsiteX1" y="connsiteY1"/>
                  </a:cxn>
                  <a:cxn ang="0">
                    <a:pos x="connsiteX2" y="connsiteY2"/>
                  </a:cxn>
                </a:cxnLst>
                <a:rect l="l" t="t" r="r" b="b"/>
                <a:pathLst>
                  <a:path w="9277" h="3908">
                    <a:moveTo>
                      <a:pt x="3438" y="193"/>
                    </a:moveTo>
                    <a:cubicBezTo>
                      <a:pt x="-7208" y="3371"/>
                      <a:pt x="10376" y="6205"/>
                      <a:pt x="9222" y="1131"/>
                    </a:cubicBezTo>
                    <a:cubicBezTo>
                      <a:pt x="8490" y="136"/>
                      <a:pt x="5902" y="-276"/>
                      <a:pt x="3438" y="19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79" name="Freeform: Shape 178">
                <a:extLst>
                  <a:ext uri="{FF2B5EF4-FFF2-40B4-BE49-F238E27FC236}">
                    <a16:creationId xmlns:a16="http://schemas.microsoft.com/office/drawing/2014/main" id="{FC481447-4ED0-81BB-A7C6-C216C59553F3}"/>
                  </a:ext>
                </a:extLst>
              </p:cNvPr>
              <p:cNvSpPr/>
              <p:nvPr/>
            </p:nvSpPr>
            <p:spPr>
              <a:xfrm>
                <a:off x="8046364" y="5038020"/>
                <a:ext cx="7597" cy="6567"/>
              </a:xfrm>
              <a:custGeom>
                <a:avLst/>
                <a:gdLst>
                  <a:gd name="connsiteX0" fmla="*/ 2910 w 7597"/>
                  <a:gd name="connsiteY0" fmla="*/ 793 h 6567"/>
                  <a:gd name="connsiteX1" fmla="*/ 115 w 7597"/>
                  <a:gd name="connsiteY1" fmla="*/ 5342 h 6567"/>
                  <a:gd name="connsiteX2" fmla="*/ 2910 w 7597"/>
                  <a:gd name="connsiteY2" fmla="*/ 793 h 6567"/>
                </a:gdLst>
                <a:ahLst/>
                <a:cxnLst>
                  <a:cxn ang="0">
                    <a:pos x="connsiteX0" y="connsiteY0"/>
                  </a:cxn>
                  <a:cxn ang="0">
                    <a:pos x="connsiteX1" y="connsiteY1"/>
                  </a:cxn>
                  <a:cxn ang="0">
                    <a:pos x="connsiteX2" y="connsiteY2"/>
                  </a:cxn>
                </a:cxnLst>
                <a:rect l="l" t="t" r="r" b="b"/>
                <a:pathLst>
                  <a:path w="7597" h="6567">
                    <a:moveTo>
                      <a:pt x="2910" y="793"/>
                    </a:moveTo>
                    <a:cubicBezTo>
                      <a:pt x="853" y="1970"/>
                      <a:pt x="-399" y="3999"/>
                      <a:pt x="115" y="5342"/>
                    </a:cubicBezTo>
                    <a:cubicBezTo>
                      <a:pt x="4156" y="10679"/>
                      <a:pt x="13066" y="-3402"/>
                      <a:pt x="2910" y="79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0" name="Freeform: Shape 179">
                <a:extLst>
                  <a:ext uri="{FF2B5EF4-FFF2-40B4-BE49-F238E27FC236}">
                    <a16:creationId xmlns:a16="http://schemas.microsoft.com/office/drawing/2014/main" id="{AB4270EA-8B9E-D9B7-9EBA-49E91C143CF8}"/>
                  </a:ext>
                </a:extLst>
              </p:cNvPr>
              <p:cNvSpPr/>
              <p:nvPr/>
            </p:nvSpPr>
            <p:spPr>
              <a:xfrm>
                <a:off x="8362584" y="5689223"/>
                <a:ext cx="8478" cy="6599"/>
              </a:xfrm>
              <a:custGeom>
                <a:avLst/>
                <a:gdLst>
                  <a:gd name="connsiteX0" fmla="*/ 3066 w 8478"/>
                  <a:gd name="connsiteY0" fmla="*/ 316 h 6599"/>
                  <a:gd name="connsiteX1" fmla="*/ 5410 w 8478"/>
                  <a:gd name="connsiteY1" fmla="*/ 6288 h 6599"/>
                  <a:gd name="connsiteX2" fmla="*/ 3066 w 8478"/>
                  <a:gd name="connsiteY2" fmla="*/ 316 h 6599"/>
                </a:gdLst>
                <a:ahLst/>
                <a:cxnLst>
                  <a:cxn ang="0">
                    <a:pos x="connsiteX0" y="connsiteY0"/>
                  </a:cxn>
                  <a:cxn ang="0">
                    <a:pos x="connsiteX1" y="connsiteY1"/>
                  </a:cxn>
                  <a:cxn ang="0">
                    <a:pos x="connsiteX2" y="connsiteY2"/>
                  </a:cxn>
                </a:cxnLst>
                <a:rect l="l" t="t" r="r" b="b"/>
                <a:pathLst>
                  <a:path w="8478" h="6599">
                    <a:moveTo>
                      <a:pt x="3066" y="316"/>
                    </a:moveTo>
                    <a:cubicBezTo>
                      <a:pt x="-2517" y="2070"/>
                      <a:pt x="284" y="8014"/>
                      <a:pt x="5410" y="6288"/>
                    </a:cubicBezTo>
                    <a:cubicBezTo>
                      <a:pt x="10987" y="4534"/>
                      <a:pt x="8210" y="-1427"/>
                      <a:pt x="3066" y="3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1" name="Freeform: Shape 180">
                <a:extLst>
                  <a:ext uri="{FF2B5EF4-FFF2-40B4-BE49-F238E27FC236}">
                    <a16:creationId xmlns:a16="http://schemas.microsoft.com/office/drawing/2014/main" id="{0193E260-2254-3C62-B9A1-28477EAD01A9}"/>
                  </a:ext>
                </a:extLst>
              </p:cNvPr>
              <p:cNvSpPr/>
              <p:nvPr/>
            </p:nvSpPr>
            <p:spPr>
              <a:xfrm>
                <a:off x="8435143" y="5880772"/>
                <a:ext cx="8705" cy="6763"/>
              </a:xfrm>
              <a:custGeom>
                <a:avLst/>
                <a:gdLst>
                  <a:gd name="connsiteX0" fmla="*/ 3123 w 8705"/>
                  <a:gd name="connsiteY0" fmla="*/ 265 h 6763"/>
                  <a:gd name="connsiteX1" fmla="*/ 5580 w 8705"/>
                  <a:gd name="connsiteY1" fmla="*/ 6501 h 6763"/>
                  <a:gd name="connsiteX2" fmla="*/ 3123 w 8705"/>
                  <a:gd name="connsiteY2" fmla="*/ 265 h 6763"/>
                </a:gdLst>
                <a:ahLst/>
                <a:cxnLst>
                  <a:cxn ang="0">
                    <a:pos x="connsiteX0" y="connsiteY0"/>
                  </a:cxn>
                  <a:cxn ang="0">
                    <a:pos x="connsiteX1" y="connsiteY1"/>
                  </a:cxn>
                  <a:cxn ang="0">
                    <a:pos x="connsiteX2" y="connsiteY2"/>
                  </a:cxn>
                </a:cxnLst>
                <a:rect l="l" t="t" r="r" b="b"/>
                <a:pathLst>
                  <a:path w="8705" h="6763">
                    <a:moveTo>
                      <a:pt x="3123" y="265"/>
                    </a:moveTo>
                    <a:cubicBezTo>
                      <a:pt x="-2661" y="1934"/>
                      <a:pt x="431" y="8101"/>
                      <a:pt x="5580" y="6501"/>
                    </a:cubicBezTo>
                    <a:cubicBezTo>
                      <a:pt x="11370" y="4838"/>
                      <a:pt x="8272" y="-1346"/>
                      <a:pt x="3123" y="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2" name="Freeform: Shape 181">
                <a:extLst>
                  <a:ext uri="{FF2B5EF4-FFF2-40B4-BE49-F238E27FC236}">
                    <a16:creationId xmlns:a16="http://schemas.microsoft.com/office/drawing/2014/main" id="{E6DD625D-2A96-8FF0-3D23-9837214910C4}"/>
                  </a:ext>
                </a:extLst>
              </p:cNvPr>
              <p:cNvSpPr/>
              <p:nvPr/>
            </p:nvSpPr>
            <p:spPr>
              <a:xfrm>
                <a:off x="10140316" y="7526146"/>
                <a:ext cx="13757" cy="5183"/>
              </a:xfrm>
              <a:custGeom>
                <a:avLst/>
                <a:gdLst>
                  <a:gd name="connsiteX0" fmla="*/ 3951 w 13757"/>
                  <a:gd name="connsiteY0" fmla="*/ 0 h 5183"/>
                  <a:gd name="connsiteX1" fmla="*/ 13553 w 13757"/>
                  <a:gd name="connsiteY1" fmla="*/ 4303 h 5183"/>
                  <a:gd name="connsiteX2" fmla="*/ 3951 w 13757"/>
                  <a:gd name="connsiteY2" fmla="*/ 0 h 5183"/>
                </a:gdLst>
                <a:ahLst/>
                <a:cxnLst>
                  <a:cxn ang="0">
                    <a:pos x="connsiteX0" y="connsiteY0"/>
                  </a:cxn>
                  <a:cxn ang="0">
                    <a:pos x="connsiteX1" y="connsiteY1"/>
                  </a:cxn>
                  <a:cxn ang="0">
                    <a:pos x="connsiteX2" y="connsiteY2"/>
                  </a:cxn>
                </a:cxnLst>
                <a:rect l="l" t="t" r="r" b="b"/>
                <a:pathLst>
                  <a:path w="13757" h="5183">
                    <a:moveTo>
                      <a:pt x="3951" y="0"/>
                    </a:moveTo>
                    <a:cubicBezTo>
                      <a:pt x="-7816" y="1257"/>
                      <a:pt x="10117" y="7447"/>
                      <a:pt x="13553" y="4303"/>
                    </a:cubicBezTo>
                    <a:cubicBezTo>
                      <a:pt x="15193" y="880"/>
                      <a:pt x="6506" y="120"/>
                      <a:pt x="395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3" name="Freeform: Shape 182">
                <a:extLst>
                  <a:ext uri="{FF2B5EF4-FFF2-40B4-BE49-F238E27FC236}">
                    <a16:creationId xmlns:a16="http://schemas.microsoft.com/office/drawing/2014/main" id="{A05DB7F7-59E8-5160-2313-E385391FB8D9}"/>
                  </a:ext>
                </a:extLst>
              </p:cNvPr>
              <p:cNvSpPr/>
              <p:nvPr/>
            </p:nvSpPr>
            <p:spPr>
              <a:xfrm>
                <a:off x="7742338" y="4935899"/>
                <a:ext cx="6974" cy="2772"/>
              </a:xfrm>
              <a:custGeom>
                <a:avLst/>
                <a:gdLst>
                  <a:gd name="connsiteX0" fmla="*/ 2607 w 6974"/>
                  <a:gd name="connsiteY0" fmla="*/ 769 h 2772"/>
                  <a:gd name="connsiteX1" fmla="*/ 6505 w 6974"/>
                  <a:gd name="connsiteY1" fmla="*/ 1067 h 2772"/>
                  <a:gd name="connsiteX2" fmla="*/ 2607 w 6974"/>
                  <a:gd name="connsiteY2" fmla="*/ 769 h 2772"/>
                </a:gdLst>
                <a:ahLst/>
                <a:cxnLst>
                  <a:cxn ang="0">
                    <a:pos x="connsiteX0" y="connsiteY0"/>
                  </a:cxn>
                  <a:cxn ang="0">
                    <a:pos x="connsiteX1" y="connsiteY1"/>
                  </a:cxn>
                  <a:cxn ang="0">
                    <a:pos x="connsiteX2" y="connsiteY2"/>
                  </a:cxn>
                </a:cxnLst>
                <a:rect l="l" t="t" r="r" b="b"/>
                <a:pathLst>
                  <a:path w="6974" h="2772">
                    <a:moveTo>
                      <a:pt x="2607" y="769"/>
                    </a:moveTo>
                    <a:cubicBezTo>
                      <a:pt x="-4268" y="3621"/>
                      <a:pt x="4390" y="3158"/>
                      <a:pt x="6505" y="1067"/>
                    </a:cubicBezTo>
                    <a:cubicBezTo>
                      <a:pt x="8482" y="-860"/>
                      <a:pt x="3647" y="324"/>
                      <a:pt x="2607" y="76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4" name="Freeform: Shape 183">
                <a:extLst>
                  <a:ext uri="{FF2B5EF4-FFF2-40B4-BE49-F238E27FC236}">
                    <a16:creationId xmlns:a16="http://schemas.microsoft.com/office/drawing/2014/main" id="{AB955926-B1D0-5CC1-6B39-B480AB2B4A82}"/>
                  </a:ext>
                </a:extLst>
              </p:cNvPr>
              <p:cNvSpPr/>
              <p:nvPr/>
            </p:nvSpPr>
            <p:spPr>
              <a:xfrm>
                <a:off x="8873100" y="6674053"/>
                <a:ext cx="10890" cy="3263"/>
              </a:xfrm>
              <a:custGeom>
                <a:avLst/>
                <a:gdLst>
                  <a:gd name="connsiteX0" fmla="*/ 3729 w 10890"/>
                  <a:gd name="connsiteY0" fmla="*/ 26 h 3263"/>
                  <a:gd name="connsiteX1" fmla="*/ 7153 w 10890"/>
                  <a:gd name="connsiteY1" fmla="*/ 3238 h 3263"/>
                  <a:gd name="connsiteX2" fmla="*/ 3729 w 10890"/>
                  <a:gd name="connsiteY2" fmla="*/ 26 h 3263"/>
                </a:gdLst>
                <a:ahLst/>
                <a:cxnLst>
                  <a:cxn ang="0">
                    <a:pos x="connsiteX0" y="connsiteY0"/>
                  </a:cxn>
                  <a:cxn ang="0">
                    <a:pos x="connsiteX1" y="connsiteY1"/>
                  </a:cxn>
                  <a:cxn ang="0">
                    <a:pos x="connsiteX2" y="connsiteY2"/>
                  </a:cxn>
                </a:cxnLst>
                <a:rect l="l" t="t" r="r" b="b"/>
                <a:pathLst>
                  <a:path w="10890" h="3263">
                    <a:moveTo>
                      <a:pt x="3729" y="26"/>
                    </a:moveTo>
                    <a:cubicBezTo>
                      <a:pt x="-4472" y="443"/>
                      <a:pt x="2781" y="3575"/>
                      <a:pt x="7153" y="3238"/>
                    </a:cubicBezTo>
                    <a:cubicBezTo>
                      <a:pt x="15371" y="2815"/>
                      <a:pt x="8107" y="-316"/>
                      <a:pt x="3729" y="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5" name="Freeform: Shape 184">
                <a:extLst>
                  <a:ext uri="{FF2B5EF4-FFF2-40B4-BE49-F238E27FC236}">
                    <a16:creationId xmlns:a16="http://schemas.microsoft.com/office/drawing/2014/main" id="{B073CD78-0656-E5EA-4B49-EE30478271A9}"/>
                  </a:ext>
                </a:extLst>
              </p:cNvPr>
              <p:cNvSpPr/>
              <p:nvPr/>
            </p:nvSpPr>
            <p:spPr>
              <a:xfrm>
                <a:off x="8587459" y="6406143"/>
                <a:ext cx="9955" cy="2773"/>
              </a:xfrm>
              <a:custGeom>
                <a:avLst/>
                <a:gdLst>
                  <a:gd name="connsiteX0" fmla="*/ 3665 w 9955"/>
                  <a:gd name="connsiteY0" fmla="*/ 0 h 2773"/>
                  <a:gd name="connsiteX1" fmla="*/ 9930 w 9955"/>
                  <a:gd name="connsiteY1" fmla="*/ 1354 h 2773"/>
                  <a:gd name="connsiteX2" fmla="*/ 3665 w 9955"/>
                  <a:gd name="connsiteY2" fmla="*/ 0 h 2773"/>
                </a:gdLst>
                <a:ahLst/>
                <a:cxnLst>
                  <a:cxn ang="0">
                    <a:pos x="connsiteX0" y="connsiteY0"/>
                  </a:cxn>
                  <a:cxn ang="0">
                    <a:pos x="connsiteX1" y="connsiteY1"/>
                  </a:cxn>
                  <a:cxn ang="0">
                    <a:pos x="connsiteX2" y="connsiteY2"/>
                  </a:cxn>
                </a:cxnLst>
                <a:rect l="l" t="t" r="r" b="b"/>
                <a:pathLst>
                  <a:path w="9955" h="2773">
                    <a:moveTo>
                      <a:pt x="3665" y="0"/>
                    </a:moveTo>
                    <a:cubicBezTo>
                      <a:pt x="-7587" y="731"/>
                      <a:pt x="10735" y="4920"/>
                      <a:pt x="9930" y="1354"/>
                    </a:cubicBezTo>
                    <a:cubicBezTo>
                      <a:pt x="9129" y="606"/>
                      <a:pt x="6323" y="0"/>
                      <a:pt x="366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6" name="Freeform: Shape 185">
                <a:extLst>
                  <a:ext uri="{FF2B5EF4-FFF2-40B4-BE49-F238E27FC236}">
                    <a16:creationId xmlns:a16="http://schemas.microsoft.com/office/drawing/2014/main" id="{3062127F-1B9C-50A9-6BDF-E17926116F30}"/>
                  </a:ext>
                </a:extLst>
              </p:cNvPr>
              <p:cNvSpPr/>
              <p:nvPr/>
            </p:nvSpPr>
            <p:spPr>
              <a:xfrm>
                <a:off x="8979674" y="6774064"/>
                <a:ext cx="11251" cy="3456"/>
              </a:xfrm>
              <a:custGeom>
                <a:avLst/>
                <a:gdLst>
                  <a:gd name="connsiteX0" fmla="*/ 3809 w 11251"/>
                  <a:gd name="connsiteY0" fmla="*/ 28 h 3456"/>
                  <a:gd name="connsiteX1" fmla="*/ 7438 w 11251"/>
                  <a:gd name="connsiteY1" fmla="*/ 3428 h 3456"/>
                  <a:gd name="connsiteX2" fmla="*/ 3809 w 11251"/>
                  <a:gd name="connsiteY2" fmla="*/ 28 h 3456"/>
                </a:gdLst>
                <a:ahLst/>
                <a:cxnLst>
                  <a:cxn ang="0">
                    <a:pos x="connsiteX0" y="connsiteY0"/>
                  </a:cxn>
                  <a:cxn ang="0">
                    <a:pos x="connsiteX1" y="connsiteY1"/>
                  </a:cxn>
                  <a:cxn ang="0">
                    <a:pos x="connsiteX2" y="connsiteY2"/>
                  </a:cxn>
                </a:cxnLst>
                <a:rect l="l" t="t" r="r" b="b"/>
                <a:pathLst>
                  <a:path w="11251" h="3456">
                    <a:moveTo>
                      <a:pt x="3809" y="28"/>
                    </a:moveTo>
                    <a:cubicBezTo>
                      <a:pt x="-4644" y="479"/>
                      <a:pt x="2975" y="3795"/>
                      <a:pt x="7438" y="3428"/>
                    </a:cubicBezTo>
                    <a:cubicBezTo>
                      <a:pt x="15902" y="2977"/>
                      <a:pt x="8272" y="-337"/>
                      <a:pt x="3809" y="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7" name="Freeform: Shape 186">
                <a:extLst>
                  <a:ext uri="{FF2B5EF4-FFF2-40B4-BE49-F238E27FC236}">
                    <a16:creationId xmlns:a16="http://schemas.microsoft.com/office/drawing/2014/main" id="{01FD52BB-CFD5-061D-F39F-0EE6BF15DFD9}"/>
                  </a:ext>
                </a:extLst>
              </p:cNvPr>
              <p:cNvSpPr/>
              <p:nvPr/>
            </p:nvSpPr>
            <p:spPr>
              <a:xfrm>
                <a:off x="8677356" y="6490514"/>
                <a:ext cx="10247" cy="2930"/>
              </a:xfrm>
              <a:custGeom>
                <a:avLst/>
                <a:gdLst>
                  <a:gd name="connsiteX0" fmla="*/ 3735 w 10247"/>
                  <a:gd name="connsiteY0" fmla="*/ 0 h 2930"/>
                  <a:gd name="connsiteX1" fmla="*/ 10215 w 10247"/>
                  <a:gd name="connsiteY1" fmla="*/ 1434 h 2930"/>
                  <a:gd name="connsiteX2" fmla="*/ 3735 w 10247"/>
                  <a:gd name="connsiteY2" fmla="*/ 0 h 2930"/>
                </a:gdLst>
                <a:ahLst/>
                <a:cxnLst>
                  <a:cxn ang="0">
                    <a:pos x="connsiteX0" y="connsiteY0"/>
                  </a:cxn>
                  <a:cxn ang="0">
                    <a:pos x="connsiteX1" y="connsiteY1"/>
                  </a:cxn>
                  <a:cxn ang="0">
                    <a:pos x="connsiteX2" y="connsiteY2"/>
                  </a:cxn>
                </a:cxnLst>
                <a:rect l="l" t="t" r="r" b="b"/>
                <a:pathLst>
                  <a:path w="10247" h="2930">
                    <a:moveTo>
                      <a:pt x="3735" y="0"/>
                    </a:moveTo>
                    <a:cubicBezTo>
                      <a:pt x="-7793" y="772"/>
                      <a:pt x="11130" y="5195"/>
                      <a:pt x="10215" y="1434"/>
                    </a:cubicBezTo>
                    <a:cubicBezTo>
                      <a:pt x="9370" y="640"/>
                      <a:pt x="6472" y="0"/>
                      <a:pt x="373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8" name="Freeform: Shape 187">
                <a:extLst>
                  <a:ext uri="{FF2B5EF4-FFF2-40B4-BE49-F238E27FC236}">
                    <a16:creationId xmlns:a16="http://schemas.microsoft.com/office/drawing/2014/main" id="{43775DAA-01E2-3DAF-4C34-1AB506563B80}"/>
                  </a:ext>
                </a:extLst>
              </p:cNvPr>
              <p:cNvSpPr/>
              <p:nvPr/>
            </p:nvSpPr>
            <p:spPr>
              <a:xfrm>
                <a:off x="9092506" y="6880134"/>
                <a:ext cx="11613" cy="3686"/>
              </a:xfrm>
              <a:custGeom>
                <a:avLst/>
                <a:gdLst>
                  <a:gd name="connsiteX0" fmla="*/ 4053 w 11613"/>
                  <a:gd name="connsiteY0" fmla="*/ 0 h 3686"/>
                  <a:gd name="connsiteX1" fmla="*/ 11539 w 11613"/>
                  <a:gd name="connsiteY1" fmla="*/ 1805 h 3686"/>
                  <a:gd name="connsiteX2" fmla="*/ 4053 w 11613"/>
                  <a:gd name="connsiteY2" fmla="*/ 0 h 3686"/>
                </a:gdLst>
                <a:ahLst/>
                <a:cxnLst>
                  <a:cxn ang="0">
                    <a:pos x="connsiteX0" y="connsiteY0"/>
                  </a:cxn>
                  <a:cxn ang="0">
                    <a:pos x="connsiteX1" y="connsiteY1"/>
                  </a:cxn>
                  <a:cxn ang="0">
                    <a:pos x="connsiteX2" y="connsiteY2"/>
                  </a:cxn>
                </a:cxnLst>
                <a:rect l="l" t="t" r="r" b="b"/>
                <a:pathLst>
                  <a:path w="11613" h="3686">
                    <a:moveTo>
                      <a:pt x="4053" y="0"/>
                    </a:moveTo>
                    <a:cubicBezTo>
                      <a:pt x="-8760" y="966"/>
                      <a:pt x="13037" y="6538"/>
                      <a:pt x="11539" y="1805"/>
                    </a:cubicBezTo>
                    <a:cubicBezTo>
                      <a:pt x="10471" y="811"/>
                      <a:pt x="7128" y="0"/>
                      <a:pt x="405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89" name="Freeform: Shape 188">
                <a:extLst>
                  <a:ext uri="{FF2B5EF4-FFF2-40B4-BE49-F238E27FC236}">
                    <a16:creationId xmlns:a16="http://schemas.microsoft.com/office/drawing/2014/main" id="{2B11B96D-6E5C-72A6-EF54-D166B3176709}"/>
                  </a:ext>
                </a:extLst>
              </p:cNvPr>
              <p:cNvSpPr/>
              <p:nvPr/>
            </p:nvSpPr>
            <p:spPr>
              <a:xfrm>
                <a:off x="8772526" y="6579666"/>
                <a:ext cx="10549" cy="3077"/>
              </a:xfrm>
              <a:custGeom>
                <a:avLst/>
                <a:gdLst>
                  <a:gd name="connsiteX0" fmla="*/ 3656 w 10549"/>
                  <a:gd name="connsiteY0" fmla="*/ 24 h 3077"/>
                  <a:gd name="connsiteX1" fmla="*/ 6891 w 10549"/>
                  <a:gd name="connsiteY1" fmla="*/ 3053 h 3077"/>
                  <a:gd name="connsiteX2" fmla="*/ 3656 w 10549"/>
                  <a:gd name="connsiteY2" fmla="*/ 24 h 3077"/>
                </a:gdLst>
                <a:ahLst/>
                <a:cxnLst>
                  <a:cxn ang="0">
                    <a:pos x="connsiteX0" y="connsiteY0"/>
                  </a:cxn>
                  <a:cxn ang="0">
                    <a:pos x="connsiteX1" y="connsiteY1"/>
                  </a:cxn>
                  <a:cxn ang="0">
                    <a:pos x="connsiteX2" y="connsiteY2"/>
                  </a:cxn>
                </a:cxnLst>
                <a:rect l="l" t="t" r="r" b="b"/>
                <a:pathLst>
                  <a:path w="10549" h="3077">
                    <a:moveTo>
                      <a:pt x="3656" y="24"/>
                    </a:moveTo>
                    <a:cubicBezTo>
                      <a:pt x="-4311" y="413"/>
                      <a:pt x="2599" y="3373"/>
                      <a:pt x="6891" y="3053"/>
                    </a:cubicBezTo>
                    <a:cubicBezTo>
                      <a:pt x="14863" y="2665"/>
                      <a:pt x="7948" y="-296"/>
                      <a:pt x="3656" y="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0" name="Freeform: Shape 189">
                <a:extLst>
                  <a:ext uri="{FF2B5EF4-FFF2-40B4-BE49-F238E27FC236}">
                    <a16:creationId xmlns:a16="http://schemas.microsoft.com/office/drawing/2014/main" id="{B6387895-39BF-FF44-BCE0-A009A362C57C}"/>
                  </a:ext>
                </a:extLst>
              </p:cNvPr>
              <p:cNvSpPr/>
              <p:nvPr/>
            </p:nvSpPr>
            <p:spPr>
              <a:xfrm>
                <a:off x="9212720" y="6992762"/>
                <a:ext cx="12050" cy="3904"/>
              </a:xfrm>
              <a:custGeom>
                <a:avLst/>
                <a:gdLst>
                  <a:gd name="connsiteX0" fmla="*/ 3975 w 12050"/>
                  <a:gd name="connsiteY0" fmla="*/ 32 h 3904"/>
                  <a:gd name="connsiteX1" fmla="*/ 8072 w 12050"/>
                  <a:gd name="connsiteY1" fmla="*/ 3872 h 3904"/>
                  <a:gd name="connsiteX2" fmla="*/ 3975 w 12050"/>
                  <a:gd name="connsiteY2" fmla="*/ 32 h 3904"/>
                </a:gdLst>
                <a:ahLst/>
                <a:cxnLst>
                  <a:cxn ang="0">
                    <a:pos x="connsiteX0" y="connsiteY0"/>
                  </a:cxn>
                  <a:cxn ang="0">
                    <a:pos x="connsiteX1" y="connsiteY1"/>
                  </a:cxn>
                  <a:cxn ang="0">
                    <a:pos x="connsiteX2" y="connsiteY2"/>
                  </a:cxn>
                </a:cxnLst>
                <a:rect l="l" t="t" r="r" b="b"/>
                <a:pathLst>
                  <a:path w="12050" h="3904">
                    <a:moveTo>
                      <a:pt x="3975" y="32"/>
                    </a:moveTo>
                    <a:cubicBezTo>
                      <a:pt x="-5021" y="557"/>
                      <a:pt x="3420" y="4289"/>
                      <a:pt x="8072" y="3872"/>
                    </a:cubicBezTo>
                    <a:cubicBezTo>
                      <a:pt x="17074" y="3352"/>
                      <a:pt x="8632" y="-380"/>
                      <a:pt x="3975" y="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1" name="Freeform: Shape 190">
                <a:extLst>
                  <a:ext uri="{FF2B5EF4-FFF2-40B4-BE49-F238E27FC236}">
                    <a16:creationId xmlns:a16="http://schemas.microsoft.com/office/drawing/2014/main" id="{E8B580F5-E3E4-DC51-E6FC-2B889CF93F3D}"/>
                  </a:ext>
                </a:extLst>
              </p:cNvPr>
              <p:cNvSpPr/>
              <p:nvPr/>
            </p:nvSpPr>
            <p:spPr>
              <a:xfrm>
                <a:off x="9477500" y="7241227"/>
                <a:ext cx="12980" cy="4464"/>
              </a:xfrm>
              <a:custGeom>
                <a:avLst/>
                <a:gdLst>
                  <a:gd name="connsiteX0" fmla="*/ 4148 w 12980"/>
                  <a:gd name="connsiteY0" fmla="*/ 38 h 4464"/>
                  <a:gd name="connsiteX1" fmla="*/ 8828 w 12980"/>
                  <a:gd name="connsiteY1" fmla="*/ 4427 h 4464"/>
                  <a:gd name="connsiteX2" fmla="*/ 4148 w 12980"/>
                  <a:gd name="connsiteY2" fmla="*/ 38 h 4464"/>
                </a:gdLst>
                <a:ahLst/>
                <a:cxnLst>
                  <a:cxn ang="0">
                    <a:pos x="connsiteX0" y="connsiteY0"/>
                  </a:cxn>
                  <a:cxn ang="0">
                    <a:pos x="connsiteX1" y="connsiteY1"/>
                  </a:cxn>
                  <a:cxn ang="0">
                    <a:pos x="connsiteX2" y="connsiteY2"/>
                  </a:cxn>
                </a:cxnLst>
                <a:rect l="l" t="t" r="r" b="b"/>
                <a:pathLst>
                  <a:path w="12980" h="4464">
                    <a:moveTo>
                      <a:pt x="4148" y="38"/>
                    </a:moveTo>
                    <a:cubicBezTo>
                      <a:pt x="-5459" y="661"/>
                      <a:pt x="3982" y="4907"/>
                      <a:pt x="8828" y="4427"/>
                    </a:cubicBezTo>
                    <a:cubicBezTo>
                      <a:pt x="18446" y="3804"/>
                      <a:pt x="8994" y="-442"/>
                      <a:pt x="4148"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2" name="Freeform: Shape 191">
                <a:extLst>
                  <a:ext uri="{FF2B5EF4-FFF2-40B4-BE49-F238E27FC236}">
                    <a16:creationId xmlns:a16="http://schemas.microsoft.com/office/drawing/2014/main" id="{3738F132-37E3-833F-DC73-DEA1AE930138}"/>
                  </a:ext>
                </a:extLst>
              </p:cNvPr>
              <p:cNvSpPr/>
              <p:nvPr/>
            </p:nvSpPr>
            <p:spPr>
              <a:xfrm>
                <a:off x="9624002" y="7378698"/>
                <a:ext cx="13499" cy="4785"/>
              </a:xfrm>
              <a:custGeom>
                <a:avLst/>
                <a:gdLst>
                  <a:gd name="connsiteX0" fmla="*/ 4241 w 13499"/>
                  <a:gd name="connsiteY0" fmla="*/ 41 h 4785"/>
                  <a:gd name="connsiteX1" fmla="*/ 9253 w 13499"/>
                  <a:gd name="connsiteY1" fmla="*/ 4745 h 4785"/>
                  <a:gd name="connsiteX2" fmla="*/ 4241 w 13499"/>
                  <a:gd name="connsiteY2" fmla="*/ 41 h 4785"/>
                </a:gdLst>
                <a:ahLst/>
                <a:cxnLst>
                  <a:cxn ang="0">
                    <a:pos x="connsiteX0" y="connsiteY0"/>
                  </a:cxn>
                  <a:cxn ang="0">
                    <a:pos x="connsiteX1" y="connsiteY1"/>
                  </a:cxn>
                  <a:cxn ang="0">
                    <a:pos x="connsiteX2" y="connsiteY2"/>
                  </a:cxn>
                </a:cxnLst>
                <a:rect l="l" t="t" r="r" b="b"/>
                <a:pathLst>
                  <a:path w="13499" h="4785">
                    <a:moveTo>
                      <a:pt x="4241" y="41"/>
                    </a:moveTo>
                    <a:cubicBezTo>
                      <a:pt x="-5703" y="722"/>
                      <a:pt x="4304" y="5259"/>
                      <a:pt x="9253" y="4745"/>
                    </a:cubicBezTo>
                    <a:cubicBezTo>
                      <a:pt x="19209" y="4065"/>
                      <a:pt x="9190" y="-479"/>
                      <a:pt x="4241" y="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3" name="Freeform: Shape 192">
                <a:extLst>
                  <a:ext uri="{FF2B5EF4-FFF2-40B4-BE49-F238E27FC236}">
                    <a16:creationId xmlns:a16="http://schemas.microsoft.com/office/drawing/2014/main" id="{DC77275B-A293-9A05-42E8-4F3D774A8659}"/>
                  </a:ext>
                </a:extLst>
              </p:cNvPr>
              <p:cNvSpPr/>
              <p:nvPr/>
            </p:nvSpPr>
            <p:spPr>
              <a:xfrm>
                <a:off x="9340702" y="7112859"/>
                <a:ext cx="12499" cy="4173"/>
              </a:xfrm>
              <a:custGeom>
                <a:avLst/>
                <a:gdLst>
                  <a:gd name="connsiteX0" fmla="*/ 4059 w 12499"/>
                  <a:gd name="connsiteY0" fmla="*/ 35 h 4173"/>
                  <a:gd name="connsiteX1" fmla="*/ 8437 w 12499"/>
                  <a:gd name="connsiteY1" fmla="*/ 4138 h 4173"/>
                  <a:gd name="connsiteX2" fmla="*/ 4059 w 12499"/>
                  <a:gd name="connsiteY2" fmla="*/ 35 h 4173"/>
                </a:gdLst>
                <a:ahLst/>
                <a:cxnLst>
                  <a:cxn ang="0">
                    <a:pos x="connsiteX0" y="connsiteY0"/>
                  </a:cxn>
                  <a:cxn ang="0">
                    <a:pos x="connsiteX1" y="connsiteY1"/>
                  </a:cxn>
                  <a:cxn ang="0">
                    <a:pos x="connsiteX2" y="connsiteY2"/>
                  </a:cxn>
                </a:cxnLst>
                <a:rect l="l" t="t" r="r" b="b"/>
                <a:pathLst>
                  <a:path w="12499" h="4173">
                    <a:moveTo>
                      <a:pt x="4059" y="35"/>
                    </a:moveTo>
                    <a:cubicBezTo>
                      <a:pt x="-5233" y="607"/>
                      <a:pt x="3688" y="4584"/>
                      <a:pt x="8437" y="4138"/>
                    </a:cubicBezTo>
                    <a:cubicBezTo>
                      <a:pt x="17736" y="3567"/>
                      <a:pt x="8809" y="-411"/>
                      <a:pt x="4059"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4" name="Freeform: Shape 193">
                <a:extLst>
                  <a:ext uri="{FF2B5EF4-FFF2-40B4-BE49-F238E27FC236}">
                    <a16:creationId xmlns:a16="http://schemas.microsoft.com/office/drawing/2014/main" id="{F4EBFF63-57B6-70CA-42D5-D834AEE84E37}"/>
                  </a:ext>
                </a:extLst>
              </p:cNvPr>
              <p:cNvSpPr/>
              <p:nvPr/>
            </p:nvSpPr>
            <p:spPr>
              <a:xfrm>
                <a:off x="8135079" y="5743868"/>
                <a:ext cx="8634" cy="5919"/>
              </a:xfrm>
              <a:custGeom>
                <a:avLst/>
                <a:gdLst>
                  <a:gd name="connsiteX0" fmla="*/ 3355 w 8634"/>
                  <a:gd name="connsiteY0" fmla="*/ 78 h 5919"/>
                  <a:gd name="connsiteX1" fmla="*/ 8601 w 8634"/>
                  <a:gd name="connsiteY1" fmla="*/ 2301 h 5919"/>
                  <a:gd name="connsiteX2" fmla="*/ 3355 w 8634"/>
                  <a:gd name="connsiteY2" fmla="*/ 78 h 5919"/>
                </a:gdLst>
                <a:ahLst/>
                <a:cxnLst>
                  <a:cxn ang="0">
                    <a:pos x="connsiteX0" y="connsiteY0"/>
                  </a:cxn>
                  <a:cxn ang="0">
                    <a:pos x="connsiteX1" y="connsiteY1"/>
                  </a:cxn>
                  <a:cxn ang="0">
                    <a:pos x="connsiteX2" y="connsiteY2"/>
                  </a:cxn>
                </a:cxnLst>
                <a:rect l="l" t="t" r="r" b="b"/>
                <a:pathLst>
                  <a:path w="8634" h="5919">
                    <a:moveTo>
                      <a:pt x="3355" y="78"/>
                    </a:moveTo>
                    <a:cubicBezTo>
                      <a:pt x="-6818" y="3336"/>
                      <a:pt x="9470" y="10108"/>
                      <a:pt x="8601" y="2301"/>
                    </a:cubicBezTo>
                    <a:cubicBezTo>
                      <a:pt x="8001" y="695"/>
                      <a:pt x="5652" y="-293"/>
                      <a:pt x="3355" y="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5" name="Freeform: Shape 194">
                <a:extLst>
                  <a:ext uri="{FF2B5EF4-FFF2-40B4-BE49-F238E27FC236}">
                    <a16:creationId xmlns:a16="http://schemas.microsoft.com/office/drawing/2014/main" id="{9D9234AE-AE4C-5663-F6FF-AE5C3D387F15}"/>
                  </a:ext>
                </a:extLst>
              </p:cNvPr>
              <p:cNvSpPr/>
              <p:nvPr/>
            </p:nvSpPr>
            <p:spPr>
              <a:xfrm>
                <a:off x="8502239" y="6326161"/>
                <a:ext cx="9684" cy="2632"/>
              </a:xfrm>
              <a:custGeom>
                <a:avLst/>
                <a:gdLst>
                  <a:gd name="connsiteX0" fmla="*/ 3595 w 9684"/>
                  <a:gd name="connsiteY0" fmla="*/ 0 h 2632"/>
                  <a:gd name="connsiteX1" fmla="*/ 9665 w 9684"/>
                  <a:gd name="connsiteY1" fmla="*/ 1286 h 2632"/>
                  <a:gd name="connsiteX2" fmla="*/ 3595 w 9684"/>
                  <a:gd name="connsiteY2" fmla="*/ 0 h 2632"/>
                </a:gdLst>
                <a:ahLst/>
                <a:cxnLst>
                  <a:cxn ang="0">
                    <a:pos x="connsiteX0" y="connsiteY0"/>
                  </a:cxn>
                  <a:cxn ang="0">
                    <a:pos x="connsiteX1" y="connsiteY1"/>
                  </a:cxn>
                  <a:cxn ang="0">
                    <a:pos x="connsiteX2" y="connsiteY2"/>
                  </a:cxn>
                </a:cxnLst>
                <a:rect l="l" t="t" r="r" b="b"/>
                <a:pathLst>
                  <a:path w="9684" h="2632">
                    <a:moveTo>
                      <a:pt x="3595" y="0"/>
                    </a:moveTo>
                    <a:cubicBezTo>
                      <a:pt x="-7389" y="692"/>
                      <a:pt x="10367" y="4669"/>
                      <a:pt x="9665" y="1286"/>
                    </a:cubicBezTo>
                    <a:cubicBezTo>
                      <a:pt x="8904" y="578"/>
                      <a:pt x="6190" y="0"/>
                      <a:pt x="359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6" name="Freeform: Shape 195">
                <a:extLst>
                  <a:ext uri="{FF2B5EF4-FFF2-40B4-BE49-F238E27FC236}">
                    <a16:creationId xmlns:a16="http://schemas.microsoft.com/office/drawing/2014/main" id="{95BF45C1-D7EC-80BC-9432-90A7E1799DF9}"/>
                  </a:ext>
                </a:extLst>
              </p:cNvPr>
              <p:cNvSpPr/>
              <p:nvPr/>
            </p:nvSpPr>
            <p:spPr>
              <a:xfrm>
                <a:off x="7951810" y="5414147"/>
                <a:ext cx="8018" cy="4578"/>
              </a:xfrm>
              <a:custGeom>
                <a:avLst/>
                <a:gdLst>
                  <a:gd name="connsiteX0" fmla="*/ 3166 w 8018"/>
                  <a:gd name="connsiteY0" fmla="*/ 141 h 4578"/>
                  <a:gd name="connsiteX1" fmla="*/ 7996 w 8018"/>
                  <a:gd name="connsiteY1" fmla="*/ 1535 h 4578"/>
                  <a:gd name="connsiteX2" fmla="*/ 3166 w 8018"/>
                  <a:gd name="connsiteY2" fmla="*/ 141 h 4578"/>
                </a:gdLst>
                <a:ahLst/>
                <a:cxnLst>
                  <a:cxn ang="0">
                    <a:pos x="connsiteX0" y="connsiteY0"/>
                  </a:cxn>
                  <a:cxn ang="0">
                    <a:pos x="connsiteX1" y="connsiteY1"/>
                  </a:cxn>
                  <a:cxn ang="0">
                    <a:pos x="connsiteX2" y="connsiteY2"/>
                  </a:cxn>
                </a:cxnLst>
                <a:rect l="l" t="t" r="r" b="b"/>
                <a:pathLst>
                  <a:path w="8018" h="4578">
                    <a:moveTo>
                      <a:pt x="3166" y="141"/>
                    </a:moveTo>
                    <a:cubicBezTo>
                      <a:pt x="-6349" y="3381"/>
                      <a:pt x="8682" y="7519"/>
                      <a:pt x="7996" y="1535"/>
                    </a:cubicBezTo>
                    <a:cubicBezTo>
                      <a:pt x="7475" y="324"/>
                      <a:pt x="5309" y="-299"/>
                      <a:pt x="3166" y="1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7" name="Freeform: Shape 196">
                <a:extLst>
                  <a:ext uri="{FF2B5EF4-FFF2-40B4-BE49-F238E27FC236}">
                    <a16:creationId xmlns:a16="http://schemas.microsoft.com/office/drawing/2014/main" id="{B7FC5FC9-DB0E-28C9-E5E9-BF784F3C3681}"/>
                  </a:ext>
                </a:extLst>
              </p:cNvPr>
              <p:cNvSpPr/>
              <p:nvPr/>
            </p:nvSpPr>
            <p:spPr>
              <a:xfrm>
                <a:off x="8071040" y="5604990"/>
                <a:ext cx="8368" cy="3283"/>
              </a:xfrm>
              <a:custGeom>
                <a:avLst/>
                <a:gdLst>
                  <a:gd name="connsiteX0" fmla="*/ 3249 w 8368"/>
                  <a:gd name="connsiteY0" fmla="*/ 162 h 3283"/>
                  <a:gd name="connsiteX1" fmla="*/ 8346 w 8368"/>
                  <a:gd name="connsiteY1" fmla="*/ 939 h 3283"/>
                  <a:gd name="connsiteX2" fmla="*/ 3249 w 8368"/>
                  <a:gd name="connsiteY2" fmla="*/ 162 h 3283"/>
                </a:gdLst>
                <a:ahLst/>
                <a:cxnLst>
                  <a:cxn ang="0">
                    <a:pos x="connsiteX0" y="connsiteY0"/>
                  </a:cxn>
                  <a:cxn ang="0">
                    <a:pos x="connsiteX1" y="connsiteY1"/>
                  </a:cxn>
                  <a:cxn ang="0">
                    <a:pos x="connsiteX2" y="connsiteY2"/>
                  </a:cxn>
                </a:cxnLst>
                <a:rect l="l" t="t" r="r" b="b"/>
                <a:pathLst>
                  <a:path w="8368" h="3283">
                    <a:moveTo>
                      <a:pt x="3249" y="162"/>
                    </a:moveTo>
                    <a:cubicBezTo>
                      <a:pt x="-6559" y="2831"/>
                      <a:pt x="9032" y="5220"/>
                      <a:pt x="8346" y="939"/>
                    </a:cubicBezTo>
                    <a:cubicBezTo>
                      <a:pt x="7775" y="105"/>
                      <a:pt x="5494" y="-227"/>
                      <a:pt x="3249" y="16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8" name="Freeform: Shape 197">
                <a:extLst>
                  <a:ext uri="{FF2B5EF4-FFF2-40B4-BE49-F238E27FC236}">
                    <a16:creationId xmlns:a16="http://schemas.microsoft.com/office/drawing/2014/main" id="{C9E24F9F-1DF8-C167-AD75-600F39F2E47D}"/>
                  </a:ext>
                </a:extLst>
              </p:cNvPr>
              <p:cNvSpPr/>
              <p:nvPr/>
            </p:nvSpPr>
            <p:spPr>
              <a:xfrm>
                <a:off x="8010067" y="5530492"/>
                <a:ext cx="8175" cy="3376"/>
              </a:xfrm>
              <a:custGeom>
                <a:avLst/>
                <a:gdLst>
                  <a:gd name="connsiteX0" fmla="*/ 3203 w 8175"/>
                  <a:gd name="connsiteY0" fmla="*/ 147 h 3376"/>
                  <a:gd name="connsiteX1" fmla="*/ 8158 w 8175"/>
                  <a:gd name="connsiteY1" fmla="*/ 1022 h 3376"/>
                  <a:gd name="connsiteX2" fmla="*/ 3203 w 8175"/>
                  <a:gd name="connsiteY2" fmla="*/ 147 h 3376"/>
                </a:gdLst>
                <a:ahLst/>
                <a:cxnLst>
                  <a:cxn ang="0">
                    <a:pos x="connsiteX0" y="connsiteY0"/>
                  </a:cxn>
                  <a:cxn ang="0">
                    <a:pos x="connsiteX1" y="connsiteY1"/>
                  </a:cxn>
                  <a:cxn ang="0">
                    <a:pos x="connsiteX2" y="connsiteY2"/>
                  </a:cxn>
                </a:cxnLst>
                <a:rect l="l" t="t" r="r" b="b"/>
                <a:pathLst>
                  <a:path w="8175" h="3376">
                    <a:moveTo>
                      <a:pt x="3203" y="147"/>
                    </a:moveTo>
                    <a:cubicBezTo>
                      <a:pt x="-6421" y="2839"/>
                      <a:pt x="8770" y="5388"/>
                      <a:pt x="8158" y="1022"/>
                    </a:cubicBezTo>
                    <a:cubicBezTo>
                      <a:pt x="7615" y="153"/>
                      <a:pt x="5397" y="-236"/>
                      <a:pt x="3203" y="1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199" name="Freeform: Shape 198">
                <a:extLst>
                  <a:ext uri="{FF2B5EF4-FFF2-40B4-BE49-F238E27FC236}">
                    <a16:creationId xmlns:a16="http://schemas.microsoft.com/office/drawing/2014/main" id="{A4BB7D4B-A795-9C1A-259F-BD5DEA389EC9}"/>
                  </a:ext>
                </a:extLst>
              </p:cNvPr>
              <p:cNvSpPr/>
              <p:nvPr/>
            </p:nvSpPr>
            <p:spPr>
              <a:xfrm>
                <a:off x="7842739" y="5129501"/>
                <a:ext cx="7496" cy="5108"/>
              </a:xfrm>
              <a:custGeom>
                <a:avLst/>
                <a:gdLst>
                  <a:gd name="connsiteX0" fmla="*/ 2881 w 7496"/>
                  <a:gd name="connsiteY0" fmla="*/ 317 h 5108"/>
                  <a:gd name="connsiteX1" fmla="*/ 4612 w 7496"/>
                  <a:gd name="connsiteY1" fmla="*/ 4803 h 5108"/>
                  <a:gd name="connsiteX2" fmla="*/ 2881 w 7496"/>
                  <a:gd name="connsiteY2" fmla="*/ 317 h 5108"/>
                </a:gdLst>
                <a:ahLst/>
                <a:cxnLst>
                  <a:cxn ang="0">
                    <a:pos x="connsiteX0" y="connsiteY0"/>
                  </a:cxn>
                  <a:cxn ang="0">
                    <a:pos x="connsiteX1" y="connsiteY1"/>
                  </a:cxn>
                  <a:cxn ang="0">
                    <a:pos x="connsiteX2" y="connsiteY2"/>
                  </a:cxn>
                </a:cxnLst>
                <a:rect l="l" t="t" r="r" b="b"/>
                <a:pathLst>
                  <a:path w="7496" h="5108">
                    <a:moveTo>
                      <a:pt x="2881" y="317"/>
                    </a:moveTo>
                    <a:cubicBezTo>
                      <a:pt x="-2120" y="1854"/>
                      <a:pt x="-5" y="6306"/>
                      <a:pt x="4612" y="4803"/>
                    </a:cubicBezTo>
                    <a:cubicBezTo>
                      <a:pt x="9602" y="3254"/>
                      <a:pt x="7527" y="-1221"/>
                      <a:pt x="2881" y="3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0" name="Freeform: Shape 199">
                <a:extLst>
                  <a:ext uri="{FF2B5EF4-FFF2-40B4-BE49-F238E27FC236}">
                    <a16:creationId xmlns:a16="http://schemas.microsoft.com/office/drawing/2014/main" id="{6FF9933C-2F94-ED05-B35A-85DA6A005136}"/>
                  </a:ext>
                </a:extLst>
              </p:cNvPr>
              <p:cNvSpPr/>
              <p:nvPr/>
            </p:nvSpPr>
            <p:spPr>
              <a:xfrm>
                <a:off x="7791268" y="5009375"/>
                <a:ext cx="7512" cy="4033"/>
              </a:xfrm>
              <a:custGeom>
                <a:avLst/>
                <a:gdLst>
                  <a:gd name="connsiteX0" fmla="*/ 3003 w 7512"/>
                  <a:gd name="connsiteY0" fmla="*/ 428 h 4033"/>
                  <a:gd name="connsiteX1" fmla="*/ 7489 w 7512"/>
                  <a:gd name="connsiteY1" fmla="*/ 822 h 4033"/>
                  <a:gd name="connsiteX2" fmla="*/ 3003 w 7512"/>
                  <a:gd name="connsiteY2" fmla="*/ 428 h 4033"/>
                </a:gdLst>
                <a:ahLst/>
                <a:cxnLst>
                  <a:cxn ang="0">
                    <a:pos x="connsiteX0" y="connsiteY0"/>
                  </a:cxn>
                  <a:cxn ang="0">
                    <a:pos x="connsiteX1" y="connsiteY1"/>
                  </a:cxn>
                  <a:cxn ang="0">
                    <a:pos x="connsiteX2" y="connsiteY2"/>
                  </a:cxn>
                </a:cxnLst>
                <a:rect l="l" t="t" r="r" b="b"/>
                <a:pathLst>
                  <a:path w="7512" h="4033">
                    <a:moveTo>
                      <a:pt x="3003" y="428"/>
                    </a:moveTo>
                    <a:cubicBezTo>
                      <a:pt x="-5992" y="4645"/>
                      <a:pt x="8152" y="5640"/>
                      <a:pt x="7489" y="822"/>
                    </a:cubicBezTo>
                    <a:cubicBezTo>
                      <a:pt x="7027" y="-98"/>
                      <a:pt x="5020" y="-269"/>
                      <a:pt x="3003" y="4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1" name="Freeform: Shape 200">
                <a:extLst>
                  <a:ext uri="{FF2B5EF4-FFF2-40B4-BE49-F238E27FC236}">
                    <a16:creationId xmlns:a16="http://schemas.microsoft.com/office/drawing/2014/main" id="{BF95BA3E-0159-3925-BA5C-551EA233476D}"/>
                  </a:ext>
                </a:extLst>
              </p:cNvPr>
              <p:cNvSpPr/>
              <p:nvPr/>
            </p:nvSpPr>
            <p:spPr>
              <a:xfrm>
                <a:off x="7896209" y="5272434"/>
                <a:ext cx="7672" cy="5280"/>
              </a:xfrm>
              <a:custGeom>
                <a:avLst/>
                <a:gdLst>
                  <a:gd name="connsiteX0" fmla="*/ 2932 w 7672"/>
                  <a:gd name="connsiteY0" fmla="*/ 230 h 5280"/>
                  <a:gd name="connsiteX1" fmla="*/ 4738 w 7672"/>
                  <a:gd name="connsiteY1" fmla="*/ 5059 h 5280"/>
                  <a:gd name="connsiteX2" fmla="*/ 2932 w 7672"/>
                  <a:gd name="connsiteY2" fmla="*/ 230 h 5280"/>
                </a:gdLst>
                <a:ahLst/>
                <a:cxnLst>
                  <a:cxn ang="0">
                    <a:pos x="connsiteX0" y="connsiteY0"/>
                  </a:cxn>
                  <a:cxn ang="0">
                    <a:pos x="connsiteX1" y="connsiteY1"/>
                  </a:cxn>
                  <a:cxn ang="0">
                    <a:pos x="connsiteX2" y="connsiteY2"/>
                  </a:cxn>
                </a:cxnLst>
                <a:rect l="l" t="t" r="r" b="b"/>
                <a:pathLst>
                  <a:path w="7672" h="5280">
                    <a:moveTo>
                      <a:pt x="2932" y="230"/>
                    </a:moveTo>
                    <a:cubicBezTo>
                      <a:pt x="-2252" y="1590"/>
                      <a:pt x="126" y="6356"/>
                      <a:pt x="4738" y="5059"/>
                    </a:cubicBezTo>
                    <a:cubicBezTo>
                      <a:pt x="9916" y="3687"/>
                      <a:pt x="7561" y="-1096"/>
                      <a:pt x="2932" y="2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2" name="Freeform: Shape 201">
                <a:extLst>
                  <a:ext uri="{FF2B5EF4-FFF2-40B4-BE49-F238E27FC236}">
                    <a16:creationId xmlns:a16="http://schemas.microsoft.com/office/drawing/2014/main" id="{2A0F4CF4-5371-386F-5B54-44E641FEBC1E}"/>
                  </a:ext>
                </a:extLst>
              </p:cNvPr>
              <p:cNvSpPr/>
              <p:nvPr/>
            </p:nvSpPr>
            <p:spPr>
              <a:xfrm>
                <a:off x="8345495" y="6164964"/>
                <a:ext cx="9234" cy="2842"/>
              </a:xfrm>
              <a:custGeom>
                <a:avLst/>
                <a:gdLst>
                  <a:gd name="connsiteX0" fmla="*/ 3502 w 9234"/>
                  <a:gd name="connsiteY0" fmla="*/ 87 h 2842"/>
                  <a:gd name="connsiteX1" fmla="*/ 9212 w 9234"/>
                  <a:gd name="connsiteY1" fmla="*/ 938 h 2842"/>
                  <a:gd name="connsiteX2" fmla="*/ 3502 w 9234"/>
                  <a:gd name="connsiteY2" fmla="*/ 87 h 2842"/>
                </a:gdLst>
                <a:ahLst/>
                <a:cxnLst>
                  <a:cxn ang="0">
                    <a:pos x="connsiteX0" y="connsiteY0"/>
                  </a:cxn>
                  <a:cxn ang="0">
                    <a:pos x="connsiteX1" y="connsiteY1"/>
                  </a:cxn>
                  <a:cxn ang="0">
                    <a:pos x="connsiteX2" y="connsiteY2"/>
                  </a:cxn>
                </a:cxnLst>
                <a:rect l="l" t="t" r="r" b="b"/>
                <a:pathLst>
                  <a:path w="9234" h="2842">
                    <a:moveTo>
                      <a:pt x="3502" y="87"/>
                    </a:moveTo>
                    <a:cubicBezTo>
                      <a:pt x="-7139" y="2052"/>
                      <a:pt x="9932" y="4704"/>
                      <a:pt x="9212" y="938"/>
                    </a:cubicBezTo>
                    <a:cubicBezTo>
                      <a:pt x="8532" y="195"/>
                      <a:pt x="5977" y="-182"/>
                      <a:pt x="3502" y="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3" name="Freeform: Shape 202">
                <a:extLst>
                  <a:ext uri="{FF2B5EF4-FFF2-40B4-BE49-F238E27FC236}">
                    <a16:creationId xmlns:a16="http://schemas.microsoft.com/office/drawing/2014/main" id="{512E7534-457E-7CCE-8195-68DD1A502F2D}"/>
                  </a:ext>
                </a:extLst>
              </p:cNvPr>
              <p:cNvSpPr/>
              <p:nvPr/>
            </p:nvSpPr>
            <p:spPr>
              <a:xfrm>
                <a:off x="8421689" y="6251226"/>
                <a:ext cx="9438" cy="2759"/>
              </a:xfrm>
              <a:custGeom>
                <a:avLst/>
                <a:gdLst>
                  <a:gd name="connsiteX0" fmla="*/ 3546 w 9438"/>
                  <a:gd name="connsiteY0" fmla="*/ 1 h 2759"/>
                  <a:gd name="connsiteX1" fmla="*/ 9421 w 9438"/>
                  <a:gd name="connsiteY1" fmla="*/ 1321 h 2759"/>
                  <a:gd name="connsiteX2" fmla="*/ 3546 w 9438"/>
                  <a:gd name="connsiteY2" fmla="*/ 1 h 2759"/>
                </a:gdLst>
                <a:ahLst/>
                <a:cxnLst>
                  <a:cxn ang="0">
                    <a:pos x="connsiteX0" y="connsiteY0"/>
                  </a:cxn>
                  <a:cxn ang="0">
                    <a:pos x="connsiteX1" y="connsiteY1"/>
                  </a:cxn>
                  <a:cxn ang="0">
                    <a:pos x="connsiteX2" y="connsiteY2"/>
                  </a:cxn>
                </a:cxnLst>
                <a:rect l="l" t="t" r="r" b="b"/>
                <a:pathLst>
                  <a:path w="9438" h="2759">
                    <a:moveTo>
                      <a:pt x="3546" y="1"/>
                    </a:moveTo>
                    <a:cubicBezTo>
                      <a:pt x="-7232" y="841"/>
                      <a:pt x="10056" y="4870"/>
                      <a:pt x="9421" y="1321"/>
                    </a:cubicBezTo>
                    <a:cubicBezTo>
                      <a:pt x="8701" y="566"/>
                      <a:pt x="6078" y="-22"/>
                      <a:pt x="3546"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4" name="Freeform: Shape 203">
                <a:extLst>
                  <a:ext uri="{FF2B5EF4-FFF2-40B4-BE49-F238E27FC236}">
                    <a16:creationId xmlns:a16="http://schemas.microsoft.com/office/drawing/2014/main" id="{D9FAE54F-24C2-3E1A-F9A1-A26C70C68BAF}"/>
                  </a:ext>
                </a:extLst>
              </p:cNvPr>
              <p:cNvSpPr/>
              <p:nvPr/>
            </p:nvSpPr>
            <p:spPr>
              <a:xfrm>
                <a:off x="8272654" y="6086511"/>
                <a:ext cx="8949" cy="4039"/>
              </a:xfrm>
              <a:custGeom>
                <a:avLst/>
                <a:gdLst>
                  <a:gd name="connsiteX0" fmla="*/ 3283 w 8949"/>
                  <a:gd name="connsiteY0" fmla="*/ 130 h 4039"/>
                  <a:gd name="connsiteX1" fmla="*/ 5666 w 8949"/>
                  <a:gd name="connsiteY1" fmla="*/ 3907 h 4039"/>
                  <a:gd name="connsiteX2" fmla="*/ 3283 w 8949"/>
                  <a:gd name="connsiteY2" fmla="*/ 130 h 4039"/>
                </a:gdLst>
                <a:ahLst/>
                <a:cxnLst>
                  <a:cxn ang="0">
                    <a:pos x="connsiteX0" y="connsiteY0"/>
                  </a:cxn>
                  <a:cxn ang="0">
                    <a:pos x="connsiteX1" y="connsiteY1"/>
                  </a:cxn>
                  <a:cxn ang="0">
                    <a:pos x="connsiteX2" y="connsiteY2"/>
                  </a:cxn>
                </a:cxnLst>
                <a:rect l="l" t="t" r="r" b="b"/>
                <a:pathLst>
                  <a:path w="8949" h="4039">
                    <a:moveTo>
                      <a:pt x="3283" y="130"/>
                    </a:moveTo>
                    <a:cubicBezTo>
                      <a:pt x="-3215" y="1244"/>
                      <a:pt x="1197" y="4764"/>
                      <a:pt x="5666" y="3907"/>
                    </a:cubicBezTo>
                    <a:cubicBezTo>
                      <a:pt x="12175" y="2810"/>
                      <a:pt x="7735" y="-716"/>
                      <a:pt x="3283" y="1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5" name="Freeform: Shape 204">
                <a:extLst>
                  <a:ext uri="{FF2B5EF4-FFF2-40B4-BE49-F238E27FC236}">
                    <a16:creationId xmlns:a16="http://schemas.microsoft.com/office/drawing/2014/main" id="{E463C19D-C938-F19F-DCDA-948EF0B48FC5}"/>
                  </a:ext>
                </a:extLst>
              </p:cNvPr>
              <p:cNvSpPr/>
              <p:nvPr/>
            </p:nvSpPr>
            <p:spPr>
              <a:xfrm>
                <a:off x="8202146" y="5930024"/>
                <a:ext cx="8864" cy="6152"/>
              </a:xfrm>
              <a:custGeom>
                <a:avLst/>
                <a:gdLst>
                  <a:gd name="connsiteX0" fmla="*/ 3422 w 8864"/>
                  <a:gd name="connsiteY0" fmla="*/ 59 h 6152"/>
                  <a:gd name="connsiteX1" fmla="*/ 8829 w 8864"/>
                  <a:gd name="connsiteY1" fmla="*/ 2494 h 6152"/>
                  <a:gd name="connsiteX2" fmla="*/ 3422 w 8864"/>
                  <a:gd name="connsiteY2" fmla="*/ 59 h 6152"/>
                </a:gdLst>
                <a:ahLst/>
                <a:cxnLst>
                  <a:cxn ang="0">
                    <a:pos x="connsiteX0" y="connsiteY0"/>
                  </a:cxn>
                  <a:cxn ang="0">
                    <a:pos x="connsiteX1" y="connsiteY1"/>
                  </a:cxn>
                  <a:cxn ang="0">
                    <a:pos x="connsiteX2" y="connsiteY2"/>
                  </a:cxn>
                </a:cxnLst>
                <a:rect l="l" t="t" r="r" b="b"/>
                <a:pathLst>
                  <a:path w="8864" h="6152">
                    <a:moveTo>
                      <a:pt x="3422" y="59"/>
                    </a:moveTo>
                    <a:cubicBezTo>
                      <a:pt x="-6979" y="3191"/>
                      <a:pt x="9732" y="10580"/>
                      <a:pt x="8829" y="2494"/>
                    </a:cubicBezTo>
                    <a:cubicBezTo>
                      <a:pt x="8200" y="819"/>
                      <a:pt x="5777" y="-272"/>
                      <a:pt x="3422" y="5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6" name="Freeform: Shape 205">
                <a:extLst>
                  <a:ext uri="{FF2B5EF4-FFF2-40B4-BE49-F238E27FC236}">
                    <a16:creationId xmlns:a16="http://schemas.microsoft.com/office/drawing/2014/main" id="{DE511AF3-236B-A92C-999B-38857ECFA81F}"/>
                  </a:ext>
                </a:extLst>
              </p:cNvPr>
              <p:cNvSpPr/>
              <p:nvPr/>
            </p:nvSpPr>
            <p:spPr>
              <a:xfrm>
                <a:off x="9781341" y="7526146"/>
                <a:ext cx="13607" cy="5189"/>
              </a:xfrm>
              <a:custGeom>
                <a:avLst/>
                <a:gdLst>
                  <a:gd name="connsiteX0" fmla="*/ 4087 w 13607"/>
                  <a:gd name="connsiteY0" fmla="*/ 0 h 5189"/>
                  <a:gd name="connsiteX1" fmla="*/ 13328 w 13607"/>
                  <a:gd name="connsiteY1" fmla="*/ 4303 h 5189"/>
                  <a:gd name="connsiteX2" fmla="*/ 4087 w 13607"/>
                  <a:gd name="connsiteY2" fmla="*/ 0 h 5189"/>
                </a:gdLst>
                <a:ahLst/>
                <a:cxnLst>
                  <a:cxn ang="0">
                    <a:pos x="connsiteX0" y="connsiteY0"/>
                  </a:cxn>
                  <a:cxn ang="0">
                    <a:pos x="connsiteX1" y="connsiteY1"/>
                  </a:cxn>
                  <a:cxn ang="0">
                    <a:pos x="connsiteX2" y="connsiteY2"/>
                  </a:cxn>
                </a:cxnLst>
                <a:rect l="l" t="t" r="r" b="b"/>
                <a:pathLst>
                  <a:path w="13607" h="5189">
                    <a:moveTo>
                      <a:pt x="4087" y="0"/>
                    </a:moveTo>
                    <a:cubicBezTo>
                      <a:pt x="-7823" y="1234"/>
                      <a:pt x="9728" y="7470"/>
                      <a:pt x="13328" y="4303"/>
                    </a:cubicBezTo>
                    <a:cubicBezTo>
                      <a:pt x="15266" y="920"/>
                      <a:pt x="6591" y="91"/>
                      <a:pt x="408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7" name="Freeform: Shape 206">
                <a:extLst>
                  <a:ext uri="{FF2B5EF4-FFF2-40B4-BE49-F238E27FC236}">
                    <a16:creationId xmlns:a16="http://schemas.microsoft.com/office/drawing/2014/main" id="{79647AEA-BB91-2222-A472-D7DB0AADB9E8}"/>
                  </a:ext>
                </a:extLst>
              </p:cNvPr>
              <p:cNvSpPr/>
              <p:nvPr/>
            </p:nvSpPr>
            <p:spPr>
              <a:xfrm>
                <a:off x="7546629" y="4965580"/>
                <a:ext cx="7011" cy="1918"/>
              </a:xfrm>
              <a:custGeom>
                <a:avLst/>
                <a:gdLst>
                  <a:gd name="connsiteX0" fmla="*/ 2703 w 7011"/>
                  <a:gd name="connsiteY0" fmla="*/ 0 h 1918"/>
                  <a:gd name="connsiteX1" fmla="*/ 7012 w 7011"/>
                  <a:gd name="connsiteY1" fmla="*/ 874 h 1918"/>
                  <a:gd name="connsiteX2" fmla="*/ 2703 w 7011"/>
                  <a:gd name="connsiteY2" fmla="*/ 0 h 1918"/>
                </a:gdLst>
                <a:ahLst/>
                <a:cxnLst>
                  <a:cxn ang="0">
                    <a:pos x="connsiteX0" y="connsiteY0"/>
                  </a:cxn>
                  <a:cxn ang="0">
                    <a:pos x="connsiteX1" y="connsiteY1"/>
                  </a:cxn>
                  <a:cxn ang="0">
                    <a:pos x="connsiteX2" y="connsiteY2"/>
                  </a:cxn>
                </a:cxnLst>
                <a:rect l="l" t="t" r="r" b="b"/>
                <a:pathLst>
                  <a:path w="7011" h="1918">
                    <a:moveTo>
                      <a:pt x="2703" y="0"/>
                    </a:moveTo>
                    <a:cubicBezTo>
                      <a:pt x="-5007" y="383"/>
                      <a:pt x="6137" y="3504"/>
                      <a:pt x="7012" y="874"/>
                    </a:cubicBezTo>
                    <a:cubicBezTo>
                      <a:pt x="6155" y="132"/>
                      <a:pt x="4051" y="23"/>
                      <a:pt x="270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8" name="Freeform: Shape 207">
                <a:extLst>
                  <a:ext uri="{FF2B5EF4-FFF2-40B4-BE49-F238E27FC236}">
                    <a16:creationId xmlns:a16="http://schemas.microsoft.com/office/drawing/2014/main" id="{CF04D684-771C-B1FD-C2BC-9EDBDFC19A2F}"/>
                  </a:ext>
                </a:extLst>
              </p:cNvPr>
              <p:cNvSpPr/>
              <p:nvPr/>
            </p:nvSpPr>
            <p:spPr>
              <a:xfrm>
                <a:off x="8685196" y="6770800"/>
                <a:ext cx="11035" cy="3640"/>
              </a:xfrm>
              <a:custGeom>
                <a:avLst/>
                <a:gdLst>
                  <a:gd name="connsiteX0" fmla="*/ 4004 w 11035"/>
                  <a:gd name="connsiteY0" fmla="*/ 17 h 3640"/>
                  <a:gd name="connsiteX1" fmla="*/ 11005 w 11035"/>
                  <a:gd name="connsiteY1" fmla="*/ 2240 h 3640"/>
                  <a:gd name="connsiteX2" fmla="*/ 4004 w 11035"/>
                  <a:gd name="connsiteY2" fmla="*/ 17 h 3640"/>
                </a:gdLst>
                <a:ahLst/>
                <a:cxnLst>
                  <a:cxn ang="0">
                    <a:pos x="connsiteX0" y="connsiteY0"/>
                  </a:cxn>
                  <a:cxn ang="0">
                    <a:pos x="connsiteX1" y="connsiteY1"/>
                  </a:cxn>
                  <a:cxn ang="0">
                    <a:pos x="connsiteX2" y="connsiteY2"/>
                  </a:cxn>
                </a:cxnLst>
                <a:rect l="l" t="t" r="r" b="b"/>
                <a:pathLst>
                  <a:path w="11035" h="3640">
                    <a:moveTo>
                      <a:pt x="4004" y="17"/>
                    </a:moveTo>
                    <a:cubicBezTo>
                      <a:pt x="-8358" y="-383"/>
                      <a:pt x="11937" y="6509"/>
                      <a:pt x="11005" y="2240"/>
                    </a:cubicBezTo>
                    <a:cubicBezTo>
                      <a:pt x="10079" y="1286"/>
                      <a:pt x="6942" y="303"/>
                      <a:pt x="4004"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09" name="Freeform: Shape 208">
                <a:extLst>
                  <a:ext uri="{FF2B5EF4-FFF2-40B4-BE49-F238E27FC236}">
                    <a16:creationId xmlns:a16="http://schemas.microsoft.com/office/drawing/2014/main" id="{CB018F28-F7DE-C6FC-7CB9-DB805D6371DA}"/>
                  </a:ext>
                </a:extLst>
              </p:cNvPr>
              <p:cNvSpPr/>
              <p:nvPr/>
            </p:nvSpPr>
            <p:spPr>
              <a:xfrm>
                <a:off x="8789187" y="6876336"/>
                <a:ext cx="11397" cy="3780"/>
              </a:xfrm>
              <a:custGeom>
                <a:avLst/>
                <a:gdLst>
                  <a:gd name="connsiteX0" fmla="*/ 4088 w 11397"/>
                  <a:gd name="connsiteY0" fmla="*/ 20 h 3780"/>
                  <a:gd name="connsiteX1" fmla="*/ 11358 w 11397"/>
                  <a:gd name="connsiteY1" fmla="*/ 2340 h 3780"/>
                  <a:gd name="connsiteX2" fmla="*/ 4088 w 11397"/>
                  <a:gd name="connsiteY2" fmla="*/ 20 h 3780"/>
                </a:gdLst>
                <a:ahLst/>
                <a:cxnLst>
                  <a:cxn ang="0">
                    <a:pos x="connsiteX0" y="connsiteY0"/>
                  </a:cxn>
                  <a:cxn ang="0">
                    <a:pos x="connsiteX1" y="connsiteY1"/>
                  </a:cxn>
                  <a:cxn ang="0">
                    <a:pos x="connsiteX2" y="connsiteY2"/>
                  </a:cxn>
                </a:cxnLst>
                <a:rect l="l" t="t" r="r" b="b"/>
                <a:pathLst>
                  <a:path w="11397" h="3780">
                    <a:moveTo>
                      <a:pt x="4088" y="20"/>
                    </a:moveTo>
                    <a:cubicBezTo>
                      <a:pt x="-8611" y="-426"/>
                      <a:pt x="12427" y="6752"/>
                      <a:pt x="11358" y="2340"/>
                    </a:cubicBezTo>
                    <a:cubicBezTo>
                      <a:pt x="10375" y="1346"/>
                      <a:pt x="7117" y="317"/>
                      <a:pt x="4088"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0" name="Freeform: Shape 209">
                <a:extLst>
                  <a:ext uri="{FF2B5EF4-FFF2-40B4-BE49-F238E27FC236}">
                    <a16:creationId xmlns:a16="http://schemas.microsoft.com/office/drawing/2014/main" id="{47E7891A-1486-0741-6D1E-52F99C85C07D}"/>
                  </a:ext>
                </a:extLst>
              </p:cNvPr>
              <p:cNvSpPr/>
              <p:nvPr/>
            </p:nvSpPr>
            <p:spPr>
              <a:xfrm>
                <a:off x="8587234" y="6670269"/>
                <a:ext cx="10692" cy="3384"/>
              </a:xfrm>
              <a:custGeom>
                <a:avLst/>
                <a:gdLst>
                  <a:gd name="connsiteX0" fmla="*/ 3914 w 10692"/>
                  <a:gd name="connsiteY0" fmla="*/ 27 h 3384"/>
                  <a:gd name="connsiteX1" fmla="*/ 10669 w 10692"/>
                  <a:gd name="connsiteY1" fmla="*/ 2131 h 3384"/>
                  <a:gd name="connsiteX2" fmla="*/ 3914 w 10692"/>
                  <a:gd name="connsiteY2" fmla="*/ 27 h 3384"/>
                </a:gdLst>
                <a:ahLst/>
                <a:cxnLst>
                  <a:cxn ang="0">
                    <a:pos x="connsiteX0" y="connsiteY0"/>
                  </a:cxn>
                  <a:cxn ang="0">
                    <a:pos x="connsiteX1" y="connsiteY1"/>
                  </a:cxn>
                  <a:cxn ang="0">
                    <a:pos x="connsiteX2" y="connsiteY2"/>
                  </a:cxn>
                </a:cxnLst>
                <a:rect l="l" t="t" r="r" b="b"/>
                <a:pathLst>
                  <a:path w="10692" h="3384">
                    <a:moveTo>
                      <a:pt x="3914" y="27"/>
                    </a:moveTo>
                    <a:cubicBezTo>
                      <a:pt x="-8105" y="-470"/>
                      <a:pt x="11469" y="6034"/>
                      <a:pt x="10669" y="2131"/>
                    </a:cubicBezTo>
                    <a:cubicBezTo>
                      <a:pt x="9795" y="1250"/>
                      <a:pt x="6771" y="319"/>
                      <a:pt x="3914"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1" name="Freeform: Shape 210">
                <a:extLst>
                  <a:ext uri="{FF2B5EF4-FFF2-40B4-BE49-F238E27FC236}">
                    <a16:creationId xmlns:a16="http://schemas.microsoft.com/office/drawing/2014/main" id="{5025E66D-8EBC-F6C8-F507-7F4DED8AD3E3}"/>
                  </a:ext>
                </a:extLst>
              </p:cNvPr>
              <p:cNvSpPr/>
              <p:nvPr/>
            </p:nvSpPr>
            <p:spPr>
              <a:xfrm>
                <a:off x="8406860" y="6489999"/>
                <a:ext cx="10162" cy="2881"/>
              </a:xfrm>
              <a:custGeom>
                <a:avLst/>
                <a:gdLst>
                  <a:gd name="connsiteX0" fmla="*/ 3802 w 10162"/>
                  <a:gd name="connsiteY0" fmla="*/ 0 h 2881"/>
                  <a:gd name="connsiteX1" fmla="*/ 10146 w 10162"/>
                  <a:gd name="connsiteY1" fmla="*/ 1543 h 2881"/>
                  <a:gd name="connsiteX2" fmla="*/ 3802 w 10162"/>
                  <a:gd name="connsiteY2" fmla="*/ 0 h 2881"/>
                </a:gdLst>
                <a:ahLst/>
                <a:cxnLst>
                  <a:cxn ang="0">
                    <a:pos x="connsiteX0" y="connsiteY0"/>
                  </a:cxn>
                  <a:cxn ang="0">
                    <a:pos x="connsiteX1" y="connsiteY1"/>
                  </a:cxn>
                  <a:cxn ang="0">
                    <a:pos x="connsiteX2" y="connsiteY2"/>
                  </a:cxn>
                </a:cxnLst>
                <a:rect l="l" t="t" r="r" b="b"/>
                <a:pathLst>
                  <a:path w="10162" h="2881">
                    <a:moveTo>
                      <a:pt x="3802" y="0"/>
                    </a:moveTo>
                    <a:cubicBezTo>
                      <a:pt x="-7759" y="366"/>
                      <a:pt x="10797" y="5149"/>
                      <a:pt x="10146" y="1543"/>
                    </a:cubicBezTo>
                    <a:cubicBezTo>
                      <a:pt x="9363" y="765"/>
                      <a:pt x="6522" y="80"/>
                      <a:pt x="380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2" name="Freeform: Shape 211">
                <a:extLst>
                  <a:ext uri="{FF2B5EF4-FFF2-40B4-BE49-F238E27FC236}">
                    <a16:creationId xmlns:a16="http://schemas.microsoft.com/office/drawing/2014/main" id="{D412D8AD-42B0-C6AC-A523-E8E7BB439E21}"/>
                  </a:ext>
                </a:extLst>
              </p:cNvPr>
              <p:cNvSpPr/>
              <p:nvPr/>
            </p:nvSpPr>
            <p:spPr>
              <a:xfrm>
                <a:off x="8494544" y="6577201"/>
                <a:ext cx="10406" cy="3096"/>
              </a:xfrm>
              <a:custGeom>
                <a:avLst/>
                <a:gdLst>
                  <a:gd name="connsiteX0" fmla="*/ 3849 w 10406"/>
                  <a:gd name="connsiteY0" fmla="*/ 3 h 3096"/>
                  <a:gd name="connsiteX1" fmla="*/ 10386 w 10406"/>
                  <a:gd name="connsiteY1" fmla="*/ 1843 h 3096"/>
                  <a:gd name="connsiteX2" fmla="*/ 3849 w 10406"/>
                  <a:gd name="connsiteY2" fmla="*/ 3 h 3096"/>
                </a:gdLst>
                <a:ahLst/>
                <a:cxnLst>
                  <a:cxn ang="0">
                    <a:pos x="connsiteX0" y="connsiteY0"/>
                  </a:cxn>
                  <a:cxn ang="0">
                    <a:pos x="connsiteX1" y="connsiteY1"/>
                  </a:cxn>
                  <a:cxn ang="0">
                    <a:pos x="connsiteX2" y="connsiteY2"/>
                  </a:cxn>
                </a:cxnLst>
                <a:rect l="l" t="t" r="r" b="b"/>
                <a:pathLst>
                  <a:path w="10406" h="3096">
                    <a:moveTo>
                      <a:pt x="3849" y="3"/>
                    </a:moveTo>
                    <a:cubicBezTo>
                      <a:pt x="-7912" y="-151"/>
                      <a:pt x="11101" y="5547"/>
                      <a:pt x="10386" y="1843"/>
                    </a:cubicBezTo>
                    <a:cubicBezTo>
                      <a:pt x="9558" y="1021"/>
                      <a:pt x="6632" y="203"/>
                      <a:pt x="3849"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3" name="Freeform: Shape 212">
                <a:extLst>
                  <a:ext uri="{FF2B5EF4-FFF2-40B4-BE49-F238E27FC236}">
                    <a16:creationId xmlns:a16="http://schemas.microsoft.com/office/drawing/2014/main" id="{E34B2BD3-272A-B7B7-1A60-0B37F6E8765C}"/>
                  </a:ext>
                </a:extLst>
              </p:cNvPr>
              <p:cNvSpPr/>
              <p:nvPr/>
            </p:nvSpPr>
            <p:spPr>
              <a:xfrm>
                <a:off x="8323944" y="6407143"/>
                <a:ext cx="9928" cy="2740"/>
              </a:xfrm>
              <a:custGeom>
                <a:avLst/>
                <a:gdLst>
                  <a:gd name="connsiteX0" fmla="*/ 3753 w 9928"/>
                  <a:gd name="connsiteY0" fmla="*/ 0 h 2740"/>
                  <a:gd name="connsiteX1" fmla="*/ 9914 w 9928"/>
                  <a:gd name="connsiteY1" fmla="*/ 1309 h 2740"/>
                  <a:gd name="connsiteX2" fmla="*/ 3753 w 9928"/>
                  <a:gd name="connsiteY2" fmla="*/ 0 h 2740"/>
                </a:gdLst>
                <a:ahLst/>
                <a:cxnLst>
                  <a:cxn ang="0">
                    <a:pos x="connsiteX0" y="connsiteY0"/>
                  </a:cxn>
                  <a:cxn ang="0">
                    <a:pos x="connsiteX1" y="connsiteY1"/>
                  </a:cxn>
                  <a:cxn ang="0">
                    <a:pos x="connsiteX2" y="connsiteY2"/>
                  </a:cxn>
                </a:cxnLst>
                <a:rect l="l" t="t" r="r" b="b"/>
                <a:pathLst>
                  <a:path w="9928" h="2740">
                    <a:moveTo>
                      <a:pt x="3753" y="0"/>
                    </a:moveTo>
                    <a:cubicBezTo>
                      <a:pt x="-7608" y="801"/>
                      <a:pt x="10503" y="4852"/>
                      <a:pt x="9914" y="1309"/>
                    </a:cubicBezTo>
                    <a:cubicBezTo>
                      <a:pt x="9171" y="561"/>
                      <a:pt x="6417" y="-16"/>
                      <a:pt x="375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4" name="Freeform: Shape 213">
                <a:extLst>
                  <a:ext uri="{FF2B5EF4-FFF2-40B4-BE49-F238E27FC236}">
                    <a16:creationId xmlns:a16="http://schemas.microsoft.com/office/drawing/2014/main" id="{EE0064B7-07C2-4E00-0CC6-1259B90EFC42}"/>
                  </a:ext>
                </a:extLst>
              </p:cNvPr>
              <p:cNvSpPr/>
              <p:nvPr/>
            </p:nvSpPr>
            <p:spPr>
              <a:xfrm>
                <a:off x="8899721" y="6989399"/>
                <a:ext cx="11828" cy="3900"/>
              </a:xfrm>
              <a:custGeom>
                <a:avLst/>
                <a:gdLst>
                  <a:gd name="connsiteX0" fmla="*/ 4031 w 11828"/>
                  <a:gd name="connsiteY0" fmla="*/ 11 h 3900"/>
                  <a:gd name="connsiteX1" fmla="*/ 7792 w 11828"/>
                  <a:gd name="connsiteY1" fmla="*/ 3892 h 3900"/>
                  <a:gd name="connsiteX2" fmla="*/ 4031 w 11828"/>
                  <a:gd name="connsiteY2" fmla="*/ 11 h 3900"/>
                </a:gdLst>
                <a:ahLst/>
                <a:cxnLst>
                  <a:cxn ang="0">
                    <a:pos x="connsiteX0" y="connsiteY0"/>
                  </a:cxn>
                  <a:cxn ang="0">
                    <a:pos x="connsiteX1" y="connsiteY1"/>
                  </a:cxn>
                  <a:cxn ang="0">
                    <a:pos x="connsiteX2" y="connsiteY2"/>
                  </a:cxn>
                </a:cxnLst>
                <a:rect l="l" t="t" r="r" b="b"/>
                <a:pathLst>
                  <a:path w="11828" h="3900">
                    <a:moveTo>
                      <a:pt x="4031" y="11"/>
                    </a:moveTo>
                    <a:cubicBezTo>
                      <a:pt x="-4941" y="-246"/>
                      <a:pt x="3215" y="3909"/>
                      <a:pt x="7792" y="3892"/>
                    </a:cubicBezTo>
                    <a:cubicBezTo>
                      <a:pt x="16770" y="4109"/>
                      <a:pt x="8621" y="-12"/>
                      <a:pt x="4031" y="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5" name="Freeform: Shape 214">
                <a:extLst>
                  <a:ext uri="{FF2B5EF4-FFF2-40B4-BE49-F238E27FC236}">
                    <a16:creationId xmlns:a16="http://schemas.microsoft.com/office/drawing/2014/main" id="{E7C79A2B-7767-0C21-9767-1E75B9A78F49}"/>
                  </a:ext>
                </a:extLst>
              </p:cNvPr>
              <p:cNvSpPr/>
              <p:nvPr/>
            </p:nvSpPr>
            <p:spPr>
              <a:xfrm>
                <a:off x="9142836" y="7241488"/>
                <a:ext cx="12831" cy="4496"/>
              </a:xfrm>
              <a:custGeom>
                <a:avLst/>
                <a:gdLst>
                  <a:gd name="connsiteX0" fmla="*/ 4267 w 12831"/>
                  <a:gd name="connsiteY0" fmla="*/ 28 h 4496"/>
                  <a:gd name="connsiteX1" fmla="*/ 8564 w 12831"/>
                  <a:gd name="connsiteY1" fmla="*/ 4469 h 4496"/>
                  <a:gd name="connsiteX2" fmla="*/ 4267 w 12831"/>
                  <a:gd name="connsiteY2" fmla="*/ 28 h 4496"/>
                </a:gdLst>
                <a:ahLst/>
                <a:cxnLst>
                  <a:cxn ang="0">
                    <a:pos x="connsiteX0" y="connsiteY0"/>
                  </a:cxn>
                  <a:cxn ang="0">
                    <a:pos x="connsiteX1" y="connsiteY1"/>
                  </a:cxn>
                  <a:cxn ang="0">
                    <a:pos x="connsiteX2" y="connsiteY2"/>
                  </a:cxn>
                </a:cxnLst>
                <a:rect l="l" t="t" r="r" b="b"/>
                <a:pathLst>
                  <a:path w="12831" h="4496">
                    <a:moveTo>
                      <a:pt x="4267" y="28"/>
                    </a:moveTo>
                    <a:cubicBezTo>
                      <a:pt x="-5312" y="514"/>
                      <a:pt x="3524" y="4886"/>
                      <a:pt x="8564" y="4469"/>
                    </a:cubicBezTo>
                    <a:cubicBezTo>
                      <a:pt x="18148" y="3954"/>
                      <a:pt x="9301" y="-389"/>
                      <a:pt x="4267" y="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6" name="Freeform: Shape 215">
                <a:extLst>
                  <a:ext uri="{FF2B5EF4-FFF2-40B4-BE49-F238E27FC236}">
                    <a16:creationId xmlns:a16="http://schemas.microsoft.com/office/drawing/2014/main" id="{96A4544A-B0D3-900A-1CD7-089168310FBA}"/>
                  </a:ext>
                </a:extLst>
              </p:cNvPr>
              <p:cNvSpPr/>
              <p:nvPr/>
            </p:nvSpPr>
            <p:spPr>
              <a:xfrm>
                <a:off x="9277470" y="7379921"/>
                <a:ext cx="13374" cy="4798"/>
              </a:xfrm>
              <a:custGeom>
                <a:avLst/>
                <a:gdLst>
                  <a:gd name="connsiteX0" fmla="*/ 4381 w 13374"/>
                  <a:gd name="connsiteY0" fmla="*/ 47 h 4798"/>
                  <a:gd name="connsiteX1" fmla="*/ 8993 w 13374"/>
                  <a:gd name="connsiteY1" fmla="*/ 4751 h 4798"/>
                  <a:gd name="connsiteX2" fmla="*/ 4381 w 13374"/>
                  <a:gd name="connsiteY2" fmla="*/ 47 h 4798"/>
                </a:gdLst>
                <a:ahLst/>
                <a:cxnLst>
                  <a:cxn ang="0">
                    <a:pos x="connsiteX0" y="connsiteY0"/>
                  </a:cxn>
                  <a:cxn ang="0">
                    <a:pos x="connsiteX1" y="connsiteY1"/>
                  </a:cxn>
                  <a:cxn ang="0">
                    <a:pos x="connsiteX2" y="connsiteY2"/>
                  </a:cxn>
                </a:cxnLst>
                <a:rect l="l" t="t" r="r" b="b"/>
                <a:pathLst>
                  <a:path w="13374" h="4798">
                    <a:moveTo>
                      <a:pt x="4381" y="47"/>
                    </a:moveTo>
                    <a:cubicBezTo>
                      <a:pt x="-5541" y="784"/>
                      <a:pt x="3769" y="5311"/>
                      <a:pt x="8993" y="4751"/>
                    </a:cubicBezTo>
                    <a:cubicBezTo>
                      <a:pt x="18920" y="4008"/>
                      <a:pt x="9599" y="-508"/>
                      <a:pt x="4381" y="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7" name="Freeform: Shape 216">
                <a:extLst>
                  <a:ext uri="{FF2B5EF4-FFF2-40B4-BE49-F238E27FC236}">
                    <a16:creationId xmlns:a16="http://schemas.microsoft.com/office/drawing/2014/main" id="{83F076FF-8610-E0BF-12EF-131D545E8088}"/>
                  </a:ext>
                </a:extLst>
              </p:cNvPr>
              <p:cNvSpPr/>
              <p:nvPr/>
            </p:nvSpPr>
            <p:spPr>
              <a:xfrm>
                <a:off x="9017231" y="7111224"/>
                <a:ext cx="12314" cy="4180"/>
              </a:xfrm>
              <a:custGeom>
                <a:avLst/>
                <a:gdLst>
                  <a:gd name="connsiteX0" fmla="*/ 4147 w 12314"/>
                  <a:gd name="connsiteY0" fmla="*/ 8 h 4180"/>
                  <a:gd name="connsiteX1" fmla="*/ 8165 w 12314"/>
                  <a:gd name="connsiteY1" fmla="*/ 4173 h 4180"/>
                  <a:gd name="connsiteX2" fmla="*/ 4147 w 12314"/>
                  <a:gd name="connsiteY2" fmla="*/ 8 h 4180"/>
                </a:gdLst>
                <a:ahLst/>
                <a:cxnLst>
                  <a:cxn ang="0">
                    <a:pos x="connsiteX0" y="connsiteY0"/>
                  </a:cxn>
                  <a:cxn ang="0">
                    <a:pos x="connsiteX1" y="connsiteY1"/>
                  </a:cxn>
                  <a:cxn ang="0">
                    <a:pos x="connsiteX2" y="connsiteY2"/>
                  </a:cxn>
                </a:cxnLst>
                <a:rect l="l" t="t" r="r" b="b"/>
                <a:pathLst>
                  <a:path w="12314" h="4180">
                    <a:moveTo>
                      <a:pt x="4147" y="8"/>
                    </a:moveTo>
                    <a:cubicBezTo>
                      <a:pt x="-5116" y="110"/>
                      <a:pt x="3353" y="4385"/>
                      <a:pt x="8165" y="4173"/>
                    </a:cubicBezTo>
                    <a:cubicBezTo>
                      <a:pt x="17434" y="4037"/>
                      <a:pt x="8960" y="-204"/>
                      <a:pt x="4147"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8" name="Freeform: Shape 217">
                <a:extLst>
                  <a:ext uri="{FF2B5EF4-FFF2-40B4-BE49-F238E27FC236}">
                    <a16:creationId xmlns:a16="http://schemas.microsoft.com/office/drawing/2014/main" id="{E859F37F-2C38-3195-EBF9-D7266AE811A7}"/>
                  </a:ext>
                </a:extLst>
              </p:cNvPr>
              <p:cNvSpPr/>
              <p:nvPr/>
            </p:nvSpPr>
            <p:spPr>
              <a:xfrm>
                <a:off x="7591373" y="5043613"/>
                <a:ext cx="7503" cy="3335"/>
              </a:xfrm>
              <a:custGeom>
                <a:avLst/>
                <a:gdLst>
                  <a:gd name="connsiteX0" fmla="*/ 3067 w 7503"/>
                  <a:gd name="connsiteY0" fmla="*/ 11 h 3335"/>
                  <a:gd name="connsiteX1" fmla="*/ 7502 w 7503"/>
                  <a:gd name="connsiteY1" fmla="*/ 1457 h 3335"/>
                  <a:gd name="connsiteX2" fmla="*/ 3067 w 7503"/>
                  <a:gd name="connsiteY2" fmla="*/ 11 h 3335"/>
                </a:gdLst>
                <a:ahLst/>
                <a:cxnLst>
                  <a:cxn ang="0">
                    <a:pos x="connsiteX0" y="connsiteY0"/>
                  </a:cxn>
                  <a:cxn ang="0">
                    <a:pos x="connsiteX1" y="connsiteY1"/>
                  </a:cxn>
                  <a:cxn ang="0">
                    <a:pos x="connsiteX2" y="connsiteY2"/>
                  </a:cxn>
                </a:cxnLst>
                <a:rect l="l" t="t" r="r" b="b"/>
                <a:pathLst>
                  <a:path w="7503" h="3335">
                    <a:moveTo>
                      <a:pt x="3067" y="11"/>
                    </a:moveTo>
                    <a:cubicBezTo>
                      <a:pt x="-5906" y="1423"/>
                      <a:pt x="7684" y="5812"/>
                      <a:pt x="7502" y="1457"/>
                    </a:cubicBezTo>
                    <a:cubicBezTo>
                      <a:pt x="7078" y="543"/>
                      <a:pt x="5090" y="-92"/>
                      <a:pt x="3067" y="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19" name="Freeform: Shape 218">
                <a:extLst>
                  <a:ext uri="{FF2B5EF4-FFF2-40B4-BE49-F238E27FC236}">
                    <a16:creationId xmlns:a16="http://schemas.microsoft.com/office/drawing/2014/main" id="{E9AD2803-6410-477B-4F1C-C81233C0630F}"/>
                  </a:ext>
                </a:extLst>
              </p:cNvPr>
              <p:cNvSpPr/>
              <p:nvPr/>
            </p:nvSpPr>
            <p:spPr>
              <a:xfrm>
                <a:off x="7740366" y="5421082"/>
                <a:ext cx="7675" cy="4712"/>
              </a:xfrm>
              <a:custGeom>
                <a:avLst/>
                <a:gdLst>
                  <a:gd name="connsiteX0" fmla="*/ 2962 w 7675"/>
                  <a:gd name="connsiteY0" fmla="*/ 304 h 4712"/>
                  <a:gd name="connsiteX1" fmla="*/ 4705 w 7675"/>
                  <a:gd name="connsiteY1" fmla="*/ 4430 h 4712"/>
                  <a:gd name="connsiteX2" fmla="*/ 2962 w 7675"/>
                  <a:gd name="connsiteY2" fmla="*/ 304 h 4712"/>
                </a:gdLst>
                <a:ahLst/>
                <a:cxnLst>
                  <a:cxn ang="0">
                    <a:pos x="connsiteX0" y="connsiteY0"/>
                  </a:cxn>
                  <a:cxn ang="0">
                    <a:pos x="connsiteX1" y="connsiteY1"/>
                  </a:cxn>
                  <a:cxn ang="0">
                    <a:pos x="connsiteX2" y="connsiteY2"/>
                  </a:cxn>
                </a:cxnLst>
                <a:rect l="l" t="t" r="r" b="b"/>
                <a:pathLst>
                  <a:path w="7675" h="4712">
                    <a:moveTo>
                      <a:pt x="2962" y="304"/>
                    </a:moveTo>
                    <a:cubicBezTo>
                      <a:pt x="-3090" y="-1263"/>
                      <a:pt x="1493" y="3704"/>
                      <a:pt x="4705" y="4430"/>
                    </a:cubicBezTo>
                    <a:cubicBezTo>
                      <a:pt x="10751" y="5933"/>
                      <a:pt x="6219" y="995"/>
                      <a:pt x="2962" y="3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0" name="Freeform: Shape 219">
                <a:extLst>
                  <a:ext uri="{FF2B5EF4-FFF2-40B4-BE49-F238E27FC236}">
                    <a16:creationId xmlns:a16="http://schemas.microsoft.com/office/drawing/2014/main" id="{5791BD75-9214-2B69-C8D7-72E94F9A3D6F}"/>
                  </a:ext>
                </a:extLst>
              </p:cNvPr>
              <p:cNvSpPr/>
              <p:nvPr/>
            </p:nvSpPr>
            <p:spPr>
              <a:xfrm>
                <a:off x="7638800" y="5157781"/>
                <a:ext cx="7614" cy="4245"/>
              </a:xfrm>
              <a:custGeom>
                <a:avLst/>
                <a:gdLst>
                  <a:gd name="connsiteX0" fmla="*/ 3092 w 7614"/>
                  <a:gd name="connsiteY0" fmla="*/ 0 h 4245"/>
                  <a:gd name="connsiteX1" fmla="*/ 7613 w 7614"/>
                  <a:gd name="connsiteY1" fmla="*/ 2217 h 4245"/>
                  <a:gd name="connsiteX2" fmla="*/ 3092 w 7614"/>
                  <a:gd name="connsiteY2" fmla="*/ 0 h 4245"/>
                </a:gdLst>
                <a:ahLst/>
                <a:cxnLst>
                  <a:cxn ang="0">
                    <a:pos x="connsiteX0" y="connsiteY0"/>
                  </a:cxn>
                  <a:cxn ang="0">
                    <a:pos x="connsiteX1" y="connsiteY1"/>
                  </a:cxn>
                  <a:cxn ang="0">
                    <a:pos x="connsiteX2" y="connsiteY2"/>
                  </a:cxn>
                </a:cxnLst>
                <a:rect l="l" t="t" r="r" b="b"/>
                <a:pathLst>
                  <a:path w="7614" h="4245">
                    <a:moveTo>
                      <a:pt x="3092" y="0"/>
                    </a:moveTo>
                    <a:cubicBezTo>
                      <a:pt x="-5972" y="754"/>
                      <a:pt x="7795" y="7555"/>
                      <a:pt x="7613" y="2217"/>
                    </a:cubicBezTo>
                    <a:cubicBezTo>
                      <a:pt x="7172" y="1063"/>
                      <a:pt x="5144" y="80"/>
                      <a:pt x="309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1" name="Freeform: Shape 220">
                <a:extLst>
                  <a:ext uri="{FF2B5EF4-FFF2-40B4-BE49-F238E27FC236}">
                    <a16:creationId xmlns:a16="http://schemas.microsoft.com/office/drawing/2014/main" id="{DA81B989-D873-539F-C6C9-89867906D8A8}"/>
                  </a:ext>
                </a:extLst>
              </p:cNvPr>
              <p:cNvSpPr/>
              <p:nvPr/>
            </p:nvSpPr>
            <p:spPr>
              <a:xfrm>
                <a:off x="8245552" y="6327092"/>
                <a:ext cx="9662" cy="2668"/>
              </a:xfrm>
              <a:custGeom>
                <a:avLst/>
                <a:gdLst>
                  <a:gd name="connsiteX0" fmla="*/ 3690 w 9662"/>
                  <a:gd name="connsiteY0" fmla="*/ 2 h 2668"/>
                  <a:gd name="connsiteX1" fmla="*/ 9651 w 9662"/>
                  <a:gd name="connsiteY1" fmla="*/ 1241 h 2668"/>
                  <a:gd name="connsiteX2" fmla="*/ 3690 w 9662"/>
                  <a:gd name="connsiteY2" fmla="*/ 2 h 2668"/>
                </a:gdLst>
                <a:ahLst/>
                <a:cxnLst>
                  <a:cxn ang="0">
                    <a:pos x="connsiteX0" y="connsiteY0"/>
                  </a:cxn>
                  <a:cxn ang="0">
                    <a:pos x="connsiteX1" y="connsiteY1"/>
                  </a:cxn>
                  <a:cxn ang="0">
                    <a:pos x="connsiteX2" y="connsiteY2"/>
                  </a:cxn>
                </a:cxnLst>
                <a:rect l="l" t="t" r="r" b="b"/>
                <a:pathLst>
                  <a:path w="9662" h="2668">
                    <a:moveTo>
                      <a:pt x="3690" y="2"/>
                    </a:moveTo>
                    <a:cubicBezTo>
                      <a:pt x="-7426" y="887"/>
                      <a:pt x="10165" y="4705"/>
                      <a:pt x="9651" y="1241"/>
                    </a:cubicBezTo>
                    <a:cubicBezTo>
                      <a:pt x="8959" y="521"/>
                      <a:pt x="6285" y="-33"/>
                      <a:pt x="3690"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2" name="Freeform: Shape 221">
                <a:extLst>
                  <a:ext uri="{FF2B5EF4-FFF2-40B4-BE49-F238E27FC236}">
                    <a16:creationId xmlns:a16="http://schemas.microsoft.com/office/drawing/2014/main" id="{7EEC2B0A-2BC9-4E83-30DD-D0F3E6E12115}"/>
                  </a:ext>
                </a:extLst>
              </p:cNvPr>
              <p:cNvSpPr/>
              <p:nvPr/>
            </p:nvSpPr>
            <p:spPr>
              <a:xfrm>
                <a:off x="7688612" y="5289714"/>
                <a:ext cx="7587" cy="4589"/>
              </a:xfrm>
              <a:custGeom>
                <a:avLst/>
                <a:gdLst>
                  <a:gd name="connsiteX0" fmla="*/ 2954 w 7587"/>
                  <a:gd name="connsiteY0" fmla="*/ 72 h 4589"/>
                  <a:gd name="connsiteX1" fmla="*/ 4629 w 7587"/>
                  <a:gd name="connsiteY1" fmla="*/ 4524 h 4589"/>
                  <a:gd name="connsiteX2" fmla="*/ 2954 w 7587"/>
                  <a:gd name="connsiteY2" fmla="*/ 72 h 4589"/>
                </a:gdLst>
                <a:ahLst/>
                <a:cxnLst>
                  <a:cxn ang="0">
                    <a:pos x="connsiteX0" y="connsiteY0"/>
                  </a:cxn>
                  <a:cxn ang="0">
                    <a:pos x="connsiteX1" y="connsiteY1"/>
                  </a:cxn>
                  <a:cxn ang="0">
                    <a:pos x="connsiteX2" y="connsiteY2"/>
                  </a:cxn>
                </a:cxnLst>
                <a:rect l="l" t="t" r="r" b="b"/>
                <a:pathLst>
                  <a:path w="7587" h="4589">
                    <a:moveTo>
                      <a:pt x="2954" y="72"/>
                    </a:moveTo>
                    <a:cubicBezTo>
                      <a:pt x="-2886" y="-642"/>
                      <a:pt x="1154" y="4187"/>
                      <a:pt x="4629" y="4524"/>
                    </a:cubicBezTo>
                    <a:cubicBezTo>
                      <a:pt x="10452" y="5204"/>
                      <a:pt x="6475" y="364"/>
                      <a:pt x="2954" y="7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3" name="Freeform: Shape 222">
                <a:extLst>
                  <a:ext uri="{FF2B5EF4-FFF2-40B4-BE49-F238E27FC236}">
                    <a16:creationId xmlns:a16="http://schemas.microsoft.com/office/drawing/2014/main" id="{25772B37-979F-E0B8-B242-3AE1AA1FEC28}"/>
                  </a:ext>
                </a:extLst>
              </p:cNvPr>
              <p:cNvSpPr/>
              <p:nvPr/>
            </p:nvSpPr>
            <p:spPr>
              <a:xfrm>
                <a:off x="7849840" y="5613971"/>
                <a:ext cx="8015" cy="3884"/>
              </a:xfrm>
              <a:custGeom>
                <a:avLst/>
                <a:gdLst>
                  <a:gd name="connsiteX0" fmla="*/ 3055 w 8015"/>
                  <a:gd name="connsiteY0" fmla="*/ 450 h 3884"/>
                  <a:gd name="connsiteX1" fmla="*/ 4952 w 8015"/>
                  <a:gd name="connsiteY1" fmla="*/ 3502 h 3884"/>
                  <a:gd name="connsiteX2" fmla="*/ 3055 w 8015"/>
                  <a:gd name="connsiteY2" fmla="*/ 450 h 3884"/>
                </a:gdLst>
                <a:ahLst/>
                <a:cxnLst>
                  <a:cxn ang="0">
                    <a:pos x="connsiteX0" y="connsiteY0"/>
                  </a:cxn>
                  <a:cxn ang="0">
                    <a:pos x="connsiteX1" y="connsiteY1"/>
                  </a:cxn>
                  <a:cxn ang="0">
                    <a:pos x="connsiteX2" y="connsiteY2"/>
                  </a:cxn>
                </a:cxnLst>
                <a:rect l="l" t="t" r="r" b="b"/>
                <a:pathLst>
                  <a:path w="8015" h="3884">
                    <a:moveTo>
                      <a:pt x="3055" y="450"/>
                    </a:moveTo>
                    <a:cubicBezTo>
                      <a:pt x="-3260" y="-1327"/>
                      <a:pt x="1654" y="2679"/>
                      <a:pt x="4952" y="3502"/>
                    </a:cubicBezTo>
                    <a:cubicBezTo>
                      <a:pt x="11250" y="5102"/>
                      <a:pt x="6421" y="1221"/>
                      <a:pt x="3055" y="4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4" name="Freeform: Shape 223">
                <a:extLst>
                  <a:ext uri="{FF2B5EF4-FFF2-40B4-BE49-F238E27FC236}">
                    <a16:creationId xmlns:a16="http://schemas.microsoft.com/office/drawing/2014/main" id="{FE41126A-AACB-0174-5C8E-7561755BCADF}"/>
                  </a:ext>
                </a:extLst>
              </p:cNvPr>
              <p:cNvSpPr/>
              <p:nvPr/>
            </p:nvSpPr>
            <p:spPr>
              <a:xfrm>
                <a:off x="7794066" y="5533769"/>
                <a:ext cx="7800" cy="4256"/>
              </a:xfrm>
              <a:custGeom>
                <a:avLst/>
                <a:gdLst>
                  <a:gd name="connsiteX0" fmla="*/ 2994 w 7800"/>
                  <a:gd name="connsiteY0" fmla="*/ 550 h 4256"/>
                  <a:gd name="connsiteX1" fmla="*/ 4800 w 7800"/>
                  <a:gd name="connsiteY1" fmla="*/ 3751 h 4256"/>
                  <a:gd name="connsiteX2" fmla="*/ 2994 w 7800"/>
                  <a:gd name="connsiteY2" fmla="*/ 550 h 4256"/>
                </a:gdLst>
                <a:ahLst/>
                <a:cxnLst>
                  <a:cxn ang="0">
                    <a:pos x="connsiteX0" y="connsiteY0"/>
                  </a:cxn>
                  <a:cxn ang="0">
                    <a:pos x="connsiteX1" y="connsiteY1"/>
                  </a:cxn>
                  <a:cxn ang="0">
                    <a:pos x="connsiteX2" y="connsiteY2"/>
                  </a:cxn>
                </a:cxnLst>
                <a:rect l="l" t="t" r="r" b="b"/>
                <a:pathLst>
                  <a:path w="7800" h="4256">
                    <a:moveTo>
                      <a:pt x="2994" y="550"/>
                    </a:moveTo>
                    <a:cubicBezTo>
                      <a:pt x="-3184" y="-1507"/>
                      <a:pt x="1611" y="2796"/>
                      <a:pt x="4800" y="3751"/>
                    </a:cubicBezTo>
                    <a:cubicBezTo>
                      <a:pt x="10972" y="5694"/>
                      <a:pt x="6223" y="1476"/>
                      <a:pt x="2994" y="5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5" name="Freeform: Shape 224">
                <a:extLst>
                  <a:ext uri="{FF2B5EF4-FFF2-40B4-BE49-F238E27FC236}">
                    <a16:creationId xmlns:a16="http://schemas.microsoft.com/office/drawing/2014/main" id="{E2F8FB52-C609-B997-6F08-6AA200E01F5E}"/>
                  </a:ext>
                </a:extLst>
              </p:cNvPr>
              <p:cNvSpPr/>
              <p:nvPr/>
            </p:nvSpPr>
            <p:spPr>
              <a:xfrm>
                <a:off x="7908077" y="5752273"/>
                <a:ext cx="8308" cy="6113"/>
              </a:xfrm>
              <a:custGeom>
                <a:avLst/>
                <a:gdLst>
                  <a:gd name="connsiteX0" fmla="*/ 3169 w 8308"/>
                  <a:gd name="connsiteY0" fmla="*/ 200 h 6113"/>
                  <a:gd name="connsiteX1" fmla="*/ 5129 w 8308"/>
                  <a:gd name="connsiteY1" fmla="*/ 5944 h 6113"/>
                  <a:gd name="connsiteX2" fmla="*/ 3169 w 8308"/>
                  <a:gd name="connsiteY2" fmla="*/ 200 h 6113"/>
                </a:gdLst>
                <a:ahLst/>
                <a:cxnLst>
                  <a:cxn ang="0">
                    <a:pos x="connsiteX0" y="connsiteY0"/>
                  </a:cxn>
                  <a:cxn ang="0">
                    <a:pos x="connsiteX1" y="connsiteY1"/>
                  </a:cxn>
                  <a:cxn ang="0">
                    <a:pos x="connsiteX2" y="connsiteY2"/>
                  </a:cxn>
                </a:cxnLst>
                <a:rect l="l" t="t" r="r" b="b"/>
                <a:pathLst>
                  <a:path w="8308" h="6113">
                    <a:moveTo>
                      <a:pt x="3169" y="200"/>
                    </a:moveTo>
                    <a:cubicBezTo>
                      <a:pt x="-3341" y="-1217"/>
                      <a:pt x="1643" y="5332"/>
                      <a:pt x="5129" y="5944"/>
                    </a:cubicBezTo>
                    <a:cubicBezTo>
                      <a:pt x="11615" y="7230"/>
                      <a:pt x="6740" y="783"/>
                      <a:pt x="3169" y="2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6" name="Freeform: Shape 225">
                <a:extLst>
                  <a:ext uri="{FF2B5EF4-FFF2-40B4-BE49-F238E27FC236}">
                    <a16:creationId xmlns:a16="http://schemas.microsoft.com/office/drawing/2014/main" id="{C60615B4-8D6A-6E24-BDC0-0CE13B780C8B}"/>
                  </a:ext>
                </a:extLst>
              </p:cNvPr>
              <p:cNvSpPr/>
              <p:nvPr/>
            </p:nvSpPr>
            <p:spPr>
              <a:xfrm>
                <a:off x="8100279" y="6168118"/>
                <a:ext cx="9116" cy="3630"/>
              </a:xfrm>
              <a:custGeom>
                <a:avLst/>
                <a:gdLst>
                  <a:gd name="connsiteX0" fmla="*/ 3516 w 9116"/>
                  <a:gd name="connsiteY0" fmla="*/ 521 h 3630"/>
                  <a:gd name="connsiteX1" fmla="*/ 9116 w 9116"/>
                  <a:gd name="connsiteY1" fmla="*/ 3042 h 3630"/>
                  <a:gd name="connsiteX2" fmla="*/ 3516 w 9116"/>
                  <a:gd name="connsiteY2" fmla="*/ 521 h 3630"/>
                </a:gdLst>
                <a:ahLst/>
                <a:cxnLst>
                  <a:cxn ang="0">
                    <a:pos x="connsiteX0" y="connsiteY0"/>
                  </a:cxn>
                  <a:cxn ang="0">
                    <a:pos x="connsiteX1" y="connsiteY1"/>
                  </a:cxn>
                  <a:cxn ang="0">
                    <a:pos x="connsiteX2" y="connsiteY2"/>
                  </a:cxn>
                </a:cxnLst>
                <a:rect l="l" t="t" r="r" b="b"/>
                <a:pathLst>
                  <a:path w="9116" h="3630">
                    <a:moveTo>
                      <a:pt x="3516" y="521"/>
                    </a:moveTo>
                    <a:cubicBezTo>
                      <a:pt x="-6908" y="-2033"/>
                      <a:pt x="9174" y="5774"/>
                      <a:pt x="9116" y="3042"/>
                    </a:cubicBezTo>
                    <a:cubicBezTo>
                      <a:pt x="8477" y="2333"/>
                      <a:pt x="5967" y="1224"/>
                      <a:pt x="3516" y="5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7" name="Freeform: Shape 226">
                <a:extLst>
                  <a:ext uri="{FF2B5EF4-FFF2-40B4-BE49-F238E27FC236}">
                    <a16:creationId xmlns:a16="http://schemas.microsoft.com/office/drawing/2014/main" id="{613FBF01-265E-328B-B94E-EE68243177FF}"/>
                  </a:ext>
                </a:extLst>
              </p:cNvPr>
              <p:cNvSpPr/>
              <p:nvPr/>
            </p:nvSpPr>
            <p:spPr>
              <a:xfrm>
                <a:off x="8170976" y="6252959"/>
                <a:ext cx="9426" cy="2671"/>
              </a:xfrm>
              <a:custGeom>
                <a:avLst/>
                <a:gdLst>
                  <a:gd name="connsiteX0" fmla="*/ 3623 w 9426"/>
                  <a:gd name="connsiteY0" fmla="*/ 4 h 2671"/>
                  <a:gd name="connsiteX1" fmla="*/ 9417 w 9426"/>
                  <a:gd name="connsiteY1" fmla="*/ 1187 h 2671"/>
                  <a:gd name="connsiteX2" fmla="*/ 3623 w 9426"/>
                  <a:gd name="connsiteY2" fmla="*/ 4 h 2671"/>
                </a:gdLst>
                <a:ahLst/>
                <a:cxnLst>
                  <a:cxn ang="0">
                    <a:pos x="connsiteX0" y="connsiteY0"/>
                  </a:cxn>
                  <a:cxn ang="0">
                    <a:pos x="connsiteX1" y="connsiteY1"/>
                  </a:cxn>
                  <a:cxn ang="0">
                    <a:pos x="connsiteX2" y="connsiteY2"/>
                  </a:cxn>
                </a:cxnLst>
                <a:rect l="l" t="t" r="r" b="b"/>
                <a:pathLst>
                  <a:path w="9426" h="2671">
                    <a:moveTo>
                      <a:pt x="3623" y="4"/>
                    </a:moveTo>
                    <a:cubicBezTo>
                      <a:pt x="-7259" y="1016"/>
                      <a:pt x="9886" y="4697"/>
                      <a:pt x="9417" y="1187"/>
                    </a:cubicBezTo>
                    <a:cubicBezTo>
                      <a:pt x="8749" y="473"/>
                      <a:pt x="6155" y="-53"/>
                      <a:pt x="3623"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8" name="Freeform: Shape 227">
                <a:extLst>
                  <a:ext uri="{FF2B5EF4-FFF2-40B4-BE49-F238E27FC236}">
                    <a16:creationId xmlns:a16="http://schemas.microsoft.com/office/drawing/2014/main" id="{0FF615F2-DEA2-D03B-7C58-165496AE3C6E}"/>
                  </a:ext>
                </a:extLst>
              </p:cNvPr>
              <p:cNvSpPr/>
              <p:nvPr/>
            </p:nvSpPr>
            <p:spPr>
              <a:xfrm>
                <a:off x="8032498" y="6091324"/>
                <a:ext cx="8935" cy="4523"/>
              </a:xfrm>
              <a:custGeom>
                <a:avLst/>
                <a:gdLst>
                  <a:gd name="connsiteX0" fmla="*/ 3477 w 8935"/>
                  <a:gd name="connsiteY0" fmla="*/ 317 h 4523"/>
                  <a:gd name="connsiteX1" fmla="*/ 8935 w 8935"/>
                  <a:gd name="connsiteY1" fmla="*/ 3408 h 4523"/>
                  <a:gd name="connsiteX2" fmla="*/ 3477 w 8935"/>
                  <a:gd name="connsiteY2" fmla="*/ 317 h 4523"/>
                </a:gdLst>
                <a:ahLst/>
                <a:cxnLst>
                  <a:cxn ang="0">
                    <a:pos x="connsiteX0" y="connsiteY0"/>
                  </a:cxn>
                  <a:cxn ang="0">
                    <a:pos x="connsiteX1" y="connsiteY1"/>
                  </a:cxn>
                  <a:cxn ang="0">
                    <a:pos x="connsiteX2" y="connsiteY2"/>
                  </a:cxn>
                </a:cxnLst>
                <a:rect l="l" t="t" r="r" b="b"/>
                <a:pathLst>
                  <a:path w="8935" h="4523">
                    <a:moveTo>
                      <a:pt x="3477" y="317"/>
                    </a:moveTo>
                    <a:cubicBezTo>
                      <a:pt x="-6816" y="-1815"/>
                      <a:pt x="9032" y="7672"/>
                      <a:pt x="8935" y="3408"/>
                    </a:cubicBezTo>
                    <a:cubicBezTo>
                      <a:pt x="8335" y="2362"/>
                      <a:pt x="5889" y="996"/>
                      <a:pt x="3477" y="3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29" name="Freeform: Shape 228">
                <a:extLst>
                  <a:ext uri="{FF2B5EF4-FFF2-40B4-BE49-F238E27FC236}">
                    <a16:creationId xmlns:a16="http://schemas.microsoft.com/office/drawing/2014/main" id="{079BC43D-4359-FB4C-0161-CCD95F99CA2F}"/>
                  </a:ext>
                </a:extLst>
              </p:cNvPr>
              <p:cNvSpPr/>
              <p:nvPr/>
            </p:nvSpPr>
            <p:spPr>
              <a:xfrm>
                <a:off x="7968568" y="5936130"/>
                <a:ext cx="8687" cy="6470"/>
              </a:xfrm>
              <a:custGeom>
                <a:avLst/>
                <a:gdLst>
                  <a:gd name="connsiteX0" fmla="*/ 3423 w 8687"/>
                  <a:gd name="connsiteY0" fmla="*/ 126 h 6470"/>
                  <a:gd name="connsiteX1" fmla="*/ 8686 w 8687"/>
                  <a:gd name="connsiteY1" fmla="*/ 4315 h 6470"/>
                  <a:gd name="connsiteX2" fmla="*/ 3423 w 8687"/>
                  <a:gd name="connsiteY2" fmla="*/ 126 h 6470"/>
                </a:gdLst>
                <a:ahLst/>
                <a:cxnLst>
                  <a:cxn ang="0">
                    <a:pos x="connsiteX0" y="connsiteY0"/>
                  </a:cxn>
                  <a:cxn ang="0">
                    <a:pos x="connsiteX1" y="connsiteY1"/>
                  </a:cxn>
                  <a:cxn ang="0">
                    <a:pos x="connsiteX2" y="connsiteY2"/>
                  </a:cxn>
                </a:cxnLst>
                <a:rect l="l" t="t" r="r" b="b"/>
                <a:pathLst>
                  <a:path w="8687" h="6470">
                    <a:moveTo>
                      <a:pt x="3423" y="126"/>
                    </a:moveTo>
                    <a:cubicBezTo>
                      <a:pt x="-6699" y="-1389"/>
                      <a:pt x="8869" y="11402"/>
                      <a:pt x="8686" y="4315"/>
                    </a:cubicBezTo>
                    <a:cubicBezTo>
                      <a:pt x="8114" y="2664"/>
                      <a:pt x="5754" y="812"/>
                      <a:pt x="3423" y="1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0" name="Freeform: Shape 229">
                <a:extLst>
                  <a:ext uri="{FF2B5EF4-FFF2-40B4-BE49-F238E27FC236}">
                    <a16:creationId xmlns:a16="http://schemas.microsoft.com/office/drawing/2014/main" id="{FB3347B6-6597-D086-7B15-A61F0207DAC9}"/>
                  </a:ext>
                </a:extLst>
              </p:cNvPr>
              <p:cNvSpPr/>
              <p:nvPr/>
            </p:nvSpPr>
            <p:spPr>
              <a:xfrm>
                <a:off x="9422348" y="7526300"/>
                <a:ext cx="13472" cy="5108"/>
              </a:xfrm>
              <a:custGeom>
                <a:avLst/>
                <a:gdLst>
                  <a:gd name="connsiteX0" fmla="*/ 4224 w 13472"/>
                  <a:gd name="connsiteY0" fmla="*/ 0 h 5108"/>
                  <a:gd name="connsiteX1" fmla="*/ 13099 w 13472"/>
                  <a:gd name="connsiteY1" fmla="*/ 4229 h 5108"/>
                  <a:gd name="connsiteX2" fmla="*/ 4224 w 13472"/>
                  <a:gd name="connsiteY2" fmla="*/ 0 h 5108"/>
                </a:gdLst>
                <a:ahLst/>
                <a:cxnLst>
                  <a:cxn ang="0">
                    <a:pos x="connsiteX0" y="connsiteY0"/>
                  </a:cxn>
                  <a:cxn ang="0">
                    <a:pos x="connsiteX1" y="connsiteY1"/>
                  </a:cxn>
                  <a:cxn ang="0">
                    <a:pos x="connsiteX2" y="connsiteY2"/>
                  </a:cxn>
                </a:cxnLst>
                <a:rect l="l" t="t" r="r" b="b"/>
                <a:pathLst>
                  <a:path w="13472" h="5108">
                    <a:moveTo>
                      <a:pt x="4224" y="0"/>
                    </a:moveTo>
                    <a:cubicBezTo>
                      <a:pt x="-7829" y="1217"/>
                      <a:pt x="9362" y="7361"/>
                      <a:pt x="13099" y="4229"/>
                    </a:cubicBezTo>
                    <a:cubicBezTo>
                      <a:pt x="15368" y="931"/>
                      <a:pt x="6641" y="46"/>
                      <a:pt x="422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1" name="Freeform: Shape 230">
                <a:extLst>
                  <a:ext uri="{FF2B5EF4-FFF2-40B4-BE49-F238E27FC236}">
                    <a16:creationId xmlns:a16="http://schemas.microsoft.com/office/drawing/2014/main" id="{4E432058-5C82-375C-8571-088E8977880F}"/>
                  </a:ext>
                </a:extLst>
              </p:cNvPr>
              <p:cNvSpPr/>
              <p:nvPr/>
            </p:nvSpPr>
            <p:spPr>
              <a:xfrm>
                <a:off x="7350894" y="4965740"/>
                <a:ext cx="6702" cy="1878"/>
              </a:xfrm>
              <a:custGeom>
                <a:avLst/>
                <a:gdLst>
                  <a:gd name="connsiteX0" fmla="*/ 2819 w 6702"/>
                  <a:gd name="connsiteY0" fmla="*/ 0 h 1878"/>
                  <a:gd name="connsiteX1" fmla="*/ 5539 w 6702"/>
                  <a:gd name="connsiteY1" fmla="*/ 292 h 1878"/>
                  <a:gd name="connsiteX2" fmla="*/ 2819 w 6702"/>
                  <a:gd name="connsiteY2" fmla="*/ 0 h 1878"/>
                </a:gdLst>
                <a:ahLst/>
                <a:cxnLst>
                  <a:cxn ang="0">
                    <a:pos x="connsiteX0" y="connsiteY0"/>
                  </a:cxn>
                  <a:cxn ang="0">
                    <a:pos x="connsiteX1" y="connsiteY1"/>
                  </a:cxn>
                  <a:cxn ang="0">
                    <a:pos x="connsiteX2" y="connsiteY2"/>
                  </a:cxn>
                </a:cxnLst>
                <a:rect l="l" t="t" r="r" b="b"/>
                <a:pathLst>
                  <a:path w="6702" h="1878">
                    <a:moveTo>
                      <a:pt x="2819" y="0"/>
                    </a:moveTo>
                    <a:cubicBezTo>
                      <a:pt x="-6662" y="1052"/>
                      <a:pt x="11294" y="3480"/>
                      <a:pt x="5539" y="292"/>
                    </a:cubicBezTo>
                    <a:cubicBezTo>
                      <a:pt x="4750" y="108"/>
                      <a:pt x="3762" y="6"/>
                      <a:pt x="281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2" name="Freeform: Shape 231">
                <a:extLst>
                  <a:ext uri="{FF2B5EF4-FFF2-40B4-BE49-F238E27FC236}">
                    <a16:creationId xmlns:a16="http://schemas.microsoft.com/office/drawing/2014/main" id="{2A89B69D-D52A-E218-493B-DB97EF51B4A7}"/>
                  </a:ext>
                </a:extLst>
              </p:cNvPr>
              <p:cNvSpPr/>
              <p:nvPr/>
            </p:nvSpPr>
            <p:spPr>
              <a:xfrm>
                <a:off x="8399587" y="6695204"/>
                <a:ext cx="10618" cy="5275"/>
              </a:xfrm>
              <a:custGeom>
                <a:avLst/>
                <a:gdLst>
                  <a:gd name="connsiteX0" fmla="*/ 3937 w 10618"/>
                  <a:gd name="connsiteY0" fmla="*/ 982 h 5275"/>
                  <a:gd name="connsiteX1" fmla="*/ 10612 w 10618"/>
                  <a:gd name="connsiteY1" fmla="*/ 4702 h 5275"/>
                  <a:gd name="connsiteX2" fmla="*/ 3937 w 10618"/>
                  <a:gd name="connsiteY2" fmla="*/ 982 h 5275"/>
                </a:gdLst>
                <a:ahLst/>
                <a:cxnLst>
                  <a:cxn ang="0">
                    <a:pos x="connsiteX0" y="connsiteY0"/>
                  </a:cxn>
                  <a:cxn ang="0">
                    <a:pos x="connsiteX1" y="connsiteY1"/>
                  </a:cxn>
                  <a:cxn ang="0">
                    <a:pos x="connsiteX2" y="connsiteY2"/>
                  </a:cxn>
                </a:cxnLst>
                <a:rect l="l" t="t" r="r" b="b"/>
                <a:pathLst>
                  <a:path w="10618" h="5275">
                    <a:moveTo>
                      <a:pt x="3937" y="982"/>
                    </a:moveTo>
                    <a:cubicBezTo>
                      <a:pt x="-7985" y="-3271"/>
                      <a:pt x="11006" y="7862"/>
                      <a:pt x="10612" y="4702"/>
                    </a:cubicBezTo>
                    <a:cubicBezTo>
                      <a:pt x="9766" y="3759"/>
                      <a:pt x="6783" y="2101"/>
                      <a:pt x="3937" y="9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3" name="Freeform: Shape 232">
                <a:extLst>
                  <a:ext uri="{FF2B5EF4-FFF2-40B4-BE49-F238E27FC236}">
                    <a16:creationId xmlns:a16="http://schemas.microsoft.com/office/drawing/2014/main" id="{27659C6E-836A-4B84-5DF6-2ED1D2E9EEFC}"/>
                  </a:ext>
                </a:extLst>
              </p:cNvPr>
              <p:cNvSpPr/>
              <p:nvPr/>
            </p:nvSpPr>
            <p:spPr>
              <a:xfrm>
                <a:off x="8494178" y="6802928"/>
                <a:ext cx="10984" cy="5425"/>
              </a:xfrm>
              <a:custGeom>
                <a:avLst/>
                <a:gdLst>
                  <a:gd name="connsiteX0" fmla="*/ 4043 w 10984"/>
                  <a:gd name="connsiteY0" fmla="*/ 807 h 5425"/>
                  <a:gd name="connsiteX1" fmla="*/ 10976 w 10984"/>
                  <a:gd name="connsiteY1" fmla="*/ 4648 h 5425"/>
                  <a:gd name="connsiteX2" fmla="*/ 4043 w 10984"/>
                  <a:gd name="connsiteY2" fmla="*/ 807 h 5425"/>
                </a:gdLst>
                <a:ahLst/>
                <a:cxnLst>
                  <a:cxn ang="0">
                    <a:pos x="connsiteX0" y="connsiteY0"/>
                  </a:cxn>
                  <a:cxn ang="0">
                    <a:pos x="connsiteX1" y="connsiteY1"/>
                  </a:cxn>
                  <a:cxn ang="0">
                    <a:pos x="connsiteX2" y="connsiteY2"/>
                  </a:cxn>
                </a:cxnLst>
                <a:rect l="l" t="t" r="r" b="b"/>
                <a:pathLst>
                  <a:path w="10984" h="5425">
                    <a:moveTo>
                      <a:pt x="4043" y="807"/>
                    </a:moveTo>
                    <a:cubicBezTo>
                      <a:pt x="-8255" y="-3062"/>
                      <a:pt x="11473" y="8437"/>
                      <a:pt x="10976" y="4648"/>
                    </a:cubicBezTo>
                    <a:cubicBezTo>
                      <a:pt x="10090" y="3590"/>
                      <a:pt x="6987" y="1876"/>
                      <a:pt x="4043" y="80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4" name="Freeform: Shape 233">
                <a:extLst>
                  <a:ext uri="{FF2B5EF4-FFF2-40B4-BE49-F238E27FC236}">
                    <a16:creationId xmlns:a16="http://schemas.microsoft.com/office/drawing/2014/main" id="{ACB58B04-37C2-5247-C52C-81CD76A3E8D2}"/>
                  </a:ext>
                </a:extLst>
              </p:cNvPr>
              <p:cNvSpPr/>
              <p:nvPr/>
            </p:nvSpPr>
            <p:spPr>
              <a:xfrm>
                <a:off x="8309202" y="6602900"/>
                <a:ext cx="10368" cy="4465"/>
              </a:xfrm>
              <a:custGeom>
                <a:avLst/>
                <a:gdLst>
                  <a:gd name="connsiteX0" fmla="*/ 3871 w 10368"/>
                  <a:gd name="connsiteY0" fmla="*/ 914 h 4465"/>
                  <a:gd name="connsiteX1" fmla="*/ 10363 w 10368"/>
                  <a:gd name="connsiteY1" fmla="*/ 4040 h 4465"/>
                  <a:gd name="connsiteX2" fmla="*/ 3871 w 10368"/>
                  <a:gd name="connsiteY2" fmla="*/ 914 h 4465"/>
                </a:gdLst>
                <a:ahLst/>
                <a:cxnLst>
                  <a:cxn ang="0">
                    <a:pos x="connsiteX0" y="connsiteY0"/>
                  </a:cxn>
                  <a:cxn ang="0">
                    <a:pos x="connsiteX1" y="connsiteY1"/>
                  </a:cxn>
                  <a:cxn ang="0">
                    <a:pos x="connsiteX2" y="connsiteY2"/>
                  </a:cxn>
                </a:cxnLst>
                <a:rect l="l" t="t" r="r" b="b"/>
                <a:pathLst>
                  <a:path w="10368" h="4465">
                    <a:moveTo>
                      <a:pt x="3871" y="914"/>
                    </a:moveTo>
                    <a:cubicBezTo>
                      <a:pt x="-7822" y="-2881"/>
                      <a:pt x="10740" y="6532"/>
                      <a:pt x="10363" y="4040"/>
                    </a:cubicBezTo>
                    <a:cubicBezTo>
                      <a:pt x="9552" y="3280"/>
                      <a:pt x="6648" y="1885"/>
                      <a:pt x="3871" y="9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5" name="Freeform: Shape 234">
                <a:extLst>
                  <a:ext uri="{FF2B5EF4-FFF2-40B4-BE49-F238E27FC236}">
                    <a16:creationId xmlns:a16="http://schemas.microsoft.com/office/drawing/2014/main" id="{1DAC9D79-80D0-AFEF-97E0-0D74E893BCE3}"/>
                  </a:ext>
                </a:extLst>
              </p:cNvPr>
              <p:cNvSpPr/>
              <p:nvPr/>
            </p:nvSpPr>
            <p:spPr>
              <a:xfrm>
                <a:off x="8139890" y="6460699"/>
                <a:ext cx="9954" cy="2723"/>
              </a:xfrm>
              <a:custGeom>
                <a:avLst/>
                <a:gdLst>
                  <a:gd name="connsiteX0" fmla="*/ 3773 w 9954"/>
                  <a:gd name="connsiteY0" fmla="*/ 274 h 2723"/>
                  <a:gd name="connsiteX1" fmla="*/ 9951 w 9954"/>
                  <a:gd name="connsiteY1" fmla="*/ 2170 h 2723"/>
                  <a:gd name="connsiteX2" fmla="*/ 3773 w 9954"/>
                  <a:gd name="connsiteY2" fmla="*/ 274 h 2723"/>
                </a:gdLst>
                <a:ahLst/>
                <a:cxnLst>
                  <a:cxn ang="0">
                    <a:pos x="connsiteX0" y="connsiteY0"/>
                  </a:cxn>
                  <a:cxn ang="0">
                    <a:pos x="connsiteX1" y="connsiteY1"/>
                  </a:cxn>
                  <a:cxn ang="0">
                    <a:pos x="connsiteX2" y="connsiteY2"/>
                  </a:cxn>
                </a:cxnLst>
                <a:rect l="l" t="t" r="r" b="b"/>
                <a:pathLst>
                  <a:path w="9954" h="2723">
                    <a:moveTo>
                      <a:pt x="3773" y="274"/>
                    </a:moveTo>
                    <a:cubicBezTo>
                      <a:pt x="-7554" y="-1293"/>
                      <a:pt x="10265" y="4480"/>
                      <a:pt x="9951" y="2170"/>
                    </a:cubicBezTo>
                    <a:cubicBezTo>
                      <a:pt x="9219" y="1582"/>
                      <a:pt x="6453" y="731"/>
                      <a:pt x="3773" y="2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6" name="Freeform: Shape 235">
                <a:extLst>
                  <a:ext uri="{FF2B5EF4-FFF2-40B4-BE49-F238E27FC236}">
                    <a16:creationId xmlns:a16="http://schemas.microsoft.com/office/drawing/2014/main" id="{06E58981-A1ED-FD7E-DEA9-B57D88F3408B}"/>
                  </a:ext>
                </a:extLst>
              </p:cNvPr>
              <p:cNvSpPr/>
              <p:nvPr/>
            </p:nvSpPr>
            <p:spPr>
              <a:xfrm>
                <a:off x="8222477" y="6527149"/>
                <a:ext cx="10150" cy="3538"/>
              </a:xfrm>
              <a:custGeom>
                <a:avLst/>
                <a:gdLst>
                  <a:gd name="connsiteX0" fmla="*/ 3813 w 10150"/>
                  <a:gd name="connsiteY0" fmla="*/ 632 h 3538"/>
                  <a:gd name="connsiteX1" fmla="*/ 10145 w 10150"/>
                  <a:gd name="connsiteY1" fmla="*/ 3119 h 3538"/>
                  <a:gd name="connsiteX2" fmla="*/ 3813 w 10150"/>
                  <a:gd name="connsiteY2" fmla="*/ 632 h 3538"/>
                </a:gdLst>
                <a:ahLst/>
                <a:cxnLst>
                  <a:cxn ang="0">
                    <a:pos x="connsiteX0" y="connsiteY0"/>
                  </a:cxn>
                  <a:cxn ang="0">
                    <a:pos x="connsiteX1" y="connsiteY1"/>
                  </a:cxn>
                  <a:cxn ang="0">
                    <a:pos x="connsiteX2" y="connsiteY2"/>
                  </a:cxn>
                </a:cxnLst>
                <a:rect l="l" t="t" r="r" b="b"/>
                <a:pathLst>
                  <a:path w="10150" h="3538">
                    <a:moveTo>
                      <a:pt x="3813" y="632"/>
                    </a:moveTo>
                    <a:cubicBezTo>
                      <a:pt x="-7674" y="-2162"/>
                      <a:pt x="10489" y="5347"/>
                      <a:pt x="10145" y="3119"/>
                    </a:cubicBezTo>
                    <a:cubicBezTo>
                      <a:pt x="9374" y="2473"/>
                      <a:pt x="6539" y="1364"/>
                      <a:pt x="3813" y="6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7" name="Freeform: Shape 236">
                <a:extLst>
                  <a:ext uri="{FF2B5EF4-FFF2-40B4-BE49-F238E27FC236}">
                    <a16:creationId xmlns:a16="http://schemas.microsoft.com/office/drawing/2014/main" id="{CD154651-49F0-ABAE-6014-FEC7E338A2E4}"/>
                  </a:ext>
                </a:extLst>
              </p:cNvPr>
              <p:cNvSpPr/>
              <p:nvPr/>
            </p:nvSpPr>
            <p:spPr>
              <a:xfrm>
                <a:off x="8931827" y="7374753"/>
                <a:ext cx="13160" cy="5103"/>
              </a:xfrm>
              <a:custGeom>
                <a:avLst/>
                <a:gdLst>
                  <a:gd name="connsiteX0" fmla="*/ 4495 w 13160"/>
                  <a:gd name="connsiteY0" fmla="*/ 13 h 5103"/>
                  <a:gd name="connsiteX1" fmla="*/ 8662 w 13160"/>
                  <a:gd name="connsiteY1" fmla="*/ 5089 h 5103"/>
                  <a:gd name="connsiteX2" fmla="*/ 4495 w 13160"/>
                  <a:gd name="connsiteY2" fmla="*/ 13 h 5103"/>
                </a:gdLst>
                <a:ahLst/>
                <a:cxnLst>
                  <a:cxn ang="0">
                    <a:pos x="connsiteX0" y="connsiteY0"/>
                  </a:cxn>
                  <a:cxn ang="0">
                    <a:pos x="connsiteX1" y="connsiteY1"/>
                  </a:cxn>
                  <a:cxn ang="0">
                    <a:pos x="connsiteX2" y="connsiteY2"/>
                  </a:cxn>
                </a:cxnLst>
                <a:rect l="l" t="t" r="r" b="b"/>
                <a:pathLst>
                  <a:path w="13160" h="5103">
                    <a:moveTo>
                      <a:pt x="4495" y="13"/>
                    </a:moveTo>
                    <a:cubicBezTo>
                      <a:pt x="-5363" y="288"/>
                      <a:pt x="3290" y="5408"/>
                      <a:pt x="8662" y="5089"/>
                    </a:cubicBezTo>
                    <a:cubicBezTo>
                      <a:pt x="18532" y="4797"/>
                      <a:pt x="9862" y="-295"/>
                      <a:pt x="4495" y="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8" name="Freeform: Shape 237">
                <a:extLst>
                  <a:ext uri="{FF2B5EF4-FFF2-40B4-BE49-F238E27FC236}">
                    <a16:creationId xmlns:a16="http://schemas.microsoft.com/office/drawing/2014/main" id="{8F33582A-2122-756A-36EF-5FD9891BEA8C}"/>
                  </a:ext>
                </a:extLst>
              </p:cNvPr>
              <p:cNvSpPr/>
              <p:nvPr/>
            </p:nvSpPr>
            <p:spPr>
              <a:xfrm>
                <a:off x="8061915" y="6396249"/>
                <a:ext cx="9782" cy="2330"/>
              </a:xfrm>
              <a:custGeom>
                <a:avLst/>
                <a:gdLst>
                  <a:gd name="connsiteX0" fmla="*/ 3756 w 9782"/>
                  <a:gd name="connsiteY0" fmla="*/ 24 h 2330"/>
                  <a:gd name="connsiteX1" fmla="*/ 9779 w 9782"/>
                  <a:gd name="connsiteY1" fmla="*/ 1492 h 2330"/>
                  <a:gd name="connsiteX2" fmla="*/ 3756 w 9782"/>
                  <a:gd name="connsiteY2" fmla="*/ 24 h 2330"/>
                </a:gdLst>
                <a:ahLst/>
                <a:cxnLst>
                  <a:cxn ang="0">
                    <a:pos x="connsiteX0" y="connsiteY0"/>
                  </a:cxn>
                  <a:cxn ang="0">
                    <a:pos x="connsiteX1" y="connsiteY1"/>
                  </a:cxn>
                  <a:cxn ang="0">
                    <a:pos x="connsiteX2" y="connsiteY2"/>
                  </a:cxn>
                </a:cxnLst>
                <a:rect l="l" t="t" r="r" b="b"/>
                <a:pathLst>
                  <a:path w="9782" h="2330">
                    <a:moveTo>
                      <a:pt x="3756" y="24"/>
                    </a:moveTo>
                    <a:cubicBezTo>
                      <a:pt x="-7469" y="-365"/>
                      <a:pt x="10071" y="4139"/>
                      <a:pt x="9779" y="1492"/>
                    </a:cubicBezTo>
                    <a:cubicBezTo>
                      <a:pt x="9088" y="887"/>
                      <a:pt x="6396" y="230"/>
                      <a:pt x="3756" y="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39" name="Freeform: Shape 238">
                <a:extLst>
                  <a:ext uri="{FF2B5EF4-FFF2-40B4-BE49-F238E27FC236}">
                    <a16:creationId xmlns:a16="http://schemas.microsoft.com/office/drawing/2014/main" id="{FB4FC5E0-1AD8-FFDD-7016-295CA65B4855}"/>
                  </a:ext>
                </a:extLst>
              </p:cNvPr>
              <p:cNvSpPr/>
              <p:nvPr/>
            </p:nvSpPr>
            <p:spPr>
              <a:xfrm>
                <a:off x="8593550" y="6928974"/>
                <a:ext cx="11451" cy="5300"/>
              </a:xfrm>
              <a:custGeom>
                <a:avLst/>
                <a:gdLst>
                  <a:gd name="connsiteX0" fmla="*/ 4038 w 11451"/>
                  <a:gd name="connsiteY0" fmla="*/ 435 h 5300"/>
                  <a:gd name="connsiteX1" fmla="*/ 7411 w 11451"/>
                  <a:gd name="connsiteY1" fmla="*/ 4875 h 5300"/>
                  <a:gd name="connsiteX2" fmla="*/ 4038 w 11451"/>
                  <a:gd name="connsiteY2" fmla="*/ 435 h 5300"/>
                </a:gdLst>
                <a:ahLst/>
                <a:cxnLst>
                  <a:cxn ang="0">
                    <a:pos x="connsiteX0" y="connsiteY0"/>
                  </a:cxn>
                  <a:cxn ang="0">
                    <a:pos x="connsiteX1" y="connsiteY1"/>
                  </a:cxn>
                  <a:cxn ang="0">
                    <a:pos x="connsiteX2" y="connsiteY2"/>
                  </a:cxn>
                </a:cxnLst>
                <a:rect l="l" t="t" r="r" b="b"/>
                <a:pathLst>
                  <a:path w="11451" h="5300">
                    <a:moveTo>
                      <a:pt x="4038" y="435"/>
                    </a:moveTo>
                    <a:cubicBezTo>
                      <a:pt x="-4854" y="-1588"/>
                      <a:pt x="3089" y="4058"/>
                      <a:pt x="7411" y="4875"/>
                    </a:cubicBezTo>
                    <a:cubicBezTo>
                      <a:pt x="16309" y="6864"/>
                      <a:pt x="8359" y="1269"/>
                      <a:pt x="4038" y="4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0" name="Freeform: Shape 239">
                <a:extLst>
                  <a:ext uri="{FF2B5EF4-FFF2-40B4-BE49-F238E27FC236}">
                    <a16:creationId xmlns:a16="http://schemas.microsoft.com/office/drawing/2014/main" id="{334904B9-E963-6201-61D0-22659C4A140D}"/>
                  </a:ext>
                </a:extLst>
              </p:cNvPr>
              <p:cNvSpPr/>
              <p:nvPr/>
            </p:nvSpPr>
            <p:spPr>
              <a:xfrm>
                <a:off x="8810803" y="7220775"/>
                <a:ext cx="12563" cy="5092"/>
              </a:xfrm>
              <a:custGeom>
                <a:avLst/>
                <a:gdLst>
                  <a:gd name="connsiteX0" fmla="*/ 4356 w 12563"/>
                  <a:gd name="connsiteY0" fmla="*/ 18 h 5092"/>
                  <a:gd name="connsiteX1" fmla="*/ 8207 w 12563"/>
                  <a:gd name="connsiteY1" fmla="*/ 5076 h 5092"/>
                  <a:gd name="connsiteX2" fmla="*/ 4356 w 12563"/>
                  <a:gd name="connsiteY2" fmla="*/ 18 h 5092"/>
                </a:gdLst>
                <a:ahLst/>
                <a:cxnLst>
                  <a:cxn ang="0">
                    <a:pos x="connsiteX0" y="connsiteY0"/>
                  </a:cxn>
                  <a:cxn ang="0">
                    <a:pos x="connsiteX1" y="connsiteY1"/>
                  </a:cxn>
                  <a:cxn ang="0">
                    <a:pos x="connsiteX2" y="connsiteY2"/>
                  </a:cxn>
                </a:cxnLst>
                <a:rect l="l" t="t" r="r" b="b"/>
                <a:pathLst>
                  <a:path w="12563" h="5092">
                    <a:moveTo>
                      <a:pt x="4356" y="18"/>
                    </a:moveTo>
                    <a:cubicBezTo>
                      <a:pt x="-5160" y="-353"/>
                      <a:pt x="3144" y="5054"/>
                      <a:pt x="8207" y="5076"/>
                    </a:cubicBezTo>
                    <a:cubicBezTo>
                      <a:pt x="17729" y="5425"/>
                      <a:pt x="9407" y="64"/>
                      <a:pt x="4356"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1" name="Freeform: Shape 240">
                <a:extLst>
                  <a:ext uri="{FF2B5EF4-FFF2-40B4-BE49-F238E27FC236}">
                    <a16:creationId xmlns:a16="http://schemas.microsoft.com/office/drawing/2014/main" id="{457FFD9D-B071-4421-6751-5D41B459AC13}"/>
                  </a:ext>
                </a:extLst>
              </p:cNvPr>
              <p:cNvSpPr/>
              <p:nvPr/>
            </p:nvSpPr>
            <p:spPr>
              <a:xfrm>
                <a:off x="8698538" y="7070222"/>
                <a:ext cx="11988" cy="5167"/>
              </a:xfrm>
              <a:custGeom>
                <a:avLst/>
                <a:gdLst>
                  <a:gd name="connsiteX0" fmla="*/ 4200 w 11988"/>
                  <a:gd name="connsiteY0" fmla="*/ 164 h 5167"/>
                  <a:gd name="connsiteX1" fmla="*/ 7790 w 11988"/>
                  <a:gd name="connsiteY1" fmla="*/ 5010 h 5167"/>
                  <a:gd name="connsiteX2" fmla="*/ 4200 w 11988"/>
                  <a:gd name="connsiteY2" fmla="*/ 164 h 5167"/>
                </a:gdLst>
                <a:ahLst/>
                <a:cxnLst>
                  <a:cxn ang="0">
                    <a:pos x="connsiteX0" y="connsiteY0"/>
                  </a:cxn>
                  <a:cxn ang="0">
                    <a:pos x="connsiteX1" y="connsiteY1"/>
                  </a:cxn>
                  <a:cxn ang="0">
                    <a:pos x="connsiteX2" y="connsiteY2"/>
                  </a:cxn>
                </a:cxnLst>
                <a:rect l="l" t="t" r="r" b="b"/>
                <a:pathLst>
                  <a:path w="11988" h="5167">
                    <a:moveTo>
                      <a:pt x="4200" y="164"/>
                    </a:moveTo>
                    <a:cubicBezTo>
                      <a:pt x="-5001" y="-1019"/>
                      <a:pt x="3103" y="4582"/>
                      <a:pt x="7790" y="5010"/>
                    </a:cubicBezTo>
                    <a:cubicBezTo>
                      <a:pt x="16991" y="6165"/>
                      <a:pt x="8881" y="609"/>
                      <a:pt x="4200" y="1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2" name="Freeform: Shape 241">
                <a:extLst>
                  <a:ext uri="{FF2B5EF4-FFF2-40B4-BE49-F238E27FC236}">
                    <a16:creationId xmlns:a16="http://schemas.microsoft.com/office/drawing/2014/main" id="{0F760598-0ABF-7F69-D6F6-481BDD150DA5}"/>
                  </a:ext>
                </a:extLst>
              </p:cNvPr>
              <p:cNvSpPr/>
              <p:nvPr/>
            </p:nvSpPr>
            <p:spPr>
              <a:xfrm>
                <a:off x="7644646" y="5409578"/>
                <a:ext cx="7384" cy="11373"/>
              </a:xfrm>
              <a:custGeom>
                <a:avLst/>
                <a:gdLst>
                  <a:gd name="connsiteX0" fmla="*/ 2921 w 7384"/>
                  <a:gd name="connsiteY0" fmla="*/ 4349 h 11373"/>
                  <a:gd name="connsiteX1" fmla="*/ 7384 w 7384"/>
                  <a:gd name="connsiteY1" fmla="*/ 11368 h 11373"/>
                  <a:gd name="connsiteX2" fmla="*/ 2921 w 7384"/>
                  <a:gd name="connsiteY2" fmla="*/ 4349 h 11373"/>
                </a:gdLst>
                <a:ahLst/>
                <a:cxnLst>
                  <a:cxn ang="0">
                    <a:pos x="connsiteX0" y="connsiteY0"/>
                  </a:cxn>
                  <a:cxn ang="0">
                    <a:pos x="connsiteX1" y="connsiteY1"/>
                  </a:cxn>
                  <a:cxn ang="0">
                    <a:pos x="connsiteX2" y="connsiteY2"/>
                  </a:cxn>
                </a:cxnLst>
                <a:rect l="l" t="t" r="r" b="b"/>
                <a:pathLst>
                  <a:path w="7384" h="11373">
                    <a:moveTo>
                      <a:pt x="2921" y="4349"/>
                    </a:moveTo>
                    <a:cubicBezTo>
                      <a:pt x="-5583" y="-8686"/>
                      <a:pt x="7167" y="11773"/>
                      <a:pt x="7384" y="11368"/>
                    </a:cubicBezTo>
                    <a:cubicBezTo>
                      <a:pt x="6910" y="10522"/>
                      <a:pt x="4915" y="7407"/>
                      <a:pt x="2921" y="43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3" name="Freeform: Shape 242">
                <a:extLst>
                  <a:ext uri="{FF2B5EF4-FFF2-40B4-BE49-F238E27FC236}">
                    <a16:creationId xmlns:a16="http://schemas.microsoft.com/office/drawing/2014/main" id="{974300DA-3E4C-1CEC-586E-C47FA852C595}"/>
                  </a:ext>
                </a:extLst>
              </p:cNvPr>
              <p:cNvSpPr/>
              <p:nvPr/>
            </p:nvSpPr>
            <p:spPr>
              <a:xfrm>
                <a:off x="7989054" y="6326556"/>
                <a:ext cx="9594" cy="2518"/>
              </a:xfrm>
              <a:custGeom>
                <a:avLst/>
                <a:gdLst>
                  <a:gd name="connsiteX0" fmla="*/ 3745 w 9594"/>
                  <a:gd name="connsiteY0" fmla="*/ 0 h 2518"/>
                  <a:gd name="connsiteX1" fmla="*/ 9591 w 9594"/>
                  <a:gd name="connsiteY1" fmla="*/ 1297 h 2518"/>
                  <a:gd name="connsiteX2" fmla="*/ 3745 w 9594"/>
                  <a:gd name="connsiteY2" fmla="*/ 0 h 2518"/>
                </a:gdLst>
                <a:ahLst/>
                <a:cxnLst>
                  <a:cxn ang="0">
                    <a:pos x="connsiteX0" y="connsiteY0"/>
                  </a:cxn>
                  <a:cxn ang="0">
                    <a:pos x="connsiteX1" y="connsiteY1"/>
                  </a:cxn>
                  <a:cxn ang="0">
                    <a:pos x="connsiteX2" y="connsiteY2"/>
                  </a:cxn>
                </a:cxnLst>
                <a:rect l="l" t="t" r="r" b="b"/>
                <a:pathLst>
                  <a:path w="9594" h="2518">
                    <a:moveTo>
                      <a:pt x="3745" y="0"/>
                    </a:moveTo>
                    <a:cubicBezTo>
                      <a:pt x="-7388" y="509"/>
                      <a:pt x="9877" y="4475"/>
                      <a:pt x="9591" y="1297"/>
                    </a:cubicBezTo>
                    <a:cubicBezTo>
                      <a:pt x="8951" y="623"/>
                      <a:pt x="6339" y="40"/>
                      <a:pt x="374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4" name="Freeform: Shape 243">
                <a:extLst>
                  <a:ext uri="{FF2B5EF4-FFF2-40B4-BE49-F238E27FC236}">
                    <a16:creationId xmlns:a16="http://schemas.microsoft.com/office/drawing/2014/main" id="{2DC848A4-20EA-430C-F8D9-719BAD76A368}"/>
                  </a:ext>
                </a:extLst>
              </p:cNvPr>
              <p:cNvSpPr/>
              <p:nvPr/>
            </p:nvSpPr>
            <p:spPr>
              <a:xfrm>
                <a:off x="7489768" y="5179753"/>
                <a:ext cx="7270" cy="6375"/>
              </a:xfrm>
              <a:custGeom>
                <a:avLst/>
                <a:gdLst>
                  <a:gd name="connsiteX0" fmla="*/ 2870 w 7270"/>
                  <a:gd name="connsiteY0" fmla="*/ 1997 h 6375"/>
                  <a:gd name="connsiteX1" fmla="*/ 7271 w 7270"/>
                  <a:gd name="connsiteY1" fmla="*/ 6272 h 6375"/>
                  <a:gd name="connsiteX2" fmla="*/ 2870 w 7270"/>
                  <a:gd name="connsiteY2" fmla="*/ 1997 h 6375"/>
                </a:gdLst>
                <a:ahLst/>
                <a:cxnLst>
                  <a:cxn ang="0">
                    <a:pos x="connsiteX0" y="connsiteY0"/>
                  </a:cxn>
                  <a:cxn ang="0">
                    <a:pos x="connsiteX1" y="connsiteY1"/>
                  </a:cxn>
                  <a:cxn ang="0">
                    <a:pos x="connsiteX2" y="connsiteY2"/>
                  </a:cxn>
                </a:cxnLst>
                <a:rect l="l" t="t" r="r" b="b"/>
                <a:pathLst>
                  <a:path w="7270" h="6375">
                    <a:moveTo>
                      <a:pt x="2870" y="1997"/>
                    </a:moveTo>
                    <a:cubicBezTo>
                      <a:pt x="-5462" y="-4673"/>
                      <a:pt x="6968" y="7615"/>
                      <a:pt x="7271" y="6272"/>
                    </a:cubicBezTo>
                    <a:cubicBezTo>
                      <a:pt x="6802" y="5535"/>
                      <a:pt x="4836" y="3631"/>
                      <a:pt x="2870" y="199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5" name="Freeform: Shape 244">
                <a:extLst>
                  <a:ext uri="{FF2B5EF4-FFF2-40B4-BE49-F238E27FC236}">
                    <a16:creationId xmlns:a16="http://schemas.microsoft.com/office/drawing/2014/main" id="{9316B411-F565-96A4-5D03-34E75EA45F34}"/>
                  </a:ext>
                </a:extLst>
              </p:cNvPr>
              <p:cNvSpPr/>
              <p:nvPr/>
            </p:nvSpPr>
            <p:spPr>
              <a:xfrm>
                <a:off x="7593403" y="5335494"/>
                <a:ext cx="7226" cy="10602"/>
              </a:xfrm>
              <a:custGeom>
                <a:avLst/>
                <a:gdLst>
                  <a:gd name="connsiteX0" fmla="*/ 2832 w 7226"/>
                  <a:gd name="connsiteY0" fmla="*/ 4167 h 10602"/>
                  <a:gd name="connsiteX1" fmla="*/ 7227 w 7226"/>
                  <a:gd name="connsiteY1" fmla="*/ 10603 h 10602"/>
                  <a:gd name="connsiteX2" fmla="*/ 2832 w 7226"/>
                  <a:gd name="connsiteY2" fmla="*/ 4167 h 10602"/>
                </a:gdLst>
                <a:ahLst/>
                <a:cxnLst>
                  <a:cxn ang="0">
                    <a:pos x="connsiteX0" y="connsiteY0"/>
                  </a:cxn>
                  <a:cxn ang="0">
                    <a:pos x="connsiteX1" y="connsiteY1"/>
                  </a:cxn>
                  <a:cxn ang="0">
                    <a:pos x="connsiteX2" y="connsiteY2"/>
                  </a:cxn>
                </a:cxnLst>
                <a:rect l="l" t="t" r="r" b="b"/>
                <a:pathLst>
                  <a:path w="7226" h="10602">
                    <a:moveTo>
                      <a:pt x="2832" y="4167"/>
                    </a:moveTo>
                    <a:cubicBezTo>
                      <a:pt x="-5489" y="-8091"/>
                      <a:pt x="7170" y="10597"/>
                      <a:pt x="7227" y="10603"/>
                    </a:cubicBezTo>
                    <a:cubicBezTo>
                      <a:pt x="6753" y="9900"/>
                      <a:pt x="4786" y="7036"/>
                      <a:pt x="2832" y="41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6" name="Freeform: Shape 245">
                <a:extLst>
                  <a:ext uri="{FF2B5EF4-FFF2-40B4-BE49-F238E27FC236}">
                    <a16:creationId xmlns:a16="http://schemas.microsoft.com/office/drawing/2014/main" id="{45B6AAAD-5635-D710-29BB-18127B3D3430}"/>
                  </a:ext>
                </a:extLst>
              </p:cNvPr>
              <p:cNvSpPr/>
              <p:nvPr/>
            </p:nvSpPr>
            <p:spPr>
              <a:xfrm>
                <a:off x="7439804" y="5102860"/>
                <a:ext cx="7315" cy="4142"/>
              </a:xfrm>
              <a:custGeom>
                <a:avLst/>
                <a:gdLst>
                  <a:gd name="connsiteX0" fmla="*/ 2920 w 7315"/>
                  <a:gd name="connsiteY0" fmla="*/ 846 h 4142"/>
                  <a:gd name="connsiteX1" fmla="*/ 7315 w 7315"/>
                  <a:gd name="connsiteY1" fmla="*/ 3761 h 4142"/>
                  <a:gd name="connsiteX2" fmla="*/ 2920 w 7315"/>
                  <a:gd name="connsiteY2" fmla="*/ 846 h 4142"/>
                </a:gdLst>
                <a:ahLst/>
                <a:cxnLst>
                  <a:cxn ang="0">
                    <a:pos x="connsiteX0" y="connsiteY0"/>
                  </a:cxn>
                  <a:cxn ang="0">
                    <a:pos x="connsiteX1" y="connsiteY1"/>
                  </a:cxn>
                  <a:cxn ang="0">
                    <a:pos x="connsiteX2" y="connsiteY2"/>
                  </a:cxn>
                </a:cxnLst>
                <a:rect l="l" t="t" r="r" b="b"/>
                <a:pathLst>
                  <a:path w="7315" h="4142">
                    <a:moveTo>
                      <a:pt x="2920" y="846"/>
                    </a:moveTo>
                    <a:cubicBezTo>
                      <a:pt x="-5549" y="-2663"/>
                      <a:pt x="7075" y="6024"/>
                      <a:pt x="7315" y="3761"/>
                    </a:cubicBezTo>
                    <a:cubicBezTo>
                      <a:pt x="6869" y="3052"/>
                      <a:pt x="4904" y="1755"/>
                      <a:pt x="2920" y="8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7" name="Freeform: Shape 246">
                <a:extLst>
                  <a:ext uri="{FF2B5EF4-FFF2-40B4-BE49-F238E27FC236}">
                    <a16:creationId xmlns:a16="http://schemas.microsoft.com/office/drawing/2014/main" id="{5AA54D5F-79B3-8D89-930B-71FD9FD0CF18}"/>
                  </a:ext>
                </a:extLst>
              </p:cNvPr>
              <p:cNvSpPr/>
              <p:nvPr/>
            </p:nvSpPr>
            <p:spPr>
              <a:xfrm>
                <a:off x="7392950" y="5030526"/>
                <a:ext cx="7340" cy="2587"/>
              </a:xfrm>
              <a:custGeom>
                <a:avLst/>
                <a:gdLst>
                  <a:gd name="connsiteX0" fmla="*/ 2997 w 7340"/>
                  <a:gd name="connsiteY0" fmla="*/ 91 h 2587"/>
                  <a:gd name="connsiteX1" fmla="*/ 7340 w 7340"/>
                  <a:gd name="connsiteY1" fmla="*/ 1817 h 2587"/>
                  <a:gd name="connsiteX2" fmla="*/ 2997 w 7340"/>
                  <a:gd name="connsiteY2" fmla="*/ 91 h 2587"/>
                </a:gdLst>
                <a:ahLst/>
                <a:cxnLst>
                  <a:cxn ang="0">
                    <a:pos x="connsiteX0" y="connsiteY0"/>
                  </a:cxn>
                  <a:cxn ang="0">
                    <a:pos x="connsiteX1" y="connsiteY1"/>
                  </a:cxn>
                  <a:cxn ang="0">
                    <a:pos x="connsiteX2" y="connsiteY2"/>
                  </a:cxn>
                </a:cxnLst>
                <a:rect l="l" t="t" r="r" b="b"/>
                <a:pathLst>
                  <a:path w="7340" h="2587">
                    <a:moveTo>
                      <a:pt x="2997" y="91"/>
                    </a:moveTo>
                    <a:cubicBezTo>
                      <a:pt x="-5667" y="-743"/>
                      <a:pt x="7197" y="4497"/>
                      <a:pt x="7340" y="1817"/>
                    </a:cubicBezTo>
                    <a:cubicBezTo>
                      <a:pt x="6934" y="1177"/>
                      <a:pt x="4991" y="405"/>
                      <a:pt x="2997" y="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8" name="Freeform: Shape 247">
                <a:extLst>
                  <a:ext uri="{FF2B5EF4-FFF2-40B4-BE49-F238E27FC236}">
                    <a16:creationId xmlns:a16="http://schemas.microsoft.com/office/drawing/2014/main" id="{BEB2134F-9860-96CA-EFF8-F141C818D06F}"/>
                  </a:ext>
                </a:extLst>
              </p:cNvPr>
              <p:cNvSpPr/>
              <p:nvPr/>
            </p:nvSpPr>
            <p:spPr>
              <a:xfrm>
                <a:off x="7541472" y="5258324"/>
                <a:ext cx="7196" cy="8719"/>
              </a:xfrm>
              <a:custGeom>
                <a:avLst/>
                <a:gdLst>
                  <a:gd name="connsiteX0" fmla="*/ 2801 w 7196"/>
                  <a:gd name="connsiteY0" fmla="*/ 3168 h 8719"/>
                  <a:gd name="connsiteX1" fmla="*/ 7196 w 7196"/>
                  <a:gd name="connsiteY1" fmla="*/ 8711 h 8719"/>
                  <a:gd name="connsiteX2" fmla="*/ 2801 w 7196"/>
                  <a:gd name="connsiteY2" fmla="*/ 3168 h 8719"/>
                </a:gdLst>
                <a:ahLst/>
                <a:cxnLst>
                  <a:cxn ang="0">
                    <a:pos x="connsiteX0" y="connsiteY0"/>
                  </a:cxn>
                  <a:cxn ang="0">
                    <a:pos x="connsiteX1" y="connsiteY1"/>
                  </a:cxn>
                  <a:cxn ang="0">
                    <a:pos x="connsiteX2" y="connsiteY2"/>
                  </a:cxn>
                </a:cxnLst>
                <a:rect l="l" t="t" r="r" b="b"/>
                <a:pathLst>
                  <a:path w="7196" h="8719">
                    <a:moveTo>
                      <a:pt x="2801" y="3168"/>
                    </a:moveTo>
                    <a:cubicBezTo>
                      <a:pt x="-5377" y="-6513"/>
                      <a:pt x="6928" y="9123"/>
                      <a:pt x="7196" y="8711"/>
                    </a:cubicBezTo>
                    <a:cubicBezTo>
                      <a:pt x="6722" y="7969"/>
                      <a:pt x="4756" y="5500"/>
                      <a:pt x="2801" y="316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49" name="Freeform: Shape 248">
                <a:extLst>
                  <a:ext uri="{FF2B5EF4-FFF2-40B4-BE49-F238E27FC236}">
                    <a16:creationId xmlns:a16="http://schemas.microsoft.com/office/drawing/2014/main" id="{E2988EAC-2309-200F-33C5-6FDCE6C01419}"/>
                  </a:ext>
                </a:extLst>
              </p:cNvPr>
              <p:cNvSpPr/>
              <p:nvPr/>
            </p:nvSpPr>
            <p:spPr>
              <a:xfrm>
                <a:off x="7861089" y="6003850"/>
                <a:ext cx="8753" cy="10524"/>
              </a:xfrm>
              <a:custGeom>
                <a:avLst/>
                <a:gdLst>
                  <a:gd name="connsiteX0" fmla="*/ 3385 w 8753"/>
                  <a:gd name="connsiteY0" fmla="*/ 2026 h 10524"/>
                  <a:gd name="connsiteX1" fmla="*/ 5362 w 8753"/>
                  <a:gd name="connsiteY1" fmla="*/ 8575 h 10524"/>
                  <a:gd name="connsiteX2" fmla="*/ 3385 w 8753"/>
                  <a:gd name="connsiteY2" fmla="*/ 2026 h 10524"/>
                </a:gdLst>
                <a:ahLst/>
                <a:cxnLst>
                  <a:cxn ang="0">
                    <a:pos x="connsiteX0" y="connsiteY0"/>
                  </a:cxn>
                  <a:cxn ang="0">
                    <a:pos x="connsiteX1" y="connsiteY1"/>
                  </a:cxn>
                  <a:cxn ang="0">
                    <a:pos x="connsiteX2" y="connsiteY2"/>
                  </a:cxn>
                </a:cxnLst>
                <a:rect l="l" t="t" r="r" b="b"/>
                <a:pathLst>
                  <a:path w="8753" h="10524">
                    <a:moveTo>
                      <a:pt x="3385" y="2026"/>
                    </a:moveTo>
                    <a:cubicBezTo>
                      <a:pt x="-3845" y="-4369"/>
                      <a:pt x="2293" y="6209"/>
                      <a:pt x="5362" y="8575"/>
                    </a:cubicBezTo>
                    <a:cubicBezTo>
                      <a:pt x="12614" y="14753"/>
                      <a:pt x="6442" y="4489"/>
                      <a:pt x="3385" y="20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0" name="Freeform: Shape 249">
                <a:extLst>
                  <a:ext uri="{FF2B5EF4-FFF2-40B4-BE49-F238E27FC236}">
                    <a16:creationId xmlns:a16="http://schemas.microsoft.com/office/drawing/2014/main" id="{611FE33B-8364-8CAE-7E63-E2932CF01887}"/>
                  </a:ext>
                </a:extLst>
              </p:cNvPr>
              <p:cNvSpPr/>
              <p:nvPr/>
            </p:nvSpPr>
            <p:spPr>
              <a:xfrm>
                <a:off x="7800366" y="5890727"/>
                <a:ext cx="8415" cy="11139"/>
              </a:xfrm>
              <a:custGeom>
                <a:avLst/>
                <a:gdLst>
                  <a:gd name="connsiteX0" fmla="*/ 3277 w 8415"/>
                  <a:gd name="connsiteY0" fmla="*/ 3775 h 11139"/>
                  <a:gd name="connsiteX1" fmla="*/ 8415 w 8415"/>
                  <a:gd name="connsiteY1" fmla="*/ 11113 h 11139"/>
                  <a:gd name="connsiteX2" fmla="*/ 3277 w 8415"/>
                  <a:gd name="connsiteY2" fmla="*/ 3775 h 11139"/>
                </a:gdLst>
                <a:ahLst/>
                <a:cxnLst>
                  <a:cxn ang="0">
                    <a:pos x="connsiteX0" y="connsiteY0"/>
                  </a:cxn>
                  <a:cxn ang="0">
                    <a:pos x="connsiteX1" y="connsiteY1"/>
                  </a:cxn>
                  <a:cxn ang="0">
                    <a:pos x="connsiteX2" y="connsiteY2"/>
                  </a:cxn>
                </a:cxnLst>
                <a:rect l="l" t="t" r="r" b="b"/>
                <a:pathLst>
                  <a:path w="8415" h="11139">
                    <a:moveTo>
                      <a:pt x="3277" y="3775"/>
                    </a:moveTo>
                    <a:cubicBezTo>
                      <a:pt x="-6209" y="-8118"/>
                      <a:pt x="7861" y="11970"/>
                      <a:pt x="8415" y="11113"/>
                    </a:cubicBezTo>
                    <a:cubicBezTo>
                      <a:pt x="7878" y="10061"/>
                      <a:pt x="5581" y="6781"/>
                      <a:pt x="3277" y="37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1" name="Freeform: Shape 250">
                <a:extLst>
                  <a:ext uri="{FF2B5EF4-FFF2-40B4-BE49-F238E27FC236}">
                    <a16:creationId xmlns:a16="http://schemas.microsoft.com/office/drawing/2014/main" id="{614AF800-D255-57F7-2FCC-F98BCF407DAE}"/>
                  </a:ext>
                </a:extLst>
              </p:cNvPr>
              <p:cNvSpPr/>
              <p:nvPr/>
            </p:nvSpPr>
            <p:spPr>
              <a:xfrm>
                <a:off x="7921728" y="6226867"/>
                <a:ext cx="9231" cy="6155"/>
              </a:xfrm>
              <a:custGeom>
                <a:avLst/>
                <a:gdLst>
                  <a:gd name="connsiteX0" fmla="*/ 3565 w 9231"/>
                  <a:gd name="connsiteY0" fmla="*/ 71 h 6155"/>
                  <a:gd name="connsiteX1" fmla="*/ 5669 w 9231"/>
                  <a:gd name="connsiteY1" fmla="*/ 6095 h 6155"/>
                  <a:gd name="connsiteX2" fmla="*/ 3565 w 9231"/>
                  <a:gd name="connsiteY2" fmla="*/ 71 h 6155"/>
                </a:gdLst>
                <a:ahLst/>
                <a:cxnLst>
                  <a:cxn ang="0">
                    <a:pos x="connsiteX0" y="connsiteY0"/>
                  </a:cxn>
                  <a:cxn ang="0">
                    <a:pos x="connsiteX1" y="connsiteY1"/>
                  </a:cxn>
                  <a:cxn ang="0">
                    <a:pos x="connsiteX2" y="connsiteY2"/>
                  </a:cxn>
                </a:cxnLst>
                <a:rect l="l" t="t" r="r" b="b"/>
                <a:pathLst>
                  <a:path w="9231" h="6155">
                    <a:moveTo>
                      <a:pt x="3565" y="71"/>
                    </a:moveTo>
                    <a:cubicBezTo>
                      <a:pt x="-3493" y="-752"/>
                      <a:pt x="1393" y="5826"/>
                      <a:pt x="5669" y="6095"/>
                    </a:cubicBezTo>
                    <a:cubicBezTo>
                      <a:pt x="12755" y="6843"/>
                      <a:pt x="7783" y="477"/>
                      <a:pt x="3565" y="7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2" name="Freeform: Shape 251">
                <a:extLst>
                  <a:ext uri="{FF2B5EF4-FFF2-40B4-BE49-F238E27FC236}">
                    <a16:creationId xmlns:a16="http://schemas.microsoft.com/office/drawing/2014/main" id="{F4DD3295-B9FA-1219-B9FF-A067C643F3A1}"/>
                  </a:ext>
                </a:extLst>
              </p:cNvPr>
              <p:cNvSpPr/>
              <p:nvPr/>
            </p:nvSpPr>
            <p:spPr>
              <a:xfrm>
                <a:off x="7745309" y="5734729"/>
                <a:ext cx="8134" cy="12207"/>
              </a:xfrm>
              <a:custGeom>
                <a:avLst/>
                <a:gdLst>
                  <a:gd name="connsiteX0" fmla="*/ 3288 w 8134"/>
                  <a:gd name="connsiteY0" fmla="*/ 3359 h 12207"/>
                  <a:gd name="connsiteX1" fmla="*/ 8134 w 8134"/>
                  <a:gd name="connsiteY1" fmla="*/ 11828 h 12207"/>
                  <a:gd name="connsiteX2" fmla="*/ 3288 w 8134"/>
                  <a:gd name="connsiteY2" fmla="*/ 3359 h 12207"/>
                </a:gdLst>
                <a:ahLst/>
                <a:cxnLst>
                  <a:cxn ang="0">
                    <a:pos x="connsiteX0" y="connsiteY0"/>
                  </a:cxn>
                  <a:cxn ang="0">
                    <a:pos x="connsiteX1" y="connsiteY1"/>
                  </a:cxn>
                  <a:cxn ang="0">
                    <a:pos x="connsiteX2" y="connsiteY2"/>
                  </a:cxn>
                </a:cxnLst>
                <a:rect l="l" t="t" r="r" b="b"/>
                <a:pathLst>
                  <a:path w="8134" h="12207">
                    <a:moveTo>
                      <a:pt x="3288" y="3359"/>
                    </a:moveTo>
                    <a:cubicBezTo>
                      <a:pt x="-6016" y="-8591"/>
                      <a:pt x="7294" y="15469"/>
                      <a:pt x="8134" y="11828"/>
                    </a:cubicBezTo>
                    <a:cubicBezTo>
                      <a:pt x="7660" y="10160"/>
                      <a:pt x="5488" y="6382"/>
                      <a:pt x="3288" y="335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3" name="Freeform: Shape 252">
                <a:extLst>
                  <a:ext uri="{FF2B5EF4-FFF2-40B4-BE49-F238E27FC236}">
                    <a16:creationId xmlns:a16="http://schemas.microsoft.com/office/drawing/2014/main" id="{B3606E44-9C81-26B7-70E6-70B8C76434C9}"/>
                  </a:ext>
                </a:extLst>
              </p:cNvPr>
              <p:cNvSpPr/>
              <p:nvPr/>
            </p:nvSpPr>
            <p:spPr>
              <a:xfrm>
                <a:off x="7694808" y="5549527"/>
                <a:ext cx="7697" cy="11978"/>
              </a:xfrm>
              <a:custGeom>
                <a:avLst/>
                <a:gdLst>
                  <a:gd name="connsiteX0" fmla="*/ 3091 w 7697"/>
                  <a:gd name="connsiteY0" fmla="*/ 3321 h 11978"/>
                  <a:gd name="connsiteX1" fmla="*/ 7697 w 7697"/>
                  <a:gd name="connsiteY1" fmla="*/ 11693 h 11978"/>
                  <a:gd name="connsiteX2" fmla="*/ 3091 w 7697"/>
                  <a:gd name="connsiteY2" fmla="*/ 3321 h 11978"/>
                </a:gdLst>
                <a:ahLst/>
                <a:cxnLst>
                  <a:cxn ang="0">
                    <a:pos x="connsiteX0" y="connsiteY0"/>
                  </a:cxn>
                  <a:cxn ang="0">
                    <a:pos x="connsiteX1" y="connsiteY1"/>
                  </a:cxn>
                  <a:cxn ang="0">
                    <a:pos x="connsiteX2" y="connsiteY2"/>
                  </a:cxn>
                </a:cxnLst>
                <a:rect l="l" t="t" r="r" b="b"/>
                <a:pathLst>
                  <a:path w="7697" h="11978">
                    <a:moveTo>
                      <a:pt x="3091" y="3321"/>
                    </a:moveTo>
                    <a:cubicBezTo>
                      <a:pt x="-5653" y="-8361"/>
                      <a:pt x="6845" y="14773"/>
                      <a:pt x="7697" y="11693"/>
                    </a:cubicBezTo>
                    <a:cubicBezTo>
                      <a:pt x="7240" y="10093"/>
                      <a:pt x="5177" y="6361"/>
                      <a:pt x="3091" y="33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4" name="Freeform: Shape 253">
                <a:extLst>
                  <a:ext uri="{FF2B5EF4-FFF2-40B4-BE49-F238E27FC236}">
                    <a16:creationId xmlns:a16="http://schemas.microsoft.com/office/drawing/2014/main" id="{35018F73-9C81-5269-EF1B-B1ABCC8379E2}"/>
                  </a:ext>
                </a:extLst>
              </p:cNvPr>
              <p:cNvSpPr/>
              <p:nvPr/>
            </p:nvSpPr>
            <p:spPr>
              <a:xfrm>
                <a:off x="9063364" y="7526420"/>
                <a:ext cx="13342" cy="5051"/>
              </a:xfrm>
              <a:custGeom>
                <a:avLst/>
                <a:gdLst>
                  <a:gd name="connsiteX0" fmla="*/ 4363 w 13342"/>
                  <a:gd name="connsiteY0" fmla="*/ 0 h 5051"/>
                  <a:gd name="connsiteX1" fmla="*/ 12872 w 13342"/>
                  <a:gd name="connsiteY1" fmla="*/ 4184 h 5051"/>
                  <a:gd name="connsiteX2" fmla="*/ 4363 w 13342"/>
                  <a:gd name="connsiteY2" fmla="*/ 0 h 5051"/>
                </a:gdLst>
                <a:ahLst/>
                <a:cxnLst>
                  <a:cxn ang="0">
                    <a:pos x="connsiteX0" y="connsiteY0"/>
                  </a:cxn>
                  <a:cxn ang="0">
                    <a:pos x="connsiteX1" y="connsiteY1"/>
                  </a:cxn>
                  <a:cxn ang="0">
                    <a:pos x="connsiteX2" y="connsiteY2"/>
                  </a:cxn>
                </a:cxnLst>
                <a:rect l="l" t="t" r="r" b="b"/>
                <a:pathLst>
                  <a:path w="13342" h="5051">
                    <a:moveTo>
                      <a:pt x="4363" y="0"/>
                    </a:moveTo>
                    <a:cubicBezTo>
                      <a:pt x="-7822" y="1160"/>
                      <a:pt x="8975" y="7287"/>
                      <a:pt x="12872" y="4184"/>
                    </a:cubicBezTo>
                    <a:cubicBezTo>
                      <a:pt x="15449" y="989"/>
                      <a:pt x="6712" y="23"/>
                      <a:pt x="436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5" name="Freeform: Shape 254">
                <a:extLst>
                  <a:ext uri="{FF2B5EF4-FFF2-40B4-BE49-F238E27FC236}">
                    <a16:creationId xmlns:a16="http://schemas.microsoft.com/office/drawing/2014/main" id="{376CBB50-3F28-F58F-55A8-EF547A87E1FF}"/>
                  </a:ext>
                </a:extLst>
              </p:cNvPr>
              <p:cNvSpPr/>
              <p:nvPr/>
            </p:nvSpPr>
            <p:spPr>
              <a:xfrm>
                <a:off x="7155442" y="4965260"/>
                <a:ext cx="6904" cy="1414"/>
              </a:xfrm>
              <a:custGeom>
                <a:avLst/>
                <a:gdLst>
                  <a:gd name="connsiteX0" fmla="*/ 2710 w 6904"/>
                  <a:gd name="connsiteY0" fmla="*/ 0 h 1414"/>
                  <a:gd name="connsiteX1" fmla="*/ 6904 w 6904"/>
                  <a:gd name="connsiteY1" fmla="*/ 680 h 1414"/>
                  <a:gd name="connsiteX2" fmla="*/ 2710 w 6904"/>
                  <a:gd name="connsiteY2" fmla="*/ 0 h 1414"/>
                </a:gdLst>
                <a:ahLst/>
                <a:cxnLst>
                  <a:cxn ang="0">
                    <a:pos x="connsiteX0" y="connsiteY0"/>
                  </a:cxn>
                  <a:cxn ang="0">
                    <a:pos x="connsiteX1" y="connsiteY1"/>
                  </a:cxn>
                  <a:cxn ang="0">
                    <a:pos x="connsiteX2" y="connsiteY2"/>
                  </a:cxn>
                </a:cxnLst>
                <a:rect l="l" t="t" r="r" b="b"/>
                <a:pathLst>
                  <a:path w="6904" h="1414">
                    <a:moveTo>
                      <a:pt x="2710" y="0"/>
                    </a:moveTo>
                    <a:cubicBezTo>
                      <a:pt x="-4829" y="211"/>
                      <a:pt x="5618" y="2583"/>
                      <a:pt x="6904" y="680"/>
                    </a:cubicBezTo>
                    <a:cubicBezTo>
                      <a:pt x="6041" y="91"/>
                      <a:pt x="4018" y="34"/>
                      <a:pt x="271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6" name="Freeform: Shape 255">
                <a:extLst>
                  <a:ext uri="{FF2B5EF4-FFF2-40B4-BE49-F238E27FC236}">
                    <a16:creationId xmlns:a16="http://schemas.microsoft.com/office/drawing/2014/main" id="{889B24C8-783D-F97D-8AE0-81FBA8821E56}"/>
                  </a:ext>
                </a:extLst>
              </p:cNvPr>
              <p:cNvSpPr/>
              <p:nvPr/>
            </p:nvSpPr>
            <p:spPr>
              <a:xfrm>
                <a:off x="7954285" y="6445001"/>
                <a:ext cx="10035" cy="3316"/>
              </a:xfrm>
              <a:custGeom>
                <a:avLst/>
                <a:gdLst>
                  <a:gd name="connsiteX0" fmla="*/ 3801 w 10035"/>
                  <a:gd name="connsiteY0" fmla="*/ 1027 h 3316"/>
                  <a:gd name="connsiteX1" fmla="*/ 10036 w 10035"/>
                  <a:gd name="connsiteY1" fmla="*/ 3268 h 3316"/>
                  <a:gd name="connsiteX2" fmla="*/ 3801 w 10035"/>
                  <a:gd name="connsiteY2" fmla="*/ 1027 h 3316"/>
                </a:gdLst>
                <a:ahLst/>
                <a:cxnLst>
                  <a:cxn ang="0">
                    <a:pos x="connsiteX0" y="connsiteY0"/>
                  </a:cxn>
                  <a:cxn ang="0">
                    <a:pos x="connsiteX1" y="connsiteY1"/>
                  </a:cxn>
                  <a:cxn ang="0">
                    <a:pos x="connsiteX2" y="connsiteY2"/>
                  </a:cxn>
                </a:cxnLst>
                <a:rect l="l" t="t" r="r" b="b"/>
                <a:pathLst>
                  <a:path w="10035" h="3316">
                    <a:moveTo>
                      <a:pt x="3801" y="1027"/>
                    </a:moveTo>
                    <a:cubicBezTo>
                      <a:pt x="-7515" y="-2408"/>
                      <a:pt x="10041" y="3930"/>
                      <a:pt x="10036" y="3268"/>
                    </a:cubicBezTo>
                    <a:cubicBezTo>
                      <a:pt x="9298" y="2885"/>
                      <a:pt x="6510" y="1879"/>
                      <a:pt x="3801" y="10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7" name="Freeform: Shape 256">
                <a:extLst>
                  <a:ext uri="{FF2B5EF4-FFF2-40B4-BE49-F238E27FC236}">
                    <a16:creationId xmlns:a16="http://schemas.microsoft.com/office/drawing/2014/main" id="{51EE9AB2-4B6B-A42D-6649-DC5E07B6598F}"/>
                  </a:ext>
                </a:extLst>
              </p:cNvPr>
              <p:cNvSpPr/>
              <p:nvPr/>
            </p:nvSpPr>
            <p:spPr>
              <a:xfrm>
                <a:off x="8036157" y="6494427"/>
                <a:ext cx="10213" cy="4435"/>
              </a:xfrm>
              <a:custGeom>
                <a:avLst/>
                <a:gdLst>
                  <a:gd name="connsiteX0" fmla="*/ 3847 w 10213"/>
                  <a:gd name="connsiteY0" fmla="*/ 1287 h 4435"/>
                  <a:gd name="connsiteX1" fmla="*/ 10214 w 10213"/>
                  <a:gd name="connsiteY1" fmla="*/ 4339 h 4435"/>
                  <a:gd name="connsiteX2" fmla="*/ 3847 w 10213"/>
                  <a:gd name="connsiteY2" fmla="*/ 1287 h 4435"/>
                </a:gdLst>
                <a:ahLst/>
                <a:cxnLst>
                  <a:cxn ang="0">
                    <a:pos x="connsiteX0" y="connsiteY0"/>
                  </a:cxn>
                  <a:cxn ang="0">
                    <a:pos x="connsiteX1" y="connsiteY1"/>
                  </a:cxn>
                  <a:cxn ang="0">
                    <a:pos x="connsiteX2" y="connsiteY2"/>
                  </a:cxn>
                </a:cxnLst>
                <a:rect l="l" t="t" r="r" b="b"/>
                <a:pathLst>
                  <a:path w="10213" h="4435">
                    <a:moveTo>
                      <a:pt x="3847" y="1287"/>
                    </a:moveTo>
                    <a:cubicBezTo>
                      <a:pt x="-7623" y="-3160"/>
                      <a:pt x="10208" y="5430"/>
                      <a:pt x="10214" y="4339"/>
                    </a:cubicBezTo>
                    <a:cubicBezTo>
                      <a:pt x="9453" y="3785"/>
                      <a:pt x="6608" y="2419"/>
                      <a:pt x="3847" y="12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8" name="Freeform: Shape 257">
                <a:extLst>
                  <a:ext uri="{FF2B5EF4-FFF2-40B4-BE49-F238E27FC236}">
                    <a16:creationId xmlns:a16="http://schemas.microsoft.com/office/drawing/2014/main" id="{4360DE2B-C415-576C-9974-EA13F138EEFE}"/>
                  </a:ext>
                </a:extLst>
              </p:cNvPr>
              <p:cNvSpPr/>
              <p:nvPr/>
            </p:nvSpPr>
            <p:spPr>
              <a:xfrm>
                <a:off x="8119966" y="6569264"/>
                <a:ext cx="10513" cy="5638"/>
              </a:xfrm>
              <a:custGeom>
                <a:avLst/>
                <a:gdLst>
                  <a:gd name="connsiteX0" fmla="*/ 4009 w 10513"/>
                  <a:gd name="connsiteY0" fmla="*/ 1391 h 5638"/>
                  <a:gd name="connsiteX1" fmla="*/ 10513 w 10513"/>
                  <a:gd name="connsiteY1" fmla="*/ 5294 h 5638"/>
                  <a:gd name="connsiteX2" fmla="*/ 4009 w 10513"/>
                  <a:gd name="connsiteY2" fmla="*/ 1391 h 5638"/>
                </a:gdLst>
                <a:ahLst/>
                <a:cxnLst>
                  <a:cxn ang="0">
                    <a:pos x="connsiteX0" y="connsiteY0"/>
                  </a:cxn>
                  <a:cxn ang="0">
                    <a:pos x="connsiteX1" y="connsiteY1"/>
                  </a:cxn>
                  <a:cxn ang="0">
                    <a:pos x="connsiteX2" y="connsiteY2"/>
                  </a:cxn>
                </a:cxnLst>
                <a:rect l="l" t="t" r="r" b="b"/>
                <a:pathLst>
                  <a:path w="10513" h="5638">
                    <a:moveTo>
                      <a:pt x="4009" y="1391"/>
                    </a:moveTo>
                    <a:cubicBezTo>
                      <a:pt x="-7941" y="-3890"/>
                      <a:pt x="10644" y="7746"/>
                      <a:pt x="10513" y="5294"/>
                    </a:cubicBezTo>
                    <a:cubicBezTo>
                      <a:pt x="9735" y="4448"/>
                      <a:pt x="6827" y="2706"/>
                      <a:pt x="4009" y="13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59" name="Freeform: Shape 258">
                <a:extLst>
                  <a:ext uri="{FF2B5EF4-FFF2-40B4-BE49-F238E27FC236}">
                    <a16:creationId xmlns:a16="http://schemas.microsoft.com/office/drawing/2014/main" id="{5592C5CE-0D75-9975-F11E-E9FEB005052D}"/>
                  </a:ext>
                </a:extLst>
              </p:cNvPr>
              <p:cNvSpPr/>
              <p:nvPr/>
            </p:nvSpPr>
            <p:spPr>
              <a:xfrm>
                <a:off x="7801510" y="6371496"/>
                <a:ext cx="9734" cy="1682"/>
              </a:xfrm>
              <a:custGeom>
                <a:avLst/>
                <a:gdLst>
                  <a:gd name="connsiteX0" fmla="*/ 3791 w 9734"/>
                  <a:gd name="connsiteY0" fmla="*/ 135 h 1682"/>
                  <a:gd name="connsiteX1" fmla="*/ 9734 w 9734"/>
                  <a:gd name="connsiteY1" fmla="*/ 1300 h 1682"/>
                  <a:gd name="connsiteX2" fmla="*/ 3791 w 9734"/>
                  <a:gd name="connsiteY2" fmla="*/ 135 h 1682"/>
                </a:gdLst>
                <a:ahLst/>
                <a:cxnLst>
                  <a:cxn ang="0">
                    <a:pos x="connsiteX0" y="connsiteY0"/>
                  </a:cxn>
                  <a:cxn ang="0">
                    <a:pos x="connsiteX1" y="connsiteY1"/>
                  </a:cxn>
                  <a:cxn ang="0">
                    <a:pos x="connsiteX2" y="connsiteY2"/>
                  </a:cxn>
                </a:cxnLst>
                <a:rect l="l" t="t" r="r" b="b"/>
                <a:pathLst>
                  <a:path w="9734" h="1682">
                    <a:moveTo>
                      <a:pt x="3791" y="135"/>
                    </a:moveTo>
                    <a:cubicBezTo>
                      <a:pt x="-7422" y="-717"/>
                      <a:pt x="9820" y="2815"/>
                      <a:pt x="9734" y="1300"/>
                    </a:cubicBezTo>
                    <a:cubicBezTo>
                      <a:pt x="9077" y="917"/>
                      <a:pt x="6419" y="398"/>
                      <a:pt x="3791" y="1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0" name="Freeform: Shape 259">
                <a:extLst>
                  <a:ext uri="{FF2B5EF4-FFF2-40B4-BE49-F238E27FC236}">
                    <a16:creationId xmlns:a16="http://schemas.microsoft.com/office/drawing/2014/main" id="{78311E6A-6D02-F25F-E67B-EE4EBA33DA10}"/>
                  </a:ext>
                </a:extLst>
              </p:cNvPr>
              <p:cNvSpPr/>
              <p:nvPr/>
            </p:nvSpPr>
            <p:spPr>
              <a:xfrm>
                <a:off x="7875624" y="6408305"/>
                <a:ext cx="9909" cy="2282"/>
              </a:xfrm>
              <a:custGeom>
                <a:avLst/>
                <a:gdLst>
                  <a:gd name="connsiteX0" fmla="*/ 3811 w 9909"/>
                  <a:gd name="connsiteY0" fmla="*/ 592 h 2282"/>
                  <a:gd name="connsiteX1" fmla="*/ 9909 w 9909"/>
                  <a:gd name="connsiteY1" fmla="*/ 2170 h 2282"/>
                  <a:gd name="connsiteX2" fmla="*/ 3811 w 9909"/>
                  <a:gd name="connsiteY2" fmla="*/ 592 h 2282"/>
                </a:gdLst>
                <a:ahLst/>
                <a:cxnLst>
                  <a:cxn ang="0">
                    <a:pos x="connsiteX0" y="connsiteY0"/>
                  </a:cxn>
                  <a:cxn ang="0">
                    <a:pos x="connsiteX1" y="connsiteY1"/>
                  </a:cxn>
                  <a:cxn ang="0">
                    <a:pos x="connsiteX2" y="connsiteY2"/>
                  </a:cxn>
                </a:cxnLst>
                <a:rect l="l" t="t" r="r" b="b"/>
                <a:pathLst>
                  <a:path w="9909" h="2282">
                    <a:moveTo>
                      <a:pt x="3811" y="592"/>
                    </a:moveTo>
                    <a:cubicBezTo>
                      <a:pt x="-7521" y="-1596"/>
                      <a:pt x="10041" y="3050"/>
                      <a:pt x="9909" y="2170"/>
                    </a:cubicBezTo>
                    <a:cubicBezTo>
                      <a:pt x="9212" y="1844"/>
                      <a:pt x="6480" y="1135"/>
                      <a:pt x="3811" y="5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1" name="Freeform: Shape 260">
                <a:extLst>
                  <a:ext uri="{FF2B5EF4-FFF2-40B4-BE49-F238E27FC236}">
                    <a16:creationId xmlns:a16="http://schemas.microsoft.com/office/drawing/2014/main" id="{B2743FF5-D99C-5CD6-6AF1-EB5D2CE50AAF}"/>
                  </a:ext>
                </a:extLst>
              </p:cNvPr>
              <p:cNvSpPr/>
              <p:nvPr/>
            </p:nvSpPr>
            <p:spPr>
              <a:xfrm>
                <a:off x="7733099" y="6321532"/>
                <a:ext cx="9559" cy="2053"/>
              </a:xfrm>
              <a:custGeom>
                <a:avLst/>
                <a:gdLst>
                  <a:gd name="connsiteX0" fmla="*/ 3798 w 9559"/>
                  <a:gd name="connsiteY0" fmla="*/ 0 h 2053"/>
                  <a:gd name="connsiteX1" fmla="*/ 9559 w 9559"/>
                  <a:gd name="connsiteY1" fmla="*/ 1103 h 2053"/>
                  <a:gd name="connsiteX2" fmla="*/ 3798 w 9559"/>
                  <a:gd name="connsiteY2" fmla="*/ 0 h 2053"/>
                </a:gdLst>
                <a:ahLst/>
                <a:cxnLst>
                  <a:cxn ang="0">
                    <a:pos x="connsiteX0" y="connsiteY0"/>
                  </a:cxn>
                  <a:cxn ang="0">
                    <a:pos x="connsiteX1" y="connsiteY1"/>
                  </a:cxn>
                  <a:cxn ang="0">
                    <a:pos x="connsiteX2" y="connsiteY2"/>
                  </a:cxn>
                </a:cxnLst>
                <a:rect l="l" t="t" r="r" b="b"/>
                <a:pathLst>
                  <a:path w="9559" h="2053">
                    <a:moveTo>
                      <a:pt x="3798" y="0"/>
                    </a:moveTo>
                    <a:cubicBezTo>
                      <a:pt x="-7363" y="303"/>
                      <a:pt x="9634" y="3652"/>
                      <a:pt x="9559" y="1103"/>
                    </a:cubicBezTo>
                    <a:cubicBezTo>
                      <a:pt x="8965" y="548"/>
                      <a:pt x="6387" y="57"/>
                      <a:pt x="379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2" name="Freeform: Shape 261">
                <a:extLst>
                  <a:ext uri="{FF2B5EF4-FFF2-40B4-BE49-F238E27FC236}">
                    <a16:creationId xmlns:a16="http://schemas.microsoft.com/office/drawing/2014/main" id="{3DD8B566-6D33-E5D4-6471-128E0E7A131B}"/>
                  </a:ext>
                </a:extLst>
              </p:cNvPr>
              <p:cNvSpPr/>
              <p:nvPr/>
            </p:nvSpPr>
            <p:spPr>
              <a:xfrm>
                <a:off x="8480996" y="7180934"/>
                <a:ext cx="12397" cy="6044"/>
              </a:xfrm>
              <a:custGeom>
                <a:avLst/>
                <a:gdLst>
                  <a:gd name="connsiteX0" fmla="*/ 4516 w 12397"/>
                  <a:gd name="connsiteY0" fmla="*/ 31 h 6044"/>
                  <a:gd name="connsiteX1" fmla="*/ 7882 w 12397"/>
                  <a:gd name="connsiteY1" fmla="*/ 6015 h 6044"/>
                  <a:gd name="connsiteX2" fmla="*/ 4516 w 12397"/>
                  <a:gd name="connsiteY2" fmla="*/ 31 h 6044"/>
                </a:gdLst>
                <a:ahLst/>
                <a:cxnLst>
                  <a:cxn ang="0">
                    <a:pos x="connsiteX0" y="connsiteY0"/>
                  </a:cxn>
                  <a:cxn ang="0">
                    <a:pos x="connsiteX1" y="connsiteY1"/>
                  </a:cxn>
                  <a:cxn ang="0">
                    <a:pos x="connsiteX2" y="connsiteY2"/>
                  </a:cxn>
                </a:cxnLst>
                <a:rect l="l" t="t" r="r" b="b"/>
                <a:pathLst>
                  <a:path w="12397" h="6044">
                    <a:moveTo>
                      <a:pt x="4516" y="31"/>
                    </a:moveTo>
                    <a:cubicBezTo>
                      <a:pt x="-4908" y="-500"/>
                      <a:pt x="2510" y="5884"/>
                      <a:pt x="7882" y="6015"/>
                    </a:cubicBezTo>
                    <a:cubicBezTo>
                      <a:pt x="17312" y="6530"/>
                      <a:pt x="9876" y="186"/>
                      <a:pt x="4516" y="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3" name="Freeform: Shape 262">
                <a:extLst>
                  <a:ext uri="{FF2B5EF4-FFF2-40B4-BE49-F238E27FC236}">
                    <a16:creationId xmlns:a16="http://schemas.microsoft.com/office/drawing/2014/main" id="{C959C9F4-EA62-764E-B1A1-EDBFE002B003}"/>
                  </a:ext>
                </a:extLst>
              </p:cNvPr>
              <p:cNvSpPr/>
              <p:nvPr/>
            </p:nvSpPr>
            <p:spPr>
              <a:xfrm>
                <a:off x="8587324" y="7359723"/>
                <a:ext cx="12996" cy="5765"/>
              </a:xfrm>
              <a:custGeom>
                <a:avLst/>
                <a:gdLst>
                  <a:gd name="connsiteX0" fmla="*/ 4658 w 12996"/>
                  <a:gd name="connsiteY0" fmla="*/ 8 h 5765"/>
                  <a:gd name="connsiteX1" fmla="*/ 8339 w 12996"/>
                  <a:gd name="connsiteY1" fmla="*/ 5757 h 5765"/>
                  <a:gd name="connsiteX2" fmla="*/ 4658 w 12996"/>
                  <a:gd name="connsiteY2" fmla="*/ 8 h 5765"/>
                </a:gdLst>
                <a:ahLst/>
                <a:cxnLst>
                  <a:cxn ang="0">
                    <a:pos x="connsiteX0" y="connsiteY0"/>
                  </a:cxn>
                  <a:cxn ang="0">
                    <a:pos x="connsiteX1" y="connsiteY1"/>
                  </a:cxn>
                  <a:cxn ang="0">
                    <a:pos x="connsiteX2" y="connsiteY2"/>
                  </a:cxn>
                </a:cxnLst>
                <a:rect l="l" t="t" r="r" b="b"/>
                <a:pathLst>
                  <a:path w="12996" h="5765">
                    <a:moveTo>
                      <a:pt x="4658" y="8"/>
                    </a:moveTo>
                    <a:cubicBezTo>
                      <a:pt x="-5098" y="174"/>
                      <a:pt x="2617" y="6025"/>
                      <a:pt x="8339" y="5757"/>
                    </a:cubicBezTo>
                    <a:cubicBezTo>
                      <a:pt x="18100" y="5585"/>
                      <a:pt x="10367" y="-238"/>
                      <a:pt x="4658"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4" name="Freeform: Shape 263">
                <a:extLst>
                  <a:ext uri="{FF2B5EF4-FFF2-40B4-BE49-F238E27FC236}">
                    <a16:creationId xmlns:a16="http://schemas.microsoft.com/office/drawing/2014/main" id="{B765B87D-D5A7-63B4-5B5D-EA7575194001}"/>
                  </a:ext>
                </a:extLst>
              </p:cNvPr>
              <p:cNvSpPr/>
              <p:nvPr/>
            </p:nvSpPr>
            <p:spPr>
              <a:xfrm>
                <a:off x="8291622" y="6831241"/>
                <a:ext cx="11319" cy="6430"/>
              </a:xfrm>
              <a:custGeom>
                <a:avLst/>
                <a:gdLst>
                  <a:gd name="connsiteX0" fmla="*/ 4329 w 11319"/>
                  <a:gd name="connsiteY0" fmla="*/ 486 h 6430"/>
                  <a:gd name="connsiteX1" fmla="*/ 11317 w 11319"/>
                  <a:gd name="connsiteY1" fmla="*/ 4978 h 6430"/>
                  <a:gd name="connsiteX2" fmla="*/ 4329 w 11319"/>
                  <a:gd name="connsiteY2" fmla="*/ 486 h 6430"/>
                </a:gdLst>
                <a:ahLst/>
                <a:cxnLst>
                  <a:cxn ang="0">
                    <a:pos x="connsiteX0" y="connsiteY0"/>
                  </a:cxn>
                  <a:cxn ang="0">
                    <a:pos x="connsiteX1" y="connsiteY1"/>
                  </a:cxn>
                  <a:cxn ang="0">
                    <a:pos x="connsiteX2" y="connsiteY2"/>
                  </a:cxn>
                </a:cxnLst>
                <a:rect l="l" t="t" r="r" b="b"/>
                <a:pathLst>
                  <a:path w="11319" h="6430">
                    <a:moveTo>
                      <a:pt x="4329" y="486"/>
                    </a:moveTo>
                    <a:cubicBezTo>
                      <a:pt x="-8599" y="-2662"/>
                      <a:pt x="11575" y="10728"/>
                      <a:pt x="11317" y="4978"/>
                    </a:cubicBezTo>
                    <a:cubicBezTo>
                      <a:pt x="10501" y="3521"/>
                      <a:pt x="7374" y="1510"/>
                      <a:pt x="4329" y="48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5" name="Freeform: Shape 264">
                <a:extLst>
                  <a:ext uri="{FF2B5EF4-FFF2-40B4-BE49-F238E27FC236}">
                    <a16:creationId xmlns:a16="http://schemas.microsoft.com/office/drawing/2014/main" id="{AF502509-E648-623C-EEFF-E25ABCCDAA9E}"/>
                  </a:ext>
                </a:extLst>
              </p:cNvPr>
              <p:cNvSpPr/>
              <p:nvPr/>
            </p:nvSpPr>
            <p:spPr>
              <a:xfrm>
                <a:off x="8382983" y="7000998"/>
                <a:ext cx="11864" cy="6383"/>
              </a:xfrm>
              <a:custGeom>
                <a:avLst/>
                <a:gdLst>
                  <a:gd name="connsiteX0" fmla="*/ 4528 w 11864"/>
                  <a:gd name="connsiteY0" fmla="*/ 150 h 6383"/>
                  <a:gd name="connsiteX1" fmla="*/ 11855 w 11864"/>
                  <a:gd name="connsiteY1" fmla="*/ 4368 h 6383"/>
                  <a:gd name="connsiteX2" fmla="*/ 4528 w 11864"/>
                  <a:gd name="connsiteY2" fmla="*/ 150 h 6383"/>
                </a:gdLst>
                <a:ahLst/>
                <a:cxnLst>
                  <a:cxn ang="0">
                    <a:pos x="connsiteX0" y="connsiteY0"/>
                  </a:cxn>
                  <a:cxn ang="0">
                    <a:pos x="connsiteX1" y="connsiteY1"/>
                  </a:cxn>
                  <a:cxn ang="0">
                    <a:pos x="connsiteX2" y="connsiteY2"/>
                  </a:cxn>
                </a:cxnLst>
                <a:rect l="l" t="t" r="r" b="b"/>
                <a:pathLst>
                  <a:path w="11864" h="6383">
                    <a:moveTo>
                      <a:pt x="4528" y="150"/>
                    </a:moveTo>
                    <a:cubicBezTo>
                      <a:pt x="-9080" y="-1501"/>
                      <a:pt x="12369" y="11152"/>
                      <a:pt x="11855" y="4368"/>
                    </a:cubicBezTo>
                    <a:cubicBezTo>
                      <a:pt x="10986" y="2762"/>
                      <a:pt x="7712" y="876"/>
                      <a:pt x="4528" y="1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6" name="Freeform: Shape 265">
                <a:extLst>
                  <a:ext uri="{FF2B5EF4-FFF2-40B4-BE49-F238E27FC236}">
                    <a16:creationId xmlns:a16="http://schemas.microsoft.com/office/drawing/2014/main" id="{5AACB4CF-879D-EDC9-8F40-F5FDCD3158D8}"/>
                  </a:ext>
                </a:extLst>
              </p:cNvPr>
              <p:cNvSpPr/>
              <p:nvPr/>
            </p:nvSpPr>
            <p:spPr>
              <a:xfrm>
                <a:off x="8204831" y="6683268"/>
                <a:ext cx="10803" cy="6182"/>
              </a:xfrm>
              <a:custGeom>
                <a:avLst/>
                <a:gdLst>
                  <a:gd name="connsiteX0" fmla="*/ 3988 w 10803"/>
                  <a:gd name="connsiteY0" fmla="*/ 893 h 6182"/>
                  <a:gd name="connsiteX1" fmla="*/ 6817 w 10803"/>
                  <a:gd name="connsiteY1" fmla="*/ 5294 h 6182"/>
                  <a:gd name="connsiteX2" fmla="*/ 3988 w 10803"/>
                  <a:gd name="connsiteY2" fmla="*/ 893 h 6182"/>
                </a:gdLst>
                <a:ahLst/>
                <a:cxnLst>
                  <a:cxn ang="0">
                    <a:pos x="connsiteX0" y="connsiteY0"/>
                  </a:cxn>
                  <a:cxn ang="0">
                    <a:pos x="connsiteX1" y="connsiteY1"/>
                  </a:cxn>
                  <a:cxn ang="0">
                    <a:pos x="connsiteX2" y="connsiteY2"/>
                  </a:cxn>
                </a:cxnLst>
                <a:rect l="l" t="t" r="r" b="b"/>
                <a:pathLst>
                  <a:path w="10803" h="6182">
                    <a:moveTo>
                      <a:pt x="3988" y="893"/>
                    </a:moveTo>
                    <a:cubicBezTo>
                      <a:pt x="-4556" y="-2279"/>
                      <a:pt x="2663" y="3910"/>
                      <a:pt x="6817" y="5294"/>
                    </a:cubicBezTo>
                    <a:cubicBezTo>
                      <a:pt x="15361" y="8449"/>
                      <a:pt x="8132" y="2293"/>
                      <a:pt x="3988" y="89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7" name="Freeform: Shape 266">
                <a:extLst>
                  <a:ext uri="{FF2B5EF4-FFF2-40B4-BE49-F238E27FC236}">
                    <a16:creationId xmlns:a16="http://schemas.microsoft.com/office/drawing/2014/main" id="{86181A56-ED4E-C84D-B803-563802243448}"/>
                  </a:ext>
                </a:extLst>
              </p:cNvPr>
              <p:cNvSpPr/>
              <p:nvPr/>
            </p:nvSpPr>
            <p:spPr>
              <a:xfrm>
                <a:off x="7350814" y="4996182"/>
                <a:ext cx="7155" cy="9985"/>
              </a:xfrm>
              <a:custGeom>
                <a:avLst/>
                <a:gdLst>
                  <a:gd name="connsiteX0" fmla="*/ 2773 w 7155"/>
                  <a:gd name="connsiteY0" fmla="*/ 4888 h 9985"/>
                  <a:gd name="connsiteX1" fmla="*/ 7128 w 7155"/>
                  <a:gd name="connsiteY1" fmla="*/ 9985 h 9985"/>
                  <a:gd name="connsiteX2" fmla="*/ 2773 w 7155"/>
                  <a:gd name="connsiteY2" fmla="*/ 4888 h 9985"/>
                </a:gdLst>
                <a:ahLst/>
                <a:cxnLst>
                  <a:cxn ang="0">
                    <a:pos x="connsiteX0" y="connsiteY0"/>
                  </a:cxn>
                  <a:cxn ang="0">
                    <a:pos x="connsiteX1" y="connsiteY1"/>
                  </a:cxn>
                  <a:cxn ang="0">
                    <a:pos x="connsiteX2" y="connsiteY2"/>
                  </a:cxn>
                </a:cxnLst>
                <a:rect l="l" t="t" r="r" b="b"/>
                <a:pathLst>
                  <a:path w="7155" h="9985">
                    <a:moveTo>
                      <a:pt x="2773" y="4888"/>
                    </a:moveTo>
                    <a:cubicBezTo>
                      <a:pt x="-5640" y="-7874"/>
                      <a:pt x="7842" y="8180"/>
                      <a:pt x="7128" y="9985"/>
                    </a:cubicBezTo>
                    <a:cubicBezTo>
                      <a:pt x="6642" y="9888"/>
                      <a:pt x="4693" y="7608"/>
                      <a:pt x="2773" y="488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8" name="Freeform: Shape 267">
                <a:extLst>
                  <a:ext uri="{FF2B5EF4-FFF2-40B4-BE49-F238E27FC236}">
                    <a16:creationId xmlns:a16="http://schemas.microsoft.com/office/drawing/2014/main" id="{9629B305-9165-CD78-D339-22B99BED262A}"/>
                  </a:ext>
                </a:extLst>
              </p:cNvPr>
              <p:cNvSpPr/>
              <p:nvPr/>
            </p:nvSpPr>
            <p:spPr>
              <a:xfrm>
                <a:off x="7297190" y="4994600"/>
                <a:ext cx="7222" cy="7053"/>
              </a:xfrm>
              <a:custGeom>
                <a:avLst/>
                <a:gdLst>
                  <a:gd name="connsiteX0" fmla="*/ 2807 w 7222"/>
                  <a:gd name="connsiteY0" fmla="*/ 3562 h 7053"/>
                  <a:gd name="connsiteX1" fmla="*/ 7202 w 7222"/>
                  <a:gd name="connsiteY1" fmla="*/ 7054 h 7053"/>
                  <a:gd name="connsiteX2" fmla="*/ 2807 w 7222"/>
                  <a:gd name="connsiteY2" fmla="*/ 3562 h 7053"/>
                </a:gdLst>
                <a:ahLst/>
                <a:cxnLst>
                  <a:cxn ang="0">
                    <a:pos x="connsiteX0" y="connsiteY0"/>
                  </a:cxn>
                  <a:cxn ang="0">
                    <a:pos x="connsiteX1" y="connsiteY1"/>
                  </a:cxn>
                  <a:cxn ang="0">
                    <a:pos x="connsiteX2" y="connsiteY2"/>
                  </a:cxn>
                </a:cxnLst>
                <a:rect l="l" t="t" r="r" b="b"/>
                <a:pathLst>
                  <a:path w="7222" h="7053">
                    <a:moveTo>
                      <a:pt x="2807" y="3562"/>
                    </a:moveTo>
                    <a:cubicBezTo>
                      <a:pt x="-5668" y="-5491"/>
                      <a:pt x="7808" y="5368"/>
                      <a:pt x="7202" y="7054"/>
                    </a:cubicBezTo>
                    <a:cubicBezTo>
                      <a:pt x="6716" y="7048"/>
                      <a:pt x="4750" y="5488"/>
                      <a:pt x="2807" y="356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69" name="Freeform: Shape 268">
                <a:extLst>
                  <a:ext uri="{FF2B5EF4-FFF2-40B4-BE49-F238E27FC236}">
                    <a16:creationId xmlns:a16="http://schemas.microsoft.com/office/drawing/2014/main" id="{7CB9D36B-6091-63EB-4289-B2A393479A45}"/>
                  </a:ext>
                </a:extLst>
              </p:cNvPr>
              <p:cNvSpPr/>
              <p:nvPr/>
            </p:nvSpPr>
            <p:spPr>
              <a:xfrm>
                <a:off x="7244897" y="4997040"/>
                <a:ext cx="7268" cy="4052"/>
              </a:xfrm>
              <a:custGeom>
                <a:avLst/>
                <a:gdLst>
                  <a:gd name="connsiteX0" fmla="*/ 2871 w 7268"/>
                  <a:gd name="connsiteY0" fmla="*/ 2012 h 4052"/>
                  <a:gd name="connsiteX1" fmla="*/ 7266 w 7268"/>
                  <a:gd name="connsiteY1" fmla="*/ 4053 h 4052"/>
                  <a:gd name="connsiteX2" fmla="*/ 2871 w 7268"/>
                  <a:gd name="connsiteY2" fmla="*/ 2012 h 4052"/>
                </a:gdLst>
                <a:ahLst/>
                <a:cxnLst>
                  <a:cxn ang="0">
                    <a:pos x="connsiteX0" y="connsiteY0"/>
                  </a:cxn>
                  <a:cxn ang="0">
                    <a:pos x="connsiteX1" y="connsiteY1"/>
                  </a:cxn>
                  <a:cxn ang="0">
                    <a:pos x="connsiteX2" y="connsiteY2"/>
                  </a:cxn>
                </a:cxnLst>
                <a:rect l="l" t="t" r="r" b="b"/>
                <a:pathLst>
                  <a:path w="7268" h="4052">
                    <a:moveTo>
                      <a:pt x="2871" y="2012"/>
                    </a:moveTo>
                    <a:cubicBezTo>
                      <a:pt x="-5633" y="-3080"/>
                      <a:pt x="7483" y="2967"/>
                      <a:pt x="7266" y="4053"/>
                    </a:cubicBezTo>
                    <a:cubicBezTo>
                      <a:pt x="6803" y="4030"/>
                      <a:pt x="4837" y="3116"/>
                      <a:pt x="2871" y="20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0" name="Freeform: Shape 269">
                <a:extLst>
                  <a:ext uri="{FF2B5EF4-FFF2-40B4-BE49-F238E27FC236}">
                    <a16:creationId xmlns:a16="http://schemas.microsoft.com/office/drawing/2014/main" id="{2250F1CA-C7CE-0AAB-ED37-F6C85E5FF885}"/>
                  </a:ext>
                </a:extLst>
              </p:cNvPr>
              <p:cNvSpPr/>
              <p:nvPr/>
            </p:nvSpPr>
            <p:spPr>
              <a:xfrm>
                <a:off x="7403058" y="5013833"/>
                <a:ext cx="7110" cy="12269"/>
              </a:xfrm>
              <a:custGeom>
                <a:avLst/>
                <a:gdLst>
                  <a:gd name="connsiteX0" fmla="*/ 2793 w 7110"/>
                  <a:gd name="connsiteY0" fmla="*/ 5692 h 12269"/>
                  <a:gd name="connsiteX1" fmla="*/ 7096 w 7110"/>
                  <a:gd name="connsiteY1" fmla="*/ 12269 h 12269"/>
                  <a:gd name="connsiteX2" fmla="*/ 2793 w 7110"/>
                  <a:gd name="connsiteY2" fmla="*/ 5692 h 12269"/>
                </a:gdLst>
                <a:ahLst/>
                <a:cxnLst>
                  <a:cxn ang="0">
                    <a:pos x="connsiteX0" y="connsiteY0"/>
                  </a:cxn>
                  <a:cxn ang="0">
                    <a:pos x="connsiteX1" y="connsiteY1"/>
                  </a:cxn>
                  <a:cxn ang="0">
                    <a:pos x="connsiteX2" y="connsiteY2"/>
                  </a:cxn>
                </a:cxnLst>
                <a:rect l="l" t="t" r="r" b="b"/>
                <a:pathLst>
                  <a:path w="7110" h="12269">
                    <a:moveTo>
                      <a:pt x="2793" y="5692"/>
                    </a:moveTo>
                    <a:cubicBezTo>
                      <a:pt x="-5585" y="-9648"/>
                      <a:pt x="7605" y="10704"/>
                      <a:pt x="7096" y="12269"/>
                    </a:cubicBezTo>
                    <a:cubicBezTo>
                      <a:pt x="6633" y="11978"/>
                      <a:pt x="4708" y="9035"/>
                      <a:pt x="2793" y="56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1" name="Freeform: Shape 270">
                <a:extLst>
                  <a:ext uri="{FF2B5EF4-FFF2-40B4-BE49-F238E27FC236}">
                    <a16:creationId xmlns:a16="http://schemas.microsoft.com/office/drawing/2014/main" id="{EE8E948E-33ED-0661-7040-9BB8CE195EAE}"/>
                  </a:ext>
                </a:extLst>
              </p:cNvPr>
              <p:cNvSpPr/>
              <p:nvPr/>
            </p:nvSpPr>
            <p:spPr>
              <a:xfrm>
                <a:off x="7196635" y="4991436"/>
                <a:ext cx="7293" cy="1582"/>
              </a:xfrm>
              <a:custGeom>
                <a:avLst/>
                <a:gdLst>
                  <a:gd name="connsiteX0" fmla="*/ 2956 w 7293"/>
                  <a:gd name="connsiteY0" fmla="*/ 565 h 1582"/>
                  <a:gd name="connsiteX1" fmla="*/ 7293 w 7293"/>
                  <a:gd name="connsiteY1" fmla="*/ 1576 h 1582"/>
                  <a:gd name="connsiteX2" fmla="*/ 2956 w 7293"/>
                  <a:gd name="connsiteY2" fmla="*/ 565 h 1582"/>
                </a:gdLst>
                <a:ahLst/>
                <a:cxnLst>
                  <a:cxn ang="0">
                    <a:pos x="connsiteX0" y="connsiteY0"/>
                  </a:cxn>
                  <a:cxn ang="0">
                    <a:pos x="connsiteX1" y="connsiteY1"/>
                  </a:cxn>
                  <a:cxn ang="0">
                    <a:pos x="connsiteX2" y="connsiteY2"/>
                  </a:cxn>
                </a:cxnLst>
                <a:rect l="l" t="t" r="r" b="b"/>
                <a:pathLst>
                  <a:path w="7293" h="1582">
                    <a:moveTo>
                      <a:pt x="2956" y="565"/>
                    </a:moveTo>
                    <a:cubicBezTo>
                      <a:pt x="-5582" y="-1196"/>
                      <a:pt x="7070" y="1736"/>
                      <a:pt x="7293" y="1576"/>
                    </a:cubicBezTo>
                    <a:cubicBezTo>
                      <a:pt x="6876" y="1433"/>
                      <a:pt x="4933" y="976"/>
                      <a:pt x="2956" y="5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2" name="Freeform: Shape 271">
                <a:extLst>
                  <a:ext uri="{FF2B5EF4-FFF2-40B4-BE49-F238E27FC236}">
                    <a16:creationId xmlns:a16="http://schemas.microsoft.com/office/drawing/2014/main" id="{D5A4F4C3-7009-F4CE-0461-6E4A2F14F01D}"/>
                  </a:ext>
                </a:extLst>
              </p:cNvPr>
              <p:cNvSpPr/>
              <p:nvPr/>
            </p:nvSpPr>
            <p:spPr>
              <a:xfrm>
                <a:off x="7625976" y="5739798"/>
                <a:ext cx="8711" cy="15426"/>
              </a:xfrm>
              <a:custGeom>
                <a:avLst/>
                <a:gdLst>
                  <a:gd name="connsiteX0" fmla="*/ 3566 w 8711"/>
                  <a:gd name="connsiteY0" fmla="*/ 1394 h 15426"/>
                  <a:gd name="connsiteX1" fmla="*/ 5143 w 8711"/>
                  <a:gd name="connsiteY1" fmla="*/ 14104 h 15426"/>
                  <a:gd name="connsiteX2" fmla="*/ 3566 w 8711"/>
                  <a:gd name="connsiteY2" fmla="*/ 1394 h 15426"/>
                </a:gdLst>
                <a:ahLst/>
                <a:cxnLst>
                  <a:cxn ang="0">
                    <a:pos x="connsiteX0" y="connsiteY0"/>
                  </a:cxn>
                  <a:cxn ang="0">
                    <a:pos x="connsiteX1" y="connsiteY1"/>
                  </a:cxn>
                  <a:cxn ang="0">
                    <a:pos x="connsiteX2" y="connsiteY2"/>
                  </a:cxn>
                </a:cxnLst>
                <a:rect l="l" t="t" r="r" b="b"/>
                <a:pathLst>
                  <a:path w="8711" h="15426">
                    <a:moveTo>
                      <a:pt x="3566" y="1394"/>
                    </a:moveTo>
                    <a:cubicBezTo>
                      <a:pt x="-3972" y="-4939"/>
                      <a:pt x="2354" y="12252"/>
                      <a:pt x="5143" y="14104"/>
                    </a:cubicBezTo>
                    <a:cubicBezTo>
                      <a:pt x="12693" y="20196"/>
                      <a:pt x="6344" y="3377"/>
                      <a:pt x="3566" y="13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3" name="Freeform: Shape 272">
                <a:extLst>
                  <a:ext uri="{FF2B5EF4-FFF2-40B4-BE49-F238E27FC236}">
                    <a16:creationId xmlns:a16="http://schemas.microsoft.com/office/drawing/2014/main" id="{F9263015-B986-DC71-BB68-D530DDA9434D}"/>
                  </a:ext>
                </a:extLst>
              </p:cNvPr>
              <p:cNvSpPr/>
              <p:nvPr/>
            </p:nvSpPr>
            <p:spPr>
              <a:xfrm>
                <a:off x="7450892" y="5064242"/>
                <a:ext cx="7176" cy="13329"/>
              </a:xfrm>
              <a:custGeom>
                <a:avLst/>
                <a:gdLst>
                  <a:gd name="connsiteX0" fmla="*/ 2925 w 7176"/>
                  <a:gd name="connsiteY0" fmla="*/ 5265 h 13329"/>
                  <a:gd name="connsiteX1" fmla="*/ 7177 w 7176"/>
                  <a:gd name="connsiteY1" fmla="*/ 13329 h 13329"/>
                  <a:gd name="connsiteX2" fmla="*/ 2925 w 7176"/>
                  <a:gd name="connsiteY2" fmla="*/ 5265 h 13329"/>
                </a:gdLst>
                <a:ahLst/>
                <a:cxnLst>
                  <a:cxn ang="0">
                    <a:pos x="connsiteX0" y="connsiteY0"/>
                  </a:cxn>
                  <a:cxn ang="0">
                    <a:pos x="connsiteX1" y="connsiteY1"/>
                  </a:cxn>
                  <a:cxn ang="0">
                    <a:pos x="connsiteX2" y="connsiteY2"/>
                  </a:cxn>
                </a:cxnLst>
                <a:rect l="l" t="t" r="r" b="b"/>
                <a:pathLst>
                  <a:path w="7176" h="13329">
                    <a:moveTo>
                      <a:pt x="2925" y="5265"/>
                    </a:moveTo>
                    <a:cubicBezTo>
                      <a:pt x="-5477" y="-10205"/>
                      <a:pt x="6862" y="13341"/>
                      <a:pt x="7177" y="13329"/>
                    </a:cubicBezTo>
                    <a:cubicBezTo>
                      <a:pt x="6776" y="12478"/>
                      <a:pt x="4873" y="8872"/>
                      <a:pt x="2925" y="5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4" name="Freeform: Shape 273">
                <a:extLst>
                  <a:ext uri="{FF2B5EF4-FFF2-40B4-BE49-F238E27FC236}">
                    <a16:creationId xmlns:a16="http://schemas.microsoft.com/office/drawing/2014/main" id="{3FD595D0-3593-5517-17AD-B440D9BBBF72}"/>
                  </a:ext>
                </a:extLst>
              </p:cNvPr>
              <p:cNvSpPr/>
              <p:nvPr/>
            </p:nvSpPr>
            <p:spPr>
              <a:xfrm>
                <a:off x="7574609" y="5550555"/>
                <a:ext cx="8389" cy="13295"/>
              </a:xfrm>
              <a:custGeom>
                <a:avLst/>
                <a:gdLst>
                  <a:gd name="connsiteX0" fmla="*/ 3446 w 8389"/>
                  <a:gd name="connsiteY0" fmla="*/ 4904 h 13295"/>
                  <a:gd name="connsiteX1" fmla="*/ 8389 w 8389"/>
                  <a:gd name="connsiteY1" fmla="*/ 13277 h 13295"/>
                  <a:gd name="connsiteX2" fmla="*/ 3446 w 8389"/>
                  <a:gd name="connsiteY2" fmla="*/ 4904 h 13295"/>
                </a:gdLst>
                <a:ahLst/>
                <a:cxnLst>
                  <a:cxn ang="0">
                    <a:pos x="connsiteX0" y="connsiteY0"/>
                  </a:cxn>
                  <a:cxn ang="0">
                    <a:pos x="connsiteX1" y="connsiteY1"/>
                  </a:cxn>
                  <a:cxn ang="0">
                    <a:pos x="connsiteX2" y="connsiteY2"/>
                  </a:cxn>
                </a:cxnLst>
                <a:rect l="l" t="t" r="r" b="b"/>
                <a:pathLst>
                  <a:path w="8389" h="13295">
                    <a:moveTo>
                      <a:pt x="3446" y="4904"/>
                    </a:moveTo>
                    <a:cubicBezTo>
                      <a:pt x="-6361" y="-10057"/>
                      <a:pt x="7823" y="14060"/>
                      <a:pt x="8389" y="13277"/>
                    </a:cubicBezTo>
                    <a:cubicBezTo>
                      <a:pt x="7932" y="12214"/>
                      <a:pt x="5726" y="8454"/>
                      <a:pt x="3446" y="49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5" name="Freeform: Shape 274">
                <a:extLst>
                  <a:ext uri="{FF2B5EF4-FFF2-40B4-BE49-F238E27FC236}">
                    <a16:creationId xmlns:a16="http://schemas.microsoft.com/office/drawing/2014/main" id="{035AEF65-AE78-0199-CEFC-F6457339FD66}"/>
                  </a:ext>
                </a:extLst>
              </p:cNvPr>
              <p:cNvSpPr/>
              <p:nvPr/>
            </p:nvSpPr>
            <p:spPr>
              <a:xfrm>
                <a:off x="7530225" y="5393362"/>
                <a:ext cx="7939" cy="13708"/>
              </a:xfrm>
              <a:custGeom>
                <a:avLst/>
                <a:gdLst>
                  <a:gd name="connsiteX0" fmla="*/ 3345 w 7939"/>
                  <a:gd name="connsiteY0" fmla="*/ 3981 h 13708"/>
                  <a:gd name="connsiteX1" fmla="*/ 7940 w 7939"/>
                  <a:gd name="connsiteY1" fmla="*/ 13508 h 13708"/>
                  <a:gd name="connsiteX2" fmla="*/ 3345 w 7939"/>
                  <a:gd name="connsiteY2" fmla="*/ 3981 h 13708"/>
                </a:gdLst>
                <a:ahLst/>
                <a:cxnLst>
                  <a:cxn ang="0">
                    <a:pos x="connsiteX0" y="connsiteY0"/>
                  </a:cxn>
                  <a:cxn ang="0">
                    <a:pos x="connsiteX1" y="connsiteY1"/>
                  </a:cxn>
                  <a:cxn ang="0">
                    <a:pos x="connsiteX2" y="connsiteY2"/>
                  </a:cxn>
                </a:cxnLst>
                <a:rect l="l" t="t" r="r" b="b"/>
                <a:pathLst>
                  <a:path w="7939" h="13708">
                    <a:moveTo>
                      <a:pt x="3345" y="3981"/>
                    </a:moveTo>
                    <a:cubicBezTo>
                      <a:pt x="-5856" y="-9621"/>
                      <a:pt x="6711" y="16217"/>
                      <a:pt x="7940" y="13508"/>
                    </a:cubicBezTo>
                    <a:cubicBezTo>
                      <a:pt x="7568" y="11816"/>
                      <a:pt x="5511" y="7553"/>
                      <a:pt x="3345" y="39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6" name="Freeform: Shape 275">
                <a:extLst>
                  <a:ext uri="{FF2B5EF4-FFF2-40B4-BE49-F238E27FC236}">
                    <a16:creationId xmlns:a16="http://schemas.microsoft.com/office/drawing/2014/main" id="{42A6DF52-2B73-7BB6-7371-EF95CDE216A4}"/>
                  </a:ext>
                </a:extLst>
              </p:cNvPr>
              <p:cNvSpPr/>
              <p:nvPr/>
            </p:nvSpPr>
            <p:spPr>
              <a:xfrm>
                <a:off x="7673539" y="6166193"/>
                <a:ext cx="9323" cy="11935"/>
              </a:xfrm>
              <a:custGeom>
                <a:avLst/>
                <a:gdLst>
                  <a:gd name="connsiteX0" fmla="*/ 3940 w 9323"/>
                  <a:gd name="connsiteY0" fmla="*/ 0 h 11935"/>
                  <a:gd name="connsiteX1" fmla="*/ 9324 w 9323"/>
                  <a:gd name="connsiteY1" fmla="*/ 6990 h 11935"/>
                  <a:gd name="connsiteX2" fmla="*/ 3940 w 9323"/>
                  <a:gd name="connsiteY2" fmla="*/ 0 h 11935"/>
                </a:gdLst>
                <a:ahLst/>
                <a:cxnLst>
                  <a:cxn ang="0">
                    <a:pos x="connsiteX0" y="connsiteY0"/>
                  </a:cxn>
                  <a:cxn ang="0">
                    <a:pos x="connsiteX1" y="connsiteY1"/>
                  </a:cxn>
                  <a:cxn ang="0">
                    <a:pos x="connsiteX2" y="connsiteY2"/>
                  </a:cxn>
                </a:cxnLst>
                <a:rect l="l" t="t" r="r" b="b"/>
                <a:pathLst>
                  <a:path w="9323" h="11935">
                    <a:moveTo>
                      <a:pt x="3940" y="0"/>
                    </a:moveTo>
                    <a:cubicBezTo>
                      <a:pt x="-7267" y="172"/>
                      <a:pt x="8958" y="21243"/>
                      <a:pt x="9324" y="6990"/>
                    </a:cubicBezTo>
                    <a:cubicBezTo>
                      <a:pt x="8849" y="3801"/>
                      <a:pt x="6443" y="646"/>
                      <a:pt x="394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7" name="Freeform: Shape 276">
                <a:extLst>
                  <a:ext uri="{FF2B5EF4-FFF2-40B4-BE49-F238E27FC236}">
                    <a16:creationId xmlns:a16="http://schemas.microsoft.com/office/drawing/2014/main" id="{EFA1B114-5F43-D226-2CA6-8B9D03C8BE5D}"/>
                  </a:ext>
                </a:extLst>
              </p:cNvPr>
              <p:cNvSpPr/>
              <p:nvPr/>
            </p:nvSpPr>
            <p:spPr>
              <a:xfrm>
                <a:off x="7491388" y="5205915"/>
                <a:ext cx="7485" cy="13646"/>
              </a:xfrm>
              <a:custGeom>
                <a:avLst/>
                <a:gdLst>
                  <a:gd name="connsiteX0" fmla="*/ 3137 w 7485"/>
                  <a:gd name="connsiteY0" fmla="*/ 4061 h 13646"/>
                  <a:gd name="connsiteX1" fmla="*/ 7486 w 7485"/>
                  <a:gd name="connsiteY1" fmla="*/ 13491 h 13646"/>
                  <a:gd name="connsiteX2" fmla="*/ 3137 w 7485"/>
                  <a:gd name="connsiteY2" fmla="*/ 4061 h 13646"/>
                </a:gdLst>
                <a:ahLst/>
                <a:cxnLst>
                  <a:cxn ang="0">
                    <a:pos x="connsiteX0" y="connsiteY0"/>
                  </a:cxn>
                  <a:cxn ang="0">
                    <a:pos x="connsiteX1" y="connsiteY1"/>
                  </a:cxn>
                  <a:cxn ang="0">
                    <a:pos x="connsiteX2" y="connsiteY2"/>
                  </a:cxn>
                </a:cxnLst>
                <a:rect l="l" t="t" r="r" b="b"/>
                <a:pathLst>
                  <a:path w="7485" h="13646">
                    <a:moveTo>
                      <a:pt x="3137" y="4061"/>
                    </a:moveTo>
                    <a:cubicBezTo>
                      <a:pt x="-5499" y="-9621"/>
                      <a:pt x="6308" y="15851"/>
                      <a:pt x="7486" y="13491"/>
                    </a:cubicBezTo>
                    <a:cubicBezTo>
                      <a:pt x="7131" y="11873"/>
                      <a:pt x="5183" y="7650"/>
                      <a:pt x="3137" y="40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8" name="Freeform: Shape 277">
                <a:extLst>
                  <a:ext uri="{FF2B5EF4-FFF2-40B4-BE49-F238E27FC236}">
                    <a16:creationId xmlns:a16="http://schemas.microsoft.com/office/drawing/2014/main" id="{A7B393ED-3A85-09B0-87B7-3FC4E8E9EB3C}"/>
                  </a:ext>
                </a:extLst>
              </p:cNvPr>
              <p:cNvSpPr/>
              <p:nvPr/>
            </p:nvSpPr>
            <p:spPr>
              <a:xfrm>
                <a:off x="8704404" y="7525997"/>
                <a:ext cx="13264" cy="5306"/>
              </a:xfrm>
              <a:custGeom>
                <a:avLst/>
                <a:gdLst>
                  <a:gd name="connsiteX0" fmla="*/ 4547 w 13264"/>
                  <a:gd name="connsiteY0" fmla="*/ 0 h 5306"/>
                  <a:gd name="connsiteX1" fmla="*/ 12662 w 13264"/>
                  <a:gd name="connsiteY1" fmla="*/ 4396 h 5306"/>
                  <a:gd name="connsiteX2" fmla="*/ 4547 w 13264"/>
                  <a:gd name="connsiteY2" fmla="*/ 0 h 5306"/>
                </a:gdLst>
                <a:ahLst/>
                <a:cxnLst>
                  <a:cxn ang="0">
                    <a:pos x="connsiteX0" y="connsiteY0"/>
                  </a:cxn>
                  <a:cxn ang="0">
                    <a:pos x="connsiteX1" y="connsiteY1"/>
                  </a:cxn>
                  <a:cxn ang="0">
                    <a:pos x="connsiteX2" y="connsiteY2"/>
                  </a:cxn>
                </a:cxnLst>
                <a:rect l="l" t="t" r="r" b="b"/>
                <a:pathLst>
                  <a:path w="13264" h="5306">
                    <a:moveTo>
                      <a:pt x="4547" y="0"/>
                    </a:moveTo>
                    <a:cubicBezTo>
                      <a:pt x="-7815" y="1155"/>
                      <a:pt x="8495" y="7670"/>
                      <a:pt x="12662" y="4396"/>
                    </a:cubicBezTo>
                    <a:cubicBezTo>
                      <a:pt x="15605" y="1177"/>
                      <a:pt x="6930" y="-28"/>
                      <a:pt x="454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79" name="Freeform: Shape 278">
                <a:extLst>
                  <a:ext uri="{FF2B5EF4-FFF2-40B4-BE49-F238E27FC236}">
                    <a16:creationId xmlns:a16="http://schemas.microsoft.com/office/drawing/2014/main" id="{85852AD8-C64C-E8AC-47E7-028C2EC7E72A}"/>
                  </a:ext>
                </a:extLst>
              </p:cNvPr>
              <p:cNvSpPr/>
              <p:nvPr/>
            </p:nvSpPr>
            <p:spPr>
              <a:xfrm>
                <a:off x="6959901" y="4964931"/>
                <a:ext cx="6723" cy="903"/>
              </a:xfrm>
              <a:custGeom>
                <a:avLst/>
                <a:gdLst>
                  <a:gd name="connsiteX0" fmla="*/ 2671 w 6723"/>
                  <a:gd name="connsiteY0" fmla="*/ 4 h 903"/>
                  <a:gd name="connsiteX1" fmla="*/ 6180 w 6723"/>
                  <a:gd name="connsiteY1" fmla="*/ 741 h 903"/>
                  <a:gd name="connsiteX2" fmla="*/ 2671 w 6723"/>
                  <a:gd name="connsiteY2" fmla="*/ 4 h 903"/>
                </a:gdLst>
                <a:ahLst/>
                <a:cxnLst>
                  <a:cxn ang="0">
                    <a:pos x="connsiteX0" y="connsiteY0"/>
                  </a:cxn>
                  <a:cxn ang="0">
                    <a:pos x="connsiteX1" y="connsiteY1"/>
                  </a:cxn>
                  <a:cxn ang="0">
                    <a:pos x="connsiteX2" y="connsiteY2"/>
                  </a:cxn>
                </a:cxnLst>
                <a:rect l="l" t="t" r="r" b="b"/>
                <a:pathLst>
                  <a:path w="6723" h="903">
                    <a:moveTo>
                      <a:pt x="2671" y="4"/>
                    </a:moveTo>
                    <a:cubicBezTo>
                      <a:pt x="-4130" y="261"/>
                      <a:pt x="3934" y="1301"/>
                      <a:pt x="6180" y="741"/>
                    </a:cubicBezTo>
                    <a:cubicBezTo>
                      <a:pt x="8318" y="175"/>
                      <a:pt x="3517" y="-31"/>
                      <a:pt x="2671"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0" name="Freeform: Shape 279">
                <a:extLst>
                  <a:ext uri="{FF2B5EF4-FFF2-40B4-BE49-F238E27FC236}">
                    <a16:creationId xmlns:a16="http://schemas.microsoft.com/office/drawing/2014/main" id="{A29B15D0-EBE0-CC86-4EA0-432E5D2C72D9}"/>
                  </a:ext>
                </a:extLst>
              </p:cNvPr>
              <p:cNvSpPr/>
              <p:nvPr/>
            </p:nvSpPr>
            <p:spPr>
              <a:xfrm>
                <a:off x="7540642" y="6350197"/>
                <a:ext cx="9786" cy="830"/>
              </a:xfrm>
              <a:custGeom>
                <a:avLst/>
                <a:gdLst>
                  <a:gd name="connsiteX0" fmla="*/ 3888 w 9786"/>
                  <a:gd name="connsiteY0" fmla="*/ 94 h 830"/>
                  <a:gd name="connsiteX1" fmla="*/ 9786 w 9786"/>
                  <a:gd name="connsiteY1" fmla="*/ 677 h 830"/>
                  <a:gd name="connsiteX2" fmla="*/ 3888 w 9786"/>
                  <a:gd name="connsiteY2" fmla="*/ 94 h 830"/>
                </a:gdLst>
                <a:ahLst/>
                <a:cxnLst>
                  <a:cxn ang="0">
                    <a:pos x="connsiteX0" y="connsiteY0"/>
                  </a:cxn>
                  <a:cxn ang="0">
                    <a:pos x="connsiteX1" y="connsiteY1"/>
                  </a:cxn>
                  <a:cxn ang="0">
                    <a:pos x="connsiteX2" y="connsiteY2"/>
                  </a:cxn>
                </a:cxnLst>
                <a:rect l="l" t="t" r="r" b="b"/>
                <a:pathLst>
                  <a:path w="9786" h="830">
                    <a:moveTo>
                      <a:pt x="3888" y="94"/>
                    </a:moveTo>
                    <a:cubicBezTo>
                      <a:pt x="-7490" y="-415"/>
                      <a:pt x="9718" y="1345"/>
                      <a:pt x="9786" y="677"/>
                    </a:cubicBezTo>
                    <a:cubicBezTo>
                      <a:pt x="9169" y="500"/>
                      <a:pt x="6535" y="237"/>
                      <a:pt x="3888" y="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1" name="Freeform: Shape 280">
                <a:extLst>
                  <a:ext uri="{FF2B5EF4-FFF2-40B4-BE49-F238E27FC236}">
                    <a16:creationId xmlns:a16="http://schemas.microsoft.com/office/drawing/2014/main" id="{09D576EB-F149-4EEE-5A76-7B33E79FE2C8}"/>
                  </a:ext>
                </a:extLst>
              </p:cNvPr>
              <p:cNvSpPr/>
              <p:nvPr/>
            </p:nvSpPr>
            <p:spPr>
              <a:xfrm>
                <a:off x="7610651" y="6361828"/>
                <a:ext cx="9969" cy="1286"/>
              </a:xfrm>
              <a:custGeom>
                <a:avLst/>
                <a:gdLst>
                  <a:gd name="connsiteX0" fmla="*/ 3894 w 9969"/>
                  <a:gd name="connsiteY0" fmla="*/ 521 h 1286"/>
                  <a:gd name="connsiteX1" fmla="*/ 9970 w 9969"/>
                  <a:gd name="connsiteY1" fmla="*/ 1287 h 1286"/>
                  <a:gd name="connsiteX2" fmla="*/ 3894 w 9969"/>
                  <a:gd name="connsiteY2" fmla="*/ 521 h 1286"/>
                </a:gdLst>
                <a:ahLst/>
                <a:cxnLst>
                  <a:cxn ang="0">
                    <a:pos x="connsiteX0" y="connsiteY0"/>
                  </a:cxn>
                  <a:cxn ang="0">
                    <a:pos x="connsiteX1" y="connsiteY1"/>
                  </a:cxn>
                  <a:cxn ang="0">
                    <a:pos x="connsiteX2" y="connsiteY2"/>
                  </a:cxn>
                </a:cxnLst>
                <a:rect l="l" t="t" r="r" b="b"/>
                <a:pathLst>
                  <a:path w="9969" h="1286">
                    <a:moveTo>
                      <a:pt x="3894" y="521"/>
                    </a:moveTo>
                    <a:cubicBezTo>
                      <a:pt x="-7593" y="-971"/>
                      <a:pt x="9992" y="1207"/>
                      <a:pt x="9970" y="1287"/>
                    </a:cubicBezTo>
                    <a:cubicBezTo>
                      <a:pt x="9307" y="1219"/>
                      <a:pt x="6586" y="870"/>
                      <a:pt x="3894" y="5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2" name="Freeform: Shape 281">
                <a:extLst>
                  <a:ext uri="{FF2B5EF4-FFF2-40B4-BE49-F238E27FC236}">
                    <a16:creationId xmlns:a16="http://schemas.microsoft.com/office/drawing/2014/main" id="{52318593-FDF9-1A7A-59D0-8D41AD937D8A}"/>
                  </a:ext>
                </a:extLst>
              </p:cNvPr>
              <p:cNvSpPr/>
              <p:nvPr/>
            </p:nvSpPr>
            <p:spPr>
              <a:xfrm>
                <a:off x="7761709" y="6396704"/>
                <a:ext cx="10370" cy="3043"/>
              </a:xfrm>
              <a:custGeom>
                <a:avLst/>
                <a:gdLst>
                  <a:gd name="connsiteX0" fmla="*/ 4027 w 10370"/>
                  <a:gd name="connsiteY0" fmla="*/ 901 h 3043"/>
                  <a:gd name="connsiteX1" fmla="*/ 10371 w 10370"/>
                  <a:gd name="connsiteY1" fmla="*/ 2964 h 3043"/>
                  <a:gd name="connsiteX2" fmla="*/ 4027 w 10370"/>
                  <a:gd name="connsiteY2" fmla="*/ 901 h 3043"/>
                </a:gdLst>
                <a:ahLst/>
                <a:cxnLst>
                  <a:cxn ang="0">
                    <a:pos x="connsiteX0" y="connsiteY0"/>
                  </a:cxn>
                  <a:cxn ang="0">
                    <a:pos x="connsiteX1" y="connsiteY1"/>
                  </a:cxn>
                  <a:cxn ang="0">
                    <a:pos x="connsiteX2" y="connsiteY2"/>
                  </a:cxn>
                </a:cxnLst>
                <a:rect l="l" t="t" r="r" b="b"/>
                <a:pathLst>
                  <a:path w="10370" h="3043">
                    <a:moveTo>
                      <a:pt x="4027" y="901"/>
                    </a:moveTo>
                    <a:cubicBezTo>
                      <a:pt x="-7877" y="-2209"/>
                      <a:pt x="10405" y="3798"/>
                      <a:pt x="10371" y="2964"/>
                    </a:cubicBezTo>
                    <a:cubicBezTo>
                      <a:pt x="9668" y="2592"/>
                      <a:pt x="6827" y="1666"/>
                      <a:pt x="4027" y="90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3" name="Freeform: Shape 282">
                <a:extLst>
                  <a:ext uri="{FF2B5EF4-FFF2-40B4-BE49-F238E27FC236}">
                    <a16:creationId xmlns:a16="http://schemas.microsoft.com/office/drawing/2014/main" id="{459E36F7-B3AA-BE08-634D-AF61EA65FB71}"/>
                  </a:ext>
                </a:extLst>
              </p:cNvPr>
              <p:cNvSpPr/>
              <p:nvPr/>
            </p:nvSpPr>
            <p:spPr>
              <a:xfrm>
                <a:off x="7684986" y="6371190"/>
                <a:ext cx="10175" cy="2137"/>
              </a:xfrm>
              <a:custGeom>
                <a:avLst/>
                <a:gdLst>
                  <a:gd name="connsiteX0" fmla="*/ 3957 w 10175"/>
                  <a:gd name="connsiteY0" fmla="*/ 840 h 2137"/>
                  <a:gd name="connsiteX1" fmla="*/ 10175 w 10175"/>
                  <a:gd name="connsiteY1" fmla="*/ 2138 h 2137"/>
                  <a:gd name="connsiteX2" fmla="*/ 3957 w 10175"/>
                  <a:gd name="connsiteY2" fmla="*/ 840 h 2137"/>
                </a:gdLst>
                <a:ahLst/>
                <a:cxnLst>
                  <a:cxn ang="0">
                    <a:pos x="connsiteX0" y="connsiteY0"/>
                  </a:cxn>
                  <a:cxn ang="0">
                    <a:pos x="connsiteX1" y="connsiteY1"/>
                  </a:cxn>
                  <a:cxn ang="0">
                    <a:pos x="connsiteX2" y="connsiteY2"/>
                  </a:cxn>
                </a:cxnLst>
                <a:rect l="l" t="t" r="r" b="b"/>
                <a:pathLst>
                  <a:path w="10175" h="2137">
                    <a:moveTo>
                      <a:pt x="3957" y="840"/>
                    </a:moveTo>
                    <a:cubicBezTo>
                      <a:pt x="-7753" y="-1617"/>
                      <a:pt x="10266" y="2092"/>
                      <a:pt x="10175" y="2138"/>
                    </a:cubicBezTo>
                    <a:cubicBezTo>
                      <a:pt x="9477" y="1995"/>
                      <a:pt x="6694" y="1418"/>
                      <a:pt x="3957" y="84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4" name="Freeform: Shape 283">
                <a:extLst>
                  <a:ext uri="{FF2B5EF4-FFF2-40B4-BE49-F238E27FC236}">
                    <a16:creationId xmlns:a16="http://schemas.microsoft.com/office/drawing/2014/main" id="{2BCD6D52-0ACE-3B1A-3EAD-FC4EBF10B81A}"/>
                  </a:ext>
                </a:extLst>
              </p:cNvPr>
              <p:cNvSpPr/>
              <p:nvPr/>
            </p:nvSpPr>
            <p:spPr>
              <a:xfrm>
                <a:off x="7838794" y="6456618"/>
                <a:ext cx="10626" cy="4179"/>
              </a:xfrm>
              <a:custGeom>
                <a:avLst/>
                <a:gdLst>
                  <a:gd name="connsiteX0" fmla="*/ 4157 w 10626"/>
                  <a:gd name="connsiteY0" fmla="*/ 714 h 4179"/>
                  <a:gd name="connsiteX1" fmla="*/ 10627 w 10626"/>
                  <a:gd name="connsiteY1" fmla="*/ 3681 h 4179"/>
                  <a:gd name="connsiteX2" fmla="*/ 4157 w 10626"/>
                  <a:gd name="connsiteY2" fmla="*/ 714 h 4179"/>
                </a:gdLst>
                <a:ahLst/>
                <a:cxnLst>
                  <a:cxn ang="0">
                    <a:pos x="connsiteX0" y="connsiteY0"/>
                  </a:cxn>
                  <a:cxn ang="0">
                    <a:pos x="connsiteX1" y="connsiteY1"/>
                  </a:cxn>
                  <a:cxn ang="0">
                    <a:pos x="connsiteX2" y="connsiteY2"/>
                  </a:cxn>
                </a:cxnLst>
                <a:rect l="l" t="t" r="r" b="b"/>
                <a:pathLst>
                  <a:path w="10626" h="4179">
                    <a:moveTo>
                      <a:pt x="4157" y="714"/>
                    </a:moveTo>
                    <a:cubicBezTo>
                      <a:pt x="-8073" y="-2497"/>
                      <a:pt x="10569" y="6315"/>
                      <a:pt x="10627" y="3681"/>
                    </a:cubicBezTo>
                    <a:cubicBezTo>
                      <a:pt x="9929" y="2920"/>
                      <a:pt x="7032" y="1589"/>
                      <a:pt x="4157" y="7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5" name="Freeform: Shape 284">
                <a:extLst>
                  <a:ext uri="{FF2B5EF4-FFF2-40B4-BE49-F238E27FC236}">
                    <a16:creationId xmlns:a16="http://schemas.microsoft.com/office/drawing/2014/main" id="{886119D1-8C34-D49C-8A22-F38E60CA12DE}"/>
                  </a:ext>
                </a:extLst>
              </p:cNvPr>
              <p:cNvSpPr/>
              <p:nvPr/>
            </p:nvSpPr>
            <p:spPr>
              <a:xfrm>
                <a:off x="8150599" y="7145720"/>
                <a:ext cx="12319" cy="6832"/>
              </a:xfrm>
              <a:custGeom>
                <a:avLst/>
                <a:gdLst>
                  <a:gd name="connsiteX0" fmla="*/ 4711 w 12319"/>
                  <a:gd name="connsiteY0" fmla="*/ 1 h 6832"/>
                  <a:gd name="connsiteX1" fmla="*/ 7603 w 12319"/>
                  <a:gd name="connsiteY1" fmla="*/ 6831 h 6832"/>
                  <a:gd name="connsiteX2" fmla="*/ 4711 w 12319"/>
                  <a:gd name="connsiteY2" fmla="*/ 1 h 6832"/>
                </a:gdLst>
                <a:ahLst/>
                <a:cxnLst>
                  <a:cxn ang="0">
                    <a:pos x="connsiteX0" y="connsiteY0"/>
                  </a:cxn>
                  <a:cxn ang="0">
                    <a:pos x="connsiteX1" y="connsiteY1"/>
                  </a:cxn>
                  <a:cxn ang="0">
                    <a:pos x="connsiteX2" y="connsiteY2"/>
                  </a:cxn>
                </a:cxnLst>
                <a:rect l="l" t="t" r="r" b="b"/>
                <a:pathLst>
                  <a:path w="12319" h="6832">
                    <a:moveTo>
                      <a:pt x="4711" y="1"/>
                    </a:moveTo>
                    <a:cubicBezTo>
                      <a:pt x="-4519" y="-113"/>
                      <a:pt x="1653" y="6923"/>
                      <a:pt x="7603" y="6831"/>
                    </a:cubicBezTo>
                    <a:cubicBezTo>
                      <a:pt x="16855" y="6939"/>
                      <a:pt x="10643" y="-67"/>
                      <a:pt x="4711"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6" name="Freeform: Shape 285">
                <a:extLst>
                  <a:ext uri="{FF2B5EF4-FFF2-40B4-BE49-F238E27FC236}">
                    <a16:creationId xmlns:a16="http://schemas.microsoft.com/office/drawing/2014/main" id="{03FA6835-EC27-39EB-2675-9B343EF34650}"/>
                  </a:ext>
                </a:extLst>
              </p:cNvPr>
              <p:cNvSpPr/>
              <p:nvPr/>
            </p:nvSpPr>
            <p:spPr>
              <a:xfrm>
                <a:off x="8242523" y="7347040"/>
                <a:ext cx="12876" cy="6386"/>
              </a:xfrm>
              <a:custGeom>
                <a:avLst/>
                <a:gdLst>
                  <a:gd name="connsiteX0" fmla="*/ 4833 w 12876"/>
                  <a:gd name="connsiteY0" fmla="*/ 15 h 6386"/>
                  <a:gd name="connsiteX1" fmla="*/ 8039 w 12876"/>
                  <a:gd name="connsiteY1" fmla="*/ 6370 h 6386"/>
                  <a:gd name="connsiteX2" fmla="*/ 4833 w 12876"/>
                  <a:gd name="connsiteY2" fmla="*/ 15 h 6386"/>
                </a:gdLst>
                <a:ahLst/>
                <a:cxnLst>
                  <a:cxn ang="0">
                    <a:pos x="connsiteX0" y="connsiteY0"/>
                  </a:cxn>
                  <a:cxn ang="0">
                    <a:pos x="connsiteX1" y="connsiteY1"/>
                  </a:cxn>
                  <a:cxn ang="0">
                    <a:pos x="connsiteX2" y="connsiteY2"/>
                  </a:cxn>
                </a:cxnLst>
                <a:rect l="l" t="t" r="r" b="b"/>
                <a:pathLst>
                  <a:path w="12876" h="6386">
                    <a:moveTo>
                      <a:pt x="4833" y="15"/>
                    </a:moveTo>
                    <a:cubicBezTo>
                      <a:pt x="-4751" y="364"/>
                      <a:pt x="1850" y="6747"/>
                      <a:pt x="8039" y="6370"/>
                    </a:cubicBezTo>
                    <a:cubicBezTo>
                      <a:pt x="17640" y="6027"/>
                      <a:pt x="11011" y="-345"/>
                      <a:pt x="4833" y="1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7" name="Freeform: Shape 286">
                <a:extLst>
                  <a:ext uri="{FF2B5EF4-FFF2-40B4-BE49-F238E27FC236}">
                    <a16:creationId xmlns:a16="http://schemas.microsoft.com/office/drawing/2014/main" id="{399F7A2F-A207-B9C8-8EFD-67CBA8F08581}"/>
                  </a:ext>
                </a:extLst>
              </p:cNvPr>
              <p:cNvSpPr/>
              <p:nvPr/>
            </p:nvSpPr>
            <p:spPr>
              <a:xfrm>
                <a:off x="7988837" y="6742922"/>
                <a:ext cx="11315" cy="6442"/>
              </a:xfrm>
              <a:custGeom>
                <a:avLst/>
                <a:gdLst>
                  <a:gd name="connsiteX0" fmla="*/ 4396 w 11315"/>
                  <a:gd name="connsiteY0" fmla="*/ 172 h 6442"/>
                  <a:gd name="connsiteX1" fmla="*/ 6916 w 11315"/>
                  <a:gd name="connsiteY1" fmla="*/ 6270 h 6442"/>
                  <a:gd name="connsiteX2" fmla="*/ 4396 w 11315"/>
                  <a:gd name="connsiteY2" fmla="*/ 172 h 6442"/>
                </a:gdLst>
                <a:ahLst/>
                <a:cxnLst>
                  <a:cxn ang="0">
                    <a:pos x="connsiteX0" y="connsiteY0"/>
                  </a:cxn>
                  <a:cxn ang="0">
                    <a:pos x="connsiteX1" y="connsiteY1"/>
                  </a:cxn>
                  <a:cxn ang="0">
                    <a:pos x="connsiteX2" y="connsiteY2"/>
                  </a:cxn>
                </a:cxnLst>
                <a:rect l="l" t="t" r="r" b="b"/>
                <a:pathLst>
                  <a:path w="11315" h="6442">
                    <a:moveTo>
                      <a:pt x="4396" y="172"/>
                    </a:moveTo>
                    <a:cubicBezTo>
                      <a:pt x="-4360" y="-1160"/>
                      <a:pt x="1824" y="5658"/>
                      <a:pt x="6916" y="6270"/>
                    </a:cubicBezTo>
                    <a:cubicBezTo>
                      <a:pt x="15689" y="7601"/>
                      <a:pt x="9471" y="806"/>
                      <a:pt x="4396" y="17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8" name="Freeform: Shape 287">
                <a:extLst>
                  <a:ext uri="{FF2B5EF4-FFF2-40B4-BE49-F238E27FC236}">
                    <a16:creationId xmlns:a16="http://schemas.microsoft.com/office/drawing/2014/main" id="{E624ABD9-30DD-7554-FD55-38072F64EA01}"/>
                  </a:ext>
                </a:extLst>
              </p:cNvPr>
              <p:cNvSpPr/>
              <p:nvPr/>
            </p:nvSpPr>
            <p:spPr>
              <a:xfrm>
                <a:off x="7913682" y="6575512"/>
                <a:ext cx="10987" cy="5751"/>
              </a:xfrm>
              <a:custGeom>
                <a:avLst/>
                <a:gdLst>
                  <a:gd name="connsiteX0" fmla="*/ 4381 w 10987"/>
                  <a:gd name="connsiteY0" fmla="*/ 338 h 5751"/>
                  <a:gd name="connsiteX1" fmla="*/ 10988 w 10987"/>
                  <a:gd name="connsiteY1" fmla="*/ 4310 h 5751"/>
                  <a:gd name="connsiteX2" fmla="*/ 4381 w 10987"/>
                  <a:gd name="connsiteY2" fmla="*/ 338 h 5751"/>
                </a:gdLst>
                <a:ahLst/>
                <a:cxnLst>
                  <a:cxn ang="0">
                    <a:pos x="connsiteX0" y="connsiteY0"/>
                  </a:cxn>
                  <a:cxn ang="0">
                    <a:pos x="connsiteX1" y="connsiteY1"/>
                  </a:cxn>
                  <a:cxn ang="0">
                    <a:pos x="connsiteX2" y="connsiteY2"/>
                  </a:cxn>
                </a:cxnLst>
                <a:rect l="l" t="t" r="r" b="b"/>
                <a:pathLst>
                  <a:path w="10987" h="5751">
                    <a:moveTo>
                      <a:pt x="4381" y="338"/>
                    </a:moveTo>
                    <a:cubicBezTo>
                      <a:pt x="-8420" y="-2113"/>
                      <a:pt x="10897" y="9745"/>
                      <a:pt x="10988" y="4310"/>
                    </a:cubicBezTo>
                    <a:cubicBezTo>
                      <a:pt x="10308" y="2961"/>
                      <a:pt x="7348" y="1178"/>
                      <a:pt x="4381" y="3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89" name="Freeform: Shape 288">
                <a:extLst>
                  <a:ext uri="{FF2B5EF4-FFF2-40B4-BE49-F238E27FC236}">
                    <a16:creationId xmlns:a16="http://schemas.microsoft.com/office/drawing/2014/main" id="{3DEC3F9A-2AA5-957B-1EC6-E8DBAC95302B}"/>
                  </a:ext>
                </a:extLst>
              </p:cNvPr>
              <p:cNvSpPr/>
              <p:nvPr/>
            </p:nvSpPr>
            <p:spPr>
              <a:xfrm>
                <a:off x="8066895" y="6938675"/>
                <a:ext cx="11796" cy="6840"/>
              </a:xfrm>
              <a:custGeom>
                <a:avLst/>
                <a:gdLst>
                  <a:gd name="connsiteX0" fmla="*/ 4565 w 11796"/>
                  <a:gd name="connsiteY0" fmla="*/ 48 h 6840"/>
                  <a:gd name="connsiteX1" fmla="*/ 7228 w 11796"/>
                  <a:gd name="connsiteY1" fmla="*/ 6792 h 6840"/>
                  <a:gd name="connsiteX2" fmla="*/ 4565 w 11796"/>
                  <a:gd name="connsiteY2" fmla="*/ 48 h 6840"/>
                </a:gdLst>
                <a:ahLst/>
                <a:cxnLst>
                  <a:cxn ang="0">
                    <a:pos x="connsiteX0" y="connsiteY0"/>
                  </a:cxn>
                  <a:cxn ang="0">
                    <a:pos x="connsiteX1" y="connsiteY1"/>
                  </a:cxn>
                  <a:cxn ang="0">
                    <a:pos x="connsiteX2" y="connsiteY2"/>
                  </a:cxn>
                </a:cxnLst>
                <a:rect l="l" t="t" r="r" b="b"/>
                <a:pathLst>
                  <a:path w="11796" h="6840">
                    <a:moveTo>
                      <a:pt x="4565" y="48"/>
                    </a:moveTo>
                    <a:cubicBezTo>
                      <a:pt x="-4414" y="-655"/>
                      <a:pt x="1690" y="6529"/>
                      <a:pt x="7228" y="6792"/>
                    </a:cubicBezTo>
                    <a:cubicBezTo>
                      <a:pt x="16223" y="7495"/>
                      <a:pt x="10091" y="340"/>
                      <a:pt x="4565" y="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0" name="Freeform: Shape 289">
                <a:extLst>
                  <a:ext uri="{FF2B5EF4-FFF2-40B4-BE49-F238E27FC236}">
                    <a16:creationId xmlns:a16="http://schemas.microsoft.com/office/drawing/2014/main" id="{448B6B89-A21F-FD91-FD6A-0DC038A04C45}"/>
                  </a:ext>
                </a:extLst>
              </p:cNvPr>
              <p:cNvSpPr/>
              <p:nvPr/>
            </p:nvSpPr>
            <p:spPr>
              <a:xfrm>
                <a:off x="7347209" y="5247726"/>
                <a:ext cx="8544" cy="9125"/>
              </a:xfrm>
              <a:custGeom>
                <a:avLst/>
                <a:gdLst>
                  <a:gd name="connsiteX0" fmla="*/ 3641 w 8544"/>
                  <a:gd name="connsiteY0" fmla="*/ 2741 h 9125"/>
                  <a:gd name="connsiteX1" fmla="*/ 8545 w 8544"/>
                  <a:gd name="connsiteY1" fmla="*/ 8924 h 9125"/>
                  <a:gd name="connsiteX2" fmla="*/ 3641 w 8544"/>
                  <a:gd name="connsiteY2" fmla="*/ 2741 h 9125"/>
                </a:gdLst>
                <a:ahLst/>
                <a:cxnLst>
                  <a:cxn ang="0">
                    <a:pos x="connsiteX0" y="connsiteY0"/>
                  </a:cxn>
                  <a:cxn ang="0">
                    <a:pos x="connsiteX1" y="connsiteY1"/>
                  </a:cxn>
                  <a:cxn ang="0">
                    <a:pos x="connsiteX2" y="connsiteY2"/>
                  </a:cxn>
                </a:cxnLst>
                <a:rect l="l" t="t" r="r" b="b"/>
                <a:pathLst>
                  <a:path w="8544" h="9125">
                    <a:moveTo>
                      <a:pt x="3641" y="2741"/>
                    </a:moveTo>
                    <a:cubicBezTo>
                      <a:pt x="-6452" y="-6621"/>
                      <a:pt x="7533" y="11188"/>
                      <a:pt x="8545" y="8924"/>
                    </a:cubicBezTo>
                    <a:cubicBezTo>
                      <a:pt x="8167" y="7850"/>
                      <a:pt x="5978" y="5055"/>
                      <a:pt x="3641" y="27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1" name="Freeform: Shape 290">
                <a:extLst>
                  <a:ext uri="{FF2B5EF4-FFF2-40B4-BE49-F238E27FC236}">
                    <a16:creationId xmlns:a16="http://schemas.microsoft.com/office/drawing/2014/main" id="{2A0E3348-DABE-224B-E1CC-CA4344711D2B}"/>
                  </a:ext>
                </a:extLst>
              </p:cNvPr>
              <p:cNvSpPr/>
              <p:nvPr/>
            </p:nvSpPr>
            <p:spPr>
              <a:xfrm>
                <a:off x="7476997" y="6317583"/>
                <a:ext cx="9550" cy="1647"/>
              </a:xfrm>
              <a:custGeom>
                <a:avLst/>
                <a:gdLst>
                  <a:gd name="connsiteX0" fmla="*/ 3869 w 9550"/>
                  <a:gd name="connsiteY0" fmla="*/ 0 h 1647"/>
                  <a:gd name="connsiteX1" fmla="*/ 9550 w 9550"/>
                  <a:gd name="connsiteY1" fmla="*/ 841 h 1647"/>
                  <a:gd name="connsiteX2" fmla="*/ 3869 w 9550"/>
                  <a:gd name="connsiteY2" fmla="*/ 0 h 1647"/>
                </a:gdLst>
                <a:ahLst/>
                <a:cxnLst>
                  <a:cxn ang="0">
                    <a:pos x="connsiteX0" y="connsiteY0"/>
                  </a:cxn>
                  <a:cxn ang="0">
                    <a:pos x="connsiteX1" y="connsiteY1"/>
                  </a:cxn>
                  <a:cxn ang="0">
                    <a:pos x="connsiteX2" y="connsiteY2"/>
                  </a:cxn>
                </a:cxnLst>
                <a:rect l="l" t="t" r="r" b="b"/>
                <a:pathLst>
                  <a:path w="9550" h="1647">
                    <a:moveTo>
                      <a:pt x="3869" y="0"/>
                    </a:moveTo>
                    <a:cubicBezTo>
                      <a:pt x="-7372" y="395"/>
                      <a:pt x="9447" y="2909"/>
                      <a:pt x="9550" y="841"/>
                    </a:cubicBezTo>
                    <a:cubicBezTo>
                      <a:pt x="9007" y="395"/>
                      <a:pt x="6464" y="17"/>
                      <a:pt x="386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2" name="Freeform: Shape 291">
                <a:extLst>
                  <a:ext uri="{FF2B5EF4-FFF2-40B4-BE49-F238E27FC236}">
                    <a16:creationId xmlns:a16="http://schemas.microsoft.com/office/drawing/2014/main" id="{060F4B84-6251-B7DF-FAA0-007A870204DA}"/>
                  </a:ext>
                </a:extLst>
              </p:cNvPr>
              <p:cNvSpPr/>
              <p:nvPr/>
            </p:nvSpPr>
            <p:spPr>
              <a:xfrm>
                <a:off x="7158159" y="4760464"/>
                <a:ext cx="7260" cy="6809"/>
              </a:xfrm>
              <a:custGeom>
                <a:avLst/>
                <a:gdLst>
                  <a:gd name="connsiteX0" fmla="*/ 2736 w 7260"/>
                  <a:gd name="connsiteY0" fmla="*/ 4308 h 6809"/>
                  <a:gd name="connsiteX1" fmla="*/ 4525 w 7260"/>
                  <a:gd name="connsiteY1" fmla="*/ 2473 h 6809"/>
                  <a:gd name="connsiteX2" fmla="*/ 2736 w 7260"/>
                  <a:gd name="connsiteY2" fmla="*/ 4308 h 6809"/>
                </a:gdLst>
                <a:ahLst/>
                <a:cxnLst>
                  <a:cxn ang="0">
                    <a:pos x="connsiteX0" y="connsiteY0"/>
                  </a:cxn>
                  <a:cxn ang="0">
                    <a:pos x="connsiteX1" y="connsiteY1"/>
                  </a:cxn>
                  <a:cxn ang="0">
                    <a:pos x="connsiteX2" y="connsiteY2"/>
                  </a:cxn>
                </a:cxnLst>
                <a:rect l="l" t="t" r="r" b="b"/>
                <a:pathLst>
                  <a:path w="7260" h="6809">
                    <a:moveTo>
                      <a:pt x="2736" y="4308"/>
                    </a:moveTo>
                    <a:cubicBezTo>
                      <a:pt x="-1991" y="-7"/>
                      <a:pt x="-70" y="-1870"/>
                      <a:pt x="4525" y="2473"/>
                    </a:cubicBezTo>
                    <a:cubicBezTo>
                      <a:pt x="9240" y="6862"/>
                      <a:pt x="7348" y="8668"/>
                      <a:pt x="2736" y="43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3" name="Freeform: Shape 292">
                <a:extLst>
                  <a:ext uri="{FF2B5EF4-FFF2-40B4-BE49-F238E27FC236}">
                    <a16:creationId xmlns:a16="http://schemas.microsoft.com/office/drawing/2014/main" id="{533466F5-5ECB-AC45-2154-3F2CD94B38DE}"/>
                  </a:ext>
                </a:extLst>
              </p:cNvPr>
              <p:cNvSpPr/>
              <p:nvPr/>
            </p:nvSpPr>
            <p:spPr>
              <a:xfrm>
                <a:off x="6999710" y="4958310"/>
                <a:ext cx="7376" cy="1319"/>
              </a:xfrm>
              <a:custGeom>
                <a:avLst/>
                <a:gdLst>
                  <a:gd name="connsiteX0" fmla="*/ 3005 w 7376"/>
                  <a:gd name="connsiteY0" fmla="*/ 1219 h 1319"/>
                  <a:gd name="connsiteX1" fmla="*/ 7377 w 7376"/>
                  <a:gd name="connsiteY1" fmla="*/ 1018 h 1319"/>
                  <a:gd name="connsiteX2" fmla="*/ 3005 w 7376"/>
                  <a:gd name="connsiteY2" fmla="*/ 1219 h 1319"/>
                </a:gdLst>
                <a:ahLst/>
                <a:cxnLst>
                  <a:cxn ang="0">
                    <a:pos x="connsiteX0" y="connsiteY0"/>
                  </a:cxn>
                  <a:cxn ang="0">
                    <a:pos x="connsiteX1" y="connsiteY1"/>
                  </a:cxn>
                  <a:cxn ang="0">
                    <a:pos x="connsiteX2" y="connsiteY2"/>
                  </a:cxn>
                </a:cxnLst>
                <a:rect l="l" t="t" r="r" b="b"/>
                <a:pathLst>
                  <a:path w="7376" h="1319">
                    <a:moveTo>
                      <a:pt x="3005" y="1219"/>
                    </a:moveTo>
                    <a:cubicBezTo>
                      <a:pt x="-5728" y="13"/>
                      <a:pt x="7348" y="-691"/>
                      <a:pt x="7377" y="1018"/>
                    </a:cubicBezTo>
                    <a:cubicBezTo>
                      <a:pt x="6960" y="1327"/>
                      <a:pt x="5005" y="1407"/>
                      <a:pt x="3005" y="12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4" name="Freeform: Shape 293">
                <a:extLst>
                  <a:ext uri="{FF2B5EF4-FFF2-40B4-BE49-F238E27FC236}">
                    <a16:creationId xmlns:a16="http://schemas.microsoft.com/office/drawing/2014/main" id="{5C3448EE-F742-82D9-6D30-A7EB8C33FAB0}"/>
                  </a:ext>
                </a:extLst>
              </p:cNvPr>
              <p:cNvSpPr/>
              <p:nvPr/>
            </p:nvSpPr>
            <p:spPr>
              <a:xfrm>
                <a:off x="7209973" y="4725205"/>
                <a:ext cx="7445" cy="8246"/>
              </a:xfrm>
              <a:custGeom>
                <a:avLst/>
                <a:gdLst>
                  <a:gd name="connsiteX0" fmla="*/ 2985 w 7445"/>
                  <a:gd name="connsiteY0" fmla="*/ 4283 h 8246"/>
                  <a:gd name="connsiteX1" fmla="*/ 7426 w 7445"/>
                  <a:gd name="connsiteY1" fmla="*/ 8244 h 8246"/>
                  <a:gd name="connsiteX2" fmla="*/ 2985 w 7445"/>
                  <a:gd name="connsiteY2" fmla="*/ 4283 h 8246"/>
                </a:gdLst>
                <a:ahLst/>
                <a:cxnLst>
                  <a:cxn ang="0">
                    <a:pos x="connsiteX0" y="connsiteY0"/>
                  </a:cxn>
                  <a:cxn ang="0">
                    <a:pos x="connsiteX1" y="connsiteY1"/>
                  </a:cxn>
                  <a:cxn ang="0">
                    <a:pos x="connsiteX2" y="connsiteY2"/>
                  </a:cxn>
                </a:cxnLst>
                <a:rect l="l" t="t" r="r" b="b"/>
                <a:pathLst>
                  <a:path w="7445" h="8246">
                    <a:moveTo>
                      <a:pt x="2985" y="4283"/>
                    </a:moveTo>
                    <a:cubicBezTo>
                      <a:pt x="-5936" y="-6490"/>
                      <a:pt x="8043" y="6209"/>
                      <a:pt x="7426" y="8244"/>
                    </a:cubicBezTo>
                    <a:cubicBezTo>
                      <a:pt x="6980" y="8329"/>
                      <a:pt x="4991" y="6541"/>
                      <a:pt x="2985" y="428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5" name="Freeform: Shape 294">
                <a:extLst>
                  <a:ext uri="{FF2B5EF4-FFF2-40B4-BE49-F238E27FC236}">
                    <a16:creationId xmlns:a16="http://schemas.microsoft.com/office/drawing/2014/main" id="{61A076E1-FC81-EEEF-B865-542D309A39CA}"/>
                  </a:ext>
                </a:extLst>
              </p:cNvPr>
              <p:cNvSpPr/>
              <p:nvPr/>
            </p:nvSpPr>
            <p:spPr>
              <a:xfrm>
                <a:off x="7048850" y="4903858"/>
                <a:ext cx="7451" cy="3207"/>
              </a:xfrm>
              <a:custGeom>
                <a:avLst/>
                <a:gdLst>
                  <a:gd name="connsiteX0" fmla="*/ 2945 w 7451"/>
                  <a:gd name="connsiteY0" fmla="*/ 2674 h 3207"/>
                  <a:gd name="connsiteX1" fmla="*/ 7432 w 7451"/>
                  <a:gd name="connsiteY1" fmla="*/ 2777 h 3207"/>
                  <a:gd name="connsiteX2" fmla="*/ 2945 w 7451"/>
                  <a:gd name="connsiteY2" fmla="*/ 2674 h 3207"/>
                </a:gdLst>
                <a:ahLst/>
                <a:cxnLst>
                  <a:cxn ang="0">
                    <a:pos x="connsiteX0" y="connsiteY0"/>
                  </a:cxn>
                  <a:cxn ang="0">
                    <a:pos x="connsiteX1" y="connsiteY1"/>
                  </a:cxn>
                  <a:cxn ang="0">
                    <a:pos x="connsiteX2" y="connsiteY2"/>
                  </a:cxn>
                </a:cxnLst>
                <a:rect l="l" t="t" r="r" b="b"/>
                <a:pathLst>
                  <a:path w="7451" h="3207">
                    <a:moveTo>
                      <a:pt x="2945" y="2674"/>
                    </a:moveTo>
                    <a:cubicBezTo>
                      <a:pt x="-5896" y="-1132"/>
                      <a:pt x="8043" y="-675"/>
                      <a:pt x="7432" y="2777"/>
                    </a:cubicBezTo>
                    <a:cubicBezTo>
                      <a:pt x="6957" y="3394"/>
                      <a:pt x="4951" y="3337"/>
                      <a:pt x="2945" y="26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6" name="Freeform: Shape 295">
                <a:extLst>
                  <a:ext uri="{FF2B5EF4-FFF2-40B4-BE49-F238E27FC236}">
                    <a16:creationId xmlns:a16="http://schemas.microsoft.com/office/drawing/2014/main" id="{3EC1F574-2D14-2510-9C6E-071B72326A39}"/>
                  </a:ext>
                </a:extLst>
              </p:cNvPr>
              <p:cNvSpPr/>
              <p:nvPr/>
            </p:nvSpPr>
            <p:spPr>
              <a:xfrm>
                <a:off x="7103114" y="4828863"/>
                <a:ext cx="7291" cy="5204"/>
              </a:xfrm>
              <a:custGeom>
                <a:avLst/>
                <a:gdLst>
                  <a:gd name="connsiteX0" fmla="*/ 2734 w 7291"/>
                  <a:gd name="connsiteY0" fmla="*/ 3837 h 5204"/>
                  <a:gd name="connsiteX1" fmla="*/ 4557 w 7291"/>
                  <a:gd name="connsiteY1" fmla="*/ 1351 h 5204"/>
                  <a:gd name="connsiteX2" fmla="*/ 2734 w 7291"/>
                  <a:gd name="connsiteY2" fmla="*/ 3837 h 5204"/>
                </a:gdLst>
                <a:ahLst/>
                <a:cxnLst>
                  <a:cxn ang="0">
                    <a:pos x="connsiteX0" y="connsiteY0"/>
                  </a:cxn>
                  <a:cxn ang="0">
                    <a:pos x="connsiteX1" y="connsiteY1"/>
                  </a:cxn>
                  <a:cxn ang="0">
                    <a:pos x="connsiteX2" y="connsiteY2"/>
                  </a:cxn>
                </a:cxnLst>
                <a:rect l="l" t="t" r="r" b="b"/>
                <a:pathLst>
                  <a:path w="7291" h="5204">
                    <a:moveTo>
                      <a:pt x="2734" y="3837"/>
                    </a:moveTo>
                    <a:cubicBezTo>
                      <a:pt x="-2066" y="820"/>
                      <a:pt x="37" y="-1626"/>
                      <a:pt x="4557" y="1351"/>
                    </a:cubicBezTo>
                    <a:cubicBezTo>
                      <a:pt x="9341" y="4443"/>
                      <a:pt x="7283" y="6815"/>
                      <a:pt x="2734" y="383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7" name="Freeform: Shape 296">
                <a:extLst>
                  <a:ext uri="{FF2B5EF4-FFF2-40B4-BE49-F238E27FC236}">
                    <a16:creationId xmlns:a16="http://schemas.microsoft.com/office/drawing/2014/main" id="{7DEC7952-2F9B-A31F-4588-50703E1E7526}"/>
                  </a:ext>
                </a:extLst>
              </p:cNvPr>
              <p:cNvSpPr/>
              <p:nvPr/>
            </p:nvSpPr>
            <p:spPr>
              <a:xfrm>
                <a:off x="7389728" y="5500638"/>
                <a:ext cx="8849" cy="18948"/>
              </a:xfrm>
              <a:custGeom>
                <a:avLst/>
                <a:gdLst>
                  <a:gd name="connsiteX0" fmla="*/ 3825 w 8849"/>
                  <a:gd name="connsiteY0" fmla="*/ 318 h 18948"/>
                  <a:gd name="connsiteX1" fmla="*/ 5019 w 8849"/>
                  <a:gd name="connsiteY1" fmla="*/ 18657 h 18948"/>
                  <a:gd name="connsiteX2" fmla="*/ 3825 w 8849"/>
                  <a:gd name="connsiteY2" fmla="*/ 318 h 18948"/>
                </a:gdLst>
                <a:ahLst/>
                <a:cxnLst>
                  <a:cxn ang="0">
                    <a:pos x="connsiteX0" y="connsiteY0"/>
                  </a:cxn>
                  <a:cxn ang="0">
                    <a:pos x="connsiteX1" y="connsiteY1"/>
                  </a:cxn>
                  <a:cxn ang="0">
                    <a:pos x="connsiteX2" y="connsiteY2"/>
                  </a:cxn>
                </a:cxnLst>
                <a:rect l="l" t="t" r="r" b="b"/>
                <a:pathLst>
                  <a:path w="8849" h="18948">
                    <a:moveTo>
                      <a:pt x="3825" y="318"/>
                    </a:moveTo>
                    <a:cubicBezTo>
                      <a:pt x="-3725" y="-2780"/>
                      <a:pt x="1664" y="17777"/>
                      <a:pt x="5019" y="18657"/>
                    </a:cubicBezTo>
                    <a:cubicBezTo>
                      <a:pt x="12568" y="21600"/>
                      <a:pt x="7202" y="1306"/>
                      <a:pt x="3825" y="3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8" name="Freeform: Shape 297">
                <a:extLst>
                  <a:ext uri="{FF2B5EF4-FFF2-40B4-BE49-F238E27FC236}">
                    <a16:creationId xmlns:a16="http://schemas.microsoft.com/office/drawing/2014/main" id="{2F95D92E-AE94-5C08-32CF-19F3A80241C9}"/>
                  </a:ext>
                </a:extLst>
              </p:cNvPr>
              <p:cNvSpPr/>
              <p:nvPr/>
            </p:nvSpPr>
            <p:spPr>
              <a:xfrm>
                <a:off x="7254094" y="4756549"/>
                <a:ext cx="7510" cy="8995"/>
              </a:xfrm>
              <a:custGeom>
                <a:avLst/>
                <a:gdLst>
                  <a:gd name="connsiteX0" fmla="*/ 3196 w 7510"/>
                  <a:gd name="connsiteY0" fmla="*/ 3074 h 8995"/>
                  <a:gd name="connsiteX1" fmla="*/ 7510 w 7510"/>
                  <a:gd name="connsiteY1" fmla="*/ 8920 h 8995"/>
                  <a:gd name="connsiteX2" fmla="*/ 3196 w 7510"/>
                  <a:gd name="connsiteY2" fmla="*/ 3074 h 8995"/>
                </a:gdLst>
                <a:ahLst/>
                <a:cxnLst>
                  <a:cxn ang="0">
                    <a:pos x="connsiteX0" y="connsiteY0"/>
                  </a:cxn>
                  <a:cxn ang="0">
                    <a:pos x="connsiteX1" y="connsiteY1"/>
                  </a:cxn>
                  <a:cxn ang="0">
                    <a:pos x="connsiteX2" y="connsiteY2"/>
                  </a:cxn>
                </a:cxnLst>
                <a:rect l="l" t="t" r="r" b="b"/>
                <a:pathLst>
                  <a:path w="7510" h="8995">
                    <a:moveTo>
                      <a:pt x="3196" y="3074"/>
                    </a:moveTo>
                    <a:cubicBezTo>
                      <a:pt x="-5680" y="-6756"/>
                      <a:pt x="6659" y="10252"/>
                      <a:pt x="7510" y="8920"/>
                    </a:cubicBezTo>
                    <a:cubicBezTo>
                      <a:pt x="7179" y="8057"/>
                      <a:pt x="5247" y="5428"/>
                      <a:pt x="3196" y="30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299" name="Freeform: Shape 298">
                <a:extLst>
                  <a:ext uri="{FF2B5EF4-FFF2-40B4-BE49-F238E27FC236}">
                    <a16:creationId xmlns:a16="http://schemas.microsoft.com/office/drawing/2014/main" id="{FE0A7AA3-F209-3804-5E3E-F8439B0F2001}"/>
                  </a:ext>
                </a:extLst>
              </p:cNvPr>
              <p:cNvSpPr/>
              <p:nvPr/>
            </p:nvSpPr>
            <p:spPr>
              <a:xfrm>
                <a:off x="7425462" y="6113768"/>
                <a:ext cx="9009" cy="16752"/>
              </a:xfrm>
              <a:custGeom>
                <a:avLst/>
                <a:gdLst>
                  <a:gd name="connsiteX0" fmla="*/ 3837 w 9009"/>
                  <a:gd name="connsiteY0" fmla="*/ 7 h 16752"/>
                  <a:gd name="connsiteX1" fmla="*/ 5164 w 9009"/>
                  <a:gd name="connsiteY1" fmla="*/ 16747 h 16752"/>
                  <a:gd name="connsiteX2" fmla="*/ 3837 w 9009"/>
                  <a:gd name="connsiteY2" fmla="*/ 7 h 16752"/>
                </a:gdLst>
                <a:ahLst/>
                <a:cxnLst>
                  <a:cxn ang="0">
                    <a:pos x="connsiteX0" y="connsiteY0"/>
                  </a:cxn>
                  <a:cxn ang="0">
                    <a:pos x="connsiteX1" y="connsiteY1"/>
                  </a:cxn>
                  <a:cxn ang="0">
                    <a:pos x="connsiteX2" y="connsiteY2"/>
                  </a:cxn>
                </a:cxnLst>
                <a:rect l="l" t="t" r="r" b="b"/>
                <a:pathLst>
                  <a:path w="9009" h="16752">
                    <a:moveTo>
                      <a:pt x="3837" y="7"/>
                    </a:moveTo>
                    <a:cubicBezTo>
                      <a:pt x="-2609" y="-404"/>
                      <a:pt x="-83" y="16901"/>
                      <a:pt x="5164" y="16747"/>
                    </a:cubicBezTo>
                    <a:cubicBezTo>
                      <a:pt x="11724" y="17112"/>
                      <a:pt x="8953" y="-33"/>
                      <a:pt x="3837"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0" name="Freeform: Shape 299">
                <a:extLst>
                  <a:ext uri="{FF2B5EF4-FFF2-40B4-BE49-F238E27FC236}">
                    <a16:creationId xmlns:a16="http://schemas.microsoft.com/office/drawing/2014/main" id="{AAC69B43-64A2-05AB-5A8C-135028260991}"/>
                  </a:ext>
                </a:extLst>
              </p:cNvPr>
              <p:cNvSpPr/>
              <p:nvPr/>
            </p:nvSpPr>
            <p:spPr>
              <a:xfrm>
                <a:off x="7285391" y="4899355"/>
                <a:ext cx="7652" cy="10195"/>
              </a:xfrm>
              <a:custGeom>
                <a:avLst/>
                <a:gdLst>
                  <a:gd name="connsiteX0" fmla="*/ 3365 w 7652"/>
                  <a:gd name="connsiteY0" fmla="*/ 2120 h 10195"/>
                  <a:gd name="connsiteX1" fmla="*/ 4285 w 7652"/>
                  <a:gd name="connsiteY1" fmla="*/ 8034 h 10195"/>
                  <a:gd name="connsiteX2" fmla="*/ 3365 w 7652"/>
                  <a:gd name="connsiteY2" fmla="*/ 2120 h 10195"/>
                </a:gdLst>
                <a:ahLst/>
                <a:cxnLst>
                  <a:cxn ang="0">
                    <a:pos x="connsiteX0" y="connsiteY0"/>
                  </a:cxn>
                  <a:cxn ang="0">
                    <a:pos x="connsiteX1" y="connsiteY1"/>
                  </a:cxn>
                  <a:cxn ang="0">
                    <a:pos x="connsiteX2" y="connsiteY2"/>
                  </a:cxn>
                </a:cxnLst>
                <a:rect l="l" t="t" r="r" b="b"/>
                <a:pathLst>
                  <a:path w="7652" h="10195">
                    <a:moveTo>
                      <a:pt x="3365" y="2120"/>
                    </a:moveTo>
                    <a:cubicBezTo>
                      <a:pt x="-3133" y="-4184"/>
                      <a:pt x="1250" y="5320"/>
                      <a:pt x="4285" y="8034"/>
                    </a:cubicBezTo>
                    <a:cubicBezTo>
                      <a:pt x="10800" y="14430"/>
                      <a:pt x="6382" y="4857"/>
                      <a:pt x="3365" y="21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1" name="Freeform: Shape 300">
                <a:extLst>
                  <a:ext uri="{FF2B5EF4-FFF2-40B4-BE49-F238E27FC236}">
                    <a16:creationId xmlns:a16="http://schemas.microsoft.com/office/drawing/2014/main" id="{3CCF4B4A-32D5-074F-D771-368A1A57D1BB}"/>
                  </a:ext>
                </a:extLst>
              </p:cNvPr>
              <p:cNvSpPr/>
              <p:nvPr/>
            </p:nvSpPr>
            <p:spPr>
              <a:xfrm>
                <a:off x="7313006" y="5088773"/>
                <a:ext cx="8032" cy="10287"/>
              </a:xfrm>
              <a:custGeom>
                <a:avLst/>
                <a:gdLst>
                  <a:gd name="connsiteX0" fmla="*/ 3531 w 8032"/>
                  <a:gd name="connsiteY0" fmla="*/ 2034 h 10287"/>
                  <a:gd name="connsiteX1" fmla="*/ 4502 w 8032"/>
                  <a:gd name="connsiteY1" fmla="*/ 8201 h 10287"/>
                  <a:gd name="connsiteX2" fmla="*/ 3531 w 8032"/>
                  <a:gd name="connsiteY2" fmla="*/ 2034 h 10287"/>
                </a:gdLst>
                <a:ahLst/>
                <a:cxnLst>
                  <a:cxn ang="0">
                    <a:pos x="connsiteX0" y="connsiteY0"/>
                  </a:cxn>
                  <a:cxn ang="0">
                    <a:pos x="connsiteX1" y="connsiteY1"/>
                  </a:cxn>
                  <a:cxn ang="0">
                    <a:pos x="connsiteX2" y="connsiteY2"/>
                  </a:cxn>
                </a:cxnLst>
                <a:rect l="l" t="t" r="r" b="b"/>
                <a:pathLst>
                  <a:path w="8032" h="10287">
                    <a:moveTo>
                      <a:pt x="3531" y="2034"/>
                    </a:moveTo>
                    <a:cubicBezTo>
                      <a:pt x="-3282" y="-4161"/>
                      <a:pt x="1302" y="5520"/>
                      <a:pt x="4502" y="8201"/>
                    </a:cubicBezTo>
                    <a:cubicBezTo>
                      <a:pt x="11332" y="14516"/>
                      <a:pt x="6702" y="4743"/>
                      <a:pt x="3531" y="20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2" name="Freeform: Shape 301">
                <a:extLst>
                  <a:ext uri="{FF2B5EF4-FFF2-40B4-BE49-F238E27FC236}">
                    <a16:creationId xmlns:a16="http://schemas.microsoft.com/office/drawing/2014/main" id="{4FCCC1D8-30D3-1E5A-BA79-0B86E9026133}"/>
                  </a:ext>
                </a:extLst>
              </p:cNvPr>
              <p:cNvSpPr/>
              <p:nvPr/>
            </p:nvSpPr>
            <p:spPr>
              <a:xfrm>
                <a:off x="8345428" y="7525702"/>
                <a:ext cx="13186" cy="5488"/>
              </a:xfrm>
              <a:custGeom>
                <a:avLst/>
                <a:gdLst>
                  <a:gd name="connsiteX0" fmla="*/ 4723 w 13186"/>
                  <a:gd name="connsiteY0" fmla="*/ 4 h 5488"/>
                  <a:gd name="connsiteX1" fmla="*/ 12450 w 13186"/>
                  <a:gd name="connsiteY1" fmla="*/ 4542 h 5488"/>
                  <a:gd name="connsiteX2" fmla="*/ 4723 w 13186"/>
                  <a:gd name="connsiteY2" fmla="*/ 4 h 5488"/>
                </a:gdLst>
                <a:ahLst/>
                <a:cxnLst>
                  <a:cxn ang="0">
                    <a:pos x="connsiteX0" y="connsiteY0"/>
                  </a:cxn>
                  <a:cxn ang="0">
                    <a:pos x="connsiteX1" y="connsiteY1"/>
                  </a:cxn>
                  <a:cxn ang="0">
                    <a:pos x="connsiteX2" y="connsiteY2"/>
                  </a:cxn>
                </a:cxnLst>
                <a:rect l="l" t="t" r="r" b="b"/>
                <a:pathLst>
                  <a:path w="13186" h="5488">
                    <a:moveTo>
                      <a:pt x="4723" y="4"/>
                    </a:moveTo>
                    <a:cubicBezTo>
                      <a:pt x="-7792" y="1158"/>
                      <a:pt x="8027" y="7948"/>
                      <a:pt x="12450" y="4542"/>
                    </a:cubicBezTo>
                    <a:cubicBezTo>
                      <a:pt x="15725" y="1335"/>
                      <a:pt x="7153" y="-82"/>
                      <a:pt x="4723"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3" name="Freeform: Shape 302">
                <a:extLst>
                  <a:ext uri="{FF2B5EF4-FFF2-40B4-BE49-F238E27FC236}">
                    <a16:creationId xmlns:a16="http://schemas.microsoft.com/office/drawing/2014/main" id="{9219C800-C8E9-2A16-CC8E-22CBD53EAE02}"/>
                  </a:ext>
                </a:extLst>
              </p:cNvPr>
              <p:cNvSpPr/>
              <p:nvPr/>
            </p:nvSpPr>
            <p:spPr>
              <a:xfrm>
                <a:off x="6764269" y="4966422"/>
                <a:ext cx="6199" cy="1103"/>
              </a:xfrm>
              <a:custGeom>
                <a:avLst/>
                <a:gdLst>
                  <a:gd name="connsiteX0" fmla="*/ 2691 w 6199"/>
                  <a:gd name="connsiteY0" fmla="*/ 44 h 1103"/>
                  <a:gd name="connsiteX1" fmla="*/ 5365 w 6199"/>
                  <a:gd name="connsiteY1" fmla="*/ 50 h 1103"/>
                  <a:gd name="connsiteX2" fmla="*/ 2691 w 6199"/>
                  <a:gd name="connsiteY2" fmla="*/ 44 h 1103"/>
                </a:gdLst>
                <a:ahLst/>
                <a:cxnLst>
                  <a:cxn ang="0">
                    <a:pos x="connsiteX0" y="connsiteY0"/>
                  </a:cxn>
                  <a:cxn ang="0">
                    <a:pos x="connsiteX1" y="connsiteY1"/>
                  </a:cxn>
                  <a:cxn ang="0">
                    <a:pos x="connsiteX2" y="connsiteY2"/>
                  </a:cxn>
                </a:cxnLst>
                <a:rect l="l" t="t" r="r" b="b"/>
                <a:pathLst>
                  <a:path w="6199" h="1103">
                    <a:moveTo>
                      <a:pt x="2691" y="44"/>
                    </a:moveTo>
                    <a:cubicBezTo>
                      <a:pt x="-6122" y="1056"/>
                      <a:pt x="9926" y="1805"/>
                      <a:pt x="5365" y="50"/>
                    </a:cubicBezTo>
                    <a:cubicBezTo>
                      <a:pt x="4605" y="-13"/>
                      <a:pt x="3628" y="-18"/>
                      <a:pt x="2691" y="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4" name="Freeform: Shape 303">
                <a:extLst>
                  <a:ext uri="{FF2B5EF4-FFF2-40B4-BE49-F238E27FC236}">
                    <a16:creationId xmlns:a16="http://schemas.microsoft.com/office/drawing/2014/main" id="{B3B893CF-362C-4876-F277-44B0F296DC65}"/>
                  </a:ext>
                </a:extLst>
              </p:cNvPr>
              <p:cNvSpPr/>
              <p:nvPr/>
            </p:nvSpPr>
            <p:spPr>
              <a:xfrm>
                <a:off x="7479276" y="6364236"/>
                <a:ext cx="10802" cy="1528"/>
              </a:xfrm>
              <a:custGeom>
                <a:avLst/>
                <a:gdLst>
                  <a:gd name="connsiteX0" fmla="*/ 4351 w 10802"/>
                  <a:gd name="connsiteY0" fmla="*/ 216 h 1528"/>
                  <a:gd name="connsiteX1" fmla="*/ 10803 w 10802"/>
                  <a:gd name="connsiteY1" fmla="*/ 239 h 1528"/>
                  <a:gd name="connsiteX2" fmla="*/ 4351 w 10802"/>
                  <a:gd name="connsiteY2" fmla="*/ 216 h 1528"/>
                </a:gdLst>
                <a:ahLst/>
                <a:cxnLst>
                  <a:cxn ang="0">
                    <a:pos x="connsiteX0" y="connsiteY0"/>
                  </a:cxn>
                  <a:cxn ang="0">
                    <a:pos x="connsiteX1" y="connsiteY1"/>
                  </a:cxn>
                  <a:cxn ang="0">
                    <a:pos x="connsiteX2" y="connsiteY2"/>
                  </a:cxn>
                </a:cxnLst>
                <a:rect l="l" t="t" r="r" b="b"/>
                <a:pathLst>
                  <a:path w="10802" h="1528">
                    <a:moveTo>
                      <a:pt x="4351" y="216"/>
                    </a:moveTo>
                    <a:cubicBezTo>
                      <a:pt x="-8331" y="1925"/>
                      <a:pt x="10740" y="1999"/>
                      <a:pt x="10803" y="239"/>
                    </a:cubicBezTo>
                    <a:cubicBezTo>
                      <a:pt x="10163" y="-70"/>
                      <a:pt x="7277" y="-81"/>
                      <a:pt x="4351" y="2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5" name="Freeform: Shape 304">
                <a:extLst>
                  <a:ext uri="{FF2B5EF4-FFF2-40B4-BE49-F238E27FC236}">
                    <a16:creationId xmlns:a16="http://schemas.microsoft.com/office/drawing/2014/main" id="{34F672C1-327F-D1B2-9148-F3E81DB8696C}"/>
                  </a:ext>
                </a:extLst>
              </p:cNvPr>
              <p:cNvSpPr/>
              <p:nvPr/>
            </p:nvSpPr>
            <p:spPr>
              <a:xfrm>
                <a:off x="7613828" y="6539867"/>
                <a:ext cx="11485" cy="5107"/>
              </a:xfrm>
              <a:custGeom>
                <a:avLst/>
                <a:gdLst>
                  <a:gd name="connsiteX0" fmla="*/ 4792 w 11485"/>
                  <a:gd name="connsiteY0" fmla="*/ 64 h 5107"/>
                  <a:gd name="connsiteX1" fmla="*/ 11485 w 11485"/>
                  <a:gd name="connsiteY1" fmla="*/ 2007 h 5107"/>
                  <a:gd name="connsiteX2" fmla="*/ 4792 w 11485"/>
                  <a:gd name="connsiteY2" fmla="*/ 64 h 5107"/>
                </a:gdLst>
                <a:ahLst/>
                <a:cxnLst>
                  <a:cxn ang="0">
                    <a:pos x="connsiteX0" y="connsiteY0"/>
                  </a:cxn>
                  <a:cxn ang="0">
                    <a:pos x="connsiteX1" y="connsiteY1"/>
                  </a:cxn>
                  <a:cxn ang="0">
                    <a:pos x="connsiteX2" y="connsiteY2"/>
                  </a:cxn>
                </a:cxnLst>
                <a:rect l="l" t="t" r="r" b="b"/>
                <a:pathLst>
                  <a:path w="11485" h="5107">
                    <a:moveTo>
                      <a:pt x="4792" y="64"/>
                    </a:moveTo>
                    <a:cubicBezTo>
                      <a:pt x="-9090" y="2984"/>
                      <a:pt x="11616" y="8654"/>
                      <a:pt x="11485" y="2007"/>
                    </a:cubicBezTo>
                    <a:cubicBezTo>
                      <a:pt x="10890" y="624"/>
                      <a:pt x="7896" y="-250"/>
                      <a:pt x="4792" y="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6" name="Freeform: Shape 305">
                <a:extLst>
                  <a:ext uri="{FF2B5EF4-FFF2-40B4-BE49-F238E27FC236}">
                    <a16:creationId xmlns:a16="http://schemas.microsoft.com/office/drawing/2014/main" id="{432D31CB-A03B-55DC-1A7F-54FF72C98358}"/>
                  </a:ext>
                </a:extLst>
              </p:cNvPr>
              <p:cNvSpPr/>
              <p:nvPr/>
            </p:nvSpPr>
            <p:spPr>
              <a:xfrm>
                <a:off x="7548326" y="6420778"/>
                <a:ext cx="10928" cy="3082"/>
              </a:xfrm>
              <a:custGeom>
                <a:avLst/>
                <a:gdLst>
                  <a:gd name="connsiteX0" fmla="*/ 4349 w 10928"/>
                  <a:gd name="connsiteY0" fmla="*/ 144 h 3082"/>
                  <a:gd name="connsiteX1" fmla="*/ 6589 w 10928"/>
                  <a:gd name="connsiteY1" fmla="*/ 2933 h 3082"/>
                  <a:gd name="connsiteX2" fmla="*/ 4349 w 10928"/>
                  <a:gd name="connsiteY2" fmla="*/ 144 h 3082"/>
                </a:gdLst>
                <a:ahLst/>
                <a:cxnLst>
                  <a:cxn ang="0">
                    <a:pos x="connsiteX0" y="connsiteY0"/>
                  </a:cxn>
                  <a:cxn ang="0">
                    <a:pos x="connsiteX1" y="connsiteY1"/>
                  </a:cxn>
                  <a:cxn ang="0">
                    <a:pos x="connsiteX2" y="connsiteY2"/>
                  </a:cxn>
                </a:cxnLst>
                <a:rect l="l" t="t" r="r" b="b"/>
                <a:pathLst>
                  <a:path w="10928" h="3082">
                    <a:moveTo>
                      <a:pt x="4349" y="144"/>
                    </a:moveTo>
                    <a:cubicBezTo>
                      <a:pt x="-3795" y="1179"/>
                      <a:pt x="988" y="3722"/>
                      <a:pt x="6589" y="2933"/>
                    </a:cubicBezTo>
                    <a:cubicBezTo>
                      <a:pt x="14733" y="1938"/>
                      <a:pt x="9915" y="-633"/>
                      <a:pt x="4349" y="1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7" name="Freeform: Shape 306">
                <a:extLst>
                  <a:ext uri="{FF2B5EF4-FFF2-40B4-BE49-F238E27FC236}">
                    <a16:creationId xmlns:a16="http://schemas.microsoft.com/office/drawing/2014/main" id="{3C417900-A958-003C-F486-7AE0B57B9346}"/>
                  </a:ext>
                </a:extLst>
              </p:cNvPr>
              <p:cNvSpPr/>
              <p:nvPr/>
            </p:nvSpPr>
            <p:spPr>
              <a:xfrm>
                <a:off x="7341646" y="6348623"/>
                <a:ext cx="10106" cy="314"/>
              </a:xfrm>
              <a:custGeom>
                <a:avLst/>
                <a:gdLst>
                  <a:gd name="connsiteX0" fmla="*/ 4043 w 10106"/>
                  <a:gd name="connsiteY0" fmla="*/ 194 h 314"/>
                  <a:gd name="connsiteX1" fmla="*/ 10107 w 10106"/>
                  <a:gd name="connsiteY1" fmla="*/ 4 h 314"/>
                  <a:gd name="connsiteX2" fmla="*/ 4043 w 10106"/>
                  <a:gd name="connsiteY2" fmla="*/ 194 h 314"/>
                </a:gdLst>
                <a:ahLst/>
                <a:cxnLst>
                  <a:cxn ang="0">
                    <a:pos x="connsiteX0" y="connsiteY0"/>
                  </a:cxn>
                  <a:cxn ang="0">
                    <a:pos x="connsiteX1" y="connsiteY1"/>
                  </a:cxn>
                  <a:cxn ang="0">
                    <a:pos x="connsiteX2" y="connsiteY2"/>
                  </a:cxn>
                </a:cxnLst>
                <a:rect l="l" t="t" r="r" b="b"/>
                <a:pathLst>
                  <a:path w="10106" h="314">
                    <a:moveTo>
                      <a:pt x="4043" y="194"/>
                    </a:moveTo>
                    <a:cubicBezTo>
                      <a:pt x="-7712" y="570"/>
                      <a:pt x="9884" y="-58"/>
                      <a:pt x="10107" y="4"/>
                    </a:cubicBezTo>
                    <a:cubicBezTo>
                      <a:pt x="9495" y="33"/>
                      <a:pt x="6781" y="113"/>
                      <a:pt x="4043" y="1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8" name="Freeform: Shape 307">
                <a:extLst>
                  <a:ext uri="{FF2B5EF4-FFF2-40B4-BE49-F238E27FC236}">
                    <a16:creationId xmlns:a16="http://schemas.microsoft.com/office/drawing/2014/main" id="{5CCB19BC-52E1-FF18-53D8-FD6D4DB082F3}"/>
                  </a:ext>
                </a:extLst>
              </p:cNvPr>
              <p:cNvSpPr/>
              <p:nvPr/>
            </p:nvSpPr>
            <p:spPr>
              <a:xfrm>
                <a:off x="7409607" y="6347352"/>
                <a:ext cx="10485" cy="760"/>
              </a:xfrm>
              <a:custGeom>
                <a:avLst/>
                <a:gdLst>
                  <a:gd name="connsiteX0" fmla="*/ 4205 w 10485"/>
                  <a:gd name="connsiteY0" fmla="*/ 304 h 760"/>
                  <a:gd name="connsiteX1" fmla="*/ 10486 w 10485"/>
                  <a:gd name="connsiteY1" fmla="*/ 7 h 760"/>
                  <a:gd name="connsiteX2" fmla="*/ 4205 w 10485"/>
                  <a:gd name="connsiteY2" fmla="*/ 304 h 760"/>
                </a:gdLst>
                <a:ahLst/>
                <a:cxnLst>
                  <a:cxn ang="0">
                    <a:pos x="connsiteX0" y="connsiteY0"/>
                  </a:cxn>
                  <a:cxn ang="0">
                    <a:pos x="connsiteX1" y="connsiteY1"/>
                  </a:cxn>
                  <a:cxn ang="0">
                    <a:pos x="connsiteX2" y="connsiteY2"/>
                  </a:cxn>
                </a:cxnLst>
                <a:rect l="l" t="t" r="r" b="b"/>
                <a:pathLst>
                  <a:path w="10485" h="760">
                    <a:moveTo>
                      <a:pt x="4205" y="304"/>
                    </a:moveTo>
                    <a:cubicBezTo>
                      <a:pt x="-8031" y="1293"/>
                      <a:pt x="10314" y="430"/>
                      <a:pt x="10486" y="7"/>
                    </a:cubicBezTo>
                    <a:cubicBezTo>
                      <a:pt x="9851" y="-33"/>
                      <a:pt x="7039" y="99"/>
                      <a:pt x="4205" y="3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09" name="Freeform: Shape 308">
                <a:extLst>
                  <a:ext uri="{FF2B5EF4-FFF2-40B4-BE49-F238E27FC236}">
                    <a16:creationId xmlns:a16="http://schemas.microsoft.com/office/drawing/2014/main" id="{85606175-B6FC-78EB-614D-C7D1C73A488A}"/>
                  </a:ext>
                </a:extLst>
              </p:cNvPr>
              <p:cNvSpPr/>
              <p:nvPr/>
            </p:nvSpPr>
            <p:spPr>
              <a:xfrm>
                <a:off x="7896328" y="7345707"/>
                <a:ext cx="12769" cy="6554"/>
              </a:xfrm>
              <a:custGeom>
                <a:avLst/>
                <a:gdLst>
                  <a:gd name="connsiteX0" fmla="*/ 4996 w 12769"/>
                  <a:gd name="connsiteY0" fmla="*/ 16 h 6554"/>
                  <a:gd name="connsiteX1" fmla="*/ 7779 w 12769"/>
                  <a:gd name="connsiteY1" fmla="*/ 6538 h 6554"/>
                  <a:gd name="connsiteX2" fmla="*/ 4996 w 12769"/>
                  <a:gd name="connsiteY2" fmla="*/ 16 h 6554"/>
                </a:gdLst>
                <a:ahLst/>
                <a:cxnLst>
                  <a:cxn ang="0">
                    <a:pos x="connsiteX0" y="connsiteY0"/>
                  </a:cxn>
                  <a:cxn ang="0">
                    <a:pos x="connsiteX1" y="connsiteY1"/>
                  </a:cxn>
                  <a:cxn ang="0">
                    <a:pos x="connsiteX2" y="connsiteY2"/>
                  </a:cxn>
                </a:cxnLst>
                <a:rect l="l" t="t" r="r" b="b"/>
                <a:pathLst>
                  <a:path w="12769" h="6554">
                    <a:moveTo>
                      <a:pt x="4996" y="16"/>
                    </a:moveTo>
                    <a:cubicBezTo>
                      <a:pt x="-4462" y="377"/>
                      <a:pt x="1258" y="6926"/>
                      <a:pt x="7779" y="6538"/>
                    </a:cubicBezTo>
                    <a:cubicBezTo>
                      <a:pt x="17243" y="6200"/>
                      <a:pt x="11488" y="-366"/>
                      <a:pt x="4996"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0" name="Freeform: Shape 309">
                <a:extLst>
                  <a:ext uri="{FF2B5EF4-FFF2-40B4-BE49-F238E27FC236}">
                    <a16:creationId xmlns:a16="http://schemas.microsoft.com/office/drawing/2014/main" id="{E5286898-3123-5C80-03C0-2B2CFAD56B31}"/>
                  </a:ext>
                </a:extLst>
              </p:cNvPr>
              <p:cNvSpPr/>
              <p:nvPr/>
            </p:nvSpPr>
            <p:spPr>
              <a:xfrm>
                <a:off x="7277731" y="6346210"/>
                <a:ext cx="9796" cy="391"/>
              </a:xfrm>
              <a:custGeom>
                <a:avLst/>
                <a:gdLst>
                  <a:gd name="connsiteX0" fmla="*/ 3972 w 9796"/>
                  <a:gd name="connsiteY0" fmla="*/ 0 h 391"/>
                  <a:gd name="connsiteX1" fmla="*/ 9796 w 9796"/>
                  <a:gd name="connsiteY1" fmla="*/ 229 h 391"/>
                  <a:gd name="connsiteX2" fmla="*/ 3972 w 9796"/>
                  <a:gd name="connsiteY2" fmla="*/ 0 h 391"/>
                </a:gdLst>
                <a:ahLst/>
                <a:cxnLst>
                  <a:cxn ang="0">
                    <a:pos x="connsiteX0" y="connsiteY0"/>
                  </a:cxn>
                  <a:cxn ang="0">
                    <a:pos x="connsiteX1" y="connsiteY1"/>
                  </a:cxn>
                  <a:cxn ang="0">
                    <a:pos x="connsiteX2" y="connsiteY2"/>
                  </a:cxn>
                </a:cxnLst>
                <a:rect l="l" t="t" r="r" b="b"/>
                <a:pathLst>
                  <a:path w="9796" h="391">
                    <a:moveTo>
                      <a:pt x="3972" y="0"/>
                    </a:moveTo>
                    <a:cubicBezTo>
                      <a:pt x="-7509" y="40"/>
                      <a:pt x="9522" y="686"/>
                      <a:pt x="9796" y="229"/>
                    </a:cubicBezTo>
                    <a:cubicBezTo>
                      <a:pt x="9236" y="126"/>
                      <a:pt x="6630" y="17"/>
                      <a:pt x="397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1" name="Freeform: Shape 310">
                <a:extLst>
                  <a:ext uri="{FF2B5EF4-FFF2-40B4-BE49-F238E27FC236}">
                    <a16:creationId xmlns:a16="http://schemas.microsoft.com/office/drawing/2014/main" id="{1C0BC124-F1A3-292C-DDDC-5F515B728DBD}"/>
                  </a:ext>
                </a:extLst>
              </p:cNvPr>
              <p:cNvSpPr/>
              <p:nvPr/>
            </p:nvSpPr>
            <p:spPr>
              <a:xfrm>
                <a:off x="7817027" y="7136547"/>
                <a:ext cx="12304" cy="7204"/>
              </a:xfrm>
              <a:custGeom>
                <a:avLst/>
                <a:gdLst>
                  <a:gd name="connsiteX0" fmla="*/ 4916 w 12304"/>
                  <a:gd name="connsiteY0" fmla="*/ 25 h 7204"/>
                  <a:gd name="connsiteX1" fmla="*/ 7396 w 12304"/>
                  <a:gd name="connsiteY1" fmla="*/ 7180 h 7204"/>
                  <a:gd name="connsiteX2" fmla="*/ 4916 w 12304"/>
                  <a:gd name="connsiteY2" fmla="*/ 25 h 7204"/>
                </a:gdLst>
                <a:ahLst/>
                <a:cxnLst>
                  <a:cxn ang="0">
                    <a:pos x="connsiteX0" y="connsiteY0"/>
                  </a:cxn>
                  <a:cxn ang="0">
                    <a:pos x="connsiteX1" y="connsiteY1"/>
                  </a:cxn>
                  <a:cxn ang="0">
                    <a:pos x="connsiteX2" y="connsiteY2"/>
                  </a:cxn>
                </a:cxnLst>
                <a:rect l="l" t="t" r="r" b="b"/>
                <a:pathLst>
                  <a:path w="12304" h="7204">
                    <a:moveTo>
                      <a:pt x="4916" y="25"/>
                    </a:moveTo>
                    <a:cubicBezTo>
                      <a:pt x="-4068" y="516"/>
                      <a:pt x="778" y="7677"/>
                      <a:pt x="7396" y="7180"/>
                    </a:cubicBezTo>
                    <a:cubicBezTo>
                      <a:pt x="16380" y="6711"/>
                      <a:pt x="11505" y="-473"/>
                      <a:pt x="4916" y="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2" name="Freeform: Shape 311">
                <a:extLst>
                  <a:ext uri="{FF2B5EF4-FFF2-40B4-BE49-F238E27FC236}">
                    <a16:creationId xmlns:a16="http://schemas.microsoft.com/office/drawing/2014/main" id="{678A6A7D-01C8-2701-57F5-1F43EEAA0469}"/>
                  </a:ext>
                </a:extLst>
              </p:cNvPr>
              <p:cNvSpPr/>
              <p:nvPr/>
            </p:nvSpPr>
            <p:spPr>
              <a:xfrm>
                <a:off x="7678764" y="6713111"/>
                <a:ext cx="11556" cy="6549"/>
              </a:xfrm>
              <a:custGeom>
                <a:avLst/>
                <a:gdLst>
                  <a:gd name="connsiteX0" fmla="*/ 4704 w 11556"/>
                  <a:gd name="connsiteY0" fmla="*/ 82 h 6549"/>
                  <a:gd name="connsiteX1" fmla="*/ 6864 w 11556"/>
                  <a:gd name="connsiteY1" fmla="*/ 6466 h 6549"/>
                  <a:gd name="connsiteX2" fmla="*/ 4704 w 11556"/>
                  <a:gd name="connsiteY2" fmla="*/ 82 h 6549"/>
                </a:gdLst>
                <a:ahLst/>
                <a:cxnLst>
                  <a:cxn ang="0">
                    <a:pos x="connsiteX0" y="connsiteY0"/>
                  </a:cxn>
                  <a:cxn ang="0">
                    <a:pos x="connsiteX1" y="connsiteY1"/>
                  </a:cxn>
                  <a:cxn ang="0">
                    <a:pos x="connsiteX2" y="connsiteY2"/>
                  </a:cxn>
                </a:cxnLst>
                <a:rect l="l" t="t" r="r" b="b"/>
                <a:pathLst>
                  <a:path w="11556" h="6549">
                    <a:moveTo>
                      <a:pt x="4704" y="82"/>
                    </a:moveTo>
                    <a:cubicBezTo>
                      <a:pt x="-3543" y="1030"/>
                      <a:pt x="263" y="7345"/>
                      <a:pt x="6864" y="6466"/>
                    </a:cubicBezTo>
                    <a:cubicBezTo>
                      <a:pt x="15111" y="5551"/>
                      <a:pt x="11265" y="-787"/>
                      <a:pt x="4704" y="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3" name="Freeform: Shape 312">
                <a:extLst>
                  <a:ext uri="{FF2B5EF4-FFF2-40B4-BE49-F238E27FC236}">
                    <a16:creationId xmlns:a16="http://schemas.microsoft.com/office/drawing/2014/main" id="{B06FCD05-D1EF-7926-7EF1-393A96010555}"/>
                  </a:ext>
                </a:extLst>
              </p:cNvPr>
              <p:cNvSpPr/>
              <p:nvPr/>
            </p:nvSpPr>
            <p:spPr>
              <a:xfrm>
                <a:off x="7745461" y="6918852"/>
                <a:ext cx="11906" cy="7203"/>
              </a:xfrm>
              <a:custGeom>
                <a:avLst/>
                <a:gdLst>
                  <a:gd name="connsiteX0" fmla="*/ 4822 w 11906"/>
                  <a:gd name="connsiteY0" fmla="*/ 47 h 7203"/>
                  <a:gd name="connsiteX1" fmla="*/ 7096 w 11906"/>
                  <a:gd name="connsiteY1" fmla="*/ 7156 h 7203"/>
                  <a:gd name="connsiteX2" fmla="*/ 4822 w 11906"/>
                  <a:gd name="connsiteY2" fmla="*/ 47 h 7203"/>
                </a:gdLst>
                <a:ahLst/>
                <a:cxnLst>
                  <a:cxn ang="0">
                    <a:pos x="connsiteX0" y="connsiteY0"/>
                  </a:cxn>
                  <a:cxn ang="0">
                    <a:pos x="connsiteX1" y="connsiteY1"/>
                  </a:cxn>
                  <a:cxn ang="0">
                    <a:pos x="connsiteX2" y="connsiteY2"/>
                  </a:cxn>
                </a:cxnLst>
                <a:rect l="l" t="t" r="r" b="b"/>
                <a:pathLst>
                  <a:path w="11906" h="7203">
                    <a:moveTo>
                      <a:pt x="4822" y="47"/>
                    </a:moveTo>
                    <a:cubicBezTo>
                      <a:pt x="-3739" y="767"/>
                      <a:pt x="416" y="7848"/>
                      <a:pt x="7096" y="7156"/>
                    </a:cubicBezTo>
                    <a:cubicBezTo>
                      <a:pt x="15657" y="6459"/>
                      <a:pt x="11463" y="-639"/>
                      <a:pt x="4822" y="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4" name="Freeform: Shape 313">
                <a:extLst>
                  <a:ext uri="{FF2B5EF4-FFF2-40B4-BE49-F238E27FC236}">
                    <a16:creationId xmlns:a16="http://schemas.microsoft.com/office/drawing/2014/main" id="{C0A978F9-D402-96E7-E390-AEB373084AA7}"/>
                  </a:ext>
                </a:extLst>
              </p:cNvPr>
              <p:cNvSpPr/>
              <p:nvPr/>
            </p:nvSpPr>
            <p:spPr>
              <a:xfrm>
                <a:off x="7000459" y="4633413"/>
                <a:ext cx="8313" cy="3942"/>
              </a:xfrm>
              <a:custGeom>
                <a:avLst/>
                <a:gdLst>
                  <a:gd name="connsiteX0" fmla="*/ 3479 w 8313"/>
                  <a:gd name="connsiteY0" fmla="*/ 2178 h 3942"/>
                  <a:gd name="connsiteX1" fmla="*/ 8313 w 8313"/>
                  <a:gd name="connsiteY1" fmla="*/ 0 h 3942"/>
                  <a:gd name="connsiteX2" fmla="*/ 3479 w 8313"/>
                  <a:gd name="connsiteY2" fmla="*/ 2178 h 3942"/>
                </a:gdLst>
                <a:ahLst/>
                <a:cxnLst>
                  <a:cxn ang="0">
                    <a:pos x="connsiteX0" y="connsiteY0"/>
                  </a:cxn>
                  <a:cxn ang="0">
                    <a:pos x="connsiteX1" y="connsiteY1"/>
                  </a:cxn>
                  <a:cxn ang="0">
                    <a:pos x="connsiteX2" y="connsiteY2"/>
                  </a:cxn>
                </a:cxnLst>
                <a:rect l="l" t="t" r="r" b="b"/>
                <a:pathLst>
                  <a:path w="8313" h="3942">
                    <a:moveTo>
                      <a:pt x="3479" y="2178"/>
                    </a:moveTo>
                    <a:cubicBezTo>
                      <a:pt x="-6397" y="7069"/>
                      <a:pt x="7845" y="269"/>
                      <a:pt x="8313" y="0"/>
                    </a:cubicBezTo>
                    <a:cubicBezTo>
                      <a:pt x="7902" y="155"/>
                      <a:pt x="5742" y="1097"/>
                      <a:pt x="3479" y="21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5" name="Freeform: Shape 314">
                <a:extLst>
                  <a:ext uri="{FF2B5EF4-FFF2-40B4-BE49-F238E27FC236}">
                    <a16:creationId xmlns:a16="http://schemas.microsoft.com/office/drawing/2014/main" id="{BDA8546C-4CE2-4363-C26C-078B1A70B583}"/>
                  </a:ext>
                </a:extLst>
              </p:cNvPr>
              <p:cNvSpPr/>
              <p:nvPr/>
            </p:nvSpPr>
            <p:spPr>
              <a:xfrm>
                <a:off x="6951862" y="4684070"/>
                <a:ext cx="8126" cy="4276"/>
              </a:xfrm>
              <a:custGeom>
                <a:avLst/>
                <a:gdLst>
                  <a:gd name="connsiteX0" fmla="*/ 3286 w 8126"/>
                  <a:gd name="connsiteY0" fmla="*/ 3378 h 4276"/>
                  <a:gd name="connsiteX1" fmla="*/ 8127 w 8126"/>
                  <a:gd name="connsiteY1" fmla="*/ 424 h 4276"/>
                  <a:gd name="connsiteX2" fmla="*/ 3286 w 8126"/>
                  <a:gd name="connsiteY2" fmla="*/ 3378 h 4276"/>
                </a:gdLst>
                <a:ahLst/>
                <a:cxnLst>
                  <a:cxn ang="0">
                    <a:pos x="connsiteX0" y="connsiteY0"/>
                  </a:cxn>
                  <a:cxn ang="0">
                    <a:pos x="connsiteX1" y="connsiteY1"/>
                  </a:cxn>
                  <a:cxn ang="0">
                    <a:pos x="connsiteX2" y="connsiteY2"/>
                  </a:cxn>
                </a:cxnLst>
                <a:rect l="l" t="t" r="r" b="b"/>
                <a:pathLst>
                  <a:path w="8126" h="4276">
                    <a:moveTo>
                      <a:pt x="3286" y="3378"/>
                    </a:moveTo>
                    <a:cubicBezTo>
                      <a:pt x="-6178" y="7082"/>
                      <a:pt x="7773" y="-2022"/>
                      <a:pt x="8127" y="424"/>
                    </a:cubicBezTo>
                    <a:cubicBezTo>
                      <a:pt x="7653" y="1144"/>
                      <a:pt x="5486" y="2441"/>
                      <a:pt x="3286" y="33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6" name="Freeform: Shape 315">
                <a:extLst>
                  <a:ext uri="{FF2B5EF4-FFF2-40B4-BE49-F238E27FC236}">
                    <a16:creationId xmlns:a16="http://schemas.microsoft.com/office/drawing/2014/main" id="{1E150F43-1866-E2E3-A9AC-185F32683454}"/>
                  </a:ext>
                </a:extLst>
              </p:cNvPr>
              <p:cNvSpPr/>
              <p:nvPr/>
            </p:nvSpPr>
            <p:spPr>
              <a:xfrm>
                <a:off x="7039739" y="4665203"/>
                <a:ext cx="8203" cy="4782"/>
              </a:xfrm>
              <a:custGeom>
                <a:avLst/>
                <a:gdLst>
                  <a:gd name="connsiteX0" fmla="*/ 3597 w 8203"/>
                  <a:gd name="connsiteY0" fmla="*/ 768 h 4782"/>
                  <a:gd name="connsiteX1" fmla="*/ 4615 w 8203"/>
                  <a:gd name="connsiteY1" fmla="*/ 3946 h 4782"/>
                  <a:gd name="connsiteX2" fmla="*/ 3597 w 8203"/>
                  <a:gd name="connsiteY2" fmla="*/ 768 h 4782"/>
                </a:gdLst>
                <a:ahLst/>
                <a:cxnLst>
                  <a:cxn ang="0">
                    <a:pos x="connsiteX0" y="connsiteY0"/>
                  </a:cxn>
                  <a:cxn ang="0">
                    <a:pos x="connsiteX1" y="connsiteY1"/>
                  </a:cxn>
                  <a:cxn ang="0">
                    <a:pos x="connsiteX2" y="connsiteY2"/>
                  </a:cxn>
                </a:cxnLst>
                <a:rect l="l" t="t" r="r" b="b"/>
                <a:pathLst>
                  <a:path w="8203" h="4782">
                    <a:moveTo>
                      <a:pt x="3597" y="768"/>
                    </a:moveTo>
                    <a:cubicBezTo>
                      <a:pt x="-1655" y="2940"/>
                      <a:pt x="-1020" y="6380"/>
                      <a:pt x="4615" y="3946"/>
                    </a:cubicBezTo>
                    <a:cubicBezTo>
                      <a:pt x="9918" y="1843"/>
                      <a:pt x="9147" y="-1524"/>
                      <a:pt x="3597" y="76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7" name="Freeform: Shape 316">
                <a:extLst>
                  <a:ext uri="{FF2B5EF4-FFF2-40B4-BE49-F238E27FC236}">
                    <a16:creationId xmlns:a16="http://schemas.microsoft.com/office/drawing/2014/main" id="{F93285B2-CCAA-9642-FF0D-0D1B13B7A15B}"/>
                  </a:ext>
                </a:extLst>
              </p:cNvPr>
              <p:cNvSpPr/>
              <p:nvPr/>
            </p:nvSpPr>
            <p:spPr>
              <a:xfrm>
                <a:off x="6899243" y="4778457"/>
                <a:ext cx="7828" cy="3984"/>
              </a:xfrm>
              <a:custGeom>
                <a:avLst/>
                <a:gdLst>
                  <a:gd name="connsiteX0" fmla="*/ 3036 w 7828"/>
                  <a:gd name="connsiteY0" fmla="*/ 3695 h 3984"/>
                  <a:gd name="connsiteX1" fmla="*/ 4796 w 7828"/>
                  <a:gd name="connsiteY1" fmla="*/ 260 h 3984"/>
                  <a:gd name="connsiteX2" fmla="*/ 3036 w 7828"/>
                  <a:gd name="connsiteY2" fmla="*/ 3695 h 3984"/>
                </a:gdLst>
                <a:ahLst/>
                <a:cxnLst>
                  <a:cxn ang="0">
                    <a:pos x="connsiteX0" y="connsiteY0"/>
                  </a:cxn>
                  <a:cxn ang="0">
                    <a:pos x="connsiteX1" y="connsiteY1"/>
                  </a:cxn>
                  <a:cxn ang="0">
                    <a:pos x="connsiteX2" y="connsiteY2"/>
                  </a:cxn>
                </a:cxnLst>
                <a:rect l="l" t="t" r="r" b="b"/>
                <a:pathLst>
                  <a:path w="7828" h="3984">
                    <a:moveTo>
                      <a:pt x="3036" y="3695"/>
                    </a:moveTo>
                    <a:cubicBezTo>
                      <a:pt x="-3119" y="5106"/>
                      <a:pt x="1447" y="946"/>
                      <a:pt x="4796" y="260"/>
                    </a:cubicBezTo>
                    <a:cubicBezTo>
                      <a:pt x="10917" y="-1066"/>
                      <a:pt x="6431" y="3077"/>
                      <a:pt x="3036" y="369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8" name="Freeform: Shape 317">
                <a:extLst>
                  <a:ext uri="{FF2B5EF4-FFF2-40B4-BE49-F238E27FC236}">
                    <a16:creationId xmlns:a16="http://schemas.microsoft.com/office/drawing/2014/main" id="{77F16BA7-6890-01DC-1AF8-AFEADEA7A2E0}"/>
                  </a:ext>
                </a:extLst>
              </p:cNvPr>
              <p:cNvSpPr/>
              <p:nvPr/>
            </p:nvSpPr>
            <p:spPr>
              <a:xfrm>
                <a:off x="6847040" y="4880785"/>
                <a:ext cx="7639" cy="3239"/>
              </a:xfrm>
              <a:custGeom>
                <a:avLst/>
                <a:gdLst>
                  <a:gd name="connsiteX0" fmla="*/ 3073 w 7639"/>
                  <a:gd name="connsiteY0" fmla="*/ 3231 h 3239"/>
                  <a:gd name="connsiteX1" fmla="*/ 7639 w 7639"/>
                  <a:gd name="connsiteY1" fmla="*/ 1293 h 3239"/>
                  <a:gd name="connsiteX2" fmla="*/ 3073 w 7639"/>
                  <a:gd name="connsiteY2" fmla="*/ 3231 h 3239"/>
                </a:gdLst>
                <a:ahLst/>
                <a:cxnLst>
                  <a:cxn ang="0">
                    <a:pos x="connsiteX0" y="connsiteY0"/>
                  </a:cxn>
                  <a:cxn ang="0">
                    <a:pos x="connsiteX1" y="connsiteY1"/>
                  </a:cxn>
                  <a:cxn ang="0">
                    <a:pos x="connsiteX2" y="connsiteY2"/>
                  </a:cxn>
                </a:cxnLst>
                <a:rect l="l" t="t" r="r" b="b"/>
                <a:pathLst>
                  <a:path w="7639" h="3239">
                    <a:moveTo>
                      <a:pt x="3073" y="3231"/>
                    </a:moveTo>
                    <a:cubicBezTo>
                      <a:pt x="-5934" y="3494"/>
                      <a:pt x="7736" y="-2576"/>
                      <a:pt x="7639" y="1293"/>
                    </a:cubicBezTo>
                    <a:cubicBezTo>
                      <a:pt x="7176" y="2156"/>
                      <a:pt x="5136" y="3002"/>
                      <a:pt x="3073" y="32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19" name="Freeform: Shape 318">
                <a:extLst>
                  <a:ext uri="{FF2B5EF4-FFF2-40B4-BE49-F238E27FC236}">
                    <a16:creationId xmlns:a16="http://schemas.microsoft.com/office/drawing/2014/main" id="{7AA69159-A847-0493-E50A-B2E5ABAAEF0F}"/>
                  </a:ext>
                </a:extLst>
              </p:cNvPr>
              <p:cNvSpPr/>
              <p:nvPr/>
            </p:nvSpPr>
            <p:spPr>
              <a:xfrm>
                <a:off x="6800359" y="4955726"/>
                <a:ext cx="7388" cy="1624"/>
              </a:xfrm>
              <a:custGeom>
                <a:avLst/>
                <a:gdLst>
                  <a:gd name="connsiteX0" fmla="*/ 3056 w 7388"/>
                  <a:gd name="connsiteY0" fmla="*/ 1625 h 1624"/>
                  <a:gd name="connsiteX1" fmla="*/ 7388 w 7388"/>
                  <a:gd name="connsiteY1" fmla="*/ 830 h 1624"/>
                  <a:gd name="connsiteX2" fmla="*/ 3056 w 7388"/>
                  <a:gd name="connsiteY2" fmla="*/ 1625 h 1624"/>
                </a:gdLst>
                <a:ahLst/>
                <a:cxnLst>
                  <a:cxn ang="0">
                    <a:pos x="connsiteX0" y="connsiteY0"/>
                  </a:cxn>
                  <a:cxn ang="0">
                    <a:pos x="connsiteX1" y="connsiteY1"/>
                  </a:cxn>
                  <a:cxn ang="0">
                    <a:pos x="connsiteX2" y="connsiteY2"/>
                  </a:cxn>
                </a:cxnLst>
                <a:rect l="l" t="t" r="r" b="b"/>
                <a:pathLst>
                  <a:path w="7388" h="1624">
                    <a:moveTo>
                      <a:pt x="3056" y="1625"/>
                    </a:moveTo>
                    <a:cubicBezTo>
                      <a:pt x="-5750" y="1293"/>
                      <a:pt x="7263" y="-1296"/>
                      <a:pt x="7388" y="830"/>
                    </a:cubicBezTo>
                    <a:cubicBezTo>
                      <a:pt x="7000" y="1270"/>
                      <a:pt x="5057" y="1607"/>
                      <a:pt x="3056" y="16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0" name="Freeform: Shape 319">
                <a:extLst>
                  <a:ext uri="{FF2B5EF4-FFF2-40B4-BE49-F238E27FC236}">
                    <a16:creationId xmlns:a16="http://schemas.microsoft.com/office/drawing/2014/main" id="{B3986F1C-5EEF-CEEA-0005-B61B53E22B73}"/>
                  </a:ext>
                </a:extLst>
              </p:cNvPr>
              <p:cNvSpPr/>
              <p:nvPr/>
            </p:nvSpPr>
            <p:spPr>
              <a:xfrm>
                <a:off x="7064084" y="4807464"/>
                <a:ext cx="8347" cy="6760"/>
              </a:xfrm>
              <a:custGeom>
                <a:avLst/>
                <a:gdLst>
                  <a:gd name="connsiteX0" fmla="*/ 3851 w 8347"/>
                  <a:gd name="connsiteY0" fmla="*/ 423 h 6760"/>
                  <a:gd name="connsiteX1" fmla="*/ 4508 w 8347"/>
                  <a:gd name="connsiteY1" fmla="*/ 6297 h 6760"/>
                  <a:gd name="connsiteX2" fmla="*/ 3851 w 8347"/>
                  <a:gd name="connsiteY2" fmla="*/ 423 h 6760"/>
                </a:gdLst>
                <a:ahLst/>
                <a:cxnLst>
                  <a:cxn ang="0">
                    <a:pos x="connsiteX0" y="connsiteY0"/>
                  </a:cxn>
                  <a:cxn ang="0">
                    <a:pos x="connsiteX1" y="connsiteY1"/>
                  </a:cxn>
                  <a:cxn ang="0">
                    <a:pos x="connsiteX2" y="connsiteY2"/>
                  </a:cxn>
                </a:cxnLst>
                <a:rect l="l" t="t" r="r" b="b"/>
                <a:pathLst>
                  <a:path w="8347" h="6760">
                    <a:moveTo>
                      <a:pt x="3851" y="423"/>
                    </a:moveTo>
                    <a:cubicBezTo>
                      <a:pt x="-1001" y="2046"/>
                      <a:pt x="-1784" y="8532"/>
                      <a:pt x="4508" y="6297"/>
                    </a:cubicBezTo>
                    <a:cubicBezTo>
                      <a:pt x="9440" y="4737"/>
                      <a:pt x="10034" y="-1692"/>
                      <a:pt x="3851" y="4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1" name="Freeform: Shape 320">
                <a:extLst>
                  <a:ext uri="{FF2B5EF4-FFF2-40B4-BE49-F238E27FC236}">
                    <a16:creationId xmlns:a16="http://schemas.microsoft.com/office/drawing/2014/main" id="{88A5E0A5-6A05-F0E0-0E4C-68404414109A}"/>
                  </a:ext>
                </a:extLst>
              </p:cNvPr>
              <p:cNvSpPr/>
              <p:nvPr/>
            </p:nvSpPr>
            <p:spPr>
              <a:xfrm>
                <a:off x="7220359" y="6318115"/>
                <a:ext cx="9515" cy="1612"/>
              </a:xfrm>
              <a:custGeom>
                <a:avLst/>
                <a:gdLst>
                  <a:gd name="connsiteX0" fmla="*/ 3955 w 9515"/>
                  <a:gd name="connsiteY0" fmla="*/ 0 h 1612"/>
                  <a:gd name="connsiteX1" fmla="*/ 9515 w 9515"/>
                  <a:gd name="connsiteY1" fmla="*/ 863 h 1612"/>
                  <a:gd name="connsiteX2" fmla="*/ 3955 w 9515"/>
                  <a:gd name="connsiteY2" fmla="*/ 0 h 1612"/>
                </a:gdLst>
                <a:ahLst/>
                <a:cxnLst>
                  <a:cxn ang="0">
                    <a:pos x="connsiteX0" y="connsiteY0"/>
                  </a:cxn>
                  <a:cxn ang="0">
                    <a:pos x="connsiteX1" y="connsiteY1"/>
                  </a:cxn>
                  <a:cxn ang="0">
                    <a:pos x="connsiteX2" y="connsiteY2"/>
                  </a:cxn>
                </a:cxnLst>
                <a:rect l="l" t="t" r="r" b="b"/>
                <a:pathLst>
                  <a:path w="9515" h="1612">
                    <a:moveTo>
                      <a:pt x="3955" y="0"/>
                    </a:moveTo>
                    <a:cubicBezTo>
                      <a:pt x="-7378" y="297"/>
                      <a:pt x="9218" y="2846"/>
                      <a:pt x="9515" y="863"/>
                    </a:cubicBezTo>
                    <a:cubicBezTo>
                      <a:pt x="9030" y="429"/>
                      <a:pt x="6544" y="40"/>
                      <a:pt x="395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2" name="Freeform: Shape 321">
                <a:extLst>
                  <a:ext uri="{FF2B5EF4-FFF2-40B4-BE49-F238E27FC236}">
                    <a16:creationId xmlns:a16="http://schemas.microsoft.com/office/drawing/2014/main" id="{9A78523E-205D-5691-5D77-810EEAAE3D2D}"/>
                  </a:ext>
                </a:extLst>
              </p:cNvPr>
              <p:cNvSpPr/>
              <p:nvPr/>
            </p:nvSpPr>
            <p:spPr>
              <a:xfrm>
                <a:off x="7110401" y="5154459"/>
                <a:ext cx="8686" cy="4671"/>
              </a:xfrm>
              <a:custGeom>
                <a:avLst/>
                <a:gdLst>
                  <a:gd name="connsiteX0" fmla="*/ 3779 w 8686"/>
                  <a:gd name="connsiteY0" fmla="*/ 351 h 4671"/>
                  <a:gd name="connsiteX1" fmla="*/ 4922 w 8686"/>
                  <a:gd name="connsiteY1" fmla="*/ 4265 h 4671"/>
                  <a:gd name="connsiteX2" fmla="*/ 3779 w 8686"/>
                  <a:gd name="connsiteY2" fmla="*/ 351 h 4671"/>
                </a:gdLst>
                <a:ahLst/>
                <a:cxnLst>
                  <a:cxn ang="0">
                    <a:pos x="connsiteX0" y="connsiteY0"/>
                  </a:cxn>
                  <a:cxn ang="0">
                    <a:pos x="connsiteX1" y="connsiteY1"/>
                  </a:cxn>
                  <a:cxn ang="0">
                    <a:pos x="connsiteX2" y="connsiteY2"/>
                  </a:cxn>
                </a:cxnLst>
                <a:rect l="l" t="t" r="r" b="b"/>
                <a:pathLst>
                  <a:path w="8686" h="4671">
                    <a:moveTo>
                      <a:pt x="3779" y="351"/>
                    </a:moveTo>
                    <a:cubicBezTo>
                      <a:pt x="-1965" y="1945"/>
                      <a:pt x="-822" y="5951"/>
                      <a:pt x="4922" y="4265"/>
                    </a:cubicBezTo>
                    <a:cubicBezTo>
                      <a:pt x="10740" y="2768"/>
                      <a:pt x="9391" y="-1192"/>
                      <a:pt x="3779" y="3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3" name="Freeform: Shape 322">
                <a:extLst>
                  <a:ext uri="{FF2B5EF4-FFF2-40B4-BE49-F238E27FC236}">
                    <a16:creationId xmlns:a16="http://schemas.microsoft.com/office/drawing/2014/main" id="{4FAC7DA9-6F58-C0F4-0A26-F274567E2C97}"/>
                  </a:ext>
                </a:extLst>
              </p:cNvPr>
              <p:cNvSpPr/>
              <p:nvPr/>
            </p:nvSpPr>
            <p:spPr>
              <a:xfrm>
                <a:off x="7083500" y="4995389"/>
                <a:ext cx="8684" cy="6746"/>
              </a:xfrm>
              <a:custGeom>
                <a:avLst/>
                <a:gdLst>
                  <a:gd name="connsiteX0" fmla="*/ 3997 w 8684"/>
                  <a:gd name="connsiteY0" fmla="*/ 161 h 6746"/>
                  <a:gd name="connsiteX1" fmla="*/ 14 w 8684"/>
                  <a:gd name="connsiteY1" fmla="*/ 4647 h 6746"/>
                  <a:gd name="connsiteX2" fmla="*/ 3997 w 8684"/>
                  <a:gd name="connsiteY2" fmla="*/ 161 h 6746"/>
                </a:gdLst>
                <a:ahLst/>
                <a:cxnLst>
                  <a:cxn ang="0">
                    <a:pos x="connsiteX0" y="connsiteY0"/>
                  </a:cxn>
                  <a:cxn ang="0">
                    <a:pos x="connsiteX1" y="connsiteY1"/>
                  </a:cxn>
                  <a:cxn ang="0">
                    <a:pos x="connsiteX2" y="connsiteY2"/>
                  </a:cxn>
                </a:cxnLst>
                <a:rect l="l" t="t" r="r" b="b"/>
                <a:pathLst>
                  <a:path w="8684" h="6746">
                    <a:moveTo>
                      <a:pt x="3997" y="161"/>
                    </a:moveTo>
                    <a:cubicBezTo>
                      <a:pt x="1608" y="915"/>
                      <a:pt x="-175" y="2961"/>
                      <a:pt x="14" y="4647"/>
                    </a:cubicBezTo>
                    <a:cubicBezTo>
                      <a:pt x="2934" y="11751"/>
                      <a:pt x="15324" y="-1594"/>
                      <a:pt x="3997" y="1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4" name="Freeform: Shape 323">
                <a:extLst>
                  <a:ext uri="{FF2B5EF4-FFF2-40B4-BE49-F238E27FC236}">
                    <a16:creationId xmlns:a16="http://schemas.microsoft.com/office/drawing/2014/main" id="{6388321B-141C-94B1-4243-FA7D392E9F00}"/>
                  </a:ext>
                </a:extLst>
              </p:cNvPr>
              <p:cNvSpPr/>
              <p:nvPr/>
            </p:nvSpPr>
            <p:spPr>
              <a:xfrm>
                <a:off x="7147016" y="5419747"/>
                <a:ext cx="8834" cy="20473"/>
              </a:xfrm>
              <a:custGeom>
                <a:avLst/>
                <a:gdLst>
                  <a:gd name="connsiteX0" fmla="*/ 3935 w 8834"/>
                  <a:gd name="connsiteY0" fmla="*/ 61 h 20473"/>
                  <a:gd name="connsiteX1" fmla="*/ 4901 w 8834"/>
                  <a:gd name="connsiteY1" fmla="*/ 20418 h 20473"/>
                  <a:gd name="connsiteX2" fmla="*/ 3935 w 8834"/>
                  <a:gd name="connsiteY2" fmla="*/ 61 h 20473"/>
                </a:gdLst>
                <a:ahLst/>
                <a:cxnLst>
                  <a:cxn ang="0">
                    <a:pos x="connsiteX0" y="connsiteY0"/>
                  </a:cxn>
                  <a:cxn ang="0">
                    <a:pos x="connsiteX1" y="connsiteY1"/>
                  </a:cxn>
                  <a:cxn ang="0">
                    <a:pos x="connsiteX2" y="connsiteY2"/>
                  </a:cxn>
                </a:cxnLst>
                <a:rect l="l" t="t" r="r" b="b"/>
                <a:pathLst>
                  <a:path w="8834" h="20473">
                    <a:moveTo>
                      <a:pt x="3935" y="61"/>
                    </a:moveTo>
                    <a:cubicBezTo>
                      <a:pt x="-1272" y="570"/>
                      <a:pt x="-1666" y="21698"/>
                      <a:pt x="4901" y="20418"/>
                    </a:cubicBezTo>
                    <a:cubicBezTo>
                      <a:pt x="10072" y="19949"/>
                      <a:pt x="10535" y="-1282"/>
                      <a:pt x="3935" y="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5" name="Freeform: Shape 324">
                <a:extLst>
                  <a:ext uri="{FF2B5EF4-FFF2-40B4-BE49-F238E27FC236}">
                    <a16:creationId xmlns:a16="http://schemas.microsoft.com/office/drawing/2014/main" id="{A68EB9CF-6782-EAAD-ADCB-3821605B235A}"/>
                  </a:ext>
                </a:extLst>
              </p:cNvPr>
              <p:cNvSpPr/>
              <p:nvPr/>
            </p:nvSpPr>
            <p:spPr>
              <a:xfrm>
                <a:off x="7175257" y="6104334"/>
                <a:ext cx="8973" cy="18430"/>
              </a:xfrm>
              <a:custGeom>
                <a:avLst/>
                <a:gdLst>
                  <a:gd name="connsiteX0" fmla="*/ 3942 w 8973"/>
                  <a:gd name="connsiteY0" fmla="*/ 5 h 18430"/>
                  <a:gd name="connsiteX1" fmla="*/ 5034 w 8973"/>
                  <a:gd name="connsiteY1" fmla="*/ 18425 h 18430"/>
                  <a:gd name="connsiteX2" fmla="*/ 3942 w 8973"/>
                  <a:gd name="connsiteY2" fmla="*/ 5 h 18430"/>
                </a:gdLst>
                <a:ahLst/>
                <a:cxnLst>
                  <a:cxn ang="0">
                    <a:pos x="connsiteX0" y="connsiteY0"/>
                  </a:cxn>
                  <a:cxn ang="0">
                    <a:pos x="connsiteX1" y="connsiteY1"/>
                  </a:cxn>
                  <a:cxn ang="0">
                    <a:pos x="connsiteX2" y="connsiteY2"/>
                  </a:cxn>
                </a:cxnLst>
                <a:rect l="l" t="t" r="r" b="b"/>
                <a:pathLst>
                  <a:path w="8973" h="18430">
                    <a:moveTo>
                      <a:pt x="3942" y="5"/>
                    </a:moveTo>
                    <a:cubicBezTo>
                      <a:pt x="-2190" y="-109"/>
                      <a:pt x="-658" y="18785"/>
                      <a:pt x="5034" y="18425"/>
                    </a:cubicBezTo>
                    <a:cubicBezTo>
                      <a:pt x="11286" y="18608"/>
                      <a:pt x="9475" y="-366"/>
                      <a:pt x="3942" y="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6" name="Freeform: Shape 325">
                <a:extLst>
                  <a:ext uri="{FF2B5EF4-FFF2-40B4-BE49-F238E27FC236}">
                    <a16:creationId xmlns:a16="http://schemas.microsoft.com/office/drawing/2014/main" id="{FFA87091-3FDF-4743-F03D-6FECC84B8305}"/>
                  </a:ext>
                </a:extLst>
              </p:cNvPr>
              <p:cNvSpPr/>
              <p:nvPr/>
            </p:nvSpPr>
            <p:spPr>
              <a:xfrm>
                <a:off x="7986435" y="7525882"/>
                <a:ext cx="13084" cy="5394"/>
              </a:xfrm>
              <a:custGeom>
                <a:avLst/>
                <a:gdLst>
                  <a:gd name="connsiteX0" fmla="*/ 4872 w 13084"/>
                  <a:gd name="connsiteY0" fmla="*/ 6 h 5394"/>
                  <a:gd name="connsiteX1" fmla="*/ 12233 w 13084"/>
                  <a:gd name="connsiteY1" fmla="*/ 4464 h 5394"/>
                  <a:gd name="connsiteX2" fmla="*/ 4872 w 13084"/>
                  <a:gd name="connsiteY2" fmla="*/ 6 h 5394"/>
                </a:gdLst>
                <a:ahLst/>
                <a:cxnLst>
                  <a:cxn ang="0">
                    <a:pos x="connsiteX0" y="connsiteY0"/>
                  </a:cxn>
                  <a:cxn ang="0">
                    <a:pos x="connsiteX1" y="connsiteY1"/>
                  </a:cxn>
                  <a:cxn ang="0">
                    <a:pos x="connsiteX2" y="connsiteY2"/>
                  </a:cxn>
                </a:cxnLst>
                <a:rect l="l" t="t" r="r" b="b"/>
                <a:pathLst>
                  <a:path w="13084" h="5394">
                    <a:moveTo>
                      <a:pt x="4872" y="6"/>
                    </a:moveTo>
                    <a:cubicBezTo>
                      <a:pt x="-7759" y="1087"/>
                      <a:pt x="7626" y="7824"/>
                      <a:pt x="12233" y="4464"/>
                    </a:cubicBezTo>
                    <a:cubicBezTo>
                      <a:pt x="15776" y="1384"/>
                      <a:pt x="7272" y="-108"/>
                      <a:pt x="4872"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7" name="Freeform: Shape 326">
                <a:extLst>
                  <a:ext uri="{FF2B5EF4-FFF2-40B4-BE49-F238E27FC236}">
                    <a16:creationId xmlns:a16="http://schemas.microsoft.com/office/drawing/2014/main" id="{2B07C132-05A2-C620-2EF8-A21A300FEEE2}"/>
                  </a:ext>
                </a:extLst>
              </p:cNvPr>
              <p:cNvSpPr/>
              <p:nvPr/>
            </p:nvSpPr>
            <p:spPr>
              <a:xfrm>
                <a:off x="6568485" y="5008810"/>
                <a:ext cx="6895" cy="2440"/>
              </a:xfrm>
              <a:custGeom>
                <a:avLst/>
                <a:gdLst>
                  <a:gd name="connsiteX0" fmla="*/ 2878 w 6895"/>
                  <a:gd name="connsiteY0" fmla="*/ 804 h 2440"/>
                  <a:gd name="connsiteX1" fmla="*/ 6896 w 6895"/>
                  <a:gd name="connsiteY1" fmla="*/ 73 h 2440"/>
                  <a:gd name="connsiteX2" fmla="*/ 2878 w 6895"/>
                  <a:gd name="connsiteY2" fmla="*/ 804 h 2440"/>
                </a:gdLst>
                <a:ahLst/>
                <a:cxnLst>
                  <a:cxn ang="0">
                    <a:pos x="connsiteX0" y="connsiteY0"/>
                  </a:cxn>
                  <a:cxn ang="0">
                    <a:pos x="connsiteX1" y="connsiteY1"/>
                  </a:cxn>
                  <a:cxn ang="0">
                    <a:pos x="connsiteX2" y="connsiteY2"/>
                  </a:cxn>
                </a:cxnLst>
                <a:rect l="l" t="t" r="r" b="b"/>
                <a:pathLst>
                  <a:path w="6895" h="2440">
                    <a:moveTo>
                      <a:pt x="2878" y="804"/>
                    </a:moveTo>
                    <a:cubicBezTo>
                      <a:pt x="-4974" y="3736"/>
                      <a:pt x="5587" y="2250"/>
                      <a:pt x="6896" y="73"/>
                    </a:cubicBezTo>
                    <a:cubicBezTo>
                      <a:pt x="5976" y="-219"/>
                      <a:pt x="4124" y="438"/>
                      <a:pt x="2878" y="8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8" name="Freeform: Shape 327">
                <a:extLst>
                  <a:ext uri="{FF2B5EF4-FFF2-40B4-BE49-F238E27FC236}">
                    <a16:creationId xmlns:a16="http://schemas.microsoft.com/office/drawing/2014/main" id="{7C68947B-F5BC-049F-81C7-FFA1669AD6C8}"/>
                  </a:ext>
                </a:extLst>
              </p:cNvPr>
              <p:cNvSpPr/>
              <p:nvPr/>
            </p:nvSpPr>
            <p:spPr>
              <a:xfrm>
                <a:off x="7184276" y="6435270"/>
                <a:ext cx="10855" cy="4072"/>
              </a:xfrm>
              <a:custGeom>
                <a:avLst/>
                <a:gdLst>
                  <a:gd name="connsiteX0" fmla="*/ 4439 w 10855"/>
                  <a:gd name="connsiteY0" fmla="*/ 1237 h 4072"/>
                  <a:gd name="connsiteX1" fmla="*/ 6417 w 10855"/>
                  <a:gd name="connsiteY1" fmla="*/ 2825 h 4072"/>
                  <a:gd name="connsiteX2" fmla="*/ 4439 w 10855"/>
                  <a:gd name="connsiteY2" fmla="*/ 1237 h 4072"/>
                </a:gdLst>
                <a:ahLst/>
                <a:cxnLst>
                  <a:cxn ang="0">
                    <a:pos x="connsiteX0" y="connsiteY0"/>
                  </a:cxn>
                  <a:cxn ang="0">
                    <a:pos x="connsiteX1" y="connsiteY1"/>
                  </a:cxn>
                  <a:cxn ang="0">
                    <a:pos x="connsiteX2" y="connsiteY2"/>
                  </a:cxn>
                </a:cxnLst>
                <a:rect l="l" t="t" r="r" b="b"/>
                <a:pathLst>
                  <a:path w="10855" h="4072">
                    <a:moveTo>
                      <a:pt x="4439" y="1237"/>
                    </a:moveTo>
                    <a:cubicBezTo>
                      <a:pt x="-3470" y="4111"/>
                      <a:pt x="450" y="5083"/>
                      <a:pt x="6417" y="2825"/>
                    </a:cubicBezTo>
                    <a:cubicBezTo>
                      <a:pt x="14332" y="-55"/>
                      <a:pt x="10394" y="-992"/>
                      <a:pt x="4439" y="123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29" name="Freeform: Shape 328">
                <a:extLst>
                  <a:ext uri="{FF2B5EF4-FFF2-40B4-BE49-F238E27FC236}">
                    <a16:creationId xmlns:a16="http://schemas.microsoft.com/office/drawing/2014/main" id="{FD2A5C03-7446-1A6B-3FB8-AAFB2D8EA78E}"/>
                  </a:ext>
                </a:extLst>
              </p:cNvPr>
              <p:cNvSpPr/>
              <p:nvPr/>
            </p:nvSpPr>
            <p:spPr>
              <a:xfrm>
                <a:off x="7124735" y="6400192"/>
                <a:ext cx="10704" cy="2988"/>
              </a:xfrm>
              <a:custGeom>
                <a:avLst/>
                <a:gdLst>
                  <a:gd name="connsiteX0" fmla="*/ 4464 w 10704"/>
                  <a:gd name="connsiteY0" fmla="*/ 1077 h 2988"/>
                  <a:gd name="connsiteX1" fmla="*/ 10705 w 10704"/>
                  <a:gd name="connsiteY1" fmla="*/ 59 h 2988"/>
                  <a:gd name="connsiteX2" fmla="*/ 4464 w 10704"/>
                  <a:gd name="connsiteY2" fmla="*/ 1077 h 2988"/>
                </a:gdLst>
                <a:ahLst/>
                <a:cxnLst>
                  <a:cxn ang="0">
                    <a:pos x="connsiteX0" y="connsiteY0"/>
                  </a:cxn>
                  <a:cxn ang="0">
                    <a:pos x="connsiteX1" y="connsiteY1"/>
                  </a:cxn>
                  <a:cxn ang="0">
                    <a:pos x="connsiteX2" y="connsiteY2"/>
                  </a:cxn>
                </a:cxnLst>
                <a:rect l="l" t="t" r="r" b="b"/>
                <a:pathLst>
                  <a:path w="10704" h="2988">
                    <a:moveTo>
                      <a:pt x="4464" y="1077"/>
                    </a:moveTo>
                    <a:cubicBezTo>
                      <a:pt x="-8366" y="5048"/>
                      <a:pt x="10522" y="1888"/>
                      <a:pt x="10705" y="59"/>
                    </a:cubicBezTo>
                    <a:cubicBezTo>
                      <a:pt x="10162" y="-169"/>
                      <a:pt x="7373" y="282"/>
                      <a:pt x="4464" y="107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0" name="Freeform: Shape 329">
                <a:extLst>
                  <a:ext uri="{FF2B5EF4-FFF2-40B4-BE49-F238E27FC236}">
                    <a16:creationId xmlns:a16="http://schemas.microsoft.com/office/drawing/2014/main" id="{2DE29FC0-5926-9F12-0A63-EA0BB5B01A74}"/>
                  </a:ext>
                </a:extLst>
              </p:cNvPr>
              <p:cNvSpPr/>
              <p:nvPr/>
            </p:nvSpPr>
            <p:spPr>
              <a:xfrm>
                <a:off x="7012844" y="6358080"/>
                <a:ext cx="9884" cy="1225"/>
              </a:xfrm>
              <a:custGeom>
                <a:avLst/>
                <a:gdLst>
                  <a:gd name="connsiteX0" fmla="*/ 4152 w 9884"/>
                  <a:gd name="connsiteY0" fmla="*/ 160 h 1225"/>
                  <a:gd name="connsiteX1" fmla="*/ 9884 w 9884"/>
                  <a:gd name="connsiteY1" fmla="*/ 206 h 1225"/>
                  <a:gd name="connsiteX2" fmla="*/ 4152 w 9884"/>
                  <a:gd name="connsiteY2" fmla="*/ 160 h 1225"/>
                </a:gdLst>
                <a:ahLst/>
                <a:cxnLst>
                  <a:cxn ang="0">
                    <a:pos x="connsiteX0" y="connsiteY0"/>
                  </a:cxn>
                  <a:cxn ang="0">
                    <a:pos x="connsiteX1" y="connsiteY1"/>
                  </a:cxn>
                  <a:cxn ang="0">
                    <a:pos x="connsiteX2" y="connsiteY2"/>
                  </a:cxn>
                </a:cxnLst>
                <a:rect l="l" t="t" r="r" b="b"/>
                <a:pathLst>
                  <a:path w="9884" h="1225">
                    <a:moveTo>
                      <a:pt x="4152" y="160"/>
                    </a:moveTo>
                    <a:cubicBezTo>
                      <a:pt x="-7684" y="1526"/>
                      <a:pt x="9507" y="1617"/>
                      <a:pt x="9884" y="206"/>
                    </a:cubicBezTo>
                    <a:cubicBezTo>
                      <a:pt x="9410" y="-51"/>
                      <a:pt x="6844" y="-69"/>
                      <a:pt x="4152" y="1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1" name="Freeform: Shape 330">
                <a:extLst>
                  <a:ext uri="{FF2B5EF4-FFF2-40B4-BE49-F238E27FC236}">
                    <a16:creationId xmlns:a16="http://schemas.microsoft.com/office/drawing/2014/main" id="{07B5739A-F08C-0607-56F7-09B92100ABE6}"/>
                  </a:ext>
                </a:extLst>
              </p:cNvPr>
              <p:cNvSpPr/>
              <p:nvPr/>
            </p:nvSpPr>
            <p:spPr>
              <a:xfrm>
                <a:off x="7067096" y="6379799"/>
                <a:ext cx="10279" cy="1910"/>
              </a:xfrm>
              <a:custGeom>
                <a:avLst/>
                <a:gdLst>
                  <a:gd name="connsiteX0" fmla="*/ 4284 w 10279"/>
                  <a:gd name="connsiteY0" fmla="*/ 649 h 1910"/>
                  <a:gd name="connsiteX1" fmla="*/ 10279 w 10279"/>
                  <a:gd name="connsiteY1" fmla="*/ 49 h 1910"/>
                  <a:gd name="connsiteX2" fmla="*/ 4284 w 10279"/>
                  <a:gd name="connsiteY2" fmla="*/ 649 h 1910"/>
                </a:gdLst>
                <a:ahLst/>
                <a:cxnLst>
                  <a:cxn ang="0">
                    <a:pos x="connsiteX0" y="connsiteY0"/>
                  </a:cxn>
                  <a:cxn ang="0">
                    <a:pos x="connsiteX1" y="connsiteY1"/>
                  </a:cxn>
                  <a:cxn ang="0">
                    <a:pos x="connsiteX2" y="connsiteY2"/>
                  </a:cxn>
                </a:cxnLst>
                <a:rect l="l" t="t" r="r" b="b"/>
                <a:pathLst>
                  <a:path w="10279" h="1910">
                    <a:moveTo>
                      <a:pt x="4284" y="649"/>
                    </a:moveTo>
                    <a:cubicBezTo>
                      <a:pt x="-7986" y="3170"/>
                      <a:pt x="9970" y="1347"/>
                      <a:pt x="10279" y="49"/>
                    </a:cubicBezTo>
                    <a:cubicBezTo>
                      <a:pt x="9759" y="-116"/>
                      <a:pt x="7079" y="146"/>
                      <a:pt x="4284" y="6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2" name="Freeform: Shape 331">
                <a:extLst>
                  <a:ext uri="{FF2B5EF4-FFF2-40B4-BE49-F238E27FC236}">
                    <a16:creationId xmlns:a16="http://schemas.microsoft.com/office/drawing/2014/main" id="{04BDDC60-F79C-2D33-34D1-A9E34AE4457F}"/>
                  </a:ext>
                </a:extLst>
              </p:cNvPr>
              <p:cNvSpPr/>
              <p:nvPr/>
            </p:nvSpPr>
            <p:spPr>
              <a:xfrm>
                <a:off x="7243312" y="6500765"/>
                <a:ext cx="11522" cy="5119"/>
              </a:xfrm>
              <a:custGeom>
                <a:avLst/>
                <a:gdLst>
                  <a:gd name="connsiteX0" fmla="*/ 4891 w 11522"/>
                  <a:gd name="connsiteY0" fmla="*/ 1196 h 5119"/>
                  <a:gd name="connsiteX1" fmla="*/ 11520 w 11522"/>
                  <a:gd name="connsiteY1" fmla="*/ 424 h 5119"/>
                  <a:gd name="connsiteX2" fmla="*/ 4891 w 11522"/>
                  <a:gd name="connsiteY2" fmla="*/ 1196 h 5119"/>
                </a:gdLst>
                <a:ahLst/>
                <a:cxnLst>
                  <a:cxn ang="0">
                    <a:pos x="connsiteX0" y="connsiteY0"/>
                  </a:cxn>
                  <a:cxn ang="0">
                    <a:pos x="connsiteX1" y="connsiteY1"/>
                  </a:cxn>
                  <a:cxn ang="0">
                    <a:pos x="connsiteX2" y="connsiteY2"/>
                  </a:cxn>
                </a:cxnLst>
                <a:rect l="l" t="t" r="r" b="b"/>
                <a:pathLst>
                  <a:path w="11522" h="5119">
                    <a:moveTo>
                      <a:pt x="4891" y="1196"/>
                    </a:moveTo>
                    <a:cubicBezTo>
                      <a:pt x="-9237" y="7894"/>
                      <a:pt x="11760" y="4916"/>
                      <a:pt x="11520" y="424"/>
                    </a:cubicBezTo>
                    <a:cubicBezTo>
                      <a:pt x="10983" y="-365"/>
                      <a:pt x="8017" y="-22"/>
                      <a:pt x="4891" y="11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3" name="Freeform: Shape 332">
                <a:extLst>
                  <a:ext uri="{FF2B5EF4-FFF2-40B4-BE49-F238E27FC236}">
                    <a16:creationId xmlns:a16="http://schemas.microsoft.com/office/drawing/2014/main" id="{01F84095-90C1-33DD-A745-B476702ED677}"/>
                  </a:ext>
                </a:extLst>
              </p:cNvPr>
              <p:cNvSpPr/>
              <p:nvPr/>
            </p:nvSpPr>
            <p:spPr>
              <a:xfrm>
                <a:off x="7549075" y="7351551"/>
                <a:ext cx="12738" cy="6214"/>
              </a:xfrm>
              <a:custGeom>
                <a:avLst/>
                <a:gdLst>
                  <a:gd name="connsiteX0" fmla="*/ 5154 w 12738"/>
                  <a:gd name="connsiteY0" fmla="*/ 48 h 6214"/>
                  <a:gd name="connsiteX1" fmla="*/ 7589 w 12738"/>
                  <a:gd name="connsiteY1" fmla="*/ 6168 h 6214"/>
                  <a:gd name="connsiteX2" fmla="*/ 5154 w 12738"/>
                  <a:gd name="connsiteY2" fmla="*/ 48 h 6214"/>
                </a:gdLst>
                <a:ahLst/>
                <a:cxnLst>
                  <a:cxn ang="0">
                    <a:pos x="connsiteX0" y="connsiteY0"/>
                  </a:cxn>
                  <a:cxn ang="0">
                    <a:pos x="connsiteX1" y="connsiteY1"/>
                  </a:cxn>
                  <a:cxn ang="0">
                    <a:pos x="connsiteX2" y="connsiteY2"/>
                  </a:cxn>
                </a:cxnLst>
                <a:rect l="l" t="t" r="r" b="b"/>
                <a:pathLst>
                  <a:path w="12738" h="6214">
                    <a:moveTo>
                      <a:pt x="5154" y="48"/>
                    </a:moveTo>
                    <a:cubicBezTo>
                      <a:pt x="-4150" y="745"/>
                      <a:pt x="674" y="6803"/>
                      <a:pt x="7589" y="6168"/>
                    </a:cubicBezTo>
                    <a:cubicBezTo>
                      <a:pt x="16893" y="5494"/>
                      <a:pt x="12052" y="-598"/>
                      <a:pt x="5154" y="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4" name="Freeform: Shape 333">
                <a:extLst>
                  <a:ext uri="{FF2B5EF4-FFF2-40B4-BE49-F238E27FC236}">
                    <a16:creationId xmlns:a16="http://schemas.microsoft.com/office/drawing/2014/main" id="{A7F9844F-705E-9EED-258D-74CDC6251343}"/>
                  </a:ext>
                </a:extLst>
              </p:cNvPr>
              <p:cNvSpPr/>
              <p:nvPr/>
            </p:nvSpPr>
            <p:spPr>
              <a:xfrm>
                <a:off x="6963890" y="6318827"/>
                <a:ext cx="9316" cy="1779"/>
              </a:xfrm>
              <a:custGeom>
                <a:avLst/>
                <a:gdLst>
                  <a:gd name="connsiteX0" fmla="*/ 3895 w 9316"/>
                  <a:gd name="connsiteY0" fmla="*/ 20 h 1779"/>
                  <a:gd name="connsiteX1" fmla="*/ 5420 w 9316"/>
                  <a:gd name="connsiteY1" fmla="*/ 1757 h 1779"/>
                  <a:gd name="connsiteX2" fmla="*/ 3895 w 9316"/>
                  <a:gd name="connsiteY2" fmla="*/ 20 h 1779"/>
                </a:gdLst>
                <a:ahLst/>
                <a:cxnLst>
                  <a:cxn ang="0">
                    <a:pos x="connsiteX0" y="connsiteY0"/>
                  </a:cxn>
                  <a:cxn ang="0">
                    <a:pos x="connsiteX1" y="connsiteY1"/>
                  </a:cxn>
                  <a:cxn ang="0">
                    <a:pos x="connsiteX2" y="connsiteY2"/>
                  </a:cxn>
                </a:cxnLst>
                <a:rect l="l" t="t" r="r" b="b"/>
                <a:pathLst>
                  <a:path w="9316" h="1779">
                    <a:moveTo>
                      <a:pt x="3895" y="20"/>
                    </a:moveTo>
                    <a:cubicBezTo>
                      <a:pt x="-3129" y="271"/>
                      <a:pt x="568" y="1997"/>
                      <a:pt x="5420" y="1757"/>
                    </a:cubicBezTo>
                    <a:cubicBezTo>
                      <a:pt x="12456" y="1512"/>
                      <a:pt x="8735" y="-203"/>
                      <a:pt x="3895"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5" name="Freeform: Shape 334">
                <a:extLst>
                  <a:ext uri="{FF2B5EF4-FFF2-40B4-BE49-F238E27FC236}">
                    <a16:creationId xmlns:a16="http://schemas.microsoft.com/office/drawing/2014/main" id="{96E936BC-E815-E6DD-9C73-19DEAC909934}"/>
                  </a:ext>
                </a:extLst>
              </p:cNvPr>
              <p:cNvSpPr/>
              <p:nvPr/>
            </p:nvSpPr>
            <p:spPr>
              <a:xfrm>
                <a:off x="7357419" y="6777707"/>
                <a:ext cx="11749" cy="6824"/>
              </a:xfrm>
              <a:custGeom>
                <a:avLst/>
                <a:gdLst>
                  <a:gd name="connsiteX0" fmla="*/ 4924 w 11749"/>
                  <a:gd name="connsiteY0" fmla="*/ 523 h 6824"/>
                  <a:gd name="connsiteX1" fmla="*/ 6827 w 11749"/>
                  <a:gd name="connsiteY1" fmla="*/ 6306 h 6824"/>
                  <a:gd name="connsiteX2" fmla="*/ 4924 w 11749"/>
                  <a:gd name="connsiteY2" fmla="*/ 523 h 6824"/>
                </a:gdLst>
                <a:ahLst/>
                <a:cxnLst>
                  <a:cxn ang="0">
                    <a:pos x="connsiteX0" y="connsiteY0"/>
                  </a:cxn>
                  <a:cxn ang="0">
                    <a:pos x="connsiteX1" y="connsiteY1"/>
                  </a:cxn>
                  <a:cxn ang="0">
                    <a:pos x="connsiteX2" y="connsiteY2"/>
                  </a:cxn>
                </a:cxnLst>
                <a:rect l="l" t="t" r="r" b="b"/>
                <a:pathLst>
                  <a:path w="11749" h="6824">
                    <a:moveTo>
                      <a:pt x="4924" y="523"/>
                    </a:moveTo>
                    <a:cubicBezTo>
                      <a:pt x="-2911" y="2769"/>
                      <a:pt x="-740" y="8581"/>
                      <a:pt x="6827" y="6306"/>
                    </a:cubicBezTo>
                    <a:cubicBezTo>
                      <a:pt x="14668" y="4084"/>
                      <a:pt x="12479" y="-1769"/>
                      <a:pt x="4924" y="5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6" name="Freeform: Shape 335">
                <a:extLst>
                  <a:ext uri="{FF2B5EF4-FFF2-40B4-BE49-F238E27FC236}">
                    <a16:creationId xmlns:a16="http://schemas.microsoft.com/office/drawing/2014/main" id="{EE5EC36B-F938-E774-51A1-7DFDCC3A9796}"/>
                  </a:ext>
                </a:extLst>
              </p:cNvPr>
              <p:cNvSpPr/>
              <p:nvPr/>
            </p:nvSpPr>
            <p:spPr>
              <a:xfrm>
                <a:off x="7479483" y="7159119"/>
                <a:ext cx="12349" cy="6731"/>
              </a:xfrm>
              <a:custGeom>
                <a:avLst/>
                <a:gdLst>
                  <a:gd name="connsiteX0" fmla="*/ 5081 w 12349"/>
                  <a:gd name="connsiteY0" fmla="*/ 124 h 6731"/>
                  <a:gd name="connsiteX1" fmla="*/ 7270 w 12349"/>
                  <a:gd name="connsiteY1" fmla="*/ 6610 h 6731"/>
                  <a:gd name="connsiteX2" fmla="*/ 5081 w 12349"/>
                  <a:gd name="connsiteY2" fmla="*/ 124 h 6731"/>
                </a:gdLst>
                <a:ahLst/>
                <a:cxnLst>
                  <a:cxn ang="0">
                    <a:pos x="connsiteX0" y="connsiteY0"/>
                  </a:cxn>
                  <a:cxn ang="0">
                    <a:pos x="connsiteX1" y="connsiteY1"/>
                  </a:cxn>
                  <a:cxn ang="0">
                    <a:pos x="connsiteX2" y="connsiteY2"/>
                  </a:cxn>
                </a:cxnLst>
                <a:rect l="l" t="t" r="r" b="b"/>
                <a:pathLst>
                  <a:path w="12349" h="6731">
                    <a:moveTo>
                      <a:pt x="5081" y="124"/>
                    </a:moveTo>
                    <a:cubicBezTo>
                      <a:pt x="-3663" y="1296"/>
                      <a:pt x="80" y="7685"/>
                      <a:pt x="7270" y="6610"/>
                    </a:cubicBezTo>
                    <a:cubicBezTo>
                      <a:pt x="16019" y="5467"/>
                      <a:pt x="12259" y="-968"/>
                      <a:pt x="5081" y="1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7" name="Freeform: Shape 336">
                <a:extLst>
                  <a:ext uri="{FF2B5EF4-FFF2-40B4-BE49-F238E27FC236}">
                    <a16:creationId xmlns:a16="http://schemas.microsoft.com/office/drawing/2014/main" id="{8CFB2993-68A4-40FD-FB09-D768180C2D77}"/>
                  </a:ext>
                </a:extLst>
              </p:cNvPr>
              <p:cNvSpPr/>
              <p:nvPr/>
            </p:nvSpPr>
            <p:spPr>
              <a:xfrm>
                <a:off x="7300664" y="6617849"/>
                <a:ext cx="11484" cy="6384"/>
              </a:xfrm>
              <a:custGeom>
                <a:avLst/>
                <a:gdLst>
                  <a:gd name="connsiteX0" fmla="*/ 4809 w 11484"/>
                  <a:gd name="connsiteY0" fmla="*/ 841 h 6384"/>
                  <a:gd name="connsiteX1" fmla="*/ 6678 w 11484"/>
                  <a:gd name="connsiteY1" fmla="*/ 5550 h 6384"/>
                  <a:gd name="connsiteX2" fmla="*/ 4809 w 11484"/>
                  <a:gd name="connsiteY2" fmla="*/ 841 h 6384"/>
                </a:gdLst>
                <a:ahLst/>
                <a:cxnLst>
                  <a:cxn ang="0">
                    <a:pos x="connsiteX0" y="connsiteY0"/>
                  </a:cxn>
                  <a:cxn ang="0">
                    <a:pos x="connsiteX1" y="connsiteY1"/>
                  </a:cxn>
                  <a:cxn ang="0">
                    <a:pos x="connsiteX2" y="connsiteY2"/>
                  </a:cxn>
                </a:cxnLst>
                <a:rect l="l" t="t" r="r" b="b"/>
                <a:pathLst>
                  <a:path w="11484" h="6384">
                    <a:moveTo>
                      <a:pt x="4809" y="841"/>
                    </a:moveTo>
                    <a:cubicBezTo>
                      <a:pt x="-2827" y="3573"/>
                      <a:pt x="-746" y="8310"/>
                      <a:pt x="6678" y="5550"/>
                    </a:cubicBezTo>
                    <a:cubicBezTo>
                      <a:pt x="14318" y="2830"/>
                      <a:pt x="12221" y="-1937"/>
                      <a:pt x="4809" y="8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8" name="Freeform: Shape 337">
                <a:extLst>
                  <a:ext uri="{FF2B5EF4-FFF2-40B4-BE49-F238E27FC236}">
                    <a16:creationId xmlns:a16="http://schemas.microsoft.com/office/drawing/2014/main" id="{E4EF89A5-2512-85F4-31D7-74F1B39216F4}"/>
                  </a:ext>
                </a:extLst>
              </p:cNvPr>
              <p:cNvSpPr/>
              <p:nvPr/>
            </p:nvSpPr>
            <p:spPr>
              <a:xfrm>
                <a:off x="7416032" y="6963045"/>
                <a:ext cx="12359" cy="6688"/>
              </a:xfrm>
              <a:custGeom>
                <a:avLst/>
                <a:gdLst>
                  <a:gd name="connsiteX0" fmla="*/ 5289 w 12359"/>
                  <a:gd name="connsiteY0" fmla="*/ 225 h 6688"/>
                  <a:gd name="connsiteX1" fmla="*/ 12359 w 12359"/>
                  <a:gd name="connsiteY1" fmla="*/ 2214 h 6688"/>
                  <a:gd name="connsiteX2" fmla="*/ 5289 w 12359"/>
                  <a:gd name="connsiteY2" fmla="*/ 225 h 6688"/>
                </a:gdLst>
                <a:ahLst/>
                <a:cxnLst>
                  <a:cxn ang="0">
                    <a:pos x="connsiteX0" y="connsiteY0"/>
                  </a:cxn>
                  <a:cxn ang="0">
                    <a:pos x="connsiteX1" y="connsiteY1"/>
                  </a:cxn>
                  <a:cxn ang="0">
                    <a:pos x="connsiteX2" y="connsiteY2"/>
                  </a:cxn>
                </a:cxnLst>
                <a:rect l="l" t="t" r="r" b="b"/>
                <a:pathLst>
                  <a:path w="12359" h="6688">
                    <a:moveTo>
                      <a:pt x="5289" y="225"/>
                    </a:moveTo>
                    <a:cubicBezTo>
                      <a:pt x="-9895" y="5151"/>
                      <a:pt x="12451" y="10872"/>
                      <a:pt x="12359" y="2214"/>
                    </a:cubicBezTo>
                    <a:cubicBezTo>
                      <a:pt x="11805" y="442"/>
                      <a:pt x="8644" y="-449"/>
                      <a:pt x="5289" y="2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39" name="Freeform: Shape 338">
                <a:extLst>
                  <a:ext uri="{FF2B5EF4-FFF2-40B4-BE49-F238E27FC236}">
                    <a16:creationId xmlns:a16="http://schemas.microsoft.com/office/drawing/2014/main" id="{19CEAF72-6D8B-7059-97EC-CC0228FA0E6B}"/>
                  </a:ext>
                </a:extLst>
              </p:cNvPr>
              <p:cNvSpPr/>
              <p:nvPr/>
            </p:nvSpPr>
            <p:spPr>
              <a:xfrm>
                <a:off x="6638214" y="4989646"/>
                <a:ext cx="7896" cy="6567"/>
              </a:xfrm>
              <a:custGeom>
                <a:avLst/>
                <a:gdLst>
                  <a:gd name="connsiteX0" fmla="*/ 3330 w 7896"/>
                  <a:gd name="connsiteY0" fmla="*/ 3766 h 6567"/>
                  <a:gd name="connsiteX1" fmla="*/ 7896 w 7896"/>
                  <a:gd name="connsiteY1" fmla="*/ 0 h 6567"/>
                  <a:gd name="connsiteX2" fmla="*/ 3330 w 7896"/>
                  <a:gd name="connsiteY2" fmla="*/ 3766 h 6567"/>
                </a:gdLst>
                <a:ahLst/>
                <a:cxnLst>
                  <a:cxn ang="0">
                    <a:pos x="connsiteX0" y="connsiteY0"/>
                  </a:cxn>
                  <a:cxn ang="0">
                    <a:pos x="connsiteX1" y="connsiteY1"/>
                  </a:cxn>
                  <a:cxn ang="0">
                    <a:pos x="connsiteX2" y="connsiteY2"/>
                  </a:cxn>
                </a:cxnLst>
                <a:rect l="l" t="t" r="r" b="b"/>
                <a:pathLst>
                  <a:path w="7896" h="6567">
                    <a:moveTo>
                      <a:pt x="3330" y="3766"/>
                    </a:moveTo>
                    <a:cubicBezTo>
                      <a:pt x="-6129" y="11693"/>
                      <a:pt x="7530" y="309"/>
                      <a:pt x="7896" y="0"/>
                    </a:cubicBezTo>
                    <a:cubicBezTo>
                      <a:pt x="7513" y="320"/>
                      <a:pt x="5467" y="1995"/>
                      <a:pt x="3330" y="376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0" name="Freeform: Shape 339">
                <a:extLst>
                  <a:ext uri="{FF2B5EF4-FFF2-40B4-BE49-F238E27FC236}">
                    <a16:creationId xmlns:a16="http://schemas.microsoft.com/office/drawing/2014/main" id="{B74034D8-C30A-29B5-A1A1-81237B11D0AE}"/>
                  </a:ext>
                </a:extLst>
              </p:cNvPr>
              <p:cNvSpPr/>
              <p:nvPr/>
            </p:nvSpPr>
            <p:spPr>
              <a:xfrm>
                <a:off x="6681074" y="4951076"/>
                <a:ext cx="8281" cy="9732"/>
              </a:xfrm>
              <a:custGeom>
                <a:avLst/>
                <a:gdLst>
                  <a:gd name="connsiteX0" fmla="*/ 3481 w 8281"/>
                  <a:gd name="connsiteY0" fmla="*/ 5412 h 9732"/>
                  <a:gd name="connsiteX1" fmla="*/ 8281 w 8281"/>
                  <a:gd name="connsiteY1" fmla="*/ 0 h 9732"/>
                  <a:gd name="connsiteX2" fmla="*/ 3481 w 8281"/>
                  <a:gd name="connsiteY2" fmla="*/ 5412 h 9732"/>
                </a:gdLst>
                <a:ahLst/>
                <a:cxnLst>
                  <a:cxn ang="0">
                    <a:pos x="connsiteX0" y="connsiteY0"/>
                  </a:cxn>
                  <a:cxn ang="0">
                    <a:pos x="connsiteX1" y="connsiteY1"/>
                  </a:cxn>
                  <a:cxn ang="0">
                    <a:pos x="connsiteX2" y="connsiteY2"/>
                  </a:cxn>
                </a:cxnLst>
                <a:rect l="l" t="t" r="r" b="b"/>
                <a:pathLst>
                  <a:path w="8281" h="9732">
                    <a:moveTo>
                      <a:pt x="3481" y="5412"/>
                    </a:moveTo>
                    <a:cubicBezTo>
                      <a:pt x="-6458" y="17339"/>
                      <a:pt x="8018" y="886"/>
                      <a:pt x="8281" y="0"/>
                    </a:cubicBezTo>
                    <a:cubicBezTo>
                      <a:pt x="7875" y="354"/>
                      <a:pt x="5732" y="2766"/>
                      <a:pt x="3481" y="54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1" name="Freeform: Shape 340">
                <a:extLst>
                  <a:ext uri="{FF2B5EF4-FFF2-40B4-BE49-F238E27FC236}">
                    <a16:creationId xmlns:a16="http://schemas.microsoft.com/office/drawing/2014/main" id="{393EF7E6-2BC5-E8B6-54C7-5ED85CC5CFA8}"/>
                  </a:ext>
                </a:extLst>
              </p:cNvPr>
              <p:cNvSpPr/>
              <p:nvPr/>
            </p:nvSpPr>
            <p:spPr>
              <a:xfrm>
                <a:off x="6599453" y="5014992"/>
                <a:ext cx="7515" cy="3871"/>
              </a:xfrm>
              <a:custGeom>
                <a:avLst/>
                <a:gdLst>
                  <a:gd name="connsiteX0" fmla="*/ 3218 w 7515"/>
                  <a:gd name="connsiteY0" fmla="*/ 2097 h 3871"/>
                  <a:gd name="connsiteX1" fmla="*/ 7516 w 7515"/>
                  <a:gd name="connsiteY1" fmla="*/ 0 h 3871"/>
                  <a:gd name="connsiteX2" fmla="*/ 3218 w 7515"/>
                  <a:gd name="connsiteY2" fmla="*/ 2097 h 3871"/>
                </a:gdLst>
                <a:ahLst/>
                <a:cxnLst>
                  <a:cxn ang="0">
                    <a:pos x="connsiteX0" y="connsiteY0"/>
                  </a:cxn>
                  <a:cxn ang="0">
                    <a:pos x="connsiteX1" y="connsiteY1"/>
                  </a:cxn>
                  <a:cxn ang="0">
                    <a:pos x="connsiteX2" y="connsiteY2"/>
                  </a:cxn>
                </a:cxnLst>
                <a:rect l="l" t="t" r="r" b="b"/>
                <a:pathLst>
                  <a:path w="7515" h="3871">
                    <a:moveTo>
                      <a:pt x="3218" y="2097"/>
                    </a:moveTo>
                    <a:cubicBezTo>
                      <a:pt x="-5858" y="6904"/>
                      <a:pt x="7104" y="474"/>
                      <a:pt x="7516" y="0"/>
                    </a:cubicBezTo>
                    <a:cubicBezTo>
                      <a:pt x="7184" y="120"/>
                      <a:pt x="5264" y="1052"/>
                      <a:pt x="3218" y="209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2" name="Freeform: Shape 341">
                <a:extLst>
                  <a:ext uri="{FF2B5EF4-FFF2-40B4-BE49-F238E27FC236}">
                    <a16:creationId xmlns:a16="http://schemas.microsoft.com/office/drawing/2014/main" id="{77CC7C99-3220-9DB4-9BC4-B0EDD7F73BF5}"/>
                  </a:ext>
                </a:extLst>
              </p:cNvPr>
              <p:cNvSpPr/>
              <p:nvPr/>
            </p:nvSpPr>
            <p:spPr>
              <a:xfrm>
                <a:off x="6924207" y="6133137"/>
                <a:ext cx="8991" cy="14846"/>
              </a:xfrm>
              <a:custGeom>
                <a:avLst/>
                <a:gdLst>
                  <a:gd name="connsiteX0" fmla="*/ 3995 w 8991"/>
                  <a:gd name="connsiteY0" fmla="*/ 63 h 14846"/>
                  <a:gd name="connsiteX1" fmla="*/ 5001 w 8991"/>
                  <a:gd name="connsiteY1" fmla="*/ 14791 h 14846"/>
                  <a:gd name="connsiteX2" fmla="*/ 3995 w 8991"/>
                  <a:gd name="connsiteY2" fmla="*/ 63 h 14846"/>
                </a:gdLst>
                <a:ahLst/>
                <a:cxnLst>
                  <a:cxn ang="0">
                    <a:pos x="connsiteX0" y="connsiteY0"/>
                  </a:cxn>
                  <a:cxn ang="0">
                    <a:pos x="connsiteX1" y="connsiteY1"/>
                  </a:cxn>
                  <a:cxn ang="0">
                    <a:pos x="connsiteX2" y="connsiteY2"/>
                  </a:cxn>
                </a:cxnLst>
                <a:rect l="l" t="t" r="r" b="b"/>
                <a:pathLst>
                  <a:path w="8991" h="14846">
                    <a:moveTo>
                      <a:pt x="3995" y="63"/>
                    </a:moveTo>
                    <a:cubicBezTo>
                      <a:pt x="-1497" y="766"/>
                      <a:pt x="-1480" y="15871"/>
                      <a:pt x="5001" y="14791"/>
                    </a:cubicBezTo>
                    <a:cubicBezTo>
                      <a:pt x="10590" y="14236"/>
                      <a:pt x="10356" y="-1103"/>
                      <a:pt x="3995" y="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3" name="Freeform: Shape 342">
                <a:extLst>
                  <a:ext uri="{FF2B5EF4-FFF2-40B4-BE49-F238E27FC236}">
                    <a16:creationId xmlns:a16="http://schemas.microsoft.com/office/drawing/2014/main" id="{DF753EF3-7696-5E15-5F29-FA57452A0032}"/>
                  </a:ext>
                </a:extLst>
              </p:cNvPr>
              <p:cNvSpPr/>
              <p:nvPr/>
            </p:nvSpPr>
            <p:spPr>
              <a:xfrm>
                <a:off x="6724536" y="4917511"/>
                <a:ext cx="8710" cy="12857"/>
              </a:xfrm>
              <a:custGeom>
                <a:avLst/>
                <a:gdLst>
                  <a:gd name="connsiteX0" fmla="*/ 3733 w 8710"/>
                  <a:gd name="connsiteY0" fmla="*/ 6709 h 12857"/>
                  <a:gd name="connsiteX1" fmla="*/ 8711 w 8710"/>
                  <a:gd name="connsiteY1" fmla="*/ 0 h 12857"/>
                  <a:gd name="connsiteX2" fmla="*/ 3733 w 8710"/>
                  <a:gd name="connsiteY2" fmla="*/ 6709 h 12857"/>
                </a:gdLst>
                <a:ahLst/>
                <a:cxnLst>
                  <a:cxn ang="0">
                    <a:pos x="connsiteX0" y="connsiteY0"/>
                  </a:cxn>
                  <a:cxn ang="0">
                    <a:pos x="connsiteX1" y="connsiteY1"/>
                  </a:cxn>
                  <a:cxn ang="0">
                    <a:pos x="connsiteX2" y="connsiteY2"/>
                  </a:cxn>
                </a:cxnLst>
                <a:rect l="l" t="t" r="r" b="b"/>
                <a:pathLst>
                  <a:path w="8710" h="12857">
                    <a:moveTo>
                      <a:pt x="3733" y="6709"/>
                    </a:moveTo>
                    <a:cubicBezTo>
                      <a:pt x="-6943" y="23117"/>
                      <a:pt x="8670" y="1675"/>
                      <a:pt x="8711" y="0"/>
                    </a:cubicBezTo>
                    <a:cubicBezTo>
                      <a:pt x="8322" y="229"/>
                      <a:pt x="6093" y="3218"/>
                      <a:pt x="3733" y="67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4" name="Freeform: Shape 343">
                <a:extLst>
                  <a:ext uri="{FF2B5EF4-FFF2-40B4-BE49-F238E27FC236}">
                    <a16:creationId xmlns:a16="http://schemas.microsoft.com/office/drawing/2014/main" id="{A29B4F9B-ACDA-698B-4170-28EF12F5488D}"/>
                  </a:ext>
                </a:extLst>
              </p:cNvPr>
              <p:cNvSpPr/>
              <p:nvPr/>
            </p:nvSpPr>
            <p:spPr>
              <a:xfrm>
                <a:off x="6765537" y="4907434"/>
                <a:ext cx="8707" cy="14508"/>
              </a:xfrm>
              <a:custGeom>
                <a:avLst/>
                <a:gdLst>
                  <a:gd name="connsiteX0" fmla="*/ 3720 w 8707"/>
                  <a:gd name="connsiteY0" fmla="*/ 7100 h 14508"/>
                  <a:gd name="connsiteX1" fmla="*/ 4989 w 8707"/>
                  <a:gd name="connsiteY1" fmla="*/ 7375 h 14508"/>
                  <a:gd name="connsiteX2" fmla="*/ 3720 w 8707"/>
                  <a:gd name="connsiteY2" fmla="*/ 7100 h 14508"/>
                </a:gdLst>
                <a:ahLst/>
                <a:cxnLst>
                  <a:cxn ang="0">
                    <a:pos x="connsiteX0" y="connsiteY0"/>
                  </a:cxn>
                  <a:cxn ang="0">
                    <a:pos x="connsiteX1" y="connsiteY1"/>
                  </a:cxn>
                  <a:cxn ang="0">
                    <a:pos x="connsiteX2" y="connsiteY2"/>
                  </a:cxn>
                </a:cxnLst>
                <a:rect l="l" t="t" r="r" b="b"/>
                <a:pathLst>
                  <a:path w="8707" h="14508">
                    <a:moveTo>
                      <a:pt x="3720" y="7100"/>
                    </a:moveTo>
                    <a:cubicBezTo>
                      <a:pt x="-2200" y="17084"/>
                      <a:pt x="-514" y="16781"/>
                      <a:pt x="4989" y="7375"/>
                    </a:cubicBezTo>
                    <a:cubicBezTo>
                      <a:pt x="10910" y="-2598"/>
                      <a:pt x="9218" y="-2227"/>
                      <a:pt x="3720" y="71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5" name="Freeform: Shape 344">
                <a:extLst>
                  <a:ext uri="{FF2B5EF4-FFF2-40B4-BE49-F238E27FC236}">
                    <a16:creationId xmlns:a16="http://schemas.microsoft.com/office/drawing/2014/main" id="{C0F3398A-F667-26E6-210D-CD29A8354297}"/>
                  </a:ext>
                </a:extLst>
              </p:cNvPr>
              <p:cNvSpPr/>
              <p:nvPr/>
            </p:nvSpPr>
            <p:spPr>
              <a:xfrm>
                <a:off x="6840642" y="5228611"/>
                <a:ext cx="8852" cy="13972"/>
              </a:xfrm>
              <a:custGeom>
                <a:avLst/>
                <a:gdLst>
                  <a:gd name="connsiteX0" fmla="*/ 4093 w 8852"/>
                  <a:gd name="connsiteY0" fmla="*/ 4392 h 13972"/>
                  <a:gd name="connsiteX1" fmla="*/ 4767 w 8852"/>
                  <a:gd name="connsiteY1" fmla="*/ 9541 h 13972"/>
                  <a:gd name="connsiteX2" fmla="*/ 4093 w 8852"/>
                  <a:gd name="connsiteY2" fmla="*/ 4392 h 13972"/>
                </a:gdLst>
                <a:ahLst/>
                <a:cxnLst>
                  <a:cxn ang="0">
                    <a:pos x="connsiteX0" y="connsiteY0"/>
                  </a:cxn>
                  <a:cxn ang="0">
                    <a:pos x="connsiteX1" y="connsiteY1"/>
                  </a:cxn>
                  <a:cxn ang="0">
                    <a:pos x="connsiteX2" y="connsiteY2"/>
                  </a:cxn>
                </a:cxnLst>
                <a:rect l="l" t="t" r="r" b="b"/>
                <a:pathLst>
                  <a:path w="8852" h="13972">
                    <a:moveTo>
                      <a:pt x="4093" y="4392"/>
                    </a:moveTo>
                    <a:cubicBezTo>
                      <a:pt x="-331" y="10261"/>
                      <a:pt x="-2571" y="19565"/>
                      <a:pt x="4767" y="9541"/>
                    </a:cubicBezTo>
                    <a:cubicBezTo>
                      <a:pt x="9202" y="3729"/>
                      <a:pt x="11402" y="-5569"/>
                      <a:pt x="4093" y="43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6" name="Freeform: Shape 345">
                <a:extLst>
                  <a:ext uri="{FF2B5EF4-FFF2-40B4-BE49-F238E27FC236}">
                    <a16:creationId xmlns:a16="http://schemas.microsoft.com/office/drawing/2014/main" id="{B565E5BA-AE6F-1C33-760F-EF53CED17C98}"/>
                  </a:ext>
                </a:extLst>
              </p:cNvPr>
              <p:cNvSpPr/>
              <p:nvPr/>
            </p:nvSpPr>
            <p:spPr>
              <a:xfrm>
                <a:off x="6865253" y="5366254"/>
                <a:ext cx="8868" cy="12337"/>
              </a:xfrm>
              <a:custGeom>
                <a:avLst/>
                <a:gdLst>
                  <a:gd name="connsiteX0" fmla="*/ 3936 w 8868"/>
                  <a:gd name="connsiteY0" fmla="*/ 4348 h 12337"/>
                  <a:gd name="connsiteX1" fmla="*/ 4936 w 8868"/>
                  <a:gd name="connsiteY1" fmla="*/ 7937 h 12337"/>
                  <a:gd name="connsiteX2" fmla="*/ 3936 w 8868"/>
                  <a:gd name="connsiteY2" fmla="*/ 4348 h 12337"/>
                </a:gdLst>
                <a:ahLst/>
                <a:cxnLst>
                  <a:cxn ang="0">
                    <a:pos x="connsiteX0" y="connsiteY0"/>
                  </a:cxn>
                  <a:cxn ang="0">
                    <a:pos x="connsiteX1" y="connsiteY1"/>
                  </a:cxn>
                  <a:cxn ang="0">
                    <a:pos x="connsiteX2" y="connsiteY2"/>
                  </a:cxn>
                </a:cxnLst>
                <a:rect l="l" t="t" r="r" b="b"/>
                <a:pathLst>
                  <a:path w="8868" h="12337">
                    <a:moveTo>
                      <a:pt x="3936" y="4348"/>
                    </a:moveTo>
                    <a:cubicBezTo>
                      <a:pt x="-1002" y="10555"/>
                      <a:pt x="-1956" y="16790"/>
                      <a:pt x="4936" y="7937"/>
                    </a:cubicBezTo>
                    <a:cubicBezTo>
                      <a:pt x="9886" y="1788"/>
                      <a:pt x="10806" y="-4419"/>
                      <a:pt x="3936" y="43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7" name="Freeform: Shape 346">
                <a:extLst>
                  <a:ext uri="{FF2B5EF4-FFF2-40B4-BE49-F238E27FC236}">
                    <a16:creationId xmlns:a16="http://schemas.microsoft.com/office/drawing/2014/main" id="{A8081700-B92E-3D84-E092-EB79ECD70707}"/>
                  </a:ext>
                </a:extLst>
              </p:cNvPr>
              <p:cNvSpPr/>
              <p:nvPr/>
            </p:nvSpPr>
            <p:spPr>
              <a:xfrm>
                <a:off x="6897399" y="5595239"/>
                <a:ext cx="9129" cy="17981"/>
              </a:xfrm>
              <a:custGeom>
                <a:avLst/>
                <a:gdLst>
                  <a:gd name="connsiteX0" fmla="*/ 4115 w 9129"/>
                  <a:gd name="connsiteY0" fmla="*/ 974 h 17981"/>
                  <a:gd name="connsiteX1" fmla="*/ 5012 w 9129"/>
                  <a:gd name="connsiteY1" fmla="*/ 17067 h 17981"/>
                  <a:gd name="connsiteX2" fmla="*/ 4115 w 9129"/>
                  <a:gd name="connsiteY2" fmla="*/ 974 h 17981"/>
                </a:gdLst>
                <a:ahLst/>
                <a:cxnLst>
                  <a:cxn ang="0">
                    <a:pos x="connsiteX0" y="connsiteY0"/>
                  </a:cxn>
                  <a:cxn ang="0">
                    <a:pos x="connsiteX1" y="connsiteY1"/>
                  </a:cxn>
                  <a:cxn ang="0">
                    <a:pos x="connsiteX2" y="connsiteY2"/>
                  </a:cxn>
                </a:cxnLst>
                <a:rect l="l" t="t" r="r" b="b"/>
                <a:pathLst>
                  <a:path w="9129" h="17981">
                    <a:moveTo>
                      <a:pt x="4115" y="974"/>
                    </a:moveTo>
                    <a:cubicBezTo>
                      <a:pt x="371" y="3083"/>
                      <a:pt x="-3263" y="22354"/>
                      <a:pt x="5012" y="17067"/>
                    </a:cubicBezTo>
                    <a:cubicBezTo>
                      <a:pt x="8755" y="15073"/>
                      <a:pt x="12396" y="-4541"/>
                      <a:pt x="4115" y="9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8" name="Freeform: Shape 347">
                <a:extLst>
                  <a:ext uri="{FF2B5EF4-FFF2-40B4-BE49-F238E27FC236}">
                    <a16:creationId xmlns:a16="http://schemas.microsoft.com/office/drawing/2014/main" id="{477D7745-5230-EA38-B245-B30668D53E59}"/>
                  </a:ext>
                </a:extLst>
              </p:cNvPr>
              <p:cNvSpPr/>
              <p:nvPr/>
            </p:nvSpPr>
            <p:spPr>
              <a:xfrm>
                <a:off x="6821446" y="5070370"/>
                <a:ext cx="9121" cy="15311"/>
              </a:xfrm>
              <a:custGeom>
                <a:avLst/>
                <a:gdLst>
                  <a:gd name="connsiteX0" fmla="*/ 4252 w 9121"/>
                  <a:gd name="connsiteY0" fmla="*/ 5361 h 15311"/>
                  <a:gd name="connsiteX1" fmla="*/ 11 w 9121"/>
                  <a:gd name="connsiteY1" fmla="*/ 15196 h 15311"/>
                  <a:gd name="connsiteX2" fmla="*/ 4252 w 9121"/>
                  <a:gd name="connsiteY2" fmla="*/ 5361 h 15311"/>
                </a:gdLst>
                <a:ahLst/>
                <a:cxnLst>
                  <a:cxn ang="0">
                    <a:pos x="connsiteX0" y="connsiteY0"/>
                  </a:cxn>
                  <a:cxn ang="0">
                    <a:pos x="connsiteX1" y="connsiteY1"/>
                  </a:cxn>
                  <a:cxn ang="0">
                    <a:pos x="connsiteX2" y="connsiteY2"/>
                  </a:cxn>
                </a:cxnLst>
                <a:rect l="l" t="t" r="r" b="b"/>
                <a:pathLst>
                  <a:path w="9121" h="15311">
                    <a:moveTo>
                      <a:pt x="4252" y="5361"/>
                    </a:moveTo>
                    <a:cubicBezTo>
                      <a:pt x="1737" y="9413"/>
                      <a:pt x="-166" y="13836"/>
                      <a:pt x="11" y="15196"/>
                    </a:cubicBezTo>
                    <a:cubicBezTo>
                      <a:pt x="3503" y="17357"/>
                      <a:pt x="15870" y="-11618"/>
                      <a:pt x="4252" y="53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49" name="Freeform: Shape 348">
                <a:extLst>
                  <a:ext uri="{FF2B5EF4-FFF2-40B4-BE49-F238E27FC236}">
                    <a16:creationId xmlns:a16="http://schemas.microsoft.com/office/drawing/2014/main" id="{C1DD2267-392D-3159-B9D7-71141A1A18CD}"/>
                  </a:ext>
                </a:extLst>
              </p:cNvPr>
              <p:cNvSpPr/>
              <p:nvPr/>
            </p:nvSpPr>
            <p:spPr>
              <a:xfrm>
                <a:off x="6799159" y="4945639"/>
                <a:ext cx="9169" cy="16004"/>
              </a:xfrm>
              <a:custGeom>
                <a:avLst/>
                <a:gdLst>
                  <a:gd name="connsiteX0" fmla="*/ 4131 w 9169"/>
                  <a:gd name="connsiteY0" fmla="*/ 6631 h 16004"/>
                  <a:gd name="connsiteX1" fmla="*/ 22 w 9169"/>
                  <a:gd name="connsiteY1" fmla="*/ 16004 h 16004"/>
                  <a:gd name="connsiteX2" fmla="*/ 4131 w 9169"/>
                  <a:gd name="connsiteY2" fmla="*/ 6631 h 16004"/>
                </a:gdLst>
                <a:ahLst/>
                <a:cxnLst>
                  <a:cxn ang="0">
                    <a:pos x="connsiteX0" y="connsiteY0"/>
                  </a:cxn>
                  <a:cxn ang="0">
                    <a:pos x="connsiteX1" y="connsiteY1"/>
                  </a:cxn>
                  <a:cxn ang="0">
                    <a:pos x="connsiteX2" y="connsiteY2"/>
                  </a:cxn>
                </a:cxnLst>
                <a:rect l="l" t="t" r="r" b="b"/>
                <a:pathLst>
                  <a:path w="9169" h="16004">
                    <a:moveTo>
                      <a:pt x="4131" y="6631"/>
                    </a:moveTo>
                    <a:cubicBezTo>
                      <a:pt x="1616" y="10974"/>
                      <a:pt x="-224" y="15186"/>
                      <a:pt x="22" y="16004"/>
                    </a:cubicBezTo>
                    <a:cubicBezTo>
                      <a:pt x="3257" y="16129"/>
                      <a:pt x="16178" y="-12600"/>
                      <a:pt x="4131" y="66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0" name="Freeform: Shape 349">
                <a:extLst>
                  <a:ext uri="{FF2B5EF4-FFF2-40B4-BE49-F238E27FC236}">
                    <a16:creationId xmlns:a16="http://schemas.microsoft.com/office/drawing/2014/main" id="{425398ED-6AC7-F25C-AC80-D82C3E4BAFBF}"/>
                  </a:ext>
                </a:extLst>
              </p:cNvPr>
              <p:cNvSpPr/>
              <p:nvPr/>
            </p:nvSpPr>
            <p:spPr>
              <a:xfrm>
                <a:off x="7627426" y="7525763"/>
                <a:ext cx="13021" cy="5458"/>
              </a:xfrm>
              <a:custGeom>
                <a:avLst/>
                <a:gdLst>
                  <a:gd name="connsiteX0" fmla="*/ 5036 w 13021"/>
                  <a:gd name="connsiteY0" fmla="*/ 11 h 5458"/>
                  <a:gd name="connsiteX1" fmla="*/ 12031 w 13021"/>
                  <a:gd name="connsiteY1" fmla="*/ 4509 h 5458"/>
                  <a:gd name="connsiteX2" fmla="*/ 5036 w 13021"/>
                  <a:gd name="connsiteY2" fmla="*/ 11 h 5458"/>
                </a:gdLst>
                <a:ahLst/>
                <a:cxnLst>
                  <a:cxn ang="0">
                    <a:pos x="connsiteX0" y="connsiteY0"/>
                  </a:cxn>
                  <a:cxn ang="0">
                    <a:pos x="connsiteX1" y="connsiteY1"/>
                  </a:cxn>
                  <a:cxn ang="0">
                    <a:pos x="connsiteX2" y="connsiteY2"/>
                  </a:cxn>
                </a:cxnLst>
                <a:rect l="l" t="t" r="r" b="b"/>
                <a:pathLst>
                  <a:path w="13021" h="5458">
                    <a:moveTo>
                      <a:pt x="5036" y="11"/>
                    </a:moveTo>
                    <a:cubicBezTo>
                      <a:pt x="-7714" y="1080"/>
                      <a:pt x="7190" y="7932"/>
                      <a:pt x="12031" y="4509"/>
                    </a:cubicBezTo>
                    <a:cubicBezTo>
                      <a:pt x="15871" y="1480"/>
                      <a:pt x="7476" y="-149"/>
                      <a:pt x="5036" y="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1" name="Freeform: Shape 350">
                <a:extLst>
                  <a:ext uri="{FF2B5EF4-FFF2-40B4-BE49-F238E27FC236}">
                    <a16:creationId xmlns:a16="http://schemas.microsoft.com/office/drawing/2014/main" id="{716447B0-9662-2E56-B921-83855587CE6B}"/>
                  </a:ext>
                </a:extLst>
              </p:cNvPr>
              <p:cNvSpPr/>
              <p:nvPr/>
            </p:nvSpPr>
            <p:spPr>
              <a:xfrm>
                <a:off x="6372775" y="5082830"/>
                <a:ext cx="6837" cy="3038"/>
              </a:xfrm>
              <a:custGeom>
                <a:avLst/>
                <a:gdLst>
                  <a:gd name="connsiteX0" fmla="*/ 2947 w 6837"/>
                  <a:gd name="connsiteY0" fmla="*/ 736 h 3038"/>
                  <a:gd name="connsiteX1" fmla="*/ 6073 w 6837"/>
                  <a:gd name="connsiteY1" fmla="*/ 1233 h 3038"/>
                  <a:gd name="connsiteX2" fmla="*/ 2947 w 6837"/>
                  <a:gd name="connsiteY2" fmla="*/ 736 h 3038"/>
                </a:gdLst>
                <a:ahLst/>
                <a:cxnLst>
                  <a:cxn ang="0">
                    <a:pos x="connsiteX0" y="connsiteY0"/>
                  </a:cxn>
                  <a:cxn ang="0">
                    <a:pos x="connsiteX1" y="connsiteY1"/>
                  </a:cxn>
                  <a:cxn ang="0">
                    <a:pos x="connsiteX2" y="connsiteY2"/>
                  </a:cxn>
                </a:cxnLst>
                <a:rect l="l" t="t" r="r" b="b"/>
                <a:pathLst>
                  <a:path w="6837" h="3038">
                    <a:moveTo>
                      <a:pt x="2947" y="736"/>
                    </a:moveTo>
                    <a:cubicBezTo>
                      <a:pt x="-4122" y="3788"/>
                      <a:pt x="3404" y="3651"/>
                      <a:pt x="6073" y="1233"/>
                    </a:cubicBezTo>
                    <a:cubicBezTo>
                      <a:pt x="8599" y="-767"/>
                      <a:pt x="4153" y="125"/>
                      <a:pt x="2947" y="7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2" name="Freeform: Shape 351">
                <a:extLst>
                  <a:ext uri="{FF2B5EF4-FFF2-40B4-BE49-F238E27FC236}">
                    <a16:creationId xmlns:a16="http://schemas.microsoft.com/office/drawing/2014/main" id="{8266CEF7-95AF-07F5-E05B-DB6DA2E91654}"/>
                  </a:ext>
                </a:extLst>
              </p:cNvPr>
              <p:cNvSpPr/>
              <p:nvPr/>
            </p:nvSpPr>
            <p:spPr>
              <a:xfrm>
                <a:off x="6835840" y="6487858"/>
                <a:ext cx="10734" cy="3681"/>
              </a:xfrm>
              <a:custGeom>
                <a:avLst/>
                <a:gdLst>
                  <a:gd name="connsiteX0" fmla="*/ 4666 w 10734"/>
                  <a:gd name="connsiteY0" fmla="*/ 947 h 3681"/>
                  <a:gd name="connsiteX1" fmla="*/ 10735 w 10734"/>
                  <a:gd name="connsiteY1" fmla="*/ 243 h 3681"/>
                  <a:gd name="connsiteX2" fmla="*/ 4666 w 10734"/>
                  <a:gd name="connsiteY2" fmla="*/ 947 h 3681"/>
                </a:gdLst>
                <a:ahLst/>
                <a:cxnLst>
                  <a:cxn ang="0">
                    <a:pos x="connsiteX0" y="connsiteY0"/>
                  </a:cxn>
                  <a:cxn ang="0">
                    <a:pos x="connsiteX1" y="connsiteY1"/>
                  </a:cxn>
                  <a:cxn ang="0">
                    <a:pos x="connsiteX2" y="connsiteY2"/>
                  </a:cxn>
                </a:cxnLst>
                <a:rect l="l" t="t" r="r" b="b"/>
                <a:pathLst>
                  <a:path w="10734" h="3681">
                    <a:moveTo>
                      <a:pt x="4666" y="947"/>
                    </a:moveTo>
                    <a:cubicBezTo>
                      <a:pt x="-8570" y="5815"/>
                      <a:pt x="10541" y="3296"/>
                      <a:pt x="10735" y="243"/>
                    </a:cubicBezTo>
                    <a:cubicBezTo>
                      <a:pt x="10301" y="-265"/>
                      <a:pt x="7586" y="49"/>
                      <a:pt x="4666" y="9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3" name="Freeform: Shape 352">
                <a:extLst>
                  <a:ext uri="{FF2B5EF4-FFF2-40B4-BE49-F238E27FC236}">
                    <a16:creationId xmlns:a16="http://schemas.microsoft.com/office/drawing/2014/main" id="{58EBC2D4-BE00-9CC3-07B0-D8B34795DBF3}"/>
                  </a:ext>
                </a:extLst>
              </p:cNvPr>
              <p:cNvSpPr/>
              <p:nvPr/>
            </p:nvSpPr>
            <p:spPr>
              <a:xfrm>
                <a:off x="6932522" y="6635047"/>
                <a:ext cx="11195" cy="5934"/>
              </a:xfrm>
              <a:custGeom>
                <a:avLst/>
                <a:gdLst>
                  <a:gd name="connsiteX0" fmla="*/ 4791 w 11195"/>
                  <a:gd name="connsiteY0" fmla="*/ 1348 h 5934"/>
                  <a:gd name="connsiteX1" fmla="*/ 6397 w 11195"/>
                  <a:gd name="connsiteY1" fmla="*/ 4594 h 5934"/>
                  <a:gd name="connsiteX2" fmla="*/ 4791 w 11195"/>
                  <a:gd name="connsiteY2" fmla="*/ 1348 h 5934"/>
                </a:gdLst>
                <a:ahLst/>
                <a:cxnLst>
                  <a:cxn ang="0">
                    <a:pos x="connsiteX0" y="connsiteY0"/>
                  </a:cxn>
                  <a:cxn ang="0">
                    <a:pos x="connsiteX1" y="connsiteY1"/>
                  </a:cxn>
                  <a:cxn ang="0">
                    <a:pos x="connsiteX2" y="connsiteY2"/>
                  </a:cxn>
                </a:cxnLst>
                <a:rect l="l" t="t" r="r" b="b"/>
                <a:pathLst>
                  <a:path w="11195" h="5934">
                    <a:moveTo>
                      <a:pt x="4791" y="1348"/>
                    </a:moveTo>
                    <a:cubicBezTo>
                      <a:pt x="-2708" y="4588"/>
                      <a:pt x="-816" y="7834"/>
                      <a:pt x="6397" y="4594"/>
                    </a:cubicBezTo>
                    <a:cubicBezTo>
                      <a:pt x="13906" y="1330"/>
                      <a:pt x="12014" y="-1898"/>
                      <a:pt x="4791" y="13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4" name="Freeform: Shape 353">
                <a:extLst>
                  <a:ext uri="{FF2B5EF4-FFF2-40B4-BE49-F238E27FC236}">
                    <a16:creationId xmlns:a16="http://schemas.microsoft.com/office/drawing/2014/main" id="{CD37DF66-B974-017B-2433-3F45451D24A2}"/>
                  </a:ext>
                </a:extLst>
              </p:cNvPr>
              <p:cNvSpPr/>
              <p:nvPr/>
            </p:nvSpPr>
            <p:spPr>
              <a:xfrm>
                <a:off x="6746246" y="6384586"/>
                <a:ext cx="9888" cy="2014"/>
              </a:xfrm>
              <a:custGeom>
                <a:avLst/>
                <a:gdLst>
                  <a:gd name="connsiteX0" fmla="*/ 4317 w 9888"/>
                  <a:gd name="connsiteY0" fmla="*/ 126 h 2014"/>
                  <a:gd name="connsiteX1" fmla="*/ 9889 w 9888"/>
                  <a:gd name="connsiteY1" fmla="*/ 520 h 2014"/>
                  <a:gd name="connsiteX2" fmla="*/ 4317 w 9888"/>
                  <a:gd name="connsiteY2" fmla="*/ 126 h 2014"/>
                </a:gdLst>
                <a:ahLst/>
                <a:cxnLst>
                  <a:cxn ang="0">
                    <a:pos x="connsiteX0" y="connsiteY0"/>
                  </a:cxn>
                  <a:cxn ang="0">
                    <a:pos x="connsiteX1" y="connsiteY1"/>
                  </a:cxn>
                  <a:cxn ang="0">
                    <a:pos x="connsiteX2" y="connsiteY2"/>
                  </a:cxn>
                </a:cxnLst>
                <a:rect l="l" t="t" r="r" b="b"/>
                <a:pathLst>
                  <a:path w="9888" h="2014">
                    <a:moveTo>
                      <a:pt x="4317" y="126"/>
                    </a:moveTo>
                    <a:cubicBezTo>
                      <a:pt x="-7804" y="1994"/>
                      <a:pt x="9398" y="3046"/>
                      <a:pt x="9889" y="520"/>
                    </a:cubicBezTo>
                    <a:cubicBezTo>
                      <a:pt x="9500" y="34"/>
                      <a:pt x="7009" y="-143"/>
                      <a:pt x="4317" y="1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5" name="Freeform: Shape 354">
                <a:extLst>
                  <a:ext uri="{FF2B5EF4-FFF2-40B4-BE49-F238E27FC236}">
                    <a16:creationId xmlns:a16="http://schemas.microsoft.com/office/drawing/2014/main" id="{416D39A5-461C-8803-2F6F-83EAB61AC912}"/>
                  </a:ext>
                </a:extLst>
              </p:cNvPr>
              <p:cNvSpPr/>
              <p:nvPr/>
            </p:nvSpPr>
            <p:spPr>
              <a:xfrm>
                <a:off x="6706491" y="6324276"/>
                <a:ext cx="9530" cy="2278"/>
              </a:xfrm>
              <a:custGeom>
                <a:avLst/>
                <a:gdLst>
                  <a:gd name="connsiteX0" fmla="*/ 4204 w 9530"/>
                  <a:gd name="connsiteY0" fmla="*/ 5 h 2278"/>
                  <a:gd name="connsiteX1" fmla="*/ 9531 w 9530"/>
                  <a:gd name="connsiteY1" fmla="*/ 1022 h 2278"/>
                  <a:gd name="connsiteX2" fmla="*/ 4204 w 9530"/>
                  <a:gd name="connsiteY2" fmla="*/ 5 h 2278"/>
                </a:gdLst>
                <a:ahLst/>
                <a:cxnLst>
                  <a:cxn ang="0">
                    <a:pos x="connsiteX0" y="connsiteY0"/>
                  </a:cxn>
                  <a:cxn ang="0">
                    <a:pos x="connsiteX1" y="connsiteY1"/>
                  </a:cxn>
                  <a:cxn ang="0">
                    <a:pos x="connsiteX2" y="connsiteY2"/>
                  </a:cxn>
                </a:cxnLst>
                <a:rect l="l" t="t" r="r" b="b"/>
                <a:pathLst>
                  <a:path w="9530" h="2278">
                    <a:moveTo>
                      <a:pt x="4204" y="5"/>
                    </a:moveTo>
                    <a:cubicBezTo>
                      <a:pt x="-7529" y="1000"/>
                      <a:pt x="8959" y="3937"/>
                      <a:pt x="9531" y="1022"/>
                    </a:cubicBezTo>
                    <a:cubicBezTo>
                      <a:pt x="9188" y="405"/>
                      <a:pt x="6805" y="-52"/>
                      <a:pt x="4204" y="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6" name="Freeform: Shape 355">
                <a:extLst>
                  <a:ext uri="{FF2B5EF4-FFF2-40B4-BE49-F238E27FC236}">
                    <a16:creationId xmlns:a16="http://schemas.microsoft.com/office/drawing/2014/main" id="{98CA1089-841E-2986-5D38-EC4F518BB5E1}"/>
                  </a:ext>
                </a:extLst>
              </p:cNvPr>
              <p:cNvSpPr/>
              <p:nvPr/>
            </p:nvSpPr>
            <p:spPr>
              <a:xfrm>
                <a:off x="6981470" y="6745608"/>
                <a:ext cx="11495" cy="6296"/>
              </a:xfrm>
              <a:custGeom>
                <a:avLst/>
                <a:gdLst>
                  <a:gd name="connsiteX0" fmla="*/ 4928 w 11495"/>
                  <a:gd name="connsiteY0" fmla="*/ 1104 h 6296"/>
                  <a:gd name="connsiteX1" fmla="*/ 6563 w 11495"/>
                  <a:gd name="connsiteY1" fmla="*/ 5207 h 6296"/>
                  <a:gd name="connsiteX2" fmla="*/ 4928 w 11495"/>
                  <a:gd name="connsiteY2" fmla="*/ 1104 h 6296"/>
                </a:gdLst>
                <a:ahLst/>
                <a:cxnLst>
                  <a:cxn ang="0">
                    <a:pos x="connsiteX0" y="connsiteY0"/>
                  </a:cxn>
                  <a:cxn ang="0">
                    <a:pos x="connsiteX1" y="connsiteY1"/>
                  </a:cxn>
                  <a:cxn ang="0">
                    <a:pos x="connsiteX2" y="connsiteY2"/>
                  </a:cxn>
                </a:cxnLst>
                <a:rect l="l" t="t" r="r" b="b"/>
                <a:pathLst>
                  <a:path w="11495" h="6296">
                    <a:moveTo>
                      <a:pt x="4928" y="1104"/>
                    </a:moveTo>
                    <a:cubicBezTo>
                      <a:pt x="-2650" y="4104"/>
                      <a:pt x="-1004" y="8310"/>
                      <a:pt x="6563" y="5207"/>
                    </a:cubicBezTo>
                    <a:cubicBezTo>
                      <a:pt x="14147" y="2212"/>
                      <a:pt x="12500" y="-2034"/>
                      <a:pt x="4928" y="11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7" name="Freeform: Shape 356">
                <a:extLst>
                  <a:ext uri="{FF2B5EF4-FFF2-40B4-BE49-F238E27FC236}">
                    <a16:creationId xmlns:a16="http://schemas.microsoft.com/office/drawing/2014/main" id="{D672D48B-AAED-C517-D968-BB68700312B1}"/>
                  </a:ext>
                </a:extLst>
              </p:cNvPr>
              <p:cNvSpPr/>
              <p:nvPr/>
            </p:nvSpPr>
            <p:spPr>
              <a:xfrm>
                <a:off x="6789695" y="6435761"/>
                <a:ext cx="10296" cy="2602"/>
              </a:xfrm>
              <a:custGeom>
                <a:avLst/>
                <a:gdLst>
                  <a:gd name="connsiteX0" fmla="*/ 4474 w 10296"/>
                  <a:gd name="connsiteY0" fmla="*/ 500 h 2602"/>
                  <a:gd name="connsiteX1" fmla="*/ 10297 w 10296"/>
                  <a:gd name="connsiteY1" fmla="*/ 289 h 2602"/>
                  <a:gd name="connsiteX2" fmla="*/ 4474 w 10296"/>
                  <a:gd name="connsiteY2" fmla="*/ 500 h 2602"/>
                </a:gdLst>
                <a:ahLst/>
                <a:cxnLst>
                  <a:cxn ang="0">
                    <a:pos x="connsiteX0" y="connsiteY0"/>
                  </a:cxn>
                  <a:cxn ang="0">
                    <a:pos x="connsiteX1" y="connsiteY1"/>
                  </a:cxn>
                  <a:cxn ang="0">
                    <a:pos x="connsiteX2" y="connsiteY2"/>
                  </a:cxn>
                </a:cxnLst>
                <a:rect l="l" t="t" r="r" b="b"/>
                <a:pathLst>
                  <a:path w="10296" h="2602">
                    <a:moveTo>
                      <a:pt x="4474" y="500"/>
                    </a:moveTo>
                    <a:cubicBezTo>
                      <a:pt x="-8157" y="3746"/>
                      <a:pt x="9931" y="2883"/>
                      <a:pt x="10297" y="289"/>
                    </a:cubicBezTo>
                    <a:cubicBezTo>
                      <a:pt x="9886" y="-168"/>
                      <a:pt x="7280" y="-71"/>
                      <a:pt x="4474" y="5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8" name="Freeform: Shape 357">
                <a:extLst>
                  <a:ext uri="{FF2B5EF4-FFF2-40B4-BE49-F238E27FC236}">
                    <a16:creationId xmlns:a16="http://schemas.microsoft.com/office/drawing/2014/main" id="{58F3FA47-73BA-8696-2C62-9CB55F48C8AF}"/>
                  </a:ext>
                </a:extLst>
              </p:cNvPr>
              <p:cNvSpPr/>
              <p:nvPr/>
            </p:nvSpPr>
            <p:spPr>
              <a:xfrm>
                <a:off x="7200358" y="7367767"/>
                <a:ext cx="12976" cy="5468"/>
              </a:xfrm>
              <a:custGeom>
                <a:avLst/>
                <a:gdLst>
                  <a:gd name="connsiteX0" fmla="*/ 5536 w 12976"/>
                  <a:gd name="connsiteY0" fmla="*/ 17 h 5468"/>
                  <a:gd name="connsiteX1" fmla="*/ 12977 w 12976"/>
                  <a:gd name="connsiteY1" fmla="*/ 2422 h 5468"/>
                  <a:gd name="connsiteX2" fmla="*/ 5536 w 12976"/>
                  <a:gd name="connsiteY2" fmla="*/ 17 h 5468"/>
                </a:gdLst>
                <a:ahLst/>
                <a:cxnLst>
                  <a:cxn ang="0">
                    <a:pos x="connsiteX0" y="connsiteY0"/>
                  </a:cxn>
                  <a:cxn ang="0">
                    <a:pos x="connsiteX1" y="connsiteY1"/>
                  </a:cxn>
                  <a:cxn ang="0">
                    <a:pos x="connsiteX2" y="connsiteY2"/>
                  </a:cxn>
                </a:cxnLst>
                <a:rect l="l" t="t" r="r" b="b"/>
                <a:pathLst>
                  <a:path w="12976" h="5468">
                    <a:moveTo>
                      <a:pt x="5536" y="17"/>
                    </a:moveTo>
                    <a:cubicBezTo>
                      <a:pt x="-10260" y="2366"/>
                      <a:pt x="12743" y="9487"/>
                      <a:pt x="12977" y="2422"/>
                    </a:cubicBezTo>
                    <a:cubicBezTo>
                      <a:pt x="12389" y="925"/>
                      <a:pt x="9057" y="-149"/>
                      <a:pt x="5536"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59" name="Freeform: Shape 358">
                <a:extLst>
                  <a:ext uri="{FF2B5EF4-FFF2-40B4-BE49-F238E27FC236}">
                    <a16:creationId xmlns:a16="http://schemas.microsoft.com/office/drawing/2014/main" id="{482181DB-E5F8-E5E5-3B70-C9664671DBC0}"/>
                  </a:ext>
                </a:extLst>
              </p:cNvPr>
              <p:cNvSpPr/>
              <p:nvPr/>
            </p:nvSpPr>
            <p:spPr>
              <a:xfrm>
                <a:off x="7139324" y="7201855"/>
                <a:ext cx="12643" cy="5672"/>
              </a:xfrm>
              <a:custGeom>
                <a:avLst/>
                <a:gdLst>
                  <a:gd name="connsiteX0" fmla="*/ 5460 w 12643"/>
                  <a:gd name="connsiteY0" fmla="*/ 113 h 5672"/>
                  <a:gd name="connsiteX1" fmla="*/ 12643 w 12643"/>
                  <a:gd name="connsiteY1" fmla="*/ 2079 h 5672"/>
                  <a:gd name="connsiteX2" fmla="*/ 5460 w 12643"/>
                  <a:gd name="connsiteY2" fmla="*/ 113 h 5672"/>
                </a:gdLst>
                <a:ahLst/>
                <a:cxnLst>
                  <a:cxn ang="0">
                    <a:pos x="connsiteX0" y="connsiteY0"/>
                  </a:cxn>
                  <a:cxn ang="0">
                    <a:pos x="connsiteX1" y="connsiteY1"/>
                  </a:cxn>
                  <a:cxn ang="0">
                    <a:pos x="connsiteX2" y="connsiteY2"/>
                  </a:cxn>
                </a:cxnLst>
                <a:rect l="l" t="t" r="r" b="b"/>
                <a:pathLst>
                  <a:path w="12643" h="5672">
                    <a:moveTo>
                      <a:pt x="5460" y="113"/>
                    </a:moveTo>
                    <a:cubicBezTo>
                      <a:pt x="-10073" y="3759"/>
                      <a:pt x="12455" y="9463"/>
                      <a:pt x="12643" y="2079"/>
                    </a:cubicBezTo>
                    <a:cubicBezTo>
                      <a:pt x="12106" y="554"/>
                      <a:pt x="8894" y="-327"/>
                      <a:pt x="5460" y="1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0" name="Freeform: Shape 359">
                <a:extLst>
                  <a:ext uri="{FF2B5EF4-FFF2-40B4-BE49-F238E27FC236}">
                    <a16:creationId xmlns:a16="http://schemas.microsoft.com/office/drawing/2014/main" id="{885C0266-BF28-C7B5-AA1F-9B2E44F3BD23}"/>
                  </a:ext>
                </a:extLst>
              </p:cNvPr>
              <p:cNvSpPr/>
              <p:nvPr/>
            </p:nvSpPr>
            <p:spPr>
              <a:xfrm>
                <a:off x="7031440" y="6882074"/>
                <a:ext cx="11743" cy="6280"/>
              </a:xfrm>
              <a:custGeom>
                <a:avLst/>
                <a:gdLst>
                  <a:gd name="connsiteX0" fmla="*/ 5027 w 11743"/>
                  <a:gd name="connsiteY0" fmla="*/ 717 h 6280"/>
                  <a:gd name="connsiteX1" fmla="*/ 6708 w 11743"/>
                  <a:gd name="connsiteY1" fmla="*/ 5575 h 6280"/>
                  <a:gd name="connsiteX2" fmla="*/ 5027 w 11743"/>
                  <a:gd name="connsiteY2" fmla="*/ 717 h 6280"/>
                </a:gdLst>
                <a:ahLst/>
                <a:cxnLst>
                  <a:cxn ang="0">
                    <a:pos x="connsiteX0" y="connsiteY0"/>
                  </a:cxn>
                  <a:cxn ang="0">
                    <a:pos x="connsiteX1" y="connsiteY1"/>
                  </a:cxn>
                  <a:cxn ang="0">
                    <a:pos x="connsiteX2" y="connsiteY2"/>
                  </a:cxn>
                </a:cxnLst>
                <a:rect l="l" t="t" r="r" b="b"/>
                <a:pathLst>
                  <a:path w="11743" h="6280">
                    <a:moveTo>
                      <a:pt x="5027" y="717"/>
                    </a:moveTo>
                    <a:cubicBezTo>
                      <a:pt x="-2779" y="3197"/>
                      <a:pt x="-933" y="8107"/>
                      <a:pt x="6708" y="5575"/>
                    </a:cubicBezTo>
                    <a:cubicBezTo>
                      <a:pt x="14526" y="3106"/>
                      <a:pt x="12680" y="-1849"/>
                      <a:pt x="5027" y="7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1" name="Freeform: Shape 360">
                <a:extLst>
                  <a:ext uri="{FF2B5EF4-FFF2-40B4-BE49-F238E27FC236}">
                    <a16:creationId xmlns:a16="http://schemas.microsoft.com/office/drawing/2014/main" id="{76F77242-B835-73CF-F64A-3317D5E619C8}"/>
                  </a:ext>
                </a:extLst>
              </p:cNvPr>
              <p:cNvSpPr/>
              <p:nvPr/>
            </p:nvSpPr>
            <p:spPr>
              <a:xfrm>
                <a:off x="7083672" y="7037034"/>
                <a:ext cx="12010" cy="6087"/>
              </a:xfrm>
              <a:custGeom>
                <a:avLst/>
                <a:gdLst>
                  <a:gd name="connsiteX0" fmla="*/ 5111 w 12010"/>
                  <a:gd name="connsiteY0" fmla="*/ 388 h 6087"/>
                  <a:gd name="connsiteX1" fmla="*/ 6894 w 12010"/>
                  <a:gd name="connsiteY1" fmla="*/ 5709 h 6087"/>
                  <a:gd name="connsiteX2" fmla="*/ 5111 w 12010"/>
                  <a:gd name="connsiteY2" fmla="*/ 388 h 6087"/>
                </a:gdLst>
                <a:ahLst/>
                <a:cxnLst>
                  <a:cxn ang="0">
                    <a:pos x="connsiteX0" y="connsiteY0"/>
                  </a:cxn>
                  <a:cxn ang="0">
                    <a:pos x="connsiteX1" y="connsiteY1"/>
                  </a:cxn>
                  <a:cxn ang="0">
                    <a:pos x="connsiteX2" y="connsiteY2"/>
                  </a:cxn>
                </a:cxnLst>
                <a:rect l="l" t="t" r="r" b="b"/>
                <a:pathLst>
                  <a:path w="12010" h="6087">
                    <a:moveTo>
                      <a:pt x="5111" y="388"/>
                    </a:moveTo>
                    <a:cubicBezTo>
                      <a:pt x="-3096" y="2274"/>
                      <a:pt x="-622" y="7532"/>
                      <a:pt x="6894" y="5709"/>
                    </a:cubicBezTo>
                    <a:cubicBezTo>
                      <a:pt x="15112" y="3846"/>
                      <a:pt x="12632" y="-1470"/>
                      <a:pt x="5111" y="38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2" name="Freeform: Shape 361">
                <a:extLst>
                  <a:ext uri="{FF2B5EF4-FFF2-40B4-BE49-F238E27FC236}">
                    <a16:creationId xmlns:a16="http://schemas.microsoft.com/office/drawing/2014/main" id="{12C8E21E-2DBC-1D74-3110-9A843DAB9861}"/>
                  </a:ext>
                </a:extLst>
              </p:cNvPr>
              <p:cNvSpPr/>
              <p:nvPr/>
            </p:nvSpPr>
            <p:spPr>
              <a:xfrm>
                <a:off x="6883695" y="6550959"/>
                <a:ext cx="11160" cy="4812"/>
              </a:xfrm>
              <a:custGeom>
                <a:avLst/>
                <a:gdLst>
                  <a:gd name="connsiteX0" fmla="*/ 4862 w 11160"/>
                  <a:gd name="connsiteY0" fmla="*/ 1265 h 4812"/>
                  <a:gd name="connsiteX1" fmla="*/ 11160 w 11160"/>
                  <a:gd name="connsiteY1" fmla="*/ 311 h 4812"/>
                  <a:gd name="connsiteX2" fmla="*/ 4862 w 11160"/>
                  <a:gd name="connsiteY2" fmla="*/ 1265 h 4812"/>
                </a:gdLst>
                <a:ahLst/>
                <a:cxnLst>
                  <a:cxn ang="0">
                    <a:pos x="connsiteX0" y="connsiteY0"/>
                  </a:cxn>
                  <a:cxn ang="0">
                    <a:pos x="connsiteX1" y="connsiteY1"/>
                  </a:cxn>
                  <a:cxn ang="0">
                    <a:pos x="connsiteX2" y="connsiteY2"/>
                  </a:cxn>
                </a:cxnLst>
                <a:rect l="l" t="t" r="r" b="b"/>
                <a:pathLst>
                  <a:path w="11160" h="4812">
                    <a:moveTo>
                      <a:pt x="4862" y="1265"/>
                    </a:moveTo>
                    <a:cubicBezTo>
                      <a:pt x="-8979" y="7694"/>
                      <a:pt x="11126" y="4151"/>
                      <a:pt x="11160" y="311"/>
                    </a:cubicBezTo>
                    <a:cubicBezTo>
                      <a:pt x="10720" y="-352"/>
                      <a:pt x="7897" y="82"/>
                      <a:pt x="4862" y="1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3" name="Freeform: Shape 362">
                <a:extLst>
                  <a:ext uri="{FF2B5EF4-FFF2-40B4-BE49-F238E27FC236}">
                    <a16:creationId xmlns:a16="http://schemas.microsoft.com/office/drawing/2014/main" id="{3C36C021-DBEC-914D-DF15-B3C4900BAABC}"/>
                  </a:ext>
                </a:extLst>
              </p:cNvPr>
              <p:cNvSpPr/>
              <p:nvPr/>
            </p:nvSpPr>
            <p:spPr>
              <a:xfrm>
                <a:off x="6547147" y="5425834"/>
                <a:ext cx="9331" cy="18074"/>
              </a:xfrm>
              <a:custGeom>
                <a:avLst/>
                <a:gdLst>
                  <a:gd name="connsiteX0" fmla="*/ 4209 w 9331"/>
                  <a:gd name="connsiteY0" fmla="*/ 8033 h 18074"/>
                  <a:gd name="connsiteX1" fmla="*/ 20 w 9331"/>
                  <a:gd name="connsiteY1" fmla="*/ 18075 h 18074"/>
                  <a:gd name="connsiteX2" fmla="*/ 4209 w 9331"/>
                  <a:gd name="connsiteY2" fmla="*/ 8033 h 18074"/>
                </a:gdLst>
                <a:ahLst/>
                <a:cxnLst>
                  <a:cxn ang="0">
                    <a:pos x="connsiteX0" y="connsiteY0"/>
                  </a:cxn>
                  <a:cxn ang="0">
                    <a:pos x="connsiteX1" y="connsiteY1"/>
                  </a:cxn>
                  <a:cxn ang="0">
                    <a:pos x="connsiteX2" y="connsiteY2"/>
                  </a:cxn>
                </a:cxnLst>
                <a:rect l="l" t="t" r="r" b="b"/>
                <a:pathLst>
                  <a:path w="9331" h="18074">
                    <a:moveTo>
                      <a:pt x="4209" y="8033"/>
                    </a:moveTo>
                    <a:cubicBezTo>
                      <a:pt x="1660" y="12954"/>
                      <a:pt x="-215" y="17434"/>
                      <a:pt x="20" y="18075"/>
                    </a:cubicBezTo>
                    <a:cubicBezTo>
                      <a:pt x="3037" y="17269"/>
                      <a:pt x="16582" y="-14432"/>
                      <a:pt x="4209" y="80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4" name="Freeform: Shape 363">
                <a:extLst>
                  <a:ext uri="{FF2B5EF4-FFF2-40B4-BE49-F238E27FC236}">
                    <a16:creationId xmlns:a16="http://schemas.microsoft.com/office/drawing/2014/main" id="{4FFEE310-0839-1EE8-F297-F17E1B708922}"/>
                  </a:ext>
                </a:extLst>
              </p:cNvPr>
              <p:cNvSpPr/>
              <p:nvPr/>
            </p:nvSpPr>
            <p:spPr>
              <a:xfrm>
                <a:off x="6519724" y="5363233"/>
                <a:ext cx="8776" cy="16530"/>
              </a:xfrm>
              <a:custGeom>
                <a:avLst/>
                <a:gdLst>
                  <a:gd name="connsiteX0" fmla="*/ 3896 w 8776"/>
                  <a:gd name="connsiteY0" fmla="*/ 7238 h 16530"/>
                  <a:gd name="connsiteX1" fmla="*/ 4874 w 8776"/>
                  <a:gd name="connsiteY1" fmla="*/ 9318 h 16530"/>
                  <a:gd name="connsiteX2" fmla="*/ 3896 w 8776"/>
                  <a:gd name="connsiteY2" fmla="*/ 7238 h 16530"/>
                </a:gdLst>
                <a:ahLst/>
                <a:cxnLst>
                  <a:cxn ang="0">
                    <a:pos x="connsiteX0" y="connsiteY0"/>
                  </a:cxn>
                  <a:cxn ang="0">
                    <a:pos x="connsiteX1" y="connsiteY1"/>
                  </a:cxn>
                  <a:cxn ang="0">
                    <a:pos x="connsiteX2" y="connsiteY2"/>
                  </a:cxn>
                </a:cxnLst>
                <a:rect l="l" t="t" r="r" b="b"/>
                <a:pathLst>
                  <a:path w="8776" h="16530">
                    <a:moveTo>
                      <a:pt x="3896" y="7238"/>
                    </a:moveTo>
                    <a:cubicBezTo>
                      <a:pt x="-1413" y="16948"/>
                      <a:pt x="-1493" y="21166"/>
                      <a:pt x="4874" y="9318"/>
                    </a:cubicBezTo>
                    <a:cubicBezTo>
                      <a:pt x="10194" y="-466"/>
                      <a:pt x="10269" y="-4615"/>
                      <a:pt x="3896" y="72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5" name="Freeform: Shape 364">
                <a:extLst>
                  <a:ext uri="{FF2B5EF4-FFF2-40B4-BE49-F238E27FC236}">
                    <a16:creationId xmlns:a16="http://schemas.microsoft.com/office/drawing/2014/main" id="{05A37EFA-4AED-6742-90CA-1E5C20BE936E}"/>
                  </a:ext>
                </a:extLst>
              </p:cNvPr>
              <p:cNvSpPr/>
              <p:nvPr/>
            </p:nvSpPr>
            <p:spPr>
              <a:xfrm>
                <a:off x="6456622" y="5244628"/>
                <a:ext cx="8334" cy="11107"/>
              </a:xfrm>
              <a:custGeom>
                <a:avLst/>
                <a:gdLst>
                  <a:gd name="connsiteX0" fmla="*/ 3607 w 8334"/>
                  <a:gd name="connsiteY0" fmla="*/ 4702 h 11107"/>
                  <a:gd name="connsiteX1" fmla="*/ 36 w 8334"/>
                  <a:gd name="connsiteY1" fmla="*/ 11103 h 11107"/>
                  <a:gd name="connsiteX2" fmla="*/ 3607 w 8334"/>
                  <a:gd name="connsiteY2" fmla="*/ 4702 h 11107"/>
                </a:gdLst>
                <a:ahLst/>
                <a:cxnLst>
                  <a:cxn ang="0">
                    <a:pos x="connsiteX0" y="connsiteY0"/>
                  </a:cxn>
                  <a:cxn ang="0">
                    <a:pos x="connsiteX1" y="connsiteY1"/>
                  </a:cxn>
                  <a:cxn ang="0">
                    <a:pos x="connsiteX2" y="connsiteY2"/>
                  </a:cxn>
                </a:cxnLst>
                <a:rect l="l" t="t" r="r" b="b"/>
                <a:pathLst>
                  <a:path w="8334" h="11107">
                    <a:moveTo>
                      <a:pt x="3607" y="4702"/>
                    </a:moveTo>
                    <a:cubicBezTo>
                      <a:pt x="1339" y="7691"/>
                      <a:pt x="-262" y="10554"/>
                      <a:pt x="36" y="11103"/>
                    </a:cubicBezTo>
                    <a:cubicBezTo>
                      <a:pt x="2973" y="11446"/>
                      <a:pt x="14809" y="-8928"/>
                      <a:pt x="3607" y="47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6" name="Freeform: Shape 365">
                <a:extLst>
                  <a:ext uri="{FF2B5EF4-FFF2-40B4-BE49-F238E27FC236}">
                    <a16:creationId xmlns:a16="http://schemas.microsoft.com/office/drawing/2014/main" id="{1D391CB2-E886-D89B-8B39-0E0C14D7B094}"/>
                  </a:ext>
                </a:extLst>
              </p:cNvPr>
              <p:cNvSpPr/>
              <p:nvPr/>
            </p:nvSpPr>
            <p:spPr>
              <a:xfrm>
                <a:off x="6488796" y="5302366"/>
                <a:ext cx="8761" cy="14503"/>
              </a:xfrm>
              <a:custGeom>
                <a:avLst/>
                <a:gdLst>
                  <a:gd name="connsiteX0" fmla="*/ 3820 w 8761"/>
                  <a:gd name="connsiteY0" fmla="*/ 6382 h 14503"/>
                  <a:gd name="connsiteX1" fmla="*/ 32 w 8761"/>
                  <a:gd name="connsiteY1" fmla="*/ 14504 h 14503"/>
                  <a:gd name="connsiteX2" fmla="*/ 3820 w 8761"/>
                  <a:gd name="connsiteY2" fmla="*/ 6382 h 14503"/>
                </a:gdLst>
                <a:ahLst/>
                <a:cxnLst>
                  <a:cxn ang="0">
                    <a:pos x="connsiteX0" y="connsiteY0"/>
                  </a:cxn>
                  <a:cxn ang="0">
                    <a:pos x="connsiteX1" y="connsiteY1"/>
                  </a:cxn>
                  <a:cxn ang="0">
                    <a:pos x="connsiteX2" y="connsiteY2"/>
                  </a:cxn>
                </a:cxnLst>
                <a:rect l="l" t="t" r="r" b="b"/>
                <a:pathLst>
                  <a:path w="8761" h="14503">
                    <a:moveTo>
                      <a:pt x="3820" y="6382"/>
                    </a:moveTo>
                    <a:cubicBezTo>
                      <a:pt x="1437" y="10309"/>
                      <a:pt x="-255" y="13938"/>
                      <a:pt x="32" y="14504"/>
                    </a:cubicBezTo>
                    <a:cubicBezTo>
                      <a:pt x="3083" y="14206"/>
                      <a:pt x="15565" y="-11643"/>
                      <a:pt x="3820" y="63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7" name="Freeform: Shape 366">
                <a:extLst>
                  <a:ext uri="{FF2B5EF4-FFF2-40B4-BE49-F238E27FC236}">
                    <a16:creationId xmlns:a16="http://schemas.microsoft.com/office/drawing/2014/main" id="{7A396389-EDC7-4172-0EB0-8AA08DFA9F26}"/>
                  </a:ext>
                </a:extLst>
              </p:cNvPr>
              <p:cNvSpPr/>
              <p:nvPr/>
            </p:nvSpPr>
            <p:spPr>
              <a:xfrm>
                <a:off x="6425131" y="5189100"/>
                <a:ext cx="7898" cy="7661"/>
              </a:xfrm>
              <a:custGeom>
                <a:avLst/>
                <a:gdLst>
                  <a:gd name="connsiteX0" fmla="*/ 3427 w 7898"/>
                  <a:gd name="connsiteY0" fmla="*/ 2983 h 7661"/>
                  <a:gd name="connsiteX1" fmla="*/ 32 w 7898"/>
                  <a:gd name="connsiteY1" fmla="*/ 7612 h 7661"/>
                  <a:gd name="connsiteX2" fmla="*/ 3427 w 7898"/>
                  <a:gd name="connsiteY2" fmla="*/ 2983 h 7661"/>
                </a:gdLst>
                <a:ahLst/>
                <a:cxnLst>
                  <a:cxn ang="0">
                    <a:pos x="connsiteX0" y="connsiteY0"/>
                  </a:cxn>
                  <a:cxn ang="0">
                    <a:pos x="connsiteX1" y="connsiteY1"/>
                  </a:cxn>
                  <a:cxn ang="0">
                    <a:pos x="connsiteX2" y="connsiteY2"/>
                  </a:cxn>
                </a:cxnLst>
                <a:rect l="l" t="t" r="r" b="b"/>
                <a:pathLst>
                  <a:path w="7898" h="7661">
                    <a:moveTo>
                      <a:pt x="3427" y="2983"/>
                    </a:moveTo>
                    <a:cubicBezTo>
                      <a:pt x="1278" y="5012"/>
                      <a:pt x="-242" y="7086"/>
                      <a:pt x="32" y="7612"/>
                    </a:cubicBezTo>
                    <a:cubicBezTo>
                      <a:pt x="2729" y="8612"/>
                      <a:pt x="14068" y="-6121"/>
                      <a:pt x="3427" y="298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8" name="Freeform: Shape 367">
                <a:extLst>
                  <a:ext uri="{FF2B5EF4-FFF2-40B4-BE49-F238E27FC236}">
                    <a16:creationId xmlns:a16="http://schemas.microsoft.com/office/drawing/2014/main" id="{EB75FA89-ACA2-42D0-28D5-2F6D91156895}"/>
                  </a:ext>
                </a:extLst>
              </p:cNvPr>
              <p:cNvSpPr/>
              <p:nvPr/>
            </p:nvSpPr>
            <p:spPr>
              <a:xfrm>
                <a:off x="6672420" y="6198451"/>
                <a:ext cx="9252" cy="9078"/>
              </a:xfrm>
              <a:custGeom>
                <a:avLst/>
                <a:gdLst>
                  <a:gd name="connsiteX0" fmla="*/ 4151 w 9252"/>
                  <a:gd name="connsiteY0" fmla="*/ 32 h 9078"/>
                  <a:gd name="connsiteX1" fmla="*/ 25 w 9252"/>
                  <a:gd name="connsiteY1" fmla="*/ 5581 h 9078"/>
                  <a:gd name="connsiteX2" fmla="*/ 4151 w 9252"/>
                  <a:gd name="connsiteY2" fmla="*/ 32 h 9078"/>
                </a:gdLst>
                <a:ahLst/>
                <a:cxnLst>
                  <a:cxn ang="0">
                    <a:pos x="connsiteX0" y="connsiteY0"/>
                  </a:cxn>
                  <a:cxn ang="0">
                    <a:pos x="connsiteX1" y="connsiteY1"/>
                  </a:cxn>
                  <a:cxn ang="0">
                    <a:pos x="connsiteX2" y="connsiteY2"/>
                  </a:cxn>
                </a:cxnLst>
                <a:rect l="l" t="t" r="r" b="b"/>
                <a:pathLst>
                  <a:path w="9252" h="9078">
                    <a:moveTo>
                      <a:pt x="4151" y="32"/>
                    </a:moveTo>
                    <a:cubicBezTo>
                      <a:pt x="1608" y="700"/>
                      <a:pt x="-238" y="3204"/>
                      <a:pt x="25" y="5581"/>
                    </a:cubicBezTo>
                    <a:cubicBezTo>
                      <a:pt x="3522" y="16200"/>
                      <a:pt x="16233" y="-831"/>
                      <a:pt x="4151" y="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69" name="Freeform: Shape 368">
                <a:extLst>
                  <a:ext uri="{FF2B5EF4-FFF2-40B4-BE49-F238E27FC236}">
                    <a16:creationId xmlns:a16="http://schemas.microsoft.com/office/drawing/2014/main" id="{C19E0089-02A5-9032-EC74-17A38AB8E833}"/>
                  </a:ext>
                </a:extLst>
              </p:cNvPr>
              <p:cNvSpPr/>
              <p:nvPr/>
            </p:nvSpPr>
            <p:spPr>
              <a:xfrm>
                <a:off x="6396500" y="5135394"/>
                <a:ext cx="7269" cy="4758"/>
              </a:xfrm>
              <a:custGeom>
                <a:avLst/>
                <a:gdLst>
                  <a:gd name="connsiteX0" fmla="*/ 3191 w 7269"/>
                  <a:gd name="connsiteY0" fmla="*/ 1481 h 4758"/>
                  <a:gd name="connsiteX1" fmla="*/ 4077 w 7269"/>
                  <a:gd name="connsiteY1" fmla="*/ 3270 h 4758"/>
                  <a:gd name="connsiteX2" fmla="*/ 3191 w 7269"/>
                  <a:gd name="connsiteY2" fmla="*/ 1481 h 4758"/>
                </a:gdLst>
                <a:ahLst/>
                <a:cxnLst>
                  <a:cxn ang="0">
                    <a:pos x="connsiteX0" y="connsiteY0"/>
                  </a:cxn>
                  <a:cxn ang="0">
                    <a:pos x="connsiteX1" y="connsiteY1"/>
                  </a:cxn>
                  <a:cxn ang="0">
                    <a:pos x="connsiteX2" y="connsiteY2"/>
                  </a:cxn>
                </a:cxnLst>
                <a:rect l="l" t="t" r="r" b="b"/>
                <a:pathLst>
                  <a:path w="7269" h="4758">
                    <a:moveTo>
                      <a:pt x="3191" y="1481"/>
                    </a:moveTo>
                    <a:cubicBezTo>
                      <a:pt x="-1535" y="4248"/>
                      <a:pt x="-821" y="6271"/>
                      <a:pt x="4077" y="3270"/>
                    </a:cubicBezTo>
                    <a:cubicBezTo>
                      <a:pt x="8803" y="447"/>
                      <a:pt x="8094" y="-1473"/>
                      <a:pt x="3191" y="14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0" name="Freeform: Shape 369">
                <a:extLst>
                  <a:ext uri="{FF2B5EF4-FFF2-40B4-BE49-F238E27FC236}">
                    <a16:creationId xmlns:a16="http://schemas.microsoft.com/office/drawing/2014/main" id="{5353365E-6749-BC3D-AFDD-113B15AD31D7}"/>
                  </a:ext>
                </a:extLst>
              </p:cNvPr>
              <p:cNvSpPr/>
              <p:nvPr/>
            </p:nvSpPr>
            <p:spPr>
              <a:xfrm>
                <a:off x="6570036" y="5518309"/>
                <a:ext cx="9249" cy="16928"/>
              </a:xfrm>
              <a:custGeom>
                <a:avLst/>
                <a:gdLst>
                  <a:gd name="connsiteX0" fmla="*/ 4266 w 9249"/>
                  <a:gd name="connsiteY0" fmla="*/ 6855 h 16928"/>
                  <a:gd name="connsiteX1" fmla="*/ 14 w 9249"/>
                  <a:gd name="connsiteY1" fmla="*/ 16925 h 16928"/>
                  <a:gd name="connsiteX2" fmla="*/ 4266 w 9249"/>
                  <a:gd name="connsiteY2" fmla="*/ 6855 h 16928"/>
                </a:gdLst>
                <a:ahLst/>
                <a:cxnLst>
                  <a:cxn ang="0">
                    <a:pos x="connsiteX0" y="connsiteY0"/>
                  </a:cxn>
                  <a:cxn ang="0">
                    <a:pos x="connsiteX1" y="connsiteY1"/>
                  </a:cxn>
                  <a:cxn ang="0">
                    <a:pos x="connsiteX2" y="connsiteY2"/>
                  </a:cxn>
                </a:cxnLst>
                <a:rect l="l" t="t" r="r" b="b"/>
                <a:pathLst>
                  <a:path w="9249" h="16928">
                    <a:moveTo>
                      <a:pt x="4266" y="6855"/>
                    </a:moveTo>
                    <a:cubicBezTo>
                      <a:pt x="1722" y="11444"/>
                      <a:pt x="-181" y="15942"/>
                      <a:pt x="14" y="16925"/>
                    </a:cubicBezTo>
                    <a:cubicBezTo>
                      <a:pt x="3300" y="17291"/>
                      <a:pt x="16238" y="-13245"/>
                      <a:pt x="4266" y="68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1" name="Freeform: Shape 370">
                <a:extLst>
                  <a:ext uri="{FF2B5EF4-FFF2-40B4-BE49-F238E27FC236}">
                    <a16:creationId xmlns:a16="http://schemas.microsoft.com/office/drawing/2014/main" id="{7F0F81CA-0987-77A9-AF81-29263264F01F}"/>
                  </a:ext>
                </a:extLst>
              </p:cNvPr>
              <p:cNvSpPr/>
              <p:nvPr/>
            </p:nvSpPr>
            <p:spPr>
              <a:xfrm>
                <a:off x="6616390" y="5734884"/>
                <a:ext cx="9174" cy="13954"/>
              </a:xfrm>
              <a:custGeom>
                <a:avLst/>
                <a:gdLst>
                  <a:gd name="connsiteX0" fmla="*/ 4100 w 9174"/>
                  <a:gd name="connsiteY0" fmla="*/ 5708 h 13954"/>
                  <a:gd name="connsiteX1" fmla="*/ 25 w 9174"/>
                  <a:gd name="connsiteY1" fmla="*/ 13949 h 13954"/>
                  <a:gd name="connsiteX2" fmla="*/ 4100 w 9174"/>
                  <a:gd name="connsiteY2" fmla="*/ 5708 h 13954"/>
                </a:gdLst>
                <a:ahLst/>
                <a:cxnLst>
                  <a:cxn ang="0">
                    <a:pos x="connsiteX0" y="connsiteY0"/>
                  </a:cxn>
                  <a:cxn ang="0">
                    <a:pos x="connsiteX1" y="connsiteY1"/>
                  </a:cxn>
                  <a:cxn ang="0">
                    <a:pos x="connsiteX2" y="connsiteY2"/>
                  </a:cxn>
                </a:cxnLst>
                <a:rect l="l" t="t" r="r" b="b"/>
                <a:pathLst>
                  <a:path w="9174" h="13954">
                    <a:moveTo>
                      <a:pt x="4100" y="5708"/>
                    </a:moveTo>
                    <a:cubicBezTo>
                      <a:pt x="1591" y="9485"/>
                      <a:pt x="-238" y="13172"/>
                      <a:pt x="25" y="13949"/>
                    </a:cubicBezTo>
                    <a:cubicBezTo>
                      <a:pt x="3340" y="14406"/>
                      <a:pt x="16176" y="-11026"/>
                      <a:pt x="4100" y="57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2" name="Freeform: Shape 371">
                <a:extLst>
                  <a:ext uri="{FF2B5EF4-FFF2-40B4-BE49-F238E27FC236}">
                    <a16:creationId xmlns:a16="http://schemas.microsoft.com/office/drawing/2014/main" id="{BD1D43AD-5D4B-7F73-7FF0-C386BD720B40}"/>
                  </a:ext>
                </a:extLst>
              </p:cNvPr>
              <p:cNvSpPr/>
              <p:nvPr/>
            </p:nvSpPr>
            <p:spPr>
              <a:xfrm>
                <a:off x="6591323" y="5632367"/>
                <a:ext cx="9162" cy="15348"/>
              </a:xfrm>
              <a:custGeom>
                <a:avLst/>
                <a:gdLst>
                  <a:gd name="connsiteX0" fmla="*/ 4209 w 9162"/>
                  <a:gd name="connsiteY0" fmla="*/ 5983 h 15348"/>
                  <a:gd name="connsiteX1" fmla="*/ 15 w 9162"/>
                  <a:gd name="connsiteY1" fmla="*/ 15327 h 15348"/>
                  <a:gd name="connsiteX2" fmla="*/ 4209 w 9162"/>
                  <a:gd name="connsiteY2" fmla="*/ 5983 h 15348"/>
                </a:gdLst>
                <a:ahLst/>
                <a:cxnLst>
                  <a:cxn ang="0">
                    <a:pos x="connsiteX0" y="connsiteY0"/>
                  </a:cxn>
                  <a:cxn ang="0">
                    <a:pos x="connsiteX1" y="connsiteY1"/>
                  </a:cxn>
                  <a:cxn ang="0">
                    <a:pos x="connsiteX2" y="connsiteY2"/>
                  </a:cxn>
                </a:cxnLst>
                <a:rect l="l" t="t" r="r" b="b"/>
                <a:pathLst>
                  <a:path w="9162" h="15348">
                    <a:moveTo>
                      <a:pt x="4209" y="5983"/>
                    </a:moveTo>
                    <a:cubicBezTo>
                      <a:pt x="1689" y="10121"/>
                      <a:pt x="-185" y="14304"/>
                      <a:pt x="15" y="15327"/>
                    </a:cubicBezTo>
                    <a:cubicBezTo>
                      <a:pt x="3387" y="16236"/>
                      <a:pt x="16045" y="-11951"/>
                      <a:pt x="4209" y="598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3" name="Freeform: Shape 372">
                <a:extLst>
                  <a:ext uri="{FF2B5EF4-FFF2-40B4-BE49-F238E27FC236}">
                    <a16:creationId xmlns:a16="http://schemas.microsoft.com/office/drawing/2014/main" id="{CC903446-8099-AF53-9E83-FD75A9673B79}"/>
                  </a:ext>
                </a:extLst>
              </p:cNvPr>
              <p:cNvSpPr/>
              <p:nvPr/>
            </p:nvSpPr>
            <p:spPr>
              <a:xfrm>
                <a:off x="6646124" y="5877329"/>
                <a:ext cx="9059" cy="13850"/>
              </a:xfrm>
              <a:custGeom>
                <a:avLst/>
                <a:gdLst>
                  <a:gd name="connsiteX0" fmla="*/ 4090 w 9059"/>
                  <a:gd name="connsiteY0" fmla="*/ 2222 h 13850"/>
                  <a:gd name="connsiteX1" fmla="*/ 4964 w 9059"/>
                  <a:gd name="connsiteY1" fmla="*/ 11720 h 13850"/>
                  <a:gd name="connsiteX2" fmla="*/ 4090 w 9059"/>
                  <a:gd name="connsiteY2" fmla="*/ 2222 h 13850"/>
                </a:gdLst>
                <a:ahLst/>
                <a:cxnLst>
                  <a:cxn ang="0">
                    <a:pos x="connsiteX0" y="connsiteY0"/>
                  </a:cxn>
                  <a:cxn ang="0">
                    <a:pos x="connsiteX1" y="connsiteY1"/>
                  </a:cxn>
                  <a:cxn ang="0">
                    <a:pos x="connsiteX2" y="connsiteY2"/>
                  </a:cxn>
                </a:cxnLst>
                <a:rect l="l" t="t" r="r" b="b"/>
                <a:pathLst>
                  <a:path w="9059" h="13850">
                    <a:moveTo>
                      <a:pt x="4090" y="2222"/>
                    </a:moveTo>
                    <a:cubicBezTo>
                      <a:pt x="78" y="5679"/>
                      <a:pt x="-2997" y="18967"/>
                      <a:pt x="4964" y="11720"/>
                    </a:cubicBezTo>
                    <a:cubicBezTo>
                      <a:pt x="8993" y="8371"/>
                      <a:pt x="12051" y="-5287"/>
                      <a:pt x="4090" y="22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4" name="Freeform: Shape 373">
                <a:extLst>
                  <a:ext uri="{FF2B5EF4-FFF2-40B4-BE49-F238E27FC236}">
                    <a16:creationId xmlns:a16="http://schemas.microsoft.com/office/drawing/2014/main" id="{C86E39C4-F19F-0DE3-7F4B-3D1F3ADDFF63}"/>
                  </a:ext>
                </a:extLst>
              </p:cNvPr>
              <p:cNvSpPr/>
              <p:nvPr/>
            </p:nvSpPr>
            <p:spPr>
              <a:xfrm>
                <a:off x="7268398" y="7526223"/>
                <a:ext cx="12918" cy="5193"/>
              </a:xfrm>
              <a:custGeom>
                <a:avLst/>
                <a:gdLst>
                  <a:gd name="connsiteX0" fmla="*/ 5156 w 12918"/>
                  <a:gd name="connsiteY0" fmla="*/ 14 h 5193"/>
                  <a:gd name="connsiteX1" fmla="*/ 11819 w 12918"/>
                  <a:gd name="connsiteY1" fmla="*/ 4283 h 5193"/>
                  <a:gd name="connsiteX2" fmla="*/ 5156 w 12918"/>
                  <a:gd name="connsiteY2" fmla="*/ 14 h 5193"/>
                </a:gdLst>
                <a:ahLst/>
                <a:cxnLst>
                  <a:cxn ang="0">
                    <a:pos x="connsiteX0" y="connsiteY0"/>
                  </a:cxn>
                  <a:cxn ang="0">
                    <a:pos x="connsiteX1" y="connsiteY1"/>
                  </a:cxn>
                  <a:cxn ang="0">
                    <a:pos x="connsiteX2" y="connsiteY2"/>
                  </a:cxn>
                </a:cxnLst>
                <a:rect l="l" t="t" r="r" b="b"/>
                <a:pathLst>
                  <a:path w="12918" h="5193">
                    <a:moveTo>
                      <a:pt x="5156" y="14"/>
                    </a:moveTo>
                    <a:cubicBezTo>
                      <a:pt x="-7669" y="1020"/>
                      <a:pt x="6865" y="7558"/>
                      <a:pt x="11819" y="4283"/>
                    </a:cubicBezTo>
                    <a:cubicBezTo>
                      <a:pt x="15883" y="1420"/>
                      <a:pt x="7545" y="-169"/>
                      <a:pt x="5156" y="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5" name="Freeform: Shape 374">
                <a:extLst>
                  <a:ext uri="{FF2B5EF4-FFF2-40B4-BE49-F238E27FC236}">
                    <a16:creationId xmlns:a16="http://schemas.microsoft.com/office/drawing/2014/main" id="{E440B5D2-A703-E0AA-D4E0-B6CA2C1D3567}"/>
                  </a:ext>
                </a:extLst>
              </p:cNvPr>
              <p:cNvSpPr/>
              <p:nvPr/>
            </p:nvSpPr>
            <p:spPr>
              <a:xfrm>
                <a:off x="6177065" y="5144530"/>
                <a:ext cx="6857" cy="2542"/>
              </a:xfrm>
              <a:custGeom>
                <a:avLst/>
                <a:gdLst>
                  <a:gd name="connsiteX0" fmla="*/ 3039 w 6857"/>
                  <a:gd name="connsiteY0" fmla="*/ 233 h 2542"/>
                  <a:gd name="connsiteX1" fmla="*/ 6028 w 6857"/>
                  <a:gd name="connsiteY1" fmla="*/ 1525 h 2542"/>
                  <a:gd name="connsiteX2" fmla="*/ 3039 w 6857"/>
                  <a:gd name="connsiteY2" fmla="*/ 233 h 2542"/>
                </a:gdLst>
                <a:ahLst/>
                <a:cxnLst>
                  <a:cxn ang="0">
                    <a:pos x="connsiteX0" y="connsiteY0"/>
                  </a:cxn>
                  <a:cxn ang="0">
                    <a:pos x="connsiteX1" y="connsiteY1"/>
                  </a:cxn>
                  <a:cxn ang="0">
                    <a:pos x="connsiteX2" y="connsiteY2"/>
                  </a:cxn>
                </a:cxnLst>
                <a:rect l="l" t="t" r="r" b="b"/>
                <a:pathLst>
                  <a:path w="6857" h="2542">
                    <a:moveTo>
                      <a:pt x="3039" y="233"/>
                    </a:moveTo>
                    <a:cubicBezTo>
                      <a:pt x="-4048" y="2010"/>
                      <a:pt x="3090" y="3679"/>
                      <a:pt x="6028" y="1525"/>
                    </a:cubicBezTo>
                    <a:cubicBezTo>
                      <a:pt x="8639" y="-162"/>
                      <a:pt x="4376" y="-201"/>
                      <a:pt x="3039" y="2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6" name="Freeform: Shape 375">
                <a:extLst>
                  <a:ext uri="{FF2B5EF4-FFF2-40B4-BE49-F238E27FC236}">
                    <a16:creationId xmlns:a16="http://schemas.microsoft.com/office/drawing/2014/main" id="{2FA2AE55-5201-C1A8-B042-EE0C40126972}"/>
                  </a:ext>
                </a:extLst>
              </p:cNvPr>
              <p:cNvSpPr/>
              <p:nvPr/>
            </p:nvSpPr>
            <p:spPr>
              <a:xfrm>
                <a:off x="6585684" y="6649410"/>
                <a:ext cx="10911" cy="3822"/>
              </a:xfrm>
              <a:custGeom>
                <a:avLst/>
                <a:gdLst>
                  <a:gd name="connsiteX0" fmla="*/ 4900 w 10911"/>
                  <a:gd name="connsiteY0" fmla="*/ 449 h 3822"/>
                  <a:gd name="connsiteX1" fmla="*/ 10912 w 10911"/>
                  <a:gd name="connsiteY1" fmla="*/ 717 h 3822"/>
                  <a:gd name="connsiteX2" fmla="*/ 4900 w 10911"/>
                  <a:gd name="connsiteY2" fmla="*/ 449 h 3822"/>
                </a:gdLst>
                <a:ahLst/>
                <a:cxnLst>
                  <a:cxn ang="0">
                    <a:pos x="connsiteX0" y="connsiteY0"/>
                  </a:cxn>
                  <a:cxn ang="0">
                    <a:pos x="connsiteX1" y="connsiteY1"/>
                  </a:cxn>
                  <a:cxn ang="0">
                    <a:pos x="connsiteX2" y="connsiteY2"/>
                  </a:cxn>
                </a:cxnLst>
                <a:rect l="l" t="t" r="r" b="b"/>
                <a:pathLst>
                  <a:path w="10911" h="3822">
                    <a:moveTo>
                      <a:pt x="4900" y="449"/>
                    </a:moveTo>
                    <a:cubicBezTo>
                      <a:pt x="-8776" y="4690"/>
                      <a:pt x="10472" y="5101"/>
                      <a:pt x="10912" y="717"/>
                    </a:cubicBezTo>
                    <a:cubicBezTo>
                      <a:pt x="10563" y="-128"/>
                      <a:pt x="7866" y="-237"/>
                      <a:pt x="4900" y="4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7" name="Freeform: Shape 376">
                <a:extLst>
                  <a:ext uri="{FF2B5EF4-FFF2-40B4-BE49-F238E27FC236}">
                    <a16:creationId xmlns:a16="http://schemas.microsoft.com/office/drawing/2014/main" id="{B6CCB9F3-01C2-EAA5-B975-33866D32C594}"/>
                  </a:ext>
                </a:extLst>
              </p:cNvPr>
              <p:cNvSpPr/>
              <p:nvPr/>
            </p:nvSpPr>
            <p:spPr>
              <a:xfrm>
                <a:off x="6548777" y="6562009"/>
                <a:ext cx="10534" cy="3227"/>
              </a:xfrm>
              <a:custGeom>
                <a:avLst/>
                <a:gdLst>
                  <a:gd name="connsiteX0" fmla="*/ 4733 w 10534"/>
                  <a:gd name="connsiteY0" fmla="*/ 285 h 3227"/>
                  <a:gd name="connsiteX1" fmla="*/ 10534 w 10534"/>
                  <a:gd name="connsiteY1" fmla="*/ 719 h 3227"/>
                  <a:gd name="connsiteX2" fmla="*/ 4733 w 10534"/>
                  <a:gd name="connsiteY2" fmla="*/ 285 h 3227"/>
                </a:gdLst>
                <a:ahLst/>
                <a:cxnLst>
                  <a:cxn ang="0">
                    <a:pos x="connsiteX0" y="connsiteY0"/>
                  </a:cxn>
                  <a:cxn ang="0">
                    <a:pos x="connsiteX1" y="connsiteY1"/>
                  </a:cxn>
                  <a:cxn ang="0">
                    <a:pos x="connsiteX2" y="connsiteY2"/>
                  </a:cxn>
                </a:cxnLst>
                <a:rect l="l" t="t" r="r" b="b"/>
                <a:pathLst>
                  <a:path w="10534" h="3227">
                    <a:moveTo>
                      <a:pt x="4733" y="285"/>
                    </a:moveTo>
                    <a:cubicBezTo>
                      <a:pt x="-8440" y="3594"/>
                      <a:pt x="10008" y="4606"/>
                      <a:pt x="10534" y="719"/>
                    </a:cubicBezTo>
                    <a:cubicBezTo>
                      <a:pt x="10202" y="-35"/>
                      <a:pt x="7602" y="-224"/>
                      <a:pt x="4733" y="2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8" name="Freeform: Shape 377">
                <a:extLst>
                  <a:ext uri="{FF2B5EF4-FFF2-40B4-BE49-F238E27FC236}">
                    <a16:creationId xmlns:a16="http://schemas.microsoft.com/office/drawing/2014/main" id="{7EC91889-2FE5-EBDC-52EC-0E0EAA41C547}"/>
                  </a:ext>
                </a:extLst>
              </p:cNvPr>
              <p:cNvSpPr/>
              <p:nvPr/>
            </p:nvSpPr>
            <p:spPr>
              <a:xfrm>
                <a:off x="6449535" y="6327767"/>
                <a:ext cx="9494" cy="2649"/>
              </a:xfrm>
              <a:custGeom>
                <a:avLst/>
                <a:gdLst>
                  <a:gd name="connsiteX0" fmla="*/ 4311 w 9494"/>
                  <a:gd name="connsiteY0" fmla="*/ 0 h 2649"/>
                  <a:gd name="connsiteX1" fmla="*/ 9495 w 9494"/>
                  <a:gd name="connsiteY1" fmla="*/ 1298 h 2649"/>
                  <a:gd name="connsiteX2" fmla="*/ 4311 w 9494"/>
                  <a:gd name="connsiteY2" fmla="*/ 0 h 2649"/>
                </a:gdLst>
                <a:ahLst/>
                <a:cxnLst>
                  <a:cxn ang="0">
                    <a:pos x="connsiteX0" y="connsiteY0"/>
                  </a:cxn>
                  <a:cxn ang="0">
                    <a:pos x="connsiteX1" y="connsiteY1"/>
                  </a:cxn>
                  <a:cxn ang="0">
                    <a:pos x="connsiteX2" y="connsiteY2"/>
                  </a:cxn>
                </a:cxnLst>
                <a:rect l="l" t="t" r="r" b="b"/>
                <a:pathLst>
                  <a:path w="9494" h="2649">
                    <a:moveTo>
                      <a:pt x="4311" y="0"/>
                    </a:moveTo>
                    <a:cubicBezTo>
                      <a:pt x="-7536" y="846"/>
                      <a:pt x="8706" y="4635"/>
                      <a:pt x="9495" y="1298"/>
                    </a:cubicBezTo>
                    <a:cubicBezTo>
                      <a:pt x="9220" y="578"/>
                      <a:pt x="6894" y="0"/>
                      <a:pt x="431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79" name="Freeform: Shape 378">
                <a:extLst>
                  <a:ext uri="{FF2B5EF4-FFF2-40B4-BE49-F238E27FC236}">
                    <a16:creationId xmlns:a16="http://schemas.microsoft.com/office/drawing/2014/main" id="{12638BD6-07F6-39BA-2F1E-2E5ECC8702C2}"/>
                  </a:ext>
                </a:extLst>
              </p:cNvPr>
              <p:cNvSpPr/>
              <p:nvPr/>
            </p:nvSpPr>
            <p:spPr>
              <a:xfrm>
                <a:off x="6513594" y="6481951"/>
                <a:ext cx="10157" cy="2754"/>
              </a:xfrm>
              <a:custGeom>
                <a:avLst/>
                <a:gdLst>
                  <a:gd name="connsiteX0" fmla="*/ 4574 w 10157"/>
                  <a:gd name="connsiteY0" fmla="*/ 110 h 2754"/>
                  <a:gd name="connsiteX1" fmla="*/ 10157 w 10157"/>
                  <a:gd name="connsiteY1" fmla="*/ 847 h 2754"/>
                  <a:gd name="connsiteX2" fmla="*/ 4574 w 10157"/>
                  <a:gd name="connsiteY2" fmla="*/ 110 h 2754"/>
                </a:gdLst>
                <a:ahLst/>
                <a:cxnLst>
                  <a:cxn ang="0">
                    <a:pos x="connsiteX0" y="connsiteY0"/>
                  </a:cxn>
                  <a:cxn ang="0">
                    <a:pos x="connsiteX1" y="connsiteY1"/>
                  </a:cxn>
                  <a:cxn ang="0">
                    <a:pos x="connsiteX2" y="connsiteY2"/>
                  </a:cxn>
                </a:cxnLst>
                <a:rect l="l" t="t" r="r" b="b"/>
                <a:pathLst>
                  <a:path w="10157" h="2754">
                    <a:moveTo>
                      <a:pt x="4574" y="110"/>
                    </a:moveTo>
                    <a:cubicBezTo>
                      <a:pt x="-8102" y="2350"/>
                      <a:pt x="9523" y="4367"/>
                      <a:pt x="10157" y="847"/>
                    </a:cubicBezTo>
                    <a:cubicBezTo>
                      <a:pt x="9843" y="138"/>
                      <a:pt x="7340" y="-187"/>
                      <a:pt x="4574" y="1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0" name="Freeform: Shape 379">
                <a:extLst>
                  <a:ext uri="{FF2B5EF4-FFF2-40B4-BE49-F238E27FC236}">
                    <a16:creationId xmlns:a16="http://schemas.microsoft.com/office/drawing/2014/main" id="{08540524-CA06-77EA-83E7-5D0722A87537}"/>
                  </a:ext>
                </a:extLst>
              </p:cNvPr>
              <p:cNvSpPr/>
              <p:nvPr/>
            </p:nvSpPr>
            <p:spPr>
              <a:xfrm>
                <a:off x="6624281" y="6748192"/>
                <a:ext cx="10901" cy="4548"/>
              </a:xfrm>
              <a:custGeom>
                <a:avLst/>
                <a:gdLst>
                  <a:gd name="connsiteX0" fmla="*/ 4804 w 10901"/>
                  <a:gd name="connsiteY0" fmla="*/ 531 h 4548"/>
                  <a:gd name="connsiteX1" fmla="*/ 6096 w 10901"/>
                  <a:gd name="connsiteY1" fmla="*/ 4033 h 4548"/>
                  <a:gd name="connsiteX2" fmla="*/ 4804 w 10901"/>
                  <a:gd name="connsiteY2" fmla="*/ 531 h 4548"/>
                </a:gdLst>
                <a:ahLst/>
                <a:cxnLst>
                  <a:cxn ang="0">
                    <a:pos x="connsiteX0" y="connsiteY0"/>
                  </a:cxn>
                  <a:cxn ang="0">
                    <a:pos x="connsiteX1" y="connsiteY1"/>
                  </a:cxn>
                  <a:cxn ang="0">
                    <a:pos x="connsiteX2" y="connsiteY2"/>
                  </a:cxn>
                </a:cxnLst>
                <a:rect l="l" t="t" r="r" b="b"/>
                <a:pathLst>
                  <a:path w="10901" h="4548">
                    <a:moveTo>
                      <a:pt x="4804" y="531"/>
                    </a:moveTo>
                    <a:cubicBezTo>
                      <a:pt x="-2665" y="2393"/>
                      <a:pt x="-796" y="5857"/>
                      <a:pt x="6096" y="4033"/>
                    </a:cubicBezTo>
                    <a:cubicBezTo>
                      <a:pt x="13554" y="2142"/>
                      <a:pt x="11714" y="-1327"/>
                      <a:pt x="4804" y="5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1" name="Freeform: Shape 380">
                <a:extLst>
                  <a:ext uri="{FF2B5EF4-FFF2-40B4-BE49-F238E27FC236}">
                    <a16:creationId xmlns:a16="http://schemas.microsoft.com/office/drawing/2014/main" id="{48724B93-E624-65D6-ED8D-69711BB0503C}"/>
                  </a:ext>
                </a:extLst>
              </p:cNvPr>
              <p:cNvSpPr/>
              <p:nvPr/>
            </p:nvSpPr>
            <p:spPr>
              <a:xfrm>
                <a:off x="6852700" y="7379677"/>
                <a:ext cx="12548" cy="4848"/>
              </a:xfrm>
              <a:custGeom>
                <a:avLst/>
                <a:gdLst>
                  <a:gd name="connsiteX0" fmla="*/ 5380 w 12548"/>
                  <a:gd name="connsiteY0" fmla="*/ 22 h 4848"/>
                  <a:gd name="connsiteX1" fmla="*/ 7168 w 12548"/>
                  <a:gd name="connsiteY1" fmla="*/ 4828 h 4848"/>
                  <a:gd name="connsiteX2" fmla="*/ 5380 w 12548"/>
                  <a:gd name="connsiteY2" fmla="*/ 22 h 4848"/>
                </a:gdLst>
                <a:ahLst/>
                <a:cxnLst>
                  <a:cxn ang="0">
                    <a:pos x="connsiteX0" y="connsiteY0"/>
                  </a:cxn>
                  <a:cxn ang="0">
                    <a:pos x="connsiteX1" y="connsiteY1"/>
                  </a:cxn>
                  <a:cxn ang="0">
                    <a:pos x="connsiteX2" y="connsiteY2"/>
                  </a:cxn>
                </a:cxnLst>
                <a:rect l="l" t="t" r="r" b="b"/>
                <a:pathLst>
                  <a:path w="12548" h="4848">
                    <a:moveTo>
                      <a:pt x="5380" y="22"/>
                    </a:moveTo>
                    <a:cubicBezTo>
                      <a:pt x="-3804" y="371"/>
                      <a:pt x="105" y="5200"/>
                      <a:pt x="7168" y="4828"/>
                    </a:cubicBezTo>
                    <a:cubicBezTo>
                      <a:pt x="16353" y="4486"/>
                      <a:pt x="12443" y="-366"/>
                      <a:pt x="5380"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2" name="Freeform: Shape 381">
                <a:extLst>
                  <a:ext uri="{FF2B5EF4-FFF2-40B4-BE49-F238E27FC236}">
                    <a16:creationId xmlns:a16="http://schemas.microsoft.com/office/drawing/2014/main" id="{7973AC53-0986-ABE8-799C-11ED4BDC0218}"/>
                  </a:ext>
                </a:extLst>
              </p:cNvPr>
              <p:cNvSpPr/>
              <p:nvPr/>
            </p:nvSpPr>
            <p:spPr>
              <a:xfrm>
                <a:off x="6800745" y="7236319"/>
                <a:ext cx="12164" cy="4781"/>
              </a:xfrm>
              <a:custGeom>
                <a:avLst/>
                <a:gdLst>
                  <a:gd name="connsiteX0" fmla="*/ 5259 w 12164"/>
                  <a:gd name="connsiteY0" fmla="*/ 70 h 4781"/>
                  <a:gd name="connsiteX1" fmla="*/ 6916 w 12164"/>
                  <a:gd name="connsiteY1" fmla="*/ 4716 h 4781"/>
                  <a:gd name="connsiteX2" fmla="*/ 5259 w 12164"/>
                  <a:gd name="connsiteY2" fmla="*/ 70 h 4781"/>
                </a:gdLst>
                <a:ahLst/>
                <a:cxnLst>
                  <a:cxn ang="0">
                    <a:pos x="connsiteX0" y="connsiteY0"/>
                  </a:cxn>
                  <a:cxn ang="0">
                    <a:pos x="connsiteX1" y="connsiteY1"/>
                  </a:cxn>
                  <a:cxn ang="0">
                    <a:pos x="connsiteX2" y="connsiteY2"/>
                  </a:cxn>
                </a:cxnLst>
                <a:rect l="l" t="t" r="r" b="b"/>
                <a:pathLst>
                  <a:path w="12164" h="4781">
                    <a:moveTo>
                      <a:pt x="5259" y="70"/>
                    </a:moveTo>
                    <a:cubicBezTo>
                      <a:pt x="-3514" y="768"/>
                      <a:pt x="-159" y="5380"/>
                      <a:pt x="6916" y="4716"/>
                    </a:cubicBezTo>
                    <a:cubicBezTo>
                      <a:pt x="15672" y="4019"/>
                      <a:pt x="12323" y="-621"/>
                      <a:pt x="5259" y="7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3" name="Freeform: Shape 382">
                <a:extLst>
                  <a:ext uri="{FF2B5EF4-FFF2-40B4-BE49-F238E27FC236}">
                    <a16:creationId xmlns:a16="http://schemas.microsoft.com/office/drawing/2014/main" id="{930E53BF-9A62-B3BF-1C1D-CE7303D35DB6}"/>
                  </a:ext>
                </a:extLst>
              </p:cNvPr>
              <p:cNvSpPr/>
              <p:nvPr/>
            </p:nvSpPr>
            <p:spPr>
              <a:xfrm>
                <a:off x="6752588" y="7099068"/>
                <a:ext cx="11829" cy="4749"/>
              </a:xfrm>
              <a:custGeom>
                <a:avLst/>
                <a:gdLst>
                  <a:gd name="connsiteX0" fmla="*/ 5148 w 11829"/>
                  <a:gd name="connsiteY0" fmla="*/ 179 h 4749"/>
                  <a:gd name="connsiteX1" fmla="*/ 6691 w 11829"/>
                  <a:gd name="connsiteY1" fmla="*/ 4580 h 4749"/>
                  <a:gd name="connsiteX2" fmla="*/ 5148 w 11829"/>
                  <a:gd name="connsiteY2" fmla="*/ 179 h 4749"/>
                </a:gdLst>
                <a:ahLst/>
                <a:cxnLst>
                  <a:cxn ang="0">
                    <a:pos x="connsiteX0" y="connsiteY0"/>
                  </a:cxn>
                  <a:cxn ang="0">
                    <a:pos x="connsiteX1" y="connsiteY1"/>
                  </a:cxn>
                  <a:cxn ang="0">
                    <a:pos x="connsiteX2" y="connsiteY2"/>
                  </a:cxn>
                </a:cxnLst>
                <a:rect l="l" t="t" r="r" b="b"/>
                <a:pathLst>
                  <a:path w="11829" h="4749">
                    <a:moveTo>
                      <a:pt x="5148" y="179"/>
                    </a:moveTo>
                    <a:cubicBezTo>
                      <a:pt x="-3219" y="1327"/>
                      <a:pt x="-430" y="5654"/>
                      <a:pt x="6691" y="4580"/>
                    </a:cubicBezTo>
                    <a:cubicBezTo>
                      <a:pt x="15040" y="3431"/>
                      <a:pt x="12263" y="-930"/>
                      <a:pt x="5148" y="17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4" name="Freeform: Shape 383">
                <a:extLst>
                  <a:ext uri="{FF2B5EF4-FFF2-40B4-BE49-F238E27FC236}">
                    <a16:creationId xmlns:a16="http://schemas.microsoft.com/office/drawing/2014/main" id="{B07F2D07-1AF3-91E9-FB50-4524FDAFE1BE}"/>
                  </a:ext>
                </a:extLst>
              </p:cNvPr>
              <p:cNvSpPr/>
              <p:nvPr/>
            </p:nvSpPr>
            <p:spPr>
              <a:xfrm>
                <a:off x="6664612" y="6853880"/>
                <a:ext cx="11587" cy="4389"/>
              </a:xfrm>
              <a:custGeom>
                <a:avLst/>
                <a:gdLst>
                  <a:gd name="connsiteX0" fmla="*/ 5176 w 11587"/>
                  <a:gd name="connsiteY0" fmla="*/ 456 h 4389"/>
                  <a:gd name="connsiteX1" fmla="*/ 11587 w 11587"/>
                  <a:gd name="connsiteY1" fmla="*/ 902 h 4389"/>
                  <a:gd name="connsiteX2" fmla="*/ 5176 w 11587"/>
                  <a:gd name="connsiteY2" fmla="*/ 456 h 4389"/>
                </a:gdLst>
                <a:ahLst/>
                <a:cxnLst>
                  <a:cxn ang="0">
                    <a:pos x="connsiteX0" y="connsiteY0"/>
                  </a:cxn>
                  <a:cxn ang="0">
                    <a:pos x="connsiteX1" y="connsiteY1"/>
                  </a:cxn>
                  <a:cxn ang="0">
                    <a:pos x="connsiteX2" y="connsiteY2"/>
                  </a:cxn>
                </a:cxnLst>
                <a:rect l="l" t="t" r="r" b="b"/>
                <a:pathLst>
                  <a:path w="11587" h="4389">
                    <a:moveTo>
                      <a:pt x="5176" y="456"/>
                    </a:moveTo>
                    <a:cubicBezTo>
                      <a:pt x="-9324" y="5137"/>
                      <a:pt x="11205" y="6068"/>
                      <a:pt x="11587" y="902"/>
                    </a:cubicBezTo>
                    <a:cubicBezTo>
                      <a:pt x="11205" y="-104"/>
                      <a:pt x="8330" y="-292"/>
                      <a:pt x="5176" y="45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5" name="Freeform: Shape 384">
                <a:extLst>
                  <a:ext uri="{FF2B5EF4-FFF2-40B4-BE49-F238E27FC236}">
                    <a16:creationId xmlns:a16="http://schemas.microsoft.com/office/drawing/2014/main" id="{A101A16C-F8C2-235C-2904-666120554464}"/>
                  </a:ext>
                </a:extLst>
              </p:cNvPr>
              <p:cNvSpPr/>
              <p:nvPr/>
            </p:nvSpPr>
            <p:spPr>
              <a:xfrm>
                <a:off x="6707268" y="6970696"/>
                <a:ext cx="11886" cy="4520"/>
              </a:xfrm>
              <a:custGeom>
                <a:avLst/>
                <a:gdLst>
                  <a:gd name="connsiteX0" fmla="*/ 5297 w 11886"/>
                  <a:gd name="connsiteY0" fmla="*/ 295 h 4520"/>
                  <a:gd name="connsiteX1" fmla="*/ 11886 w 11886"/>
                  <a:gd name="connsiteY1" fmla="*/ 1198 h 4520"/>
                  <a:gd name="connsiteX2" fmla="*/ 5297 w 11886"/>
                  <a:gd name="connsiteY2" fmla="*/ 295 h 4520"/>
                </a:gdLst>
                <a:ahLst/>
                <a:cxnLst>
                  <a:cxn ang="0">
                    <a:pos x="connsiteX0" y="connsiteY0"/>
                  </a:cxn>
                  <a:cxn ang="0">
                    <a:pos x="connsiteX1" y="connsiteY1"/>
                  </a:cxn>
                  <a:cxn ang="0">
                    <a:pos x="connsiteX2" y="connsiteY2"/>
                  </a:cxn>
                </a:cxnLst>
                <a:rect l="l" t="t" r="r" b="b"/>
                <a:pathLst>
                  <a:path w="11886" h="4520">
                    <a:moveTo>
                      <a:pt x="5297" y="295"/>
                    </a:moveTo>
                    <a:cubicBezTo>
                      <a:pt x="-9540" y="4461"/>
                      <a:pt x="11457" y="6833"/>
                      <a:pt x="11886" y="1198"/>
                    </a:cubicBezTo>
                    <a:cubicBezTo>
                      <a:pt x="11486" y="66"/>
                      <a:pt x="8531" y="-328"/>
                      <a:pt x="5297" y="29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6" name="Freeform: Shape 385">
                <a:extLst>
                  <a:ext uri="{FF2B5EF4-FFF2-40B4-BE49-F238E27FC236}">
                    <a16:creationId xmlns:a16="http://schemas.microsoft.com/office/drawing/2014/main" id="{ADDA50D7-08A0-2C39-D69A-A2BE163381EE}"/>
                  </a:ext>
                </a:extLst>
              </p:cNvPr>
              <p:cNvSpPr/>
              <p:nvPr/>
            </p:nvSpPr>
            <p:spPr>
              <a:xfrm>
                <a:off x="6480630" y="6405169"/>
                <a:ext cx="9494" cy="2600"/>
              </a:xfrm>
              <a:custGeom>
                <a:avLst/>
                <a:gdLst>
                  <a:gd name="connsiteX0" fmla="*/ 4214 w 9494"/>
                  <a:gd name="connsiteY0" fmla="*/ 36 h 2600"/>
                  <a:gd name="connsiteX1" fmla="*/ 5277 w 9494"/>
                  <a:gd name="connsiteY1" fmla="*/ 2562 h 2600"/>
                  <a:gd name="connsiteX2" fmla="*/ 4214 w 9494"/>
                  <a:gd name="connsiteY2" fmla="*/ 36 h 2600"/>
                </a:gdLst>
                <a:ahLst/>
                <a:cxnLst>
                  <a:cxn ang="0">
                    <a:pos x="connsiteX0" y="connsiteY0"/>
                  </a:cxn>
                  <a:cxn ang="0">
                    <a:pos x="connsiteX1" y="connsiteY1"/>
                  </a:cxn>
                  <a:cxn ang="0">
                    <a:pos x="connsiteX2" y="connsiteY2"/>
                  </a:cxn>
                </a:cxnLst>
                <a:rect l="l" t="t" r="r" b="b"/>
                <a:pathLst>
                  <a:path w="9494" h="2600">
                    <a:moveTo>
                      <a:pt x="4214" y="36"/>
                    </a:moveTo>
                    <a:cubicBezTo>
                      <a:pt x="-2666" y="396"/>
                      <a:pt x="-261" y="2940"/>
                      <a:pt x="5277" y="2562"/>
                    </a:cubicBezTo>
                    <a:cubicBezTo>
                      <a:pt x="12164" y="2179"/>
                      <a:pt x="9752" y="-329"/>
                      <a:pt x="4214" y="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7" name="Freeform: Shape 386">
                <a:extLst>
                  <a:ext uri="{FF2B5EF4-FFF2-40B4-BE49-F238E27FC236}">
                    <a16:creationId xmlns:a16="http://schemas.microsoft.com/office/drawing/2014/main" id="{9976D0A3-7D98-C2E9-6FAF-21B6063454C2}"/>
                  </a:ext>
                </a:extLst>
              </p:cNvPr>
              <p:cNvSpPr/>
              <p:nvPr/>
            </p:nvSpPr>
            <p:spPr>
              <a:xfrm>
                <a:off x="6235115" y="5491636"/>
                <a:ext cx="7783" cy="7601"/>
              </a:xfrm>
              <a:custGeom>
                <a:avLst/>
                <a:gdLst>
                  <a:gd name="connsiteX0" fmla="*/ 3533 w 7783"/>
                  <a:gd name="connsiteY0" fmla="*/ 1467 h 7601"/>
                  <a:gd name="connsiteX1" fmla="*/ 4248 w 7783"/>
                  <a:gd name="connsiteY1" fmla="*/ 6160 h 7601"/>
                  <a:gd name="connsiteX2" fmla="*/ 3533 w 7783"/>
                  <a:gd name="connsiteY2" fmla="*/ 1467 h 7601"/>
                </a:gdLst>
                <a:ahLst/>
                <a:cxnLst>
                  <a:cxn ang="0">
                    <a:pos x="connsiteX0" y="connsiteY0"/>
                  </a:cxn>
                  <a:cxn ang="0">
                    <a:pos x="connsiteX1" y="connsiteY1"/>
                  </a:cxn>
                  <a:cxn ang="0">
                    <a:pos x="connsiteX2" y="connsiteY2"/>
                  </a:cxn>
                </a:cxnLst>
                <a:rect l="l" t="t" r="r" b="b"/>
                <a:pathLst>
                  <a:path w="7783" h="7601">
                    <a:moveTo>
                      <a:pt x="3533" y="1467"/>
                    </a:moveTo>
                    <a:cubicBezTo>
                      <a:pt x="-662" y="4188"/>
                      <a:pt x="-1925" y="10406"/>
                      <a:pt x="4248" y="6160"/>
                    </a:cubicBezTo>
                    <a:cubicBezTo>
                      <a:pt x="8408" y="3376"/>
                      <a:pt x="9745" y="-2819"/>
                      <a:pt x="3533" y="14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8" name="Freeform: Shape 387">
                <a:extLst>
                  <a:ext uri="{FF2B5EF4-FFF2-40B4-BE49-F238E27FC236}">
                    <a16:creationId xmlns:a16="http://schemas.microsoft.com/office/drawing/2014/main" id="{2E7B9056-F53E-D625-5AA6-772CFCBF0F5B}"/>
                  </a:ext>
                </a:extLst>
              </p:cNvPr>
              <p:cNvSpPr/>
              <p:nvPr/>
            </p:nvSpPr>
            <p:spPr>
              <a:xfrm>
                <a:off x="6278597" y="5749627"/>
                <a:ext cx="8586" cy="10159"/>
              </a:xfrm>
              <a:custGeom>
                <a:avLst/>
                <a:gdLst>
                  <a:gd name="connsiteX0" fmla="*/ 3930 w 8586"/>
                  <a:gd name="connsiteY0" fmla="*/ 3497 h 10159"/>
                  <a:gd name="connsiteX1" fmla="*/ 16 w 8586"/>
                  <a:gd name="connsiteY1" fmla="*/ 10001 h 10159"/>
                  <a:gd name="connsiteX2" fmla="*/ 3930 w 8586"/>
                  <a:gd name="connsiteY2" fmla="*/ 3497 h 10159"/>
                </a:gdLst>
                <a:ahLst/>
                <a:cxnLst>
                  <a:cxn ang="0">
                    <a:pos x="connsiteX0" y="connsiteY0"/>
                  </a:cxn>
                  <a:cxn ang="0">
                    <a:pos x="connsiteX1" y="connsiteY1"/>
                  </a:cxn>
                  <a:cxn ang="0">
                    <a:pos x="connsiteX2" y="connsiteY2"/>
                  </a:cxn>
                </a:cxnLst>
                <a:rect l="l" t="t" r="r" b="b"/>
                <a:pathLst>
                  <a:path w="8586" h="10159">
                    <a:moveTo>
                      <a:pt x="3930" y="3497"/>
                    </a:moveTo>
                    <a:cubicBezTo>
                      <a:pt x="1570" y="6154"/>
                      <a:pt x="-184" y="9035"/>
                      <a:pt x="16" y="10001"/>
                    </a:cubicBezTo>
                    <a:cubicBezTo>
                      <a:pt x="3165" y="12115"/>
                      <a:pt x="15052" y="-7813"/>
                      <a:pt x="3930" y="349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89" name="Freeform: Shape 388">
                <a:extLst>
                  <a:ext uri="{FF2B5EF4-FFF2-40B4-BE49-F238E27FC236}">
                    <a16:creationId xmlns:a16="http://schemas.microsoft.com/office/drawing/2014/main" id="{5F600F57-7D6B-3B6F-0E16-DF03B8369631}"/>
                  </a:ext>
                </a:extLst>
              </p:cNvPr>
              <p:cNvSpPr/>
              <p:nvPr/>
            </p:nvSpPr>
            <p:spPr>
              <a:xfrm>
                <a:off x="6256921" y="5629655"/>
                <a:ext cx="8101" cy="9219"/>
              </a:xfrm>
              <a:custGeom>
                <a:avLst/>
                <a:gdLst>
                  <a:gd name="connsiteX0" fmla="*/ 3683 w 8101"/>
                  <a:gd name="connsiteY0" fmla="*/ 2443 h 9219"/>
                  <a:gd name="connsiteX1" fmla="*/ 4415 w 8101"/>
                  <a:gd name="connsiteY1" fmla="*/ 6821 h 9219"/>
                  <a:gd name="connsiteX2" fmla="*/ 3683 w 8101"/>
                  <a:gd name="connsiteY2" fmla="*/ 2443 h 9219"/>
                </a:gdLst>
                <a:ahLst/>
                <a:cxnLst>
                  <a:cxn ang="0">
                    <a:pos x="connsiteX0" y="connsiteY0"/>
                  </a:cxn>
                  <a:cxn ang="0">
                    <a:pos x="connsiteX1" y="connsiteY1"/>
                  </a:cxn>
                  <a:cxn ang="0">
                    <a:pos x="connsiteX2" y="connsiteY2"/>
                  </a:cxn>
                </a:cxnLst>
                <a:rect l="l" t="t" r="r" b="b"/>
                <a:pathLst>
                  <a:path w="8101" h="9219">
                    <a:moveTo>
                      <a:pt x="3683" y="2443"/>
                    </a:moveTo>
                    <a:cubicBezTo>
                      <a:pt x="-597" y="6198"/>
                      <a:pt x="-2089" y="12787"/>
                      <a:pt x="4415" y="6821"/>
                    </a:cubicBezTo>
                    <a:cubicBezTo>
                      <a:pt x="8673" y="2998"/>
                      <a:pt x="10216" y="-3598"/>
                      <a:pt x="3683" y="24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0" name="Freeform: Shape 389">
                <a:extLst>
                  <a:ext uri="{FF2B5EF4-FFF2-40B4-BE49-F238E27FC236}">
                    <a16:creationId xmlns:a16="http://schemas.microsoft.com/office/drawing/2014/main" id="{EDE6958D-34C9-E887-4F93-6F0E811285EB}"/>
                  </a:ext>
                </a:extLst>
              </p:cNvPr>
              <p:cNvSpPr/>
              <p:nvPr/>
            </p:nvSpPr>
            <p:spPr>
              <a:xfrm>
                <a:off x="6194361" y="5231510"/>
                <a:ext cx="7173" cy="4131"/>
              </a:xfrm>
              <a:custGeom>
                <a:avLst/>
                <a:gdLst>
                  <a:gd name="connsiteX0" fmla="*/ 3276 w 7173"/>
                  <a:gd name="connsiteY0" fmla="*/ 286 h 4131"/>
                  <a:gd name="connsiteX1" fmla="*/ 3899 w 7173"/>
                  <a:gd name="connsiteY1" fmla="*/ 3852 h 4131"/>
                  <a:gd name="connsiteX2" fmla="*/ 3276 w 7173"/>
                  <a:gd name="connsiteY2" fmla="*/ 286 h 4131"/>
                </a:gdLst>
                <a:ahLst/>
                <a:cxnLst>
                  <a:cxn ang="0">
                    <a:pos x="connsiteX0" y="connsiteY0"/>
                  </a:cxn>
                  <a:cxn ang="0">
                    <a:pos x="connsiteX1" y="connsiteY1"/>
                  </a:cxn>
                  <a:cxn ang="0">
                    <a:pos x="connsiteX2" y="connsiteY2"/>
                  </a:cxn>
                </a:cxnLst>
                <a:rect l="l" t="t" r="r" b="b"/>
                <a:pathLst>
                  <a:path w="7173" h="4131">
                    <a:moveTo>
                      <a:pt x="3276" y="286"/>
                    </a:moveTo>
                    <a:cubicBezTo>
                      <a:pt x="-1330" y="1418"/>
                      <a:pt x="-1039" y="5178"/>
                      <a:pt x="3899" y="3852"/>
                    </a:cubicBezTo>
                    <a:cubicBezTo>
                      <a:pt x="8477" y="2669"/>
                      <a:pt x="8242" y="-1051"/>
                      <a:pt x="3276" y="28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1" name="Freeform: Shape 390">
                <a:extLst>
                  <a:ext uri="{FF2B5EF4-FFF2-40B4-BE49-F238E27FC236}">
                    <a16:creationId xmlns:a16="http://schemas.microsoft.com/office/drawing/2014/main" id="{1B9EB629-BD18-DFB0-93DF-D1A715F284AB}"/>
                  </a:ext>
                </a:extLst>
              </p:cNvPr>
              <p:cNvSpPr/>
              <p:nvPr/>
            </p:nvSpPr>
            <p:spPr>
              <a:xfrm>
                <a:off x="6420965" y="6248632"/>
                <a:ext cx="9272" cy="3737"/>
              </a:xfrm>
              <a:custGeom>
                <a:avLst/>
                <a:gdLst>
                  <a:gd name="connsiteX0" fmla="*/ 4243 w 9272"/>
                  <a:gd name="connsiteY0" fmla="*/ 58 h 3737"/>
                  <a:gd name="connsiteX1" fmla="*/ 9272 w 9272"/>
                  <a:gd name="connsiteY1" fmla="*/ 1452 h 3737"/>
                  <a:gd name="connsiteX2" fmla="*/ 4243 w 9272"/>
                  <a:gd name="connsiteY2" fmla="*/ 58 h 3737"/>
                </a:gdLst>
                <a:ahLst/>
                <a:cxnLst>
                  <a:cxn ang="0">
                    <a:pos x="connsiteX0" y="connsiteY0"/>
                  </a:cxn>
                  <a:cxn ang="0">
                    <a:pos x="connsiteX1" y="connsiteY1"/>
                  </a:cxn>
                  <a:cxn ang="0">
                    <a:pos x="connsiteX2" y="connsiteY2"/>
                  </a:cxn>
                </a:cxnLst>
                <a:rect l="l" t="t" r="r" b="b"/>
                <a:pathLst>
                  <a:path w="9272" h="3737">
                    <a:moveTo>
                      <a:pt x="4243" y="58"/>
                    </a:moveTo>
                    <a:cubicBezTo>
                      <a:pt x="-7427" y="2309"/>
                      <a:pt x="8604" y="6276"/>
                      <a:pt x="9272" y="1452"/>
                    </a:cubicBezTo>
                    <a:cubicBezTo>
                      <a:pt x="9032" y="429"/>
                      <a:pt x="6781" y="-200"/>
                      <a:pt x="4243" y="5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2" name="Freeform: Shape 391">
                <a:extLst>
                  <a:ext uri="{FF2B5EF4-FFF2-40B4-BE49-F238E27FC236}">
                    <a16:creationId xmlns:a16="http://schemas.microsoft.com/office/drawing/2014/main" id="{E1E48A25-48F8-54AF-7DD9-3CFC2E4FCACF}"/>
                  </a:ext>
                </a:extLst>
              </p:cNvPr>
              <p:cNvSpPr/>
              <p:nvPr/>
            </p:nvSpPr>
            <p:spPr>
              <a:xfrm>
                <a:off x="6214018" y="5353095"/>
                <a:ext cx="7454" cy="5796"/>
              </a:xfrm>
              <a:custGeom>
                <a:avLst/>
                <a:gdLst>
                  <a:gd name="connsiteX0" fmla="*/ 3387 w 7454"/>
                  <a:gd name="connsiteY0" fmla="*/ 694 h 5796"/>
                  <a:gd name="connsiteX1" fmla="*/ 4067 w 7454"/>
                  <a:gd name="connsiteY1" fmla="*/ 5111 h 5796"/>
                  <a:gd name="connsiteX2" fmla="*/ 3387 w 7454"/>
                  <a:gd name="connsiteY2" fmla="*/ 694 h 5796"/>
                </a:gdLst>
                <a:ahLst/>
                <a:cxnLst>
                  <a:cxn ang="0">
                    <a:pos x="connsiteX0" y="connsiteY0"/>
                  </a:cxn>
                  <a:cxn ang="0">
                    <a:pos x="connsiteX1" y="connsiteY1"/>
                  </a:cxn>
                  <a:cxn ang="0">
                    <a:pos x="connsiteX2" y="connsiteY2"/>
                  </a:cxn>
                </a:cxnLst>
                <a:rect l="l" t="t" r="r" b="b"/>
                <a:pathLst>
                  <a:path w="7454" h="5796">
                    <a:moveTo>
                      <a:pt x="3387" y="694"/>
                    </a:moveTo>
                    <a:cubicBezTo>
                      <a:pt x="-962" y="2517"/>
                      <a:pt x="-1522" y="7632"/>
                      <a:pt x="4067" y="5111"/>
                    </a:cubicBezTo>
                    <a:cubicBezTo>
                      <a:pt x="8382" y="3231"/>
                      <a:pt x="9011" y="-1838"/>
                      <a:pt x="3387" y="6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3" name="Freeform: Shape 392">
                <a:extLst>
                  <a:ext uri="{FF2B5EF4-FFF2-40B4-BE49-F238E27FC236}">
                    <a16:creationId xmlns:a16="http://schemas.microsoft.com/office/drawing/2014/main" id="{284807EB-07EA-85E4-0E29-2D001F8AA62A}"/>
                  </a:ext>
                </a:extLst>
              </p:cNvPr>
              <p:cNvSpPr/>
              <p:nvPr/>
            </p:nvSpPr>
            <p:spPr>
              <a:xfrm>
                <a:off x="6300336" y="5830376"/>
                <a:ext cx="8831" cy="10001"/>
              </a:xfrm>
              <a:custGeom>
                <a:avLst/>
                <a:gdLst>
                  <a:gd name="connsiteX0" fmla="*/ 4006 w 8831"/>
                  <a:gd name="connsiteY0" fmla="*/ 4222 h 10001"/>
                  <a:gd name="connsiteX1" fmla="*/ 17 w 8831"/>
                  <a:gd name="connsiteY1" fmla="*/ 9994 h 10001"/>
                  <a:gd name="connsiteX2" fmla="*/ 4006 w 8831"/>
                  <a:gd name="connsiteY2" fmla="*/ 4222 h 10001"/>
                </a:gdLst>
                <a:ahLst/>
                <a:cxnLst>
                  <a:cxn ang="0">
                    <a:pos x="connsiteX0" y="connsiteY0"/>
                  </a:cxn>
                  <a:cxn ang="0">
                    <a:pos x="connsiteX1" y="connsiteY1"/>
                  </a:cxn>
                  <a:cxn ang="0">
                    <a:pos x="connsiteX2" y="connsiteY2"/>
                  </a:cxn>
                </a:cxnLst>
                <a:rect l="l" t="t" r="r" b="b"/>
                <a:pathLst>
                  <a:path w="8831" h="10001">
                    <a:moveTo>
                      <a:pt x="4006" y="4222"/>
                    </a:moveTo>
                    <a:cubicBezTo>
                      <a:pt x="1588" y="6936"/>
                      <a:pt x="-194" y="9479"/>
                      <a:pt x="17" y="9994"/>
                    </a:cubicBezTo>
                    <a:cubicBezTo>
                      <a:pt x="2811" y="10422"/>
                      <a:pt x="15705" y="-8066"/>
                      <a:pt x="4006" y="42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4" name="Freeform: Shape 393">
                <a:extLst>
                  <a:ext uri="{FF2B5EF4-FFF2-40B4-BE49-F238E27FC236}">
                    <a16:creationId xmlns:a16="http://schemas.microsoft.com/office/drawing/2014/main" id="{DA7BDA87-27E7-79B5-5D1C-1A0340B47289}"/>
                  </a:ext>
                </a:extLst>
              </p:cNvPr>
              <p:cNvSpPr/>
              <p:nvPr/>
            </p:nvSpPr>
            <p:spPr>
              <a:xfrm>
                <a:off x="6369266" y="6043889"/>
                <a:ext cx="9026" cy="7694"/>
              </a:xfrm>
              <a:custGeom>
                <a:avLst/>
                <a:gdLst>
                  <a:gd name="connsiteX0" fmla="*/ 4067 w 9026"/>
                  <a:gd name="connsiteY0" fmla="*/ 2849 h 7694"/>
                  <a:gd name="connsiteX1" fmla="*/ 21 w 9026"/>
                  <a:gd name="connsiteY1" fmla="*/ 7599 h 7694"/>
                  <a:gd name="connsiteX2" fmla="*/ 4067 w 9026"/>
                  <a:gd name="connsiteY2" fmla="*/ 2849 h 7694"/>
                </a:gdLst>
                <a:ahLst/>
                <a:cxnLst>
                  <a:cxn ang="0">
                    <a:pos x="connsiteX0" y="connsiteY0"/>
                  </a:cxn>
                  <a:cxn ang="0">
                    <a:pos x="connsiteX1" y="connsiteY1"/>
                  </a:cxn>
                  <a:cxn ang="0">
                    <a:pos x="connsiteX2" y="connsiteY2"/>
                  </a:cxn>
                </a:cxnLst>
                <a:rect l="l" t="t" r="r" b="b"/>
                <a:pathLst>
                  <a:path w="9026" h="7694">
                    <a:moveTo>
                      <a:pt x="4067" y="2849"/>
                    </a:moveTo>
                    <a:cubicBezTo>
                      <a:pt x="1593" y="4890"/>
                      <a:pt x="-219" y="6987"/>
                      <a:pt x="21" y="7599"/>
                    </a:cubicBezTo>
                    <a:cubicBezTo>
                      <a:pt x="2919" y="9021"/>
                      <a:pt x="16052" y="-6100"/>
                      <a:pt x="4067" y="28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5" name="Freeform: Shape 394">
                <a:extLst>
                  <a:ext uri="{FF2B5EF4-FFF2-40B4-BE49-F238E27FC236}">
                    <a16:creationId xmlns:a16="http://schemas.microsoft.com/office/drawing/2014/main" id="{E54C3583-07D9-5747-3F23-D84BC14EA007}"/>
                  </a:ext>
                </a:extLst>
              </p:cNvPr>
              <p:cNvSpPr/>
              <p:nvPr/>
            </p:nvSpPr>
            <p:spPr>
              <a:xfrm>
                <a:off x="6395527" y="6116901"/>
                <a:ext cx="9162" cy="7189"/>
              </a:xfrm>
              <a:custGeom>
                <a:avLst/>
                <a:gdLst>
                  <a:gd name="connsiteX0" fmla="*/ 4163 w 9162"/>
                  <a:gd name="connsiteY0" fmla="*/ 1715 h 7189"/>
                  <a:gd name="connsiteX1" fmla="*/ 20 w 9162"/>
                  <a:gd name="connsiteY1" fmla="*/ 6618 h 7189"/>
                  <a:gd name="connsiteX2" fmla="*/ 4163 w 9162"/>
                  <a:gd name="connsiteY2" fmla="*/ 1715 h 7189"/>
                </a:gdLst>
                <a:ahLst/>
                <a:cxnLst>
                  <a:cxn ang="0">
                    <a:pos x="connsiteX0" y="connsiteY0"/>
                  </a:cxn>
                  <a:cxn ang="0">
                    <a:pos x="connsiteX1" y="connsiteY1"/>
                  </a:cxn>
                  <a:cxn ang="0">
                    <a:pos x="connsiteX2" y="connsiteY2"/>
                  </a:cxn>
                </a:cxnLst>
                <a:rect l="l" t="t" r="r" b="b"/>
                <a:pathLst>
                  <a:path w="9162" h="7189">
                    <a:moveTo>
                      <a:pt x="4163" y="1715"/>
                    </a:moveTo>
                    <a:cubicBezTo>
                      <a:pt x="1643" y="3400"/>
                      <a:pt x="-214" y="5566"/>
                      <a:pt x="20" y="6618"/>
                    </a:cubicBezTo>
                    <a:cubicBezTo>
                      <a:pt x="3260" y="10259"/>
                      <a:pt x="16136" y="-4960"/>
                      <a:pt x="4163" y="171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6" name="Freeform: Shape 395">
                <a:extLst>
                  <a:ext uri="{FF2B5EF4-FFF2-40B4-BE49-F238E27FC236}">
                    <a16:creationId xmlns:a16="http://schemas.microsoft.com/office/drawing/2014/main" id="{6385FB8D-6BCA-060A-C633-8794438363BA}"/>
                  </a:ext>
                </a:extLst>
              </p:cNvPr>
              <p:cNvSpPr/>
              <p:nvPr/>
            </p:nvSpPr>
            <p:spPr>
              <a:xfrm>
                <a:off x="6345067" y="5971227"/>
                <a:ext cx="8636" cy="8316"/>
              </a:xfrm>
              <a:custGeom>
                <a:avLst/>
                <a:gdLst>
                  <a:gd name="connsiteX0" fmla="*/ 3937 w 8636"/>
                  <a:gd name="connsiteY0" fmla="*/ 2947 h 8316"/>
                  <a:gd name="connsiteX1" fmla="*/ 4697 w 8636"/>
                  <a:gd name="connsiteY1" fmla="*/ 5445 h 8316"/>
                  <a:gd name="connsiteX2" fmla="*/ 3937 w 8636"/>
                  <a:gd name="connsiteY2" fmla="*/ 2947 h 8316"/>
                </a:gdLst>
                <a:ahLst/>
                <a:cxnLst>
                  <a:cxn ang="0">
                    <a:pos x="connsiteX0" y="connsiteY0"/>
                  </a:cxn>
                  <a:cxn ang="0">
                    <a:pos x="connsiteX1" y="connsiteY1"/>
                  </a:cxn>
                  <a:cxn ang="0">
                    <a:pos x="connsiteX2" y="connsiteY2"/>
                  </a:cxn>
                </a:cxnLst>
                <a:rect l="l" t="t" r="r" b="b"/>
                <a:pathLst>
                  <a:path w="8636" h="8316">
                    <a:moveTo>
                      <a:pt x="3937" y="2947"/>
                    </a:moveTo>
                    <a:cubicBezTo>
                      <a:pt x="-1224" y="7445"/>
                      <a:pt x="-1652" y="11074"/>
                      <a:pt x="4697" y="5445"/>
                    </a:cubicBezTo>
                    <a:cubicBezTo>
                      <a:pt x="9841" y="907"/>
                      <a:pt x="10309" y="-2830"/>
                      <a:pt x="3937" y="29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7" name="Freeform: Shape 396">
                <a:extLst>
                  <a:ext uri="{FF2B5EF4-FFF2-40B4-BE49-F238E27FC236}">
                    <a16:creationId xmlns:a16="http://schemas.microsoft.com/office/drawing/2014/main" id="{D5EA2570-061B-329F-2099-6965912153C9}"/>
                  </a:ext>
                </a:extLst>
              </p:cNvPr>
              <p:cNvSpPr/>
              <p:nvPr/>
            </p:nvSpPr>
            <p:spPr>
              <a:xfrm>
                <a:off x="6322637" y="5895726"/>
                <a:ext cx="8894" cy="9448"/>
              </a:xfrm>
              <a:custGeom>
                <a:avLst/>
                <a:gdLst>
                  <a:gd name="connsiteX0" fmla="*/ 4067 w 8894"/>
                  <a:gd name="connsiteY0" fmla="*/ 3685 h 9448"/>
                  <a:gd name="connsiteX1" fmla="*/ 15 w 8894"/>
                  <a:gd name="connsiteY1" fmla="*/ 9400 h 9448"/>
                  <a:gd name="connsiteX2" fmla="*/ 4067 w 8894"/>
                  <a:gd name="connsiteY2" fmla="*/ 3685 h 9448"/>
                </a:gdLst>
                <a:ahLst/>
                <a:cxnLst>
                  <a:cxn ang="0">
                    <a:pos x="connsiteX0" y="connsiteY0"/>
                  </a:cxn>
                  <a:cxn ang="0">
                    <a:pos x="connsiteX1" y="connsiteY1"/>
                  </a:cxn>
                  <a:cxn ang="0">
                    <a:pos x="connsiteX2" y="connsiteY2"/>
                  </a:cxn>
                </a:cxnLst>
                <a:rect l="l" t="t" r="r" b="b"/>
                <a:pathLst>
                  <a:path w="8894" h="9448">
                    <a:moveTo>
                      <a:pt x="4067" y="3685"/>
                    </a:moveTo>
                    <a:cubicBezTo>
                      <a:pt x="1627" y="6223"/>
                      <a:pt x="-185" y="8749"/>
                      <a:pt x="15" y="9400"/>
                    </a:cubicBezTo>
                    <a:cubicBezTo>
                      <a:pt x="2930" y="10497"/>
                      <a:pt x="15748" y="-7517"/>
                      <a:pt x="4067" y="36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8" name="Freeform: Shape 397">
                <a:extLst>
                  <a:ext uri="{FF2B5EF4-FFF2-40B4-BE49-F238E27FC236}">
                    <a16:creationId xmlns:a16="http://schemas.microsoft.com/office/drawing/2014/main" id="{162D9C91-92A8-6258-644B-84F28FFFDF93}"/>
                  </a:ext>
                </a:extLst>
              </p:cNvPr>
              <p:cNvSpPr/>
              <p:nvPr/>
            </p:nvSpPr>
            <p:spPr>
              <a:xfrm>
                <a:off x="6909270" y="7526460"/>
                <a:ext cx="12954" cy="5100"/>
              </a:xfrm>
              <a:custGeom>
                <a:avLst/>
                <a:gdLst>
                  <a:gd name="connsiteX0" fmla="*/ 5411 w 12954"/>
                  <a:gd name="connsiteY0" fmla="*/ 0 h 5100"/>
                  <a:gd name="connsiteX1" fmla="*/ 12955 w 12954"/>
                  <a:gd name="connsiteY1" fmla="*/ 2440 h 5100"/>
                  <a:gd name="connsiteX2" fmla="*/ 5411 w 12954"/>
                  <a:gd name="connsiteY2" fmla="*/ 0 h 5100"/>
                </a:gdLst>
                <a:ahLst/>
                <a:cxnLst>
                  <a:cxn ang="0">
                    <a:pos x="connsiteX0" y="connsiteY0"/>
                  </a:cxn>
                  <a:cxn ang="0">
                    <a:pos x="connsiteX1" y="connsiteY1"/>
                  </a:cxn>
                  <a:cxn ang="0">
                    <a:pos x="connsiteX2" y="connsiteY2"/>
                  </a:cxn>
                </a:cxnLst>
                <a:rect l="l" t="t" r="r" b="b"/>
                <a:pathLst>
                  <a:path w="12954" h="5100">
                    <a:moveTo>
                      <a:pt x="5411" y="0"/>
                    </a:moveTo>
                    <a:cubicBezTo>
                      <a:pt x="-9585" y="1012"/>
                      <a:pt x="11155" y="9224"/>
                      <a:pt x="12955" y="2440"/>
                    </a:cubicBezTo>
                    <a:cubicBezTo>
                      <a:pt x="11795" y="497"/>
                      <a:pt x="7897" y="52"/>
                      <a:pt x="541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399" name="Freeform: Shape 398">
                <a:extLst>
                  <a:ext uri="{FF2B5EF4-FFF2-40B4-BE49-F238E27FC236}">
                    <a16:creationId xmlns:a16="http://schemas.microsoft.com/office/drawing/2014/main" id="{C21D56DB-4033-C20F-135D-0EFDD3CC173B}"/>
                  </a:ext>
                </a:extLst>
              </p:cNvPr>
              <p:cNvSpPr/>
              <p:nvPr/>
            </p:nvSpPr>
            <p:spPr>
              <a:xfrm>
                <a:off x="5981564" y="5172274"/>
                <a:ext cx="6361" cy="3250"/>
              </a:xfrm>
              <a:custGeom>
                <a:avLst/>
                <a:gdLst>
                  <a:gd name="connsiteX0" fmla="*/ 2961 w 6361"/>
                  <a:gd name="connsiteY0" fmla="*/ 669 h 3250"/>
                  <a:gd name="connsiteX1" fmla="*/ 3401 w 6361"/>
                  <a:gd name="connsiteY1" fmla="*/ 2561 h 3250"/>
                  <a:gd name="connsiteX2" fmla="*/ 2961 w 6361"/>
                  <a:gd name="connsiteY2" fmla="*/ 669 h 3250"/>
                </a:gdLst>
                <a:ahLst/>
                <a:cxnLst>
                  <a:cxn ang="0">
                    <a:pos x="connsiteX0" y="connsiteY0"/>
                  </a:cxn>
                  <a:cxn ang="0">
                    <a:pos x="connsiteX1" y="connsiteY1"/>
                  </a:cxn>
                  <a:cxn ang="0">
                    <a:pos x="connsiteX2" y="connsiteY2"/>
                  </a:cxn>
                </a:cxnLst>
                <a:rect l="l" t="t" r="r" b="b"/>
                <a:pathLst>
                  <a:path w="6361" h="3250">
                    <a:moveTo>
                      <a:pt x="2961" y="669"/>
                    </a:moveTo>
                    <a:cubicBezTo>
                      <a:pt x="-1160" y="1932"/>
                      <a:pt x="-948" y="4475"/>
                      <a:pt x="3401" y="2561"/>
                    </a:cubicBezTo>
                    <a:cubicBezTo>
                      <a:pt x="7533" y="1309"/>
                      <a:pt x="7298" y="-1200"/>
                      <a:pt x="2961" y="66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0" name="Freeform: Shape 399">
                <a:extLst>
                  <a:ext uri="{FF2B5EF4-FFF2-40B4-BE49-F238E27FC236}">
                    <a16:creationId xmlns:a16="http://schemas.microsoft.com/office/drawing/2014/main" id="{49D94B3F-1EAD-0740-E0B2-0FE33AE00983}"/>
                  </a:ext>
                </a:extLst>
              </p:cNvPr>
              <p:cNvSpPr/>
              <p:nvPr/>
            </p:nvSpPr>
            <p:spPr>
              <a:xfrm>
                <a:off x="6358136" y="6880127"/>
                <a:ext cx="10889" cy="3619"/>
              </a:xfrm>
              <a:custGeom>
                <a:avLst/>
                <a:gdLst>
                  <a:gd name="connsiteX0" fmla="*/ 4904 w 10889"/>
                  <a:gd name="connsiteY0" fmla="*/ 7 h 3619"/>
                  <a:gd name="connsiteX1" fmla="*/ 5984 w 10889"/>
                  <a:gd name="connsiteY1" fmla="*/ 3613 h 3619"/>
                  <a:gd name="connsiteX2" fmla="*/ 4904 w 10889"/>
                  <a:gd name="connsiteY2" fmla="*/ 7 h 3619"/>
                </a:gdLst>
                <a:ahLst/>
                <a:cxnLst>
                  <a:cxn ang="0">
                    <a:pos x="connsiteX0" y="connsiteY0"/>
                  </a:cxn>
                  <a:cxn ang="0">
                    <a:pos x="connsiteX1" y="connsiteY1"/>
                  </a:cxn>
                  <a:cxn ang="0">
                    <a:pos x="connsiteX2" y="connsiteY2"/>
                  </a:cxn>
                </a:cxnLst>
                <a:rect l="l" t="t" r="r" b="b"/>
                <a:pathLst>
                  <a:path w="10889" h="3619">
                    <a:moveTo>
                      <a:pt x="4904" y="7"/>
                    </a:moveTo>
                    <a:cubicBezTo>
                      <a:pt x="-2954" y="120"/>
                      <a:pt x="-456" y="3801"/>
                      <a:pt x="5984" y="3613"/>
                    </a:cubicBezTo>
                    <a:cubicBezTo>
                      <a:pt x="13848" y="3504"/>
                      <a:pt x="11339" y="-177"/>
                      <a:pt x="4904"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1" name="Freeform: Shape 400">
                <a:extLst>
                  <a:ext uri="{FF2B5EF4-FFF2-40B4-BE49-F238E27FC236}">
                    <a16:creationId xmlns:a16="http://schemas.microsoft.com/office/drawing/2014/main" id="{6910847F-D99B-EADA-E2E0-BA2A5BD57A0F}"/>
                  </a:ext>
                </a:extLst>
              </p:cNvPr>
              <p:cNvSpPr/>
              <p:nvPr/>
            </p:nvSpPr>
            <p:spPr>
              <a:xfrm>
                <a:off x="6296504" y="6672941"/>
                <a:ext cx="10592" cy="3171"/>
              </a:xfrm>
              <a:custGeom>
                <a:avLst/>
                <a:gdLst>
                  <a:gd name="connsiteX0" fmla="*/ 4872 w 10592"/>
                  <a:gd name="connsiteY0" fmla="*/ 2 h 3171"/>
                  <a:gd name="connsiteX1" fmla="*/ 10592 w 10592"/>
                  <a:gd name="connsiteY1" fmla="*/ 1504 h 3171"/>
                  <a:gd name="connsiteX2" fmla="*/ 4872 w 10592"/>
                  <a:gd name="connsiteY2" fmla="*/ 2 h 3171"/>
                </a:gdLst>
                <a:ahLst/>
                <a:cxnLst>
                  <a:cxn ang="0">
                    <a:pos x="connsiteX0" y="connsiteY0"/>
                  </a:cxn>
                  <a:cxn ang="0">
                    <a:pos x="connsiteX1" y="connsiteY1"/>
                  </a:cxn>
                  <a:cxn ang="0">
                    <a:pos x="connsiteX2" y="connsiteY2"/>
                  </a:cxn>
                </a:cxnLst>
                <a:rect l="l" t="t" r="r" b="b"/>
                <a:pathLst>
                  <a:path w="10592" h="3171">
                    <a:moveTo>
                      <a:pt x="4872" y="2"/>
                    </a:moveTo>
                    <a:cubicBezTo>
                      <a:pt x="-8433" y="1179"/>
                      <a:pt x="9627" y="5516"/>
                      <a:pt x="10592" y="1504"/>
                    </a:cubicBezTo>
                    <a:cubicBezTo>
                      <a:pt x="10329" y="636"/>
                      <a:pt x="7769" y="-38"/>
                      <a:pt x="4872"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2" name="Freeform: Shape 401">
                <a:extLst>
                  <a:ext uri="{FF2B5EF4-FFF2-40B4-BE49-F238E27FC236}">
                    <a16:creationId xmlns:a16="http://schemas.microsoft.com/office/drawing/2014/main" id="{93500017-BF8C-8F60-DAD6-FC3E446EEEC9}"/>
                  </a:ext>
                </a:extLst>
              </p:cNvPr>
              <p:cNvSpPr/>
              <p:nvPr/>
            </p:nvSpPr>
            <p:spPr>
              <a:xfrm>
                <a:off x="6217207" y="6419091"/>
                <a:ext cx="9401" cy="3340"/>
              </a:xfrm>
              <a:custGeom>
                <a:avLst/>
                <a:gdLst>
                  <a:gd name="connsiteX0" fmla="*/ 4296 w 9401"/>
                  <a:gd name="connsiteY0" fmla="*/ 363 h 3340"/>
                  <a:gd name="connsiteX1" fmla="*/ 5107 w 9401"/>
                  <a:gd name="connsiteY1" fmla="*/ 2968 h 3340"/>
                  <a:gd name="connsiteX2" fmla="*/ 4296 w 9401"/>
                  <a:gd name="connsiteY2" fmla="*/ 363 h 3340"/>
                </a:gdLst>
                <a:ahLst/>
                <a:cxnLst>
                  <a:cxn ang="0">
                    <a:pos x="connsiteX0" y="connsiteY0"/>
                  </a:cxn>
                  <a:cxn ang="0">
                    <a:pos x="connsiteX1" y="connsiteY1"/>
                  </a:cxn>
                  <a:cxn ang="0">
                    <a:pos x="connsiteX2" y="connsiteY2"/>
                  </a:cxn>
                </a:cxnLst>
                <a:rect l="l" t="t" r="r" b="b"/>
                <a:pathLst>
                  <a:path w="9401" h="3340">
                    <a:moveTo>
                      <a:pt x="4296" y="363"/>
                    </a:moveTo>
                    <a:cubicBezTo>
                      <a:pt x="-2111" y="1706"/>
                      <a:pt x="-945" y="4306"/>
                      <a:pt x="5107" y="2968"/>
                    </a:cubicBezTo>
                    <a:cubicBezTo>
                      <a:pt x="11531" y="1654"/>
                      <a:pt x="10325" y="-958"/>
                      <a:pt x="4296" y="3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3" name="Freeform: Shape 402">
                <a:extLst>
                  <a:ext uri="{FF2B5EF4-FFF2-40B4-BE49-F238E27FC236}">
                    <a16:creationId xmlns:a16="http://schemas.microsoft.com/office/drawing/2014/main" id="{5FEECF6E-8636-F8B5-A62F-C047FCB0A135}"/>
                  </a:ext>
                </a:extLst>
              </p:cNvPr>
              <p:cNvSpPr/>
              <p:nvPr/>
            </p:nvSpPr>
            <p:spPr>
              <a:xfrm>
                <a:off x="6242022" y="6499016"/>
                <a:ext cx="10004" cy="2952"/>
              </a:xfrm>
              <a:custGeom>
                <a:avLst/>
                <a:gdLst>
                  <a:gd name="connsiteX0" fmla="*/ 4627 w 10004"/>
                  <a:gd name="connsiteY0" fmla="*/ 167 h 2952"/>
                  <a:gd name="connsiteX1" fmla="*/ 10005 w 10004"/>
                  <a:gd name="connsiteY1" fmla="*/ 825 h 2952"/>
                  <a:gd name="connsiteX2" fmla="*/ 4627 w 10004"/>
                  <a:gd name="connsiteY2" fmla="*/ 167 h 2952"/>
                </a:gdLst>
                <a:ahLst/>
                <a:cxnLst>
                  <a:cxn ang="0">
                    <a:pos x="connsiteX0" y="connsiteY0"/>
                  </a:cxn>
                  <a:cxn ang="0">
                    <a:pos x="connsiteX1" y="connsiteY1"/>
                  </a:cxn>
                  <a:cxn ang="0">
                    <a:pos x="connsiteX2" y="connsiteY2"/>
                  </a:cxn>
                </a:cxnLst>
                <a:rect l="l" t="t" r="r" b="b"/>
                <a:pathLst>
                  <a:path w="10004" h="2952">
                    <a:moveTo>
                      <a:pt x="4627" y="167"/>
                    </a:moveTo>
                    <a:cubicBezTo>
                      <a:pt x="-8038" y="2905"/>
                      <a:pt x="9227" y="4454"/>
                      <a:pt x="10005" y="825"/>
                    </a:cubicBezTo>
                    <a:cubicBezTo>
                      <a:pt x="9770" y="82"/>
                      <a:pt x="7364" y="-216"/>
                      <a:pt x="4627" y="1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4" name="Freeform: Shape 403">
                <a:extLst>
                  <a:ext uri="{FF2B5EF4-FFF2-40B4-BE49-F238E27FC236}">
                    <a16:creationId xmlns:a16="http://schemas.microsoft.com/office/drawing/2014/main" id="{477EEB51-0AED-1259-D251-4D2FB13537CA}"/>
                  </a:ext>
                </a:extLst>
              </p:cNvPr>
              <p:cNvSpPr/>
              <p:nvPr/>
            </p:nvSpPr>
            <p:spPr>
              <a:xfrm>
                <a:off x="6268692" y="6582613"/>
                <a:ext cx="9956" cy="2991"/>
              </a:xfrm>
              <a:custGeom>
                <a:avLst/>
                <a:gdLst>
                  <a:gd name="connsiteX0" fmla="*/ 4526 w 9956"/>
                  <a:gd name="connsiteY0" fmla="*/ 66 h 2991"/>
                  <a:gd name="connsiteX1" fmla="*/ 5429 w 9956"/>
                  <a:gd name="connsiteY1" fmla="*/ 2924 h 2991"/>
                  <a:gd name="connsiteX2" fmla="*/ 4526 w 9956"/>
                  <a:gd name="connsiteY2" fmla="*/ 66 h 2991"/>
                </a:gdLst>
                <a:ahLst/>
                <a:cxnLst>
                  <a:cxn ang="0">
                    <a:pos x="connsiteX0" y="connsiteY0"/>
                  </a:cxn>
                  <a:cxn ang="0">
                    <a:pos x="connsiteX1" y="connsiteY1"/>
                  </a:cxn>
                  <a:cxn ang="0">
                    <a:pos x="connsiteX2" y="connsiteY2"/>
                  </a:cxn>
                </a:cxnLst>
                <a:rect l="l" t="t" r="r" b="b"/>
                <a:pathLst>
                  <a:path w="9956" h="2991">
                    <a:moveTo>
                      <a:pt x="4526" y="66"/>
                    </a:moveTo>
                    <a:cubicBezTo>
                      <a:pt x="-2526" y="615"/>
                      <a:pt x="-646" y="3461"/>
                      <a:pt x="5429" y="2924"/>
                    </a:cubicBezTo>
                    <a:cubicBezTo>
                      <a:pt x="12498" y="2410"/>
                      <a:pt x="10584" y="-471"/>
                      <a:pt x="4526" y="6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5" name="Freeform: Shape 404">
                <a:extLst>
                  <a:ext uri="{FF2B5EF4-FFF2-40B4-BE49-F238E27FC236}">
                    <a16:creationId xmlns:a16="http://schemas.microsoft.com/office/drawing/2014/main" id="{78F7CC19-F729-BFA6-CB48-B8C0A8A33462}"/>
                  </a:ext>
                </a:extLst>
              </p:cNvPr>
              <p:cNvSpPr/>
              <p:nvPr/>
            </p:nvSpPr>
            <p:spPr>
              <a:xfrm>
                <a:off x="6326514" y="6772956"/>
                <a:ext cx="10567" cy="3512"/>
              </a:xfrm>
              <a:custGeom>
                <a:avLst/>
                <a:gdLst>
                  <a:gd name="connsiteX0" fmla="*/ 4774 w 10567"/>
                  <a:gd name="connsiteY0" fmla="*/ 5 h 3512"/>
                  <a:gd name="connsiteX1" fmla="*/ 5791 w 10567"/>
                  <a:gd name="connsiteY1" fmla="*/ 3508 h 3512"/>
                  <a:gd name="connsiteX2" fmla="*/ 4774 w 10567"/>
                  <a:gd name="connsiteY2" fmla="*/ 5 h 3512"/>
                </a:gdLst>
                <a:ahLst/>
                <a:cxnLst>
                  <a:cxn ang="0">
                    <a:pos x="connsiteX0" y="connsiteY0"/>
                  </a:cxn>
                  <a:cxn ang="0">
                    <a:pos x="connsiteX1" y="connsiteY1"/>
                  </a:cxn>
                  <a:cxn ang="0">
                    <a:pos x="connsiteX2" y="connsiteY2"/>
                  </a:cxn>
                </a:cxnLst>
                <a:rect l="l" t="t" r="r" b="b"/>
                <a:pathLst>
                  <a:path w="10567" h="3512">
                    <a:moveTo>
                      <a:pt x="4774" y="5"/>
                    </a:moveTo>
                    <a:cubicBezTo>
                      <a:pt x="-2850" y="73"/>
                      <a:pt x="-467" y="3657"/>
                      <a:pt x="5791" y="3508"/>
                    </a:cubicBezTo>
                    <a:cubicBezTo>
                      <a:pt x="13426" y="3433"/>
                      <a:pt x="11026" y="-144"/>
                      <a:pt x="4774" y="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6" name="Freeform: Shape 405">
                <a:extLst>
                  <a:ext uri="{FF2B5EF4-FFF2-40B4-BE49-F238E27FC236}">
                    <a16:creationId xmlns:a16="http://schemas.microsoft.com/office/drawing/2014/main" id="{461C8852-3008-7909-0571-F49E564BBEAE}"/>
                  </a:ext>
                </a:extLst>
              </p:cNvPr>
              <p:cNvSpPr/>
              <p:nvPr/>
            </p:nvSpPr>
            <p:spPr>
              <a:xfrm>
                <a:off x="6391619" y="6992787"/>
                <a:ext cx="11241" cy="3854"/>
              </a:xfrm>
              <a:custGeom>
                <a:avLst/>
                <a:gdLst>
                  <a:gd name="connsiteX0" fmla="*/ 5048 w 11241"/>
                  <a:gd name="connsiteY0" fmla="*/ 7 h 3854"/>
                  <a:gd name="connsiteX1" fmla="*/ 6197 w 11241"/>
                  <a:gd name="connsiteY1" fmla="*/ 3847 h 3854"/>
                  <a:gd name="connsiteX2" fmla="*/ 5048 w 11241"/>
                  <a:gd name="connsiteY2" fmla="*/ 7 h 3854"/>
                </a:gdLst>
                <a:ahLst/>
                <a:cxnLst>
                  <a:cxn ang="0">
                    <a:pos x="connsiteX0" y="connsiteY0"/>
                  </a:cxn>
                  <a:cxn ang="0">
                    <a:pos x="connsiteX1" y="connsiteY1"/>
                  </a:cxn>
                  <a:cxn ang="0">
                    <a:pos x="connsiteX2" y="connsiteY2"/>
                  </a:cxn>
                </a:cxnLst>
                <a:rect l="l" t="t" r="r" b="b"/>
                <a:pathLst>
                  <a:path w="11241" h="3854">
                    <a:moveTo>
                      <a:pt x="5048" y="7"/>
                    </a:moveTo>
                    <a:cubicBezTo>
                      <a:pt x="-3073" y="127"/>
                      <a:pt x="-438" y="4041"/>
                      <a:pt x="6197" y="3847"/>
                    </a:cubicBezTo>
                    <a:cubicBezTo>
                      <a:pt x="14318" y="3727"/>
                      <a:pt x="11672" y="-188"/>
                      <a:pt x="5048"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7" name="Freeform: Shape 406">
                <a:extLst>
                  <a:ext uri="{FF2B5EF4-FFF2-40B4-BE49-F238E27FC236}">
                    <a16:creationId xmlns:a16="http://schemas.microsoft.com/office/drawing/2014/main" id="{AECDEE7A-BEB9-C2B7-E887-B5F69CB6F6EF}"/>
                  </a:ext>
                </a:extLst>
              </p:cNvPr>
              <p:cNvSpPr/>
              <p:nvPr/>
            </p:nvSpPr>
            <p:spPr>
              <a:xfrm>
                <a:off x="5994961" y="5259552"/>
                <a:ext cx="7119" cy="4635"/>
              </a:xfrm>
              <a:custGeom>
                <a:avLst/>
                <a:gdLst>
                  <a:gd name="connsiteX0" fmla="*/ 3325 w 7119"/>
                  <a:gd name="connsiteY0" fmla="*/ 419 h 4635"/>
                  <a:gd name="connsiteX1" fmla="*/ 3794 w 7119"/>
                  <a:gd name="connsiteY1" fmla="*/ 4209 h 4635"/>
                  <a:gd name="connsiteX2" fmla="*/ 3325 w 7119"/>
                  <a:gd name="connsiteY2" fmla="*/ 419 h 4635"/>
                </a:gdLst>
                <a:ahLst/>
                <a:cxnLst>
                  <a:cxn ang="0">
                    <a:pos x="connsiteX0" y="connsiteY0"/>
                  </a:cxn>
                  <a:cxn ang="0">
                    <a:pos x="connsiteX1" y="connsiteY1"/>
                  </a:cxn>
                  <a:cxn ang="0">
                    <a:pos x="connsiteX2" y="connsiteY2"/>
                  </a:cxn>
                </a:cxnLst>
                <a:rect l="l" t="t" r="r" b="b"/>
                <a:pathLst>
                  <a:path w="7119" h="4635">
                    <a:moveTo>
                      <a:pt x="3325" y="419"/>
                    </a:moveTo>
                    <a:cubicBezTo>
                      <a:pt x="-972" y="1808"/>
                      <a:pt x="-1401" y="5969"/>
                      <a:pt x="3794" y="4209"/>
                    </a:cubicBezTo>
                    <a:cubicBezTo>
                      <a:pt x="8114" y="2843"/>
                      <a:pt x="8497" y="-1324"/>
                      <a:pt x="3325" y="4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8" name="Freeform: Shape 407">
                <a:extLst>
                  <a:ext uri="{FF2B5EF4-FFF2-40B4-BE49-F238E27FC236}">
                    <a16:creationId xmlns:a16="http://schemas.microsoft.com/office/drawing/2014/main" id="{EBC8C4DC-56AE-7FDE-DEF8-FE7E4CFFE283}"/>
                  </a:ext>
                </a:extLst>
              </p:cNvPr>
              <p:cNvSpPr/>
              <p:nvPr/>
            </p:nvSpPr>
            <p:spPr>
              <a:xfrm>
                <a:off x="6506205" y="7378730"/>
                <a:ext cx="12466" cy="4721"/>
              </a:xfrm>
              <a:custGeom>
                <a:avLst/>
                <a:gdLst>
                  <a:gd name="connsiteX0" fmla="*/ 5529 w 12466"/>
                  <a:gd name="connsiteY0" fmla="*/ 9 h 4721"/>
                  <a:gd name="connsiteX1" fmla="*/ 6934 w 12466"/>
                  <a:gd name="connsiteY1" fmla="*/ 4713 h 4721"/>
                  <a:gd name="connsiteX2" fmla="*/ 5529 w 12466"/>
                  <a:gd name="connsiteY2" fmla="*/ 9 h 4721"/>
                </a:gdLst>
                <a:ahLst/>
                <a:cxnLst>
                  <a:cxn ang="0">
                    <a:pos x="connsiteX0" y="connsiteY0"/>
                  </a:cxn>
                  <a:cxn ang="0">
                    <a:pos x="connsiteX1" y="connsiteY1"/>
                  </a:cxn>
                  <a:cxn ang="0">
                    <a:pos x="connsiteX2" y="connsiteY2"/>
                  </a:cxn>
                </a:cxnLst>
                <a:rect l="l" t="t" r="r" b="b"/>
                <a:pathLst>
                  <a:path w="12466" h="4721">
                    <a:moveTo>
                      <a:pt x="5529" y="9"/>
                    </a:moveTo>
                    <a:cubicBezTo>
                      <a:pt x="-3501" y="175"/>
                      <a:pt x="-341" y="4958"/>
                      <a:pt x="6934" y="4713"/>
                    </a:cubicBezTo>
                    <a:cubicBezTo>
                      <a:pt x="15976" y="4547"/>
                      <a:pt x="12798" y="-237"/>
                      <a:pt x="5529"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09" name="Freeform: Shape 408">
                <a:extLst>
                  <a:ext uri="{FF2B5EF4-FFF2-40B4-BE49-F238E27FC236}">
                    <a16:creationId xmlns:a16="http://schemas.microsoft.com/office/drawing/2014/main" id="{0A3F1B54-20F4-CBCA-0F5B-5EBD05388391}"/>
                  </a:ext>
                </a:extLst>
              </p:cNvPr>
              <p:cNvSpPr/>
              <p:nvPr/>
            </p:nvSpPr>
            <p:spPr>
              <a:xfrm>
                <a:off x="6427248" y="7112886"/>
                <a:ext cx="11624" cy="4118"/>
              </a:xfrm>
              <a:custGeom>
                <a:avLst/>
                <a:gdLst>
                  <a:gd name="connsiteX0" fmla="*/ 5201 w 11624"/>
                  <a:gd name="connsiteY0" fmla="*/ 8 h 4118"/>
                  <a:gd name="connsiteX1" fmla="*/ 6425 w 11624"/>
                  <a:gd name="connsiteY1" fmla="*/ 4111 h 4118"/>
                  <a:gd name="connsiteX2" fmla="*/ 5201 w 11624"/>
                  <a:gd name="connsiteY2" fmla="*/ 8 h 4118"/>
                </a:gdLst>
                <a:ahLst/>
                <a:cxnLst>
                  <a:cxn ang="0">
                    <a:pos x="connsiteX0" y="connsiteY0"/>
                  </a:cxn>
                  <a:cxn ang="0">
                    <a:pos x="connsiteX1" y="connsiteY1"/>
                  </a:cxn>
                  <a:cxn ang="0">
                    <a:pos x="connsiteX2" y="connsiteY2"/>
                  </a:cxn>
                </a:cxnLst>
                <a:rect l="l" t="t" r="r" b="b"/>
                <a:pathLst>
                  <a:path w="11624" h="4118">
                    <a:moveTo>
                      <a:pt x="5201" y="8"/>
                    </a:moveTo>
                    <a:cubicBezTo>
                      <a:pt x="-3205" y="140"/>
                      <a:pt x="-411" y="4323"/>
                      <a:pt x="6425" y="4111"/>
                    </a:cubicBezTo>
                    <a:cubicBezTo>
                      <a:pt x="14831" y="3980"/>
                      <a:pt x="12031" y="-204"/>
                      <a:pt x="5201"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0" name="Freeform: Shape 409">
                <a:extLst>
                  <a:ext uri="{FF2B5EF4-FFF2-40B4-BE49-F238E27FC236}">
                    <a16:creationId xmlns:a16="http://schemas.microsoft.com/office/drawing/2014/main" id="{097EA754-D981-6218-7502-6EDCA3612EC4}"/>
                  </a:ext>
                </a:extLst>
              </p:cNvPr>
              <p:cNvSpPr/>
              <p:nvPr/>
            </p:nvSpPr>
            <p:spPr>
              <a:xfrm>
                <a:off x="6465344" y="7241256"/>
                <a:ext cx="12028" cy="4405"/>
              </a:xfrm>
              <a:custGeom>
                <a:avLst/>
                <a:gdLst>
                  <a:gd name="connsiteX0" fmla="*/ 5361 w 12028"/>
                  <a:gd name="connsiteY0" fmla="*/ 8 h 4405"/>
                  <a:gd name="connsiteX1" fmla="*/ 6670 w 12028"/>
                  <a:gd name="connsiteY1" fmla="*/ 4398 h 4405"/>
                  <a:gd name="connsiteX2" fmla="*/ 5361 w 12028"/>
                  <a:gd name="connsiteY2" fmla="*/ 8 h 4405"/>
                </a:gdLst>
                <a:ahLst/>
                <a:cxnLst>
                  <a:cxn ang="0">
                    <a:pos x="connsiteX0" y="connsiteY0"/>
                  </a:cxn>
                  <a:cxn ang="0">
                    <a:pos x="connsiteX1" y="connsiteY1"/>
                  </a:cxn>
                  <a:cxn ang="0">
                    <a:pos x="connsiteX2" y="connsiteY2"/>
                  </a:cxn>
                </a:cxnLst>
                <a:rect l="l" t="t" r="r" b="b"/>
                <a:pathLst>
                  <a:path w="12028" h="4405">
                    <a:moveTo>
                      <a:pt x="5361" y="8"/>
                    </a:moveTo>
                    <a:cubicBezTo>
                      <a:pt x="-3349" y="157"/>
                      <a:pt x="-377" y="4620"/>
                      <a:pt x="6670" y="4398"/>
                    </a:cubicBezTo>
                    <a:cubicBezTo>
                      <a:pt x="15379" y="4249"/>
                      <a:pt x="12402" y="-214"/>
                      <a:pt x="5361"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1" name="Freeform: Shape 410">
                <a:extLst>
                  <a:ext uri="{FF2B5EF4-FFF2-40B4-BE49-F238E27FC236}">
                    <a16:creationId xmlns:a16="http://schemas.microsoft.com/office/drawing/2014/main" id="{4EEBCE75-6447-7DEF-16A7-BE6A79A42DAC}"/>
                  </a:ext>
                </a:extLst>
              </p:cNvPr>
              <p:cNvSpPr/>
              <p:nvPr/>
            </p:nvSpPr>
            <p:spPr>
              <a:xfrm>
                <a:off x="6024648" y="5548512"/>
                <a:ext cx="7367" cy="5286"/>
              </a:xfrm>
              <a:custGeom>
                <a:avLst/>
                <a:gdLst>
                  <a:gd name="connsiteX0" fmla="*/ 3425 w 7367"/>
                  <a:gd name="connsiteY0" fmla="*/ 21 h 5286"/>
                  <a:gd name="connsiteX1" fmla="*/ 3940 w 7367"/>
                  <a:gd name="connsiteY1" fmla="*/ 5268 h 5286"/>
                  <a:gd name="connsiteX2" fmla="*/ 3425 w 7367"/>
                  <a:gd name="connsiteY2" fmla="*/ 21 h 5286"/>
                </a:gdLst>
                <a:ahLst/>
                <a:cxnLst>
                  <a:cxn ang="0">
                    <a:pos x="connsiteX0" y="connsiteY0"/>
                  </a:cxn>
                  <a:cxn ang="0">
                    <a:pos x="connsiteX1" y="connsiteY1"/>
                  </a:cxn>
                  <a:cxn ang="0">
                    <a:pos x="connsiteX2" y="connsiteY2"/>
                  </a:cxn>
                </a:cxnLst>
                <a:rect l="l" t="t" r="r" b="b"/>
                <a:pathLst>
                  <a:path w="7367" h="5286">
                    <a:moveTo>
                      <a:pt x="3425" y="21"/>
                    </a:moveTo>
                    <a:cubicBezTo>
                      <a:pt x="-1547" y="341"/>
                      <a:pt x="-872" y="5645"/>
                      <a:pt x="3940" y="5268"/>
                    </a:cubicBezTo>
                    <a:cubicBezTo>
                      <a:pt x="8929" y="4982"/>
                      <a:pt x="8226" y="-379"/>
                      <a:pt x="3425"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2" name="Freeform: Shape 411">
                <a:extLst>
                  <a:ext uri="{FF2B5EF4-FFF2-40B4-BE49-F238E27FC236}">
                    <a16:creationId xmlns:a16="http://schemas.microsoft.com/office/drawing/2014/main" id="{00C8657C-1EE2-20EC-164C-2D8DBF5C769B}"/>
                  </a:ext>
                </a:extLst>
              </p:cNvPr>
              <p:cNvSpPr/>
              <p:nvPr/>
            </p:nvSpPr>
            <p:spPr>
              <a:xfrm>
                <a:off x="6073794" y="5912609"/>
                <a:ext cx="7809" cy="2316"/>
              </a:xfrm>
              <a:custGeom>
                <a:avLst/>
                <a:gdLst>
                  <a:gd name="connsiteX0" fmla="*/ 3616 w 7809"/>
                  <a:gd name="connsiteY0" fmla="*/ 233 h 2316"/>
                  <a:gd name="connsiteX1" fmla="*/ 4188 w 7809"/>
                  <a:gd name="connsiteY1" fmla="*/ 2095 h 2316"/>
                  <a:gd name="connsiteX2" fmla="*/ 3616 w 7809"/>
                  <a:gd name="connsiteY2" fmla="*/ 233 h 2316"/>
                </a:gdLst>
                <a:ahLst/>
                <a:cxnLst>
                  <a:cxn ang="0">
                    <a:pos x="connsiteX0" y="connsiteY0"/>
                  </a:cxn>
                  <a:cxn ang="0">
                    <a:pos x="connsiteX1" y="connsiteY1"/>
                  </a:cxn>
                  <a:cxn ang="0">
                    <a:pos x="connsiteX2" y="connsiteY2"/>
                  </a:cxn>
                </a:cxnLst>
                <a:rect l="l" t="t" r="r" b="b"/>
                <a:pathLst>
                  <a:path w="7809" h="2316">
                    <a:moveTo>
                      <a:pt x="3616" y="233"/>
                    </a:moveTo>
                    <a:cubicBezTo>
                      <a:pt x="-2161" y="-700"/>
                      <a:pt x="-298" y="1427"/>
                      <a:pt x="4188" y="2095"/>
                    </a:cubicBezTo>
                    <a:cubicBezTo>
                      <a:pt x="9966" y="2999"/>
                      <a:pt x="8120" y="884"/>
                      <a:pt x="3616" y="2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3" name="Freeform: Shape 412">
                <a:extLst>
                  <a:ext uri="{FF2B5EF4-FFF2-40B4-BE49-F238E27FC236}">
                    <a16:creationId xmlns:a16="http://schemas.microsoft.com/office/drawing/2014/main" id="{08390DF4-3080-2F52-E8D2-BC3E498DCF05}"/>
                  </a:ext>
                </a:extLst>
              </p:cNvPr>
              <p:cNvSpPr/>
              <p:nvPr/>
            </p:nvSpPr>
            <p:spPr>
              <a:xfrm>
                <a:off x="6056688" y="5832418"/>
                <a:ext cx="7897" cy="3867"/>
              </a:xfrm>
              <a:custGeom>
                <a:avLst/>
                <a:gdLst>
                  <a:gd name="connsiteX0" fmla="*/ 3709 w 7897"/>
                  <a:gd name="connsiteY0" fmla="*/ 53 h 3867"/>
                  <a:gd name="connsiteX1" fmla="*/ 7898 w 7897"/>
                  <a:gd name="connsiteY1" fmla="*/ 2539 h 3867"/>
                  <a:gd name="connsiteX2" fmla="*/ 3709 w 7897"/>
                  <a:gd name="connsiteY2" fmla="*/ 53 h 3867"/>
                </a:gdLst>
                <a:ahLst/>
                <a:cxnLst>
                  <a:cxn ang="0">
                    <a:pos x="connsiteX0" y="connsiteY0"/>
                  </a:cxn>
                  <a:cxn ang="0">
                    <a:pos x="connsiteX1" y="connsiteY1"/>
                  </a:cxn>
                  <a:cxn ang="0">
                    <a:pos x="connsiteX2" y="connsiteY2"/>
                  </a:cxn>
                </a:cxnLst>
                <a:rect l="l" t="t" r="r" b="b"/>
                <a:pathLst>
                  <a:path w="7897" h="3867">
                    <a:moveTo>
                      <a:pt x="3709" y="53"/>
                    </a:moveTo>
                    <a:cubicBezTo>
                      <a:pt x="-6213" y="-696"/>
                      <a:pt x="6789" y="6825"/>
                      <a:pt x="7898" y="2539"/>
                    </a:cubicBezTo>
                    <a:cubicBezTo>
                      <a:pt x="7749" y="1550"/>
                      <a:pt x="5869" y="436"/>
                      <a:pt x="3709" y="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4" name="Freeform: Shape 413">
                <a:extLst>
                  <a:ext uri="{FF2B5EF4-FFF2-40B4-BE49-F238E27FC236}">
                    <a16:creationId xmlns:a16="http://schemas.microsoft.com/office/drawing/2014/main" id="{BD11094D-DF79-7316-3D43-0636F65BA5A7}"/>
                  </a:ext>
                </a:extLst>
              </p:cNvPr>
              <p:cNvSpPr/>
              <p:nvPr/>
            </p:nvSpPr>
            <p:spPr>
              <a:xfrm>
                <a:off x="6091064" y="5974128"/>
                <a:ext cx="8044" cy="2398"/>
              </a:xfrm>
              <a:custGeom>
                <a:avLst/>
                <a:gdLst>
                  <a:gd name="connsiteX0" fmla="*/ 3732 w 8044"/>
                  <a:gd name="connsiteY0" fmla="*/ 121 h 2398"/>
                  <a:gd name="connsiteX1" fmla="*/ 4309 w 8044"/>
                  <a:gd name="connsiteY1" fmla="*/ 2287 h 2398"/>
                  <a:gd name="connsiteX2" fmla="*/ 3732 w 8044"/>
                  <a:gd name="connsiteY2" fmla="*/ 121 h 2398"/>
                </a:gdLst>
                <a:ahLst/>
                <a:cxnLst>
                  <a:cxn ang="0">
                    <a:pos x="connsiteX0" y="connsiteY0"/>
                  </a:cxn>
                  <a:cxn ang="0">
                    <a:pos x="connsiteX1" y="connsiteY1"/>
                  </a:cxn>
                  <a:cxn ang="0">
                    <a:pos x="connsiteX2" y="connsiteY2"/>
                  </a:cxn>
                </a:cxnLst>
                <a:rect l="l" t="t" r="r" b="b"/>
                <a:pathLst>
                  <a:path w="8044" h="2398">
                    <a:moveTo>
                      <a:pt x="3732" y="121"/>
                    </a:moveTo>
                    <a:cubicBezTo>
                      <a:pt x="-2149" y="-559"/>
                      <a:pt x="-406" y="1819"/>
                      <a:pt x="4309" y="2287"/>
                    </a:cubicBezTo>
                    <a:cubicBezTo>
                      <a:pt x="10190" y="2933"/>
                      <a:pt x="8458" y="596"/>
                      <a:pt x="3732" y="1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5" name="Freeform: Shape 414">
                <a:extLst>
                  <a:ext uri="{FF2B5EF4-FFF2-40B4-BE49-F238E27FC236}">
                    <a16:creationId xmlns:a16="http://schemas.microsoft.com/office/drawing/2014/main" id="{29171787-3303-99FB-070C-0F65D48E010E}"/>
                  </a:ext>
                </a:extLst>
              </p:cNvPr>
              <p:cNvSpPr/>
              <p:nvPr/>
            </p:nvSpPr>
            <p:spPr>
              <a:xfrm>
                <a:off x="6009448" y="5392874"/>
                <a:ext cx="7247" cy="5221"/>
              </a:xfrm>
              <a:custGeom>
                <a:avLst/>
                <a:gdLst>
                  <a:gd name="connsiteX0" fmla="*/ 3378 w 7247"/>
                  <a:gd name="connsiteY0" fmla="*/ 160 h 5221"/>
                  <a:gd name="connsiteX1" fmla="*/ 3869 w 7247"/>
                  <a:gd name="connsiteY1" fmla="*/ 5063 h 5221"/>
                  <a:gd name="connsiteX2" fmla="*/ 3378 w 7247"/>
                  <a:gd name="connsiteY2" fmla="*/ 160 h 5221"/>
                </a:gdLst>
                <a:ahLst/>
                <a:cxnLst>
                  <a:cxn ang="0">
                    <a:pos x="connsiteX0" y="connsiteY0"/>
                  </a:cxn>
                  <a:cxn ang="0">
                    <a:pos x="connsiteX1" y="connsiteY1"/>
                  </a:cxn>
                  <a:cxn ang="0">
                    <a:pos x="connsiteX2" y="connsiteY2"/>
                  </a:cxn>
                </a:cxnLst>
                <a:rect l="l" t="t" r="r" b="b"/>
                <a:pathLst>
                  <a:path w="7247" h="5221">
                    <a:moveTo>
                      <a:pt x="3378" y="160"/>
                    </a:moveTo>
                    <a:cubicBezTo>
                      <a:pt x="-1149" y="1074"/>
                      <a:pt x="-1263" y="6178"/>
                      <a:pt x="3869" y="5063"/>
                    </a:cubicBezTo>
                    <a:cubicBezTo>
                      <a:pt x="8418" y="4183"/>
                      <a:pt x="8487" y="-966"/>
                      <a:pt x="3378" y="1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6" name="Freeform: Shape 415">
                <a:extLst>
                  <a:ext uri="{FF2B5EF4-FFF2-40B4-BE49-F238E27FC236}">
                    <a16:creationId xmlns:a16="http://schemas.microsoft.com/office/drawing/2014/main" id="{8BC95D71-CD65-63DD-B089-15727A0383BE}"/>
                  </a:ext>
                </a:extLst>
              </p:cNvPr>
              <p:cNvSpPr/>
              <p:nvPr/>
            </p:nvSpPr>
            <p:spPr>
              <a:xfrm>
                <a:off x="6040306" y="5702878"/>
                <a:ext cx="7757" cy="4922"/>
              </a:xfrm>
              <a:custGeom>
                <a:avLst/>
                <a:gdLst>
                  <a:gd name="connsiteX0" fmla="*/ 3649 w 7757"/>
                  <a:gd name="connsiteY0" fmla="*/ 0 h 4922"/>
                  <a:gd name="connsiteX1" fmla="*/ 7758 w 7757"/>
                  <a:gd name="connsiteY1" fmla="*/ 2755 h 4922"/>
                  <a:gd name="connsiteX2" fmla="*/ 3649 w 7757"/>
                  <a:gd name="connsiteY2" fmla="*/ 0 h 4922"/>
                </a:gdLst>
                <a:ahLst/>
                <a:cxnLst>
                  <a:cxn ang="0">
                    <a:pos x="connsiteX0" y="connsiteY0"/>
                  </a:cxn>
                  <a:cxn ang="0">
                    <a:pos x="connsiteX1" y="connsiteY1"/>
                  </a:cxn>
                  <a:cxn ang="0">
                    <a:pos x="connsiteX2" y="connsiteY2"/>
                  </a:cxn>
                </a:cxnLst>
                <a:rect l="l" t="t" r="r" b="b"/>
                <a:pathLst>
                  <a:path w="7757" h="4922">
                    <a:moveTo>
                      <a:pt x="3649" y="0"/>
                    </a:moveTo>
                    <a:cubicBezTo>
                      <a:pt x="-6124" y="411"/>
                      <a:pt x="6712" y="8767"/>
                      <a:pt x="7758" y="2755"/>
                    </a:cubicBezTo>
                    <a:cubicBezTo>
                      <a:pt x="7604" y="1429"/>
                      <a:pt x="5769" y="194"/>
                      <a:pt x="364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7" name="Freeform: Shape 416">
                <a:extLst>
                  <a:ext uri="{FF2B5EF4-FFF2-40B4-BE49-F238E27FC236}">
                    <a16:creationId xmlns:a16="http://schemas.microsoft.com/office/drawing/2014/main" id="{38969A09-A69A-E2F9-FA29-7F34F6347841}"/>
                  </a:ext>
                </a:extLst>
              </p:cNvPr>
              <p:cNvSpPr/>
              <p:nvPr/>
            </p:nvSpPr>
            <p:spPr>
              <a:xfrm>
                <a:off x="6148333" y="6177775"/>
                <a:ext cx="9070" cy="2712"/>
              </a:xfrm>
              <a:custGeom>
                <a:avLst/>
                <a:gdLst>
                  <a:gd name="connsiteX0" fmla="*/ 4224 w 9070"/>
                  <a:gd name="connsiteY0" fmla="*/ 8 h 2712"/>
                  <a:gd name="connsiteX1" fmla="*/ 9071 w 9070"/>
                  <a:gd name="connsiteY1" fmla="*/ 1190 h 2712"/>
                  <a:gd name="connsiteX2" fmla="*/ 4224 w 9070"/>
                  <a:gd name="connsiteY2" fmla="*/ 8 h 2712"/>
                </a:gdLst>
                <a:ahLst/>
                <a:cxnLst>
                  <a:cxn ang="0">
                    <a:pos x="connsiteX0" y="connsiteY0"/>
                  </a:cxn>
                  <a:cxn ang="0">
                    <a:pos x="connsiteX1" y="connsiteY1"/>
                  </a:cxn>
                  <a:cxn ang="0">
                    <a:pos x="connsiteX2" y="connsiteY2"/>
                  </a:cxn>
                </a:cxnLst>
                <a:rect l="l" t="t" r="r" b="b"/>
                <a:pathLst>
                  <a:path w="9070" h="2712">
                    <a:moveTo>
                      <a:pt x="4224" y="8"/>
                    </a:moveTo>
                    <a:cubicBezTo>
                      <a:pt x="-7246" y="1288"/>
                      <a:pt x="8179" y="4660"/>
                      <a:pt x="9071" y="1190"/>
                    </a:cubicBezTo>
                    <a:cubicBezTo>
                      <a:pt x="8876" y="459"/>
                      <a:pt x="6705" y="-72"/>
                      <a:pt x="4224"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8" name="Freeform: Shape 417">
                <a:extLst>
                  <a:ext uri="{FF2B5EF4-FFF2-40B4-BE49-F238E27FC236}">
                    <a16:creationId xmlns:a16="http://schemas.microsoft.com/office/drawing/2014/main" id="{A106B924-A4A5-7FF4-F5F2-E7AF0C2BF1C8}"/>
                  </a:ext>
                </a:extLst>
              </p:cNvPr>
              <p:cNvSpPr/>
              <p:nvPr/>
            </p:nvSpPr>
            <p:spPr>
              <a:xfrm>
                <a:off x="6193421" y="6340035"/>
                <a:ext cx="9156" cy="3531"/>
              </a:xfrm>
              <a:custGeom>
                <a:avLst/>
                <a:gdLst>
                  <a:gd name="connsiteX0" fmla="*/ 4193 w 9156"/>
                  <a:gd name="connsiteY0" fmla="*/ 442 h 3531"/>
                  <a:gd name="connsiteX1" fmla="*/ 4964 w 9156"/>
                  <a:gd name="connsiteY1" fmla="*/ 3072 h 3531"/>
                  <a:gd name="connsiteX2" fmla="*/ 4193 w 9156"/>
                  <a:gd name="connsiteY2" fmla="*/ 442 h 3531"/>
                </a:gdLst>
                <a:ahLst/>
                <a:cxnLst>
                  <a:cxn ang="0">
                    <a:pos x="connsiteX0" y="connsiteY0"/>
                  </a:cxn>
                  <a:cxn ang="0">
                    <a:pos x="connsiteX1" y="connsiteY1"/>
                  </a:cxn>
                  <a:cxn ang="0">
                    <a:pos x="connsiteX2" y="connsiteY2"/>
                  </a:cxn>
                </a:cxnLst>
                <a:rect l="l" t="t" r="r" b="b"/>
                <a:pathLst>
                  <a:path w="9156" h="3531">
                    <a:moveTo>
                      <a:pt x="4193" y="442"/>
                    </a:moveTo>
                    <a:cubicBezTo>
                      <a:pt x="-1962" y="1940"/>
                      <a:pt x="-1031" y="4603"/>
                      <a:pt x="4964" y="3072"/>
                    </a:cubicBezTo>
                    <a:cubicBezTo>
                      <a:pt x="11142" y="1609"/>
                      <a:pt x="10159" y="-1055"/>
                      <a:pt x="4193" y="44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19" name="Freeform: Shape 418">
                <a:extLst>
                  <a:ext uri="{FF2B5EF4-FFF2-40B4-BE49-F238E27FC236}">
                    <a16:creationId xmlns:a16="http://schemas.microsoft.com/office/drawing/2014/main" id="{A08A2A43-81A2-7CC6-427A-4C53AD3D73E2}"/>
                  </a:ext>
                </a:extLst>
              </p:cNvPr>
              <p:cNvSpPr/>
              <p:nvPr/>
            </p:nvSpPr>
            <p:spPr>
              <a:xfrm>
                <a:off x="6170516" y="6263330"/>
                <a:ext cx="8947" cy="3452"/>
              </a:xfrm>
              <a:custGeom>
                <a:avLst/>
                <a:gdLst>
                  <a:gd name="connsiteX0" fmla="*/ 4101 w 8947"/>
                  <a:gd name="connsiteY0" fmla="*/ 361 h 3452"/>
                  <a:gd name="connsiteX1" fmla="*/ 4850 w 8947"/>
                  <a:gd name="connsiteY1" fmla="*/ 3065 h 3452"/>
                  <a:gd name="connsiteX2" fmla="*/ 4101 w 8947"/>
                  <a:gd name="connsiteY2" fmla="*/ 361 h 3452"/>
                </a:gdLst>
                <a:ahLst/>
                <a:cxnLst>
                  <a:cxn ang="0">
                    <a:pos x="connsiteX0" y="connsiteY0"/>
                  </a:cxn>
                  <a:cxn ang="0">
                    <a:pos x="connsiteX1" y="connsiteY1"/>
                  </a:cxn>
                  <a:cxn ang="0">
                    <a:pos x="connsiteX2" y="connsiteY2"/>
                  </a:cxn>
                </a:cxnLst>
                <a:rect l="l" t="t" r="r" b="b"/>
                <a:pathLst>
                  <a:path w="8947" h="3452">
                    <a:moveTo>
                      <a:pt x="4101" y="361"/>
                    </a:moveTo>
                    <a:cubicBezTo>
                      <a:pt x="-1922" y="1699"/>
                      <a:pt x="-1003" y="4470"/>
                      <a:pt x="4850" y="3065"/>
                    </a:cubicBezTo>
                    <a:cubicBezTo>
                      <a:pt x="10891" y="1733"/>
                      <a:pt x="9925" y="-976"/>
                      <a:pt x="4101" y="3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0" name="Freeform: Shape 419">
                <a:extLst>
                  <a:ext uri="{FF2B5EF4-FFF2-40B4-BE49-F238E27FC236}">
                    <a16:creationId xmlns:a16="http://schemas.microsoft.com/office/drawing/2014/main" id="{4BA75AAA-5BE2-0135-59B1-AA73B2A09188}"/>
                  </a:ext>
                </a:extLst>
              </p:cNvPr>
              <p:cNvSpPr/>
              <p:nvPr/>
            </p:nvSpPr>
            <p:spPr>
              <a:xfrm>
                <a:off x="6108627" y="6041972"/>
                <a:ext cx="8605" cy="2343"/>
              </a:xfrm>
              <a:custGeom>
                <a:avLst/>
                <a:gdLst>
                  <a:gd name="connsiteX0" fmla="*/ 4039 w 8605"/>
                  <a:gd name="connsiteY0" fmla="*/ 0 h 2343"/>
                  <a:gd name="connsiteX1" fmla="*/ 8605 w 8605"/>
                  <a:gd name="connsiteY1" fmla="*/ 1320 h 2343"/>
                  <a:gd name="connsiteX2" fmla="*/ 4039 w 8605"/>
                  <a:gd name="connsiteY2" fmla="*/ 0 h 2343"/>
                </a:gdLst>
                <a:ahLst/>
                <a:cxnLst>
                  <a:cxn ang="0">
                    <a:pos x="connsiteX0" y="connsiteY0"/>
                  </a:cxn>
                  <a:cxn ang="0">
                    <a:pos x="connsiteX1" y="connsiteY1"/>
                  </a:cxn>
                  <a:cxn ang="0">
                    <a:pos x="connsiteX2" y="connsiteY2"/>
                  </a:cxn>
                </a:cxnLst>
                <a:rect l="l" t="t" r="r" b="b"/>
                <a:pathLst>
                  <a:path w="8605" h="2343">
                    <a:moveTo>
                      <a:pt x="4039" y="0"/>
                    </a:moveTo>
                    <a:cubicBezTo>
                      <a:pt x="-6854" y="240"/>
                      <a:pt x="7628" y="4149"/>
                      <a:pt x="8605" y="1320"/>
                    </a:cubicBezTo>
                    <a:cubicBezTo>
                      <a:pt x="8434" y="697"/>
                      <a:pt x="6388" y="103"/>
                      <a:pt x="403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1" name="Freeform: Shape 420">
                <a:extLst>
                  <a:ext uri="{FF2B5EF4-FFF2-40B4-BE49-F238E27FC236}">
                    <a16:creationId xmlns:a16="http://schemas.microsoft.com/office/drawing/2014/main" id="{D8AFF082-D03B-674D-38F3-EEE9BAA908BE}"/>
                  </a:ext>
                </a:extLst>
              </p:cNvPr>
              <p:cNvSpPr/>
              <p:nvPr/>
            </p:nvSpPr>
            <p:spPr>
              <a:xfrm>
                <a:off x="6127553" y="6110151"/>
                <a:ext cx="8870" cy="2221"/>
              </a:xfrm>
              <a:custGeom>
                <a:avLst/>
                <a:gdLst>
                  <a:gd name="connsiteX0" fmla="*/ 4150 w 8870"/>
                  <a:gd name="connsiteY0" fmla="*/ 0 h 2221"/>
                  <a:gd name="connsiteX1" fmla="*/ 8871 w 8870"/>
                  <a:gd name="connsiteY1" fmla="*/ 1081 h 2221"/>
                  <a:gd name="connsiteX2" fmla="*/ 4150 w 8870"/>
                  <a:gd name="connsiteY2" fmla="*/ 0 h 2221"/>
                </a:gdLst>
                <a:ahLst/>
                <a:cxnLst>
                  <a:cxn ang="0">
                    <a:pos x="connsiteX0" y="connsiteY0"/>
                  </a:cxn>
                  <a:cxn ang="0">
                    <a:pos x="connsiteX1" y="connsiteY1"/>
                  </a:cxn>
                  <a:cxn ang="0">
                    <a:pos x="connsiteX2" y="connsiteY2"/>
                  </a:cxn>
                </a:cxnLst>
                <a:rect l="l" t="t" r="r" b="b"/>
                <a:pathLst>
                  <a:path w="8870" h="2221">
                    <a:moveTo>
                      <a:pt x="4150" y="0"/>
                    </a:moveTo>
                    <a:cubicBezTo>
                      <a:pt x="-7085" y="766"/>
                      <a:pt x="7951" y="3869"/>
                      <a:pt x="8871" y="1081"/>
                    </a:cubicBezTo>
                    <a:cubicBezTo>
                      <a:pt x="8694" y="481"/>
                      <a:pt x="6579" y="-6"/>
                      <a:pt x="415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2" name="Freeform: Shape 421">
                <a:extLst>
                  <a:ext uri="{FF2B5EF4-FFF2-40B4-BE49-F238E27FC236}">
                    <a16:creationId xmlns:a16="http://schemas.microsoft.com/office/drawing/2014/main" id="{7378BE35-15F6-796E-F291-5DDAB32D99E7}"/>
                  </a:ext>
                </a:extLst>
              </p:cNvPr>
              <p:cNvSpPr/>
              <p:nvPr/>
            </p:nvSpPr>
            <p:spPr>
              <a:xfrm>
                <a:off x="6550367" y="7526124"/>
                <a:ext cx="12804" cy="5248"/>
              </a:xfrm>
              <a:custGeom>
                <a:avLst/>
                <a:gdLst>
                  <a:gd name="connsiteX0" fmla="*/ 5486 w 12804"/>
                  <a:gd name="connsiteY0" fmla="*/ 22 h 5248"/>
                  <a:gd name="connsiteX1" fmla="*/ 11424 w 12804"/>
                  <a:gd name="connsiteY1" fmla="*/ 4325 h 5248"/>
                  <a:gd name="connsiteX2" fmla="*/ 5486 w 12804"/>
                  <a:gd name="connsiteY2" fmla="*/ 22 h 5248"/>
                </a:gdLst>
                <a:ahLst/>
                <a:cxnLst>
                  <a:cxn ang="0">
                    <a:pos x="connsiteX0" y="connsiteY0"/>
                  </a:cxn>
                  <a:cxn ang="0">
                    <a:pos x="connsiteX1" y="connsiteY1"/>
                  </a:cxn>
                  <a:cxn ang="0">
                    <a:pos x="connsiteX2" y="connsiteY2"/>
                  </a:cxn>
                </a:cxnLst>
                <a:rect l="l" t="t" r="r" b="b"/>
                <a:pathLst>
                  <a:path w="12804" h="5248">
                    <a:moveTo>
                      <a:pt x="5486" y="22"/>
                    </a:moveTo>
                    <a:cubicBezTo>
                      <a:pt x="-7510" y="901"/>
                      <a:pt x="5949" y="7674"/>
                      <a:pt x="11424" y="4325"/>
                    </a:cubicBezTo>
                    <a:cubicBezTo>
                      <a:pt x="15978" y="1633"/>
                      <a:pt x="8017" y="-224"/>
                      <a:pt x="5486"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3" name="Freeform: Shape 422">
                <a:extLst>
                  <a:ext uri="{FF2B5EF4-FFF2-40B4-BE49-F238E27FC236}">
                    <a16:creationId xmlns:a16="http://schemas.microsoft.com/office/drawing/2014/main" id="{E0DBB5BD-CEA4-D562-C3A2-FCA06EE42004}"/>
                  </a:ext>
                </a:extLst>
              </p:cNvPr>
              <p:cNvSpPr/>
              <p:nvPr/>
            </p:nvSpPr>
            <p:spPr>
              <a:xfrm>
                <a:off x="5785573" y="5306656"/>
                <a:ext cx="6732" cy="6356"/>
              </a:xfrm>
              <a:custGeom>
                <a:avLst/>
                <a:gdLst>
                  <a:gd name="connsiteX0" fmla="*/ 3361 w 6732"/>
                  <a:gd name="connsiteY0" fmla="*/ 2218 h 6356"/>
                  <a:gd name="connsiteX1" fmla="*/ 1104 w 6732"/>
                  <a:gd name="connsiteY1" fmla="*/ 6019 h 6356"/>
                  <a:gd name="connsiteX2" fmla="*/ 3361 w 6732"/>
                  <a:gd name="connsiteY2" fmla="*/ 2218 h 6356"/>
                </a:gdLst>
                <a:ahLst/>
                <a:cxnLst>
                  <a:cxn ang="0">
                    <a:pos x="connsiteX0" y="connsiteY0"/>
                  </a:cxn>
                  <a:cxn ang="0">
                    <a:pos x="connsiteX1" y="connsiteY1"/>
                  </a:cxn>
                  <a:cxn ang="0">
                    <a:pos x="connsiteX2" y="connsiteY2"/>
                  </a:cxn>
                </a:cxnLst>
                <a:rect l="l" t="t" r="r" b="b"/>
                <a:pathLst>
                  <a:path w="6732" h="6356">
                    <a:moveTo>
                      <a:pt x="3361" y="2218"/>
                    </a:moveTo>
                    <a:cubicBezTo>
                      <a:pt x="2384" y="2990"/>
                      <a:pt x="-2022" y="7630"/>
                      <a:pt x="1104" y="6019"/>
                    </a:cubicBezTo>
                    <a:cubicBezTo>
                      <a:pt x="4264" y="4510"/>
                      <a:pt x="10682" y="-3937"/>
                      <a:pt x="3361" y="22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4" name="Freeform: Shape 423">
                <a:extLst>
                  <a:ext uri="{FF2B5EF4-FFF2-40B4-BE49-F238E27FC236}">
                    <a16:creationId xmlns:a16="http://schemas.microsoft.com/office/drawing/2014/main" id="{D202EF20-DBCD-A85E-0A04-C93978D3DDDF}"/>
                  </a:ext>
                </a:extLst>
              </p:cNvPr>
              <p:cNvSpPr/>
              <p:nvPr/>
            </p:nvSpPr>
            <p:spPr>
              <a:xfrm>
                <a:off x="6010015" y="6687925"/>
                <a:ext cx="10582" cy="2579"/>
              </a:xfrm>
              <a:custGeom>
                <a:avLst/>
                <a:gdLst>
                  <a:gd name="connsiteX0" fmla="*/ 4999 w 10582"/>
                  <a:gd name="connsiteY0" fmla="*/ 70 h 2579"/>
                  <a:gd name="connsiteX1" fmla="*/ 10583 w 10582"/>
                  <a:gd name="connsiteY1" fmla="*/ 893 h 2579"/>
                  <a:gd name="connsiteX2" fmla="*/ 4999 w 10582"/>
                  <a:gd name="connsiteY2" fmla="*/ 70 h 2579"/>
                </a:gdLst>
                <a:ahLst/>
                <a:cxnLst>
                  <a:cxn ang="0">
                    <a:pos x="connsiteX0" y="connsiteY0"/>
                  </a:cxn>
                  <a:cxn ang="0">
                    <a:pos x="connsiteX1" y="connsiteY1"/>
                  </a:cxn>
                  <a:cxn ang="0">
                    <a:pos x="connsiteX2" y="connsiteY2"/>
                  </a:cxn>
                </a:cxnLst>
                <a:rect l="l" t="t" r="r" b="b"/>
                <a:pathLst>
                  <a:path w="10582" h="2579">
                    <a:moveTo>
                      <a:pt x="4999" y="70"/>
                    </a:moveTo>
                    <a:cubicBezTo>
                      <a:pt x="-8511" y="1996"/>
                      <a:pt x="9525" y="4168"/>
                      <a:pt x="10583" y="893"/>
                    </a:cubicBezTo>
                    <a:cubicBezTo>
                      <a:pt x="10394" y="207"/>
                      <a:pt x="7897" y="-164"/>
                      <a:pt x="4999" y="7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5" name="Freeform: Shape 424">
                <a:extLst>
                  <a:ext uri="{FF2B5EF4-FFF2-40B4-BE49-F238E27FC236}">
                    <a16:creationId xmlns:a16="http://schemas.microsoft.com/office/drawing/2014/main" id="{3B3CBCE6-D598-18D3-CF94-BFE302F62CF6}"/>
                  </a:ext>
                </a:extLst>
              </p:cNvPr>
              <p:cNvSpPr/>
              <p:nvPr/>
            </p:nvSpPr>
            <p:spPr>
              <a:xfrm>
                <a:off x="6031398" y="6774130"/>
                <a:ext cx="10888" cy="3336"/>
              </a:xfrm>
              <a:custGeom>
                <a:avLst/>
                <a:gdLst>
                  <a:gd name="connsiteX0" fmla="*/ 5121 w 10888"/>
                  <a:gd name="connsiteY0" fmla="*/ 1 h 3336"/>
                  <a:gd name="connsiteX1" fmla="*/ 10888 w 10888"/>
                  <a:gd name="connsiteY1" fmla="*/ 1596 h 3336"/>
                  <a:gd name="connsiteX2" fmla="*/ 5121 w 10888"/>
                  <a:gd name="connsiteY2" fmla="*/ 1 h 3336"/>
                </a:gdLst>
                <a:ahLst/>
                <a:cxnLst>
                  <a:cxn ang="0">
                    <a:pos x="connsiteX0" y="connsiteY0"/>
                  </a:cxn>
                  <a:cxn ang="0">
                    <a:pos x="connsiteX1" y="connsiteY1"/>
                  </a:cxn>
                  <a:cxn ang="0">
                    <a:pos x="connsiteX2" y="connsiteY2"/>
                  </a:cxn>
                </a:cxnLst>
                <a:rect l="l" t="t" r="r" b="b"/>
                <a:pathLst>
                  <a:path w="10888" h="3336">
                    <a:moveTo>
                      <a:pt x="5121" y="1"/>
                    </a:moveTo>
                    <a:cubicBezTo>
                      <a:pt x="-8697" y="1190"/>
                      <a:pt x="9694" y="5814"/>
                      <a:pt x="10888" y="1596"/>
                    </a:cubicBezTo>
                    <a:cubicBezTo>
                      <a:pt x="10682" y="681"/>
                      <a:pt x="8099" y="-33"/>
                      <a:pt x="5121"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6" name="Freeform: Shape 425">
                <a:extLst>
                  <a:ext uri="{FF2B5EF4-FFF2-40B4-BE49-F238E27FC236}">
                    <a16:creationId xmlns:a16="http://schemas.microsoft.com/office/drawing/2014/main" id="{E962B60B-B107-3DF0-2EAA-579A6E3348C7}"/>
                  </a:ext>
                </a:extLst>
              </p:cNvPr>
              <p:cNvSpPr/>
              <p:nvPr/>
            </p:nvSpPr>
            <p:spPr>
              <a:xfrm>
                <a:off x="5953925" y="6510846"/>
                <a:ext cx="9356" cy="4653"/>
              </a:xfrm>
              <a:custGeom>
                <a:avLst/>
                <a:gdLst>
                  <a:gd name="connsiteX0" fmla="*/ 4391 w 9356"/>
                  <a:gd name="connsiteY0" fmla="*/ 1390 h 4653"/>
                  <a:gd name="connsiteX1" fmla="*/ 4968 w 9356"/>
                  <a:gd name="connsiteY1" fmla="*/ 3265 h 4653"/>
                  <a:gd name="connsiteX2" fmla="*/ 4391 w 9356"/>
                  <a:gd name="connsiteY2" fmla="*/ 1390 h 4653"/>
                </a:gdLst>
                <a:ahLst/>
                <a:cxnLst>
                  <a:cxn ang="0">
                    <a:pos x="connsiteX0" y="connsiteY0"/>
                  </a:cxn>
                  <a:cxn ang="0">
                    <a:pos x="connsiteX1" y="connsiteY1"/>
                  </a:cxn>
                  <a:cxn ang="0">
                    <a:pos x="connsiteX2" y="connsiteY2"/>
                  </a:cxn>
                </a:cxnLst>
                <a:rect l="l" t="t" r="r" b="b"/>
                <a:pathLst>
                  <a:path w="9356" h="4653">
                    <a:moveTo>
                      <a:pt x="4391" y="1390"/>
                    </a:moveTo>
                    <a:cubicBezTo>
                      <a:pt x="-1684" y="4076"/>
                      <a:pt x="-1421" y="6139"/>
                      <a:pt x="4968" y="3265"/>
                    </a:cubicBezTo>
                    <a:cubicBezTo>
                      <a:pt x="11049" y="608"/>
                      <a:pt x="10769" y="-1501"/>
                      <a:pt x="4391" y="139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7" name="Freeform: Shape 426">
                <a:extLst>
                  <a:ext uri="{FF2B5EF4-FFF2-40B4-BE49-F238E27FC236}">
                    <a16:creationId xmlns:a16="http://schemas.microsoft.com/office/drawing/2014/main" id="{AB6B08AF-C9A7-A426-2D2B-B46A6B59A2D1}"/>
                  </a:ext>
                </a:extLst>
              </p:cNvPr>
              <p:cNvSpPr/>
              <p:nvPr/>
            </p:nvSpPr>
            <p:spPr>
              <a:xfrm>
                <a:off x="5971639" y="6565581"/>
                <a:ext cx="9622" cy="3606"/>
              </a:xfrm>
              <a:custGeom>
                <a:avLst/>
                <a:gdLst>
                  <a:gd name="connsiteX0" fmla="*/ 4507 w 9622"/>
                  <a:gd name="connsiteY0" fmla="*/ 925 h 3606"/>
                  <a:gd name="connsiteX1" fmla="*/ 5113 w 9622"/>
                  <a:gd name="connsiteY1" fmla="*/ 2685 h 3606"/>
                  <a:gd name="connsiteX2" fmla="*/ 4507 w 9622"/>
                  <a:gd name="connsiteY2" fmla="*/ 925 h 3606"/>
                </a:gdLst>
                <a:ahLst/>
                <a:cxnLst>
                  <a:cxn ang="0">
                    <a:pos x="connsiteX0" y="connsiteY0"/>
                  </a:cxn>
                  <a:cxn ang="0">
                    <a:pos x="connsiteX1" y="connsiteY1"/>
                  </a:cxn>
                  <a:cxn ang="0">
                    <a:pos x="connsiteX2" y="connsiteY2"/>
                  </a:cxn>
                </a:cxnLst>
                <a:rect l="l" t="t" r="r" b="b"/>
                <a:pathLst>
                  <a:path w="9622" h="3606">
                    <a:moveTo>
                      <a:pt x="4507" y="925"/>
                    </a:moveTo>
                    <a:cubicBezTo>
                      <a:pt x="-1922" y="2977"/>
                      <a:pt x="-1253" y="4754"/>
                      <a:pt x="5113" y="2685"/>
                    </a:cubicBezTo>
                    <a:cubicBezTo>
                      <a:pt x="11554" y="667"/>
                      <a:pt x="10868" y="-1167"/>
                      <a:pt x="4507" y="9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8" name="Freeform: Shape 427">
                <a:extLst>
                  <a:ext uri="{FF2B5EF4-FFF2-40B4-BE49-F238E27FC236}">
                    <a16:creationId xmlns:a16="http://schemas.microsoft.com/office/drawing/2014/main" id="{EBDB1A46-77F7-2111-BCE0-E755E5E1F69C}"/>
                  </a:ext>
                </a:extLst>
              </p:cNvPr>
              <p:cNvSpPr/>
              <p:nvPr/>
            </p:nvSpPr>
            <p:spPr>
              <a:xfrm>
                <a:off x="5990340" y="6621522"/>
                <a:ext cx="9902" cy="2783"/>
              </a:xfrm>
              <a:custGeom>
                <a:avLst/>
                <a:gdLst>
                  <a:gd name="connsiteX0" fmla="*/ 4631 w 9902"/>
                  <a:gd name="connsiteY0" fmla="*/ 414 h 2783"/>
                  <a:gd name="connsiteX1" fmla="*/ 5271 w 9902"/>
                  <a:gd name="connsiteY1" fmla="*/ 2374 h 2783"/>
                  <a:gd name="connsiteX2" fmla="*/ 4631 w 9902"/>
                  <a:gd name="connsiteY2" fmla="*/ 414 h 2783"/>
                </a:gdLst>
                <a:ahLst/>
                <a:cxnLst>
                  <a:cxn ang="0">
                    <a:pos x="connsiteX0" y="connsiteY0"/>
                  </a:cxn>
                  <a:cxn ang="0">
                    <a:pos x="connsiteX1" y="connsiteY1"/>
                  </a:cxn>
                  <a:cxn ang="0">
                    <a:pos x="connsiteX2" y="connsiteY2"/>
                  </a:cxn>
                </a:cxnLst>
                <a:rect l="l" t="t" r="r" b="b"/>
                <a:pathLst>
                  <a:path w="9902" h="2783">
                    <a:moveTo>
                      <a:pt x="4631" y="414"/>
                    </a:moveTo>
                    <a:cubicBezTo>
                      <a:pt x="-2141" y="1706"/>
                      <a:pt x="-1107" y="3631"/>
                      <a:pt x="5271" y="2374"/>
                    </a:cubicBezTo>
                    <a:cubicBezTo>
                      <a:pt x="12049" y="1117"/>
                      <a:pt x="11003" y="-866"/>
                      <a:pt x="4631" y="4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29" name="Freeform: Shape 428">
                <a:extLst>
                  <a:ext uri="{FF2B5EF4-FFF2-40B4-BE49-F238E27FC236}">
                    <a16:creationId xmlns:a16="http://schemas.microsoft.com/office/drawing/2014/main" id="{ADA8A2DA-6DAB-444A-9C98-3B9BDC9EFE2C}"/>
                  </a:ext>
                </a:extLst>
              </p:cNvPr>
              <p:cNvSpPr/>
              <p:nvPr/>
            </p:nvSpPr>
            <p:spPr>
              <a:xfrm>
                <a:off x="6159213" y="7378739"/>
                <a:ext cx="12809" cy="4766"/>
              </a:xfrm>
              <a:custGeom>
                <a:avLst/>
                <a:gdLst>
                  <a:gd name="connsiteX0" fmla="*/ 5963 w 12809"/>
                  <a:gd name="connsiteY0" fmla="*/ 0 h 4766"/>
                  <a:gd name="connsiteX1" fmla="*/ 12809 w 12809"/>
                  <a:gd name="connsiteY1" fmla="*/ 2349 h 4766"/>
                  <a:gd name="connsiteX2" fmla="*/ 5963 w 12809"/>
                  <a:gd name="connsiteY2" fmla="*/ 0 h 4766"/>
                </a:gdLst>
                <a:ahLst/>
                <a:cxnLst>
                  <a:cxn ang="0">
                    <a:pos x="connsiteX0" y="connsiteY0"/>
                  </a:cxn>
                  <a:cxn ang="0">
                    <a:pos x="connsiteX1" y="connsiteY1"/>
                  </a:cxn>
                  <a:cxn ang="0">
                    <a:pos x="connsiteX2" y="connsiteY2"/>
                  </a:cxn>
                </a:cxnLst>
                <a:rect l="l" t="t" r="r" b="b"/>
                <a:pathLst>
                  <a:path w="12809" h="4766">
                    <a:moveTo>
                      <a:pt x="5963" y="0"/>
                    </a:moveTo>
                    <a:cubicBezTo>
                      <a:pt x="-10205" y="1445"/>
                      <a:pt x="11483" y="8361"/>
                      <a:pt x="12809" y="2349"/>
                    </a:cubicBezTo>
                    <a:cubicBezTo>
                      <a:pt x="12529" y="1051"/>
                      <a:pt x="9466" y="0"/>
                      <a:pt x="596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0" name="Freeform: Shape 429">
                <a:extLst>
                  <a:ext uri="{FF2B5EF4-FFF2-40B4-BE49-F238E27FC236}">
                    <a16:creationId xmlns:a16="http://schemas.microsoft.com/office/drawing/2014/main" id="{28D3DEBE-6041-CCF8-2ED7-1747AAC6AA71}"/>
                  </a:ext>
                </a:extLst>
              </p:cNvPr>
              <p:cNvSpPr/>
              <p:nvPr/>
            </p:nvSpPr>
            <p:spPr>
              <a:xfrm>
                <a:off x="6054193" y="6880134"/>
                <a:ext cx="11210" cy="3659"/>
              </a:xfrm>
              <a:custGeom>
                <a:avLst/>
                <a:gdLst>
                  <a:gd name="connsiteX0" fmla="*/ 5267 w 11210"/>
                  <a:gd name="connsiteY0" fmla="*/ 0 h 3659"/>
                  <a:gd name="connsiteX1" fmla="*/ 11211 w 11210"/>
                  <a:gd name="connsiteY1" fmla="*/ 1805 h 3659"/>
                  <a:gd name="connsiteX2" fmla="*/ 5267 w 11210"/>
                  <a:gd name="connsiteY2" fmla="*/ 0 h 3659"/>
                </a:gdLst>
                <a:ahLst/>
                <a:cxnLst>
                  <a:cxn ang="0">
                    <a:pos x="connsiteX0" y="connsiteY0"/>
                  </a:cxn>
                  <a:cxn ang="0">
                    <a:pos x="connsiteX1" y="connsiteY1"/>
                  </a:cxn>
                  <a:cxn ang="0">
                    <a:pos x="connsiteX2" y="connsiteY2"/>
                  </a:cxn>
                </a:cxnLst>
                <a:rect l="l" t="t" r="r" b="b"/>
                <a:pathLst>
                  <a:path w="11210" h="3659">
                    <a:moveTo>
                      <a:pt x="5267" y="0"/>
                    </a:moveTo>
                    <a:cubicBezTo>
                      <a:pt x="-8946" y="1148"/>
                      <a:pt x="9971" y="6401"/>
                      <a:pt x="11211" y="1805"/>
                    </a:cubicBezTo>
                    <a:cubicBezTo>
                      <a:pt x="10993" y="811"/>
                      <a:pt x="8336" y="0"/>
                      <a:pt x="526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1" name="Freeform: Shape 430">
                <a:extLst>
                  <a:ext uri="{FF2B5EF4-FFF2-40B4-BE49-F238E27FC236}">
                    <a16:creationId xmlns:a16="http://schemas.microsoft.com/office/drawing/2014/main" id="{60AA580D-DEEC-F443-2DE8-F68B0C626F84}"/>
                  </a:ext>
                </a:extLst>
              </p:cNvPr>
              <p:cNvSpPr/>
              <p:nvPr/>
            </p:nvSpPr>
            <p:spPr>
              <a:xfrm>
                <a:off x="6130127" y="7241264"/>
                <a:ext cx="12371" cy="4451"/>
              </a:xfrm>
              <a:custGeom>
                <a:avLst/>
                <a:gdLst>
                  <a:gd name="connsiteX0" fmla="*/ 5777 w 12371"/>
                  <a:gd name="connsiteY0" fmla="*/ 0 h 4451"/>
                  <a:gd name="connsiteX1" fmla="*/ 12372 w 12371"/>
                  <a:gd name="connsiteY1" fmla="*/ 2195 h 4451"/>
                  <a:gd name="connsiteX2" fmla="*/ 5777 w 12371"/>
                  <a:gd name="connsiteY2" fmla="*/ 0 h 4451"/>
                </a:gdLst>
                <a:ahLst/>
                <a:cxnLst>
                  <a:cxn ang="0">
                    <a:pos x="connsiteX0" y="connsiteY0"/>
                  </a:cxn>
                  <a:cxn ang="0">
                    <a:pos x="connsiteX1" y="connsiteY1"/>
                  </a:cxn>
                  <a:cxn ang="0">
                    <a:pos x="connsiteX2" y="connsiteY2"/>
                  </a:cxn>
                </a:cxnLst>
                <a:rect l="l" t="t" r="r" b="b"/>
                <a:pathLst>
                  <a:path w="12371" h="4451">
                    <a:moveTo>
                      <a:pt x="5777" y="0"/>
                    </a:moveTo>
                    <a:cubicBezTo>
                      <a:pt x="-9860" y="1366"/>
                      <a:pt x="11057" y="7801"/>
                      <a:pt x="12372" y="2195"/>
                    </a:cubicBezTo>
                    <a:cubicBezTo>
                      <a:pt x="12115" y="983"/>
                      <a:pt x="9160" y="0"/>
                      <a:pt x="577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2" name="Freeform: Shape 431">
                <a:extLst>
                  <a:ext uri="{FF2B5EF4-FFF2-40B4-BE49-F238E27FC236}">
                    <a16:creationId xmlns:a16="http://schemas.microsoft.com/office/drawing/2014/main" id="{9C557B10-DC16-2D8E-E6C1-CE26BFBE2FA0}"/>
                  </a:ext>
                </a:extLst>
              </p:cNvPr>
              <p:cNvSpPr/>
              <p:nvPr/>
            </p:nvSpPr>
            <p:spPr>
              <a:xfrm>
                <a:off x="6078005" y="6992794"/>
                <a:ext cx="11572" cy="3894"/>
              </a:xfrm>
              <a:custGeom>
                <a:avLst/>
                <a:gdLst>
                  <a:gd name="connsiteX0" fmla="*/ 5429 w 11572"/>
                  <a:gd name="connsiteY0" fmla="*/ 0 h 3894"/>
                  <a:gd name="connsiteX1" fmla="*/ 11573 w 11572"/>
                  <a:gd name="connsiteY1" fmla="*/ 1920 h 3894"/>
                  <a:gd name="connsiteX2" fmla="*/ 5429 w 11572"/>
                  <a:gd name="connsiteY2" fmla="*/ 0 h 3894"/>
                </a:gdLst>
                <a:ahLst/>
                <a:cxnLst>
                  <a:cxn ang="0">
                    <a:pos x="connsiteX0" y="connsiteY0"/>
                  </a:cxn>
                  <a:cxn ang="0">
                    <a:pos x="connsiteX1" y="connsiteY1"/>
                  </a:cxn>
                  <a:cxn ang="0">
                    <a:pos x="connsiteX2" y="connsiteY2"/>
                  </a:cxn>
                </a:cxnLst>
                <a:rect l="l" t="t" r="r" b="b"/>
                <a:pathLst>
                  <a:path w="11572" h="3894">
                    <a:moveTo>
                      <a:pt x="5429" y="0"/>
                    </a:moveTo>
                    <a:cubicBezTo>
                      <a:pt x="-9230" y="1211"/>
                      <a:pt x="10298" y="6818"/>
                      <a:pt x="11573" y="1920"/>
                    </a:cubicBezTo>
                    <a:cubicBezTo>
                      <a:pt x="11344" y="863"/>
                      <a:pt x="8595" y="0"/>
                      <a:pt x="542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3" name="Freeform: Shape 432">
                <a:extLst>
                  <a:ext uri="{FF2B5EF4-FFF2-40B4-BE49-F238E27FC236}">
                    <a16:creationId xmlns:a16="http://schemas.microsoft.com/office/drawing/2014/main" id="{7D4F77F7-D849-4F57-8BBE-FAA03F3A2394}"/>
                  </a:ext>
                </a:extLst>
              </p:cNvPr>
              <p:cNvSpPr/>
              <p:nvPr/>
            </p:nvSpPr>
            <p:spPr>
              <a:xfrm>
                <a:off x="6103187" y="7112894"/>
                <a:ext cx="11953" cy="4158"/>
              </a:xfrm>
              <a:custGeom>
                <a:avLst/>
                <a:gdLst>
                  <a:gd name="connsiteX0" fmla="*/ 5599 w 11953"/>
                  <a:gd name="connsiteY0" fmla="*/ 0 h 4158"/>
                  <a:gd name="connsiteX1" fmla="*/ 11954 w 11953"/>
                  <a:gd name="connsiteY1" fmla="*/ 2052 h 4158"/>
                  <a:gd name="connsiteX2" fmla="*/ 5599 w 11953"/>
                  <a:gd name="connsiteY2" fmla="*/ 0 h 4158"/>
                </a:gdLst>
                <a:ahLst/>
                <a:cxnLst>
                  <a:cxn ang="0">
                    <a:pos x="connsiteX0" y="connsiteY0"/>
                  </a:cxn>
                  <a:cxn ang="0">
                    <a:pos x="connsiteX1" y="connsiteY1"/>
                  </a:cxn>
                  <a:cxn ang="0">
                    <a:pos x="connsiteX2" y="connsiteY2"/>
                  </a:cxn>
                </a:cxnLst>
                <a:rect l="l" t="t" r="r" b="b"/>
                <a:pathLst>
                  <a:path w="11953" h="4158">
                    <a:moveTo>
                      <a:pt x="5599" y="0"/>
                    </a:moveTo>
                    <a:cubicBezTo>
                      <a:pt x="-9535" y="1286"/>
                      <a:pt x="10662" y="7281"/>
                      <a:pt x="11954" y="2052"/>
                    </a:cubicBezTo>
                    <a:cubicBezTo>
                      <a:pt x="11714" y="920"/>
                      <a:pt x="8874" y="0"/>
                      <a:pt x="559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4" name="Freeform: Shape 433">
                <a:extLst>
                  <a:ext uri="{FF2B5EF4-FFF2-40B4-BE49-F238E27FC236}">
                    <a16:creationId xmlns:a16="http://schemas.microsoft.com/office/drawing/2014/main" id="{2EB50A91-3A79-78CE-D0A6-28766A66020C}"/>
                  </a:ext>
                </a:extLst>
              </p:cNvPr>
              <p:cNvSpPr/>
              <p:nvPr/>
            </p:nvSpPr>
            <p:spPr>
              <a:xfrm>
                <a:off x="5877367" y="6019458"/>
                <a:ext cx="8477" cy="3327"/>
              </a:xfrm>
              <a:custGeom>
                <a:avLst/>
                <a:gdLst>
                  <a:gd name="connsiteX0" fmla="*/ 4099 w 8477"/>
                  <a:gd name="connsiteY0" fmla="*/ 25 h 3327"/>
                  <a:gd name="connsiteX1" fmla="*/ 8477 w 8477"/>
                  <a:gd name="connsiteY1" fmla="*/ 2134 h 3327"/>
                  <a:gd name="connsiteX2" fmla="*/ 4099 w 8477"/>
                  <a:gd name="connsiteY2" fmla="*/ 25 h 3327"/>
                </a:gdLst>
                <a:ahLst/>
                <a:cxnLst>
                  <a:cxn ang="0">
                    <a:pos x="connsiteX0" y="connsiteY0"/>
                  </a:cxn>
                  <a:cxn ang="0">
                    <a:pos x="connsiteX1" y="connsiteY1"/>
                  </a:cxn>
                  <a:cxn ang="0">
                    <a:pos x="connsiteX2" y="connsiteY2"/>
                  </a:cxn>
                </a:cxnLst>
                <a:rect l="l" t="t" r="r" b="b"/>
                <a:pathLst>
                  <a:path w="8477" h="3327">
                    <a:moveTo>
                      <a:pt x="4099" y="25"/>
                    </a:moveTo>
                    <a:cubicBezTo>
                      <a:pt x="-6719" y="-443"/>
                      <a:pt x="7146" y="5883"/>
                      <a:pt x="8477" y="2134"/>
                    </a:cubicBezTo>
                    <a:cubicBezTo>
                      <a:pt x="8386" y="1276"/>
                      <a:pt x="6425" y="334"/>
                      <a:pt x="4099" y="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5" name="Freeform: Shape 434">
                <a:extLst>
                  <a:ext uri="{FF2B5EF4-FFF2-40B4-BE49-F238E27FC236}">
                    <a16:creationId xmlns:a16="http://schemas.microsoft.com/office/drawing/2014/main" id="{1E7195F0-1B80-1B3E-C157-7BD1BB51DDDF}"/>
                  </a:ext>
                </a:extLst>
              </p:cNvPr>
              <p:cNvSpPr/>
              <p:nvPr/>
            </p:nvSpPr>
            <p:spPr>
              <a:xfrm>
                <a:off x="5819845" y="5575544"/>
                <a:ext cx="7272" cy="3810"/>
              </a:xfrm>
              <a:custGeom>
                <a:avLst/>
                <a:gdLst>
                  <a:gd name="connsiteX0" fmla="*/ 3426 w 7272"/>
                  <a:gd name="connsiteY0" fmla="*/ 136 h 3810"/>
                  <a:gd name="connsiteX1" fmla="*/ 3843 w 7272"/>
                  <a:gd name="connsiteY1" fmla="*/ 3685 h 3810"/>
                  <a:gd name="connsiteX2" fmla="*/ 3426 w 7272"/>
                  <a:gd name="connsiteY2" fmla="*/ 136 h 3810"/>
                </a:gdLst>
                <a:ahLst/>
                <a:cxnLst>
                  <a:cxn ang="0">
                    <a:pos x="connsiteX0" y="connsiteY0"/>
                  </a:cxn>
                  <a:cxn ang="0">
                    <a:pos x="connsiteX1" y="connsiteY1"/>
                  </a:cxn>
                  <a:cxn ang="0">
                    <a:pos x="connsiteX2" y="connsiteY2"/>
                  </a:cxn>
                </a:cxnLst>
                <a:rect l="l" t="t" r="r" b="b"/>
                <a:pathLst>
                  <a:path w="7272" h="3810">
                    <a:moveTo>
                      <a:pt x="3426" y="136"/>
                    </a:moveTo>
                    <a:cubicBezTo>
                      <a:pt x="-1306" y="913"/>
                      <a:pt x="-1107" y="4525"/>
                      <a:pt x="3843" y="3685"/>
                    </a:cubicBezTo>
                    <a:cubicBezTo>
                      <a:pt x="8586" y="2965"/>
                      <a:pt x="8375" y="-750"/>
                      <a:pt x="3426" y="1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6" name="Freeform: Shape 435">
                <a:extLst>
                  <a:ext uri="{FF2B5EF4-FFF2-40B4-BE49-F238E27FC236}">
                    <a16:creationId xmlns:a16="http://schemas.microsoft.com/office/drawing/2014/main" id="{C0B24220-A734-2ABD-620A-998EECF8C1E3}"/>
                  </a:ext>
                </a:extLst>
              </p:cNvPr>
              <p:cNvSpPr/>
              <p:nvPr/>
            </p:nvSpPr>
            <p:spPr>
              <a:xfrm>
                <a:off x="5832416" y="5681416"/>
                <a:ext cx="7621" cy="3512"/>
              </a:xfrm>
              <a:custGeom>
                <a:avLst/>
                <a:gdLst>
                  <a:gd name="connsiteX0" fmla="*/ 3627 w 7621"/>
                  <a:gd name="connsiteY0" fmla="*/ 2 h 3512"/>
                  <a:gd name="connsiteX1" fmla="*/ 7621 w 7621"/>
                  <a:gd name="connsiteY1" fmla="*/ 2128 h 3512"/>
                  <a:gd name="connsiteX2" fmla="*/ 3627 w 7621"/>
                  <a:gd name="connsiteY2" fmla="*/ 2 h 3512"/>
                </a:gdLst>
                <a:ahLst/>
                <a:cxnLst>
                  <a:cxn ang="0">
                    <a:pos x="connsiteX0" y="connsiteY0"/>
                  </a:cxn>
                  <a:cxn ang="0">
                    <a:pos x="connsiteX1" y="connsiteY1"/>
                  </a:cxn>
                  <a:cxn ang="0">
                    <a:pos x="connsiteX2" y="connsiteY2"/>
                  </a:cxn>
                </a:cxnLst>
                <a:rect l="l" t="t" r="r" b="b"/>
                <a:pathLst>
                  <a:path w="7621" h="3512">
                    <a:moveTo>
                      <a:pt x="3627" y="2"/>
                    </a:moveTo>
                    <a:cubicBezTo>
                      <a:pt x="-6032" y="-135"/>
                      <a:pt x="6536" y="6243"/>
                      <a:pt x="7621" y="2128"/>
                    </a:cubicBezTo>
                    <a:cubicBezTo>
                      <a:pt x="7501" y="1191"/>
                      <a:pt x="5713" y="242"/>
                      <a:pt x="3627"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7" name="Freeform: Shape 436">
                <a:extLst>
                  <a:ext uri="{FF2B5EF4-FFF2-40B4-BE49-F238E27FC236}">
                    <a16:creationId xmlns:a16="http://schemas.microsoft.com/office/drawing/2014/main" id="{32926035-6B3A-0E0A-F6A4-9A7019BD2F0F}"/>
                  </a:ext>
                </a:extLst>
              </p:cNvPr>
              <p:cNvSpPr/>
              <p:nvPr/>
            </p:nvSpPr>
            <p:spPr>
              <a:xfrm>
                <a:off x="5845318" y="5775285"/>
                <a:ext cx="7506" cy="3777"/>
              </a:xfrm>
              <a:custGeom>
                <a:avLst/>
                <a:gdLst>
                  <a:gd name="connsiteX0" fmla="*/ 3544 w 7506"/>
                  <a:gd name="connsiteY0" fmla="*/ 494 h 3777"/>
                  <a:gd name="connsiteX1" fmla="*/ 3961 w 7506"/>
                  <a:gd name="connsiteY1" fmla="*/ 3277 h 3777"/>
                  <a:gd name="connsiteX2" fmla="*/ 3544 w 7506"/>
                  <a:gd name="connsiteY2" fmla="*/ 494 h 3777"/>
                </a:gdLst>
                <a:ahLst/>
                <a:cxnLst>
                  <a:cxn ang="0">
                    <a:pos x="connsiteX0" y="connsiteY0"/>
                  </a:cxn>
                  <a:cxn ang="0">
                    <a:pos x="connsiteX1" y="connsiteY1"/>
                  </a:cxn>
                  <a:cxn ang="0">
                    <a:pos x="connsiteX2" y="connsiteY2"/>
                  </a:cxn>
                </a:cxnLst>
                <a:rect l="l" t="t" r="r" b="b"/>
                <a:pathLst>
                  <a:path w="7506" h="3777">
                    <a:moveTo>
                      <a:pt x="3544" y="494"/>
                    </a:moveTo>
                    <a:cubicBezTo>
                      <a:pt x="-2171" y="-1243"/>
                      <a:pt x="-188" y="2065"/>
                      <a:pt x="3961" y="3277"/>
                    </a:cubicBezTo>
                    <a:cubicBezTo>
                      <a:pt x="9676" y="5037"/>
                      <a:pt x="7699" y="1677"/>
                      <a:pt x="3544" y="4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8" name="Freeform: Shape 437">
                <a:extLst>
                  <a:ext uri="{FF2B5EF4-FFF2-40B4-BE49-F238E27FC236}">
                    <a16:creationId xmlns:a16="http://schemas.microsoft.com/office/drawing/2014/main" id="{92D4E02D-7590-AA5A-C604-DFE1849DBB9E}"/>
                  </a:ext>
                </a:extLst>
              </p:cNvPr>
              <p:cNvSpPr/>
              <p:nvPr/>
            </p:nvSpPr>
            <p:spPr>
              <a:xfrm>
                <a:off x="5795896" y="5375825"/>
                <a:ext cx="7293" cy="6061"/>
              </a:xfrm>
              <a:custGeom>
                <a:avLst/>
                <a:gdLst>
                  <a:gd name="connsiteX0" fmla="*/ 3457 w 7293"/>
                  <a:gd name="connsiteY0" fmla="*/ 1709 h 6061"/>
                  <a:gd name="connsiteX1" fmla="*/ 5 w 7293"/>
                  <a:gd name="connsiteY1" fmla="*/ 5796 h 6061"/>
                  <a:gd name="connsiteX2" fmla="*/ 3457 w 7293"/>
                  <a:gd name="connsiteY2" fmla="*/ 1709 h 6061"/>
                </a:gdLst>
                <a:ahLst/>
                <a:cxnLst>
                  <a:cxn ang="0">
                    <a:pos x="connsiteX0" y="connsiteY0"/>
                  </a:cxn>
                  <a:cxn ang="0">
                    <a:pos x="connsiteX1" y="connsiteY1"/>
                  </a:cxn>
                  <a:cxn ang="0">
                    <a:pos x="connsiteX2" y="connsiteY2"/>
                  </a:cxn>
                </a:cxnLst>
                <a:rect l="l" t="t" r="r" b="b"/>
                <a:pathLst>
                  <a:path w="7293" h="6061">
                    <a:moveTo>
                      <a:pt x="3457" y="1709"/>
                    </a:moveTo>
                    <a:cubicBezTo>
                      <a:pt x="1451" y="3212"/>
                      <a:pt x="-98" y="5047"/>
                      <a:pt x="5" y="5796"/>
                    </a:cubicBezTo>
                    <a:cubicBezTo>
                      <a:pt x="2245" y="8002"/>
                      <a:pt x="12886" y="-4400"/>
                      <a:pt x="3457" y="17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39" name="Freeform: Shape 438">
                <a:extLst>
                  <a:ext uri="{FF2B5EF4-FFF2-40B4-BE49-F238E27FC236}">
                    <a16:creationId xmlns:a16="http://schemas.microsoft.com/office/drawing/2014/main" id="{C165F41B-F6B2-CF4C-CED7-1CB39983824B}"/>
                  </a:ext>
                </a:extLst>
              </p:cNvPr>
              <p:cNvSpPr/>
              <p:nvPr/>
            </p:nvSpPr>
            <p:spPr>
              <a:xfrm>
                <a:off x="5807429" y="5469675"/>
                <a:ext cx="7395" cy="4910"/>
              </a:xfrm>
              <a:custGeom>
                <a:avLst/>
                <a:gdLst>
                  <a:gd name="connsiteX0" fmla="*/ 3491 w 7395"/>
                  <a:gd name="connsiteY0" fmla="*/ 751 h 4910"/>
                  <a:gd name="connsiteX1" fmla="*/ 5 w 7395"/>
                  <a:gd name="connsiteY1" fmla="*/ 4197 h 4910"/>
                  <a:gd name="connsiteX2" fmla="*/ 3491 w 7395"/>
                  <a:gd name="connsiteY2" fmla="*/ 751 h 4910"/>
                </a:gdLst>
                <a:ahLst/>
                <a:cxnLst>
                  <a:cxn ang="0">
                    <a:pos x="connsiteX0" y="connsiteY0"/>
                  </a:cxn>
                  <a:cxn ang="0">
                    <a:pos x="connsiteX1" y="connsiteY1"/>
                  </a:cxn>
                  <a:cxn ang="0">
                    <a:pos x="connsiteX2" y="connsiteY2"/>
                  </a:cxn>
                </a:cxnLst>
                <a:rect l="l" t="t" r="r" b="b"/>
                <a:pathLst>
                  <a:path w="7395" h="4910">
                    <a:moveTo>
                      <a:pt x="3491" y="751"/>
                    </a:moveTo>
                    <a:cubicBezTo>
                      <a:pt x="1463" y="1740"/>
                      <a:pt x="-103" y="3283"/>
                      <a:pt x="5" y="4197"/>
                    </a:cubicBezTo>
                    <a:cubicBezTo>
                      <a:pt x="2228" y="7661"/>
                      <a:pt x="13098" y="-2815"/>
                      <a:pt x="3491" y="7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0" name="Freeform: Shape 439">
                <a:extLst>
                  <a:ext uri="{FF2B5EF4-FFF2-40B4-BE49-F238E27FC236}">
                    <a16:creationId xmlns:a16="http://schemas.microsoft.com/office/drawing/2014/main" id="{9695C0DC-AC82-822C-53E6-252EA4FA6D3B}"/>
                  </a:ext>
                </a:extLst>
              </p:cNvPr>
              <p:cNvSpPr/>
              <p:nvPr/>
            </p:nvSpPr>
            <p:spPr>
              <a:xfrm>
                <a:off x="5867729" y="5925261"/>
                <a:ext cx="8170" cy="3768"/>
              </a:xfrm>
              <a:custGeom>
                <a:avLst/>
                <a:gdLst>
                  <a:gd name="connsiteX0" fmla="*/ 3953 w 8170"/>
                  <a:gd name="connsiteY0" fmla="*/ 336 h 3768"/>
                  <a:gd name="connsiteX1" fmla="*/ 8171 w 8170"/>
                  <a:gd name="connsiteY1" fmla="*/ 2954 h 3768"/>
                  <a:gd name="connsiteX2" fmla="*/ 3953 w 8170"/>
                  <a:gd name="connsiteY2" fmla="*/ 336 h 3768"/>
                </a:gdLst>
                <a:ahLst/>
                <a:cxnLst>
                  <a:cxn ang="0">
                    <a:pos x="connsiteX0" y="connsiteY0"/>
                  </a:cxn>
                  <a:cxn ang="0">
                    <a:pos x="connsiteX1" y="connsiteY1"/>
                  </a:cxn>
                  <a:cxn ang="0">
                    <a:pos x="connsiteX2" y="connsiteY2"/>
                  </a:cxn>
                </a:cxnLst>
                <a:rect l="l" t="t" r="r" b="b"/>
                <a:pathLst>
                  <a:path w="8170" h="3768">
                    <a:moveTo>
                      <a:pt x="3953" y="336"/>
                    </a:moveTo>
                    <a:cubicBezTo>
                      <a:pt x="-6409" y="-1692"/>
                      <a:pt x="6708" y="6257"/>
                      <a:pt x="8171" y="2954"/>
                    </a:cubicBezTo>
                    <a:cubicBezTo>
                      <a:pt x="8079" y="2137"/>
                      <a:pt x="6193" y="965"/>
                      <a:pt x="3953" y="3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1" name="Freeform: Shape 440">
                <a:extLst>
                  <a:ext uri="{FF2B5EF4-FFF2-40B4-BE49-F238E27FC236}">
                    <a16:creationId xmlns:a16="http://schemas.microsoft.com/office/drawing/2014/main" id="{62BE438B-9001-6F9F-19DA-3968A678CA16}"/>
                  </a:ext>
                </a:extLst>
              </p:cNvPr>
              <p:cNvSpPr/>
              <p:nvPr/>
            </p:nvSpPr>
            <p:spPr>
              <a:xfrm>
                <a:off x="5903789" y="6199913"/>
                <a:ext cx="8713" cy="4995"/>
              </a:xfrm>
              <a:custGeom>
                <a:avLst/>
                <a:gdLst>
                  <a:gd name="connsiteX0" fmla="*/ 4092 w 8713"/>
                  <a:gd name="connsiteY0" fmla="*/ 90 h 4995"/>
                  <a:gd name="connsiteX1" fmla="*/ 4624 w 8713"/>
                  <a:gd name="connsiteY1" fmla="*/ 4897 h 4995"/>
                  <a:gd name="connsiteX2" fmla="*/ 4092 w 8713"/>
                  <a:gd name="connsiteY2" fmla="*/ 90 h 4995"/>
                </a:gdLst>
                <a:ahLst/>
                <a:cxnLst>
                  <a:cxn ang="0">
                    <a:pos x="connsiteX0" y="connsiteY0"/>
                  </a:cxn>
                  <a:cxn ang="0">
                    <a:pos x="connsiteX1" y="connsiteY1"/>
                  </a:cxn>
                  <a:cxn ang="0">
                    <a:pos x="connsiteX2" y="connsiteY2"/>
                  </a:cxn>
                </a:cxnLst>
                <a:rect l="l" t="t" r="r" b="b"/>
                <a:pathLst>
                  <a:path w="8713" h="4995">
                    <a:moveTo>
                      <a:pt x="4092" y="90"/>
                    </a:moveTo>
                    <a:cubicBezTo>
                      <a:pt x="-1652" y="764"/>
                      <a:pt x="-1234" y="5753"/>
                      <a:pt x="4624" y="4897"/>
                    </a:cubicBezTo>
                    <a:cubicBezTo>
                      <a:pt x="10356" y="4142"/>
                      <a:pt x="9956" y="-716"/>
                      <a:pt x="4092" y="9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2" name="Freeform: Shape 441">
                <a:extLst>
                  <a:ext uri="{FF2B5EF4-FFF2-40B4-BE49-F238E27FC236}">
                    <a16:creationId xmlns:a16="http://schemas.microsoft.com/office/drawing/2014/main" id="{86C0EEC2-F17E-1D15-6516-71F269ADE66A}"/>
                  </a:ext>
                </a:extLst>
              </p:cNvPr>
              <p:cNvSpPr/>
              <p:nvPr/>
            </p:nvSpPr>
            <p:spPr>
              <a:xfrm>
                <a:off x="5919976" y="6357106"/>
                <a:ext cx="9187" cy="6461"/>
              </a:xfrm>
              <a:custGeom>
                <a:avLst/>
                <a:gdLst>
                  <a:gd name="connsiteX0" fmla="*/ 4306 w 9187"/>
                  <a:gd name="connsiteY0" fmla="*/ 866 h 6461"/>
                  <a:gd name="connsiteX1" fmla="*/ 9 w 9187"/>
                  <a:gd name="connsiteY1" fmla="*/ 5415 h 6461"/>
                  <a:gd name="connsiteX2" fmla="*/ 4306 w 9187"/>
                  <a:gd name="connsiteY2" fmla="*/ 866 h 6461"/>
                </a:gdLst>
                <a:ahLst/>
                <a:cxnLst>
                  <a:cxn ang="0">
                    <a:pos x="connsiteX0" y="connsiteY0"/>
                  </a:cxn>
                  <a:cxn ang="0">
                    <a:pos x="connsiteX1" y="connsiteY1"/>
                  </a:cxn>
                  <a:cxn ang="0">
                    <a:pos x="connsiteX2" y="connsiteY2"/>
                  </a:cxn>
                </a:cxnLst>
                <a:rect l="l" t="t" r="r" b="b"/>
                <a:pathLst>
                  <a:path w="9187" h="6461">
                    <a:moveTo>
                      <a:pt x="4306" y="866"/>
                    </a:moveTo>
                    <a:cubicBezTo>
                      <a:pt x="1780" y="2089"/>
                      <a:pt x="-146" y="4135"/>
                      <a:pt x="9" y="5415"/>
                    </a:cubicBezTo>
                    <a:cubicBezTo>
                      <a:pt x="2838" y="10250"/>
                      <a:pt x="16268" y="-3489"/>
                      <a:pt x="4306" y="86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3" name="Freeform: Shape 442">
                <a:extLst>
                  <a:ext uri="{FF2B5EF4-FFF2-40B4-BE49-F238E27FC236}">
                    <a16:creationId xmlns:a16="http://schemas.microsoft.com/office/drawing/2014/main" id="{48371454-62E3-0A36-73C7-D10BF0841EA2}"/>
                  </a:ext>
                </a:extLst>
              </p:cNvPr>
              <p:cNvSpPr/>
              <p:nvPr/>
            </p:nvSpPr>
            <p:spPr>
              <a:xfrm>
                <a:off x="5936802" y="6447962"/>
                <a:ext cx="9447" cy="5665"/>
              </a:xfrm>
              <a:custGeom>
                <a:avLst/>
                <a:gdLst>
                  <a:gd name="connsiteX0" fmla="*/ 4426 w 9447"/>
                  <a:gd name="connsiteY0" fmla="*/ 1712 h 5665"/>
                  <a:gd name="connsiteX1" fmla="*/ 8 w 9447"/>
                  <a:gd name="connsiteY1" fmla="*/ 5450 h 5665"/>
                  <a:gd name="connsiteX2" fmla="*/ 4426 w 9447"/>
                  <a:gd name="connsiteY2" fmla="*/ 1712 h 5665"/>
                </a:gdLst>
                <a:ahLst/>
                <a:cxnLst>
                  <a:cxn ang="0">
                    <a:pos x="connsiteX0" y="connsiteY0"/>
                  </a:cxn>
                  <a:cxn ang="0">
                    <a:pos x="connsiteX1" y="connsiteY1"/>
                  </a:cxn>
                  <a:cxn ang="0">
                    <a:pos x="connsiteX2" y="connsiteY2"/>
                  </a:cxn>
                </a:cxnLst>
                <a:rect l="l" t="t" r="r" b="b"/>
                <a:pathLst>
                  <a:path w="9447" h="5665">
                    <a:moveTo>
                      <a:pt x="4426" y="1712"/>
                    </a:moveTo>
                    <a:cubicBezTo>
                      <a:pt x="1837" y="3141"/>
                      <a:pt x="-141" y="4821"/>
                      <a:pt x="8" y="5450"/>
                    </a:cubicBezTo>
                    <a:cubicBezTo>
                      <a:pt x="2482" y="7359"/>
                      <a:pt x="16913" y="-4231"/>
                      <a:pt x="4426" y="17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4" name="Freeform: Shape 443">
                <a:extLst>
                  <a:ext uri="{FF2B5EF4-FFF2-40B4-BE49-F238E27FC236}">
                    <a16:creationId xmlns:a16="http://schemas.microsoft.com/office/drawing/2014/main" id="{C7A08170-9D02-1286-3652-A8E1A2BFF2D1}"/>
                  </a:ext>
                </a:extLst>
              </p:cNvPr>
              <p:cNvSpPr/>
              <p:nvPr/>
            </p:nvSpPr>
            <p:spPr>
              <a:xfrm>
                <a:off x="5857470" y="5845936"/>
                <a:ext cx="7902" cy="3795"/>
              </a:xfrm>
              <a:custGeom>
                <a:avLst/>
                <a:gdLst>
                  <a:gd name="connsiteX0" fmla="*/ 3788 w 7902"/>
                  <a:gd name="connsiteY0" fmla="*/ 834 h 3795"/>
                  <a:gd name="connsiteX1" fmla="*/ 7903 w 7902"/>
                  <a:gd name="connsiteY1" fmla="*/ 3463 h 3795"/>
                  <a:gd name="connsiteX2" fmla="*/ 3788 w 7902"/>
                  <a:gd name="connsiteY2" fmla="*/ 834 h 3795"/>
                </a:gdLst>
                <a:ahLst/>
                <a:cxnLst>
                  <a:cxn ang="0">
                    <a:pos x="connsiteX0" y="connsiteY0"/>
                  </a:cxn>
                  <a:cxn ang="0">
                    <a:pos x="connsiteX1" y="connsiteY1"/>
                  </a:cxn>
                  <a:cxn ang="0">
                    <a:pos x="connsiteX2" y="connsiteY2"/>
                  </a:cxn>
                </a:cxnLst>
                <a:rect l="l" t="t" r="r" b="b"/>
                <a:pathLst>
                  <a:path w="7902" h="3795">
                    <a:moveTo>
                      <a:pt x="3788" y="834"/>
                    </a:moveTo>
                    <a:cubicBezTo>
                      <a:pt x="-6173" y="-2526"/>
                      <a:pt x="6503" y="5486"/>
                      <a:pt x="7903" y="3463"/>
                    </a:cubicBezTo>
                    <a:cubicBezTo>
                      <a:pt x="7794" y="2874"/>
                      <a:pt x="5954" y="1703"/>
                      <a:pt x="3788" y="8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5" name="Freeform: Shape 444">
                <a:extLst>
                  <a:ext uri="{FF2B5EF4-FFF2-40B4-BE49-F238E27FC236}">
                    <a16:creationId xmlns:a16="http://schemas.microsoft.com/office/drawing/2014/main" id="{1559F809-1186-F15A-887E-C1A2916633A3}"/>
                  </a:ext>
                </a:extLst>
              </p:cNvPr>
              <p:cNvSpPr/>
              <p:nvPr/>
            </p:nvSpPr>
            <p:spPr>
              <a:xfrm>
                <a:off x="5888615" y="6107426"/>
                <a:ext cx="8778" cy="2609"/>
              </a:xfrm>
              <a:custGeom>
                <a:avLst/>
                <a:gdLst>
                  <a:gd name="connsiteX0" fmla="*/ 4212 w 8778"/>
                  <a:gd name="connsiteY0" fmla="*/ 0 h 2609"/>
                  <a:gd name="connsiteX1" fmla="*/ 8779 w 8778"/>
                  <a:gd name="connsiteY1" fmla="*/ 1372 h 2609"/>
                  <a:gd name="connsiteX2" fmla="*/ 4212 w 8778"/>
                  <a:gd name="connsiteY2" fmla="*/ 0 h 2609"/>
                </a:gdLst>
                <a:ahLst/>
                <a:cxnLst>
                  <a:cxn ang="0">
                    <a:pos x="connsiteX0" y="connsiteY0"/>
                  </a:cxn>
                  <a:cxn ang="0">
                    <a:pos x="connsiteX1" y="connsiteY1"/>
                  </a:cxn>
                  <a:cxn ang="0">
                    <a:pos x="connsiteX2" y="connsiteY2"/>
                  </a:cxn>
                </a:cxnLst>
                <a:rect l="l" t="t" r="r" b="b"/>
                <a:pathLst>
                  <a:path w="8778" h="2609">
                    <a:moveTo>
                      <a:pt x="4212" y="0"/>
                    </a:moveTo>
                    <a:cubicBezTo>
                      <a:pt x="-7023" y="617"/>
                      <a:pt x="7647" y="4578"/>
                      <a:pt x="8779" y="1372"/>
                    </a:cubicBezTo>
                    <a:cubicBezTo>
                      <a:pt x="8659" y="668"/>
                      <a:pt x="6619" y="52"/>
                      <a:pt x="421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6" name="Freeform: Shape 445">
                <a:extLst>
                  <a:ext uri="{FF2B5EF4-FFF2-40B4-BE49-F238E27FC236}">
                    <a16:creationId xmlns:a16="http://schemas.microsoft.com/office/drawing/2014/main" id="{FC843416-5E4B-2509-FB1B-344267598B45}"/>
                  </a:ext>
                </a:extLst>
              </p:cNvPr>
              <p:cNvSpPr/>
              <p:nvPr/>
            </p:nvSpPr>
            <p:spPr>
              <a:xfrm>
                <a:off x="6191344" y="7526121"/>
                <a:ext cx="12743" cy="5254"/>
              </a:xfrm>
              <a:custGeom>
                <a:avLst/>
                <a:gdLst>
                  <a:gd name="connsiteX0" fmla="*/ 5641 w 12743"/>
                  <a:gd name="connsiteY0" fmla="*/ 25 h 5254"/>
                  <a:gd name="connsiteX1" fmla="*/ 11224 w 12743"/>
                  <a:gd name="connsiteY1" fmla="*/ 4328 h 5254"/>
                  <a:gd name="connsiteX2" fmla="*/ 5641 w 12743"/>
                  <a:gd name="connsiteY2" fmla="*/ 25 h 5254"/>
                </a:gdLst>
                <a:ahLst/>
                <a:cxnLst>
                  <a:cxn ang="0">
                    <a:pos x="connsiteX0" y="connsiteY0"/>
                  </a:cxn>
                  <a:cxn ang="0">
                    <a:pos x="connsiteX1" y="connsiteY1"/>
                  </a:cxn>
                  <a:cxn ang="0">
                    <a:pos x="connsiteX2" y="connsiteY2"/>
                  </a:cxn>
                </a:cxnLst>
                <a:rect l="l" t="t" r="r" b="b"/>
                <a:pathLst>
                  <a:path w="12743" h="5254">
                    <a:moveTo>
                      <a:pt x="5641" y="25"/>
                    </a:moveTo>
                    <a:cubicBezTo>
                      <a:pt x="-7401" y="842"/>
                      <a:pt x="5481" y="7701"/>
                      <a:pt x="11224" y="4328"/>
                    </a:cubicBezTo>
                    <a:cubicBezTo>
                      <a:pt x="15991" y="1728"/>
                      <a:pt x="8253" y="-249"/>
                      <a:pt x="5641" y="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7" name="Freeform: Shape 446">
                <a:extLst>
                  <a:ext uri="{FF2B5EF4-FFF2-40B4-BE49-F238E27FC236}">
                    <a16:creationId xmlns:a16="http://schemas.microsoft.com/office/drawing/2014/main" id="{41129D3B-69E8-F7F6-B962-53AEA2870C24}"/>
                  </a:ext>
                </a:extLst>
              </p:cNvPr>
              <p:cNvSpPr/>
              <p:nvPr/>
            </p:nvSpPr>
            <p:spPr>
              <a:xfrm>
                <a:off x="5590606" y="5489649"/>
                <a:ext cx="5718" cy="5312"/>
              </a:xfrm>
              <a:custGeom>
                <a:avLst/>
                <a:gdLst>
                  <a:gd name="connsiteX0" fmla="*/ 2739 w 5718"/>
                  <a:gd name="connsiteY0" fmla="*/ 2065 h 5312"/>
                  <a:gd name="connsiteX1" fmla="*/ 241 w 5718"/>
                  <a:gd name="connsiteY1" fmla="*/ 4414 h 5312"/>
                  <a:gd name="connsiteX2" fmla="*/ 2739 w 5718"/>
                  <a:gd name="connsiteY2" fmla="*/ 2065 h 5312"/>
                </a:gdLst>
                <a:ahLst/>
                <a:cxnLst>
                  <a:cxn ang="0">
                    <a:pos x="connsiteX0" y="connsiteY0"/>
                  </a:cxn>
                  <a:cxn ang="0">
                    <a:pos x="connsiteX1" y="connsiteY1"/>
                  </a:cxn>
                  <a:cxn ang="0">
                    <a:pos x="connsiteX2" y="connsiteY2"/>
                  </a:cxn>
                </a:cxnLst>
                <a:rect l="l" t="t" r="r" b="b"/>
                <a:pathLst>
                  <a:path w="5718" h="5312">
                    <a:moveTo>
                      <a:pt x="2739" y="2065"/>
                    </a:moveTo>
                    <a:cubicBezTo>
                      <a:pt x="1795" y="2877"/>
                      <a:pt x="887" y="3734"/>
                      <a:pt x="241" y="4414"/>
                    </a:cubicBezTo>
                    <a:cubicBezTo>
                      <a:pt x="-1925" y="8866"/>
                      <a:pt x="11448" y="-5050"/>
                      <a:pt x="2739" y="20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8" name="Freeform: Shape 447">
                <a:extLst>
                  <a:ext uri="{FF2B5EF4-FFF2-40B4-BE49-F238E27FC236}">
                    <a16:creationId xmlns:a16="http://schemas.microsoft.com/office/drawing/2014/main" id="{08C3B005-F691-4EF3-27A7-5128BC194913}"/>
                  </a:ext>
                </a:extLst>
              </p:cNvPr>
              <p:cNvSpPr/>
              <p:nvPr/>
            </p:nvSpPr>
            <p:spPr>
              <a:xfrm>
                <a:off x="5723779" y="6711615"/>
                <a:ext cx="10166" cy="1796"/>
              </a:xfrm>
              <a:custGeom>
                <a:avLst/>
                <a:gdLst>
                  <a:gd name="connsiteX0" fmla="*/ 4874 w 10166"/>
                  <a:gd name="connsiteY0" fmla="*/ 109 h 1796"/>
                  <a:gd name="connsiteX1" fmla="*/ 5286 w 10166"/>
                  <a:gd name="connsiteY1" fmla="*/ 1697 h 1796"/>
                  <a:gd name="connsiteX2" fmla="*/ 4874 w 10166"/>
                  <a:gd name="connsiteY2" fmla="*/ 109 h 1796"/>
                </a:gdLst>
                <a:ahLst/>
                <a:cxnLst>
                  <a:cxn ang="0">
                    <a:pos x="connsiteX0" y="connsiteY0"/>
                  </a:cxn>
                  <a:cxn ang="0">
                    <a:pos x="connsiteX1" y="connsiteY1"/>
                  </a:cxn>
                  <a:cxn ang="0">
                    <a:pos x="connsiteX2" y="connsiteY2"/>
                  </a:cxn>
                </a:cxnLst>
                <a:rect l="l" t="t" r="r" b="b"/>
                <a:pathLst>
                  <a:path w="10166" h="1796">
                    <a:moveTo>
                      <a:pt x="4874" y="109"/>
                    </a:moveTo>
                    <a:cubicBezTo>
                      <a:pt x="-2110" y="612"/>
                      <a:pt x="-1247" y="2206"/>
                      <a:pt x="5286" y="1697"/>
                    </a:cubicBezTo>
                    <a:cubicBezTo>
                      <a:pt x="12281" y="1206"/>
                      <a:pt x="11412" y="-434"/>
                      <a:pt x="4874" y="1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49" name="Freeform: Shape 448">
                <a:extLst>
                  <a:ext uri="{FF2B5EF4-FFF2-40B4-BE49-F238E27FC236}">
                    <a16:creationId xmlns:a16="http://schemas.microsoft.com/office/drawing/2014/main" id="{6ACFE869-BDB9-A273-E478-B0018FF690D9}"/>
                  </a:ext>
                </a:extLst>
              </p:cNvPr>
              <p:cNvSpPr/>
              <p:nvPr/>
            </p:nvSpPr>
            <p:spPr>
              <a:xfrm>
                <a:off x="5736501" y="6777240"/>
                <a:ext cx="10873" cy="2898"/>
              </a:xfrm>
              <a:custGeom>
                <a:avLst/>
                <a:gdLst>
                  <a:gd name="connsiteX0" fmla="*/ 5250 w 10873"/>
                  <a:gd name="connsiteY0" fmla="*/ 1 h 2898"/>
                  <a:gd name="connsiteX1" fmla="*/ 10873 w 10873"/>
                  <a:gd name="connsiteY1" fmla="*/ 1384 h 2898"/>
                  <a:gd name="connsiteX2" fmla="*/ 5250 w 10873"/>
                  <a:gd name="connsiteY2" fmla="*/ 1 h 2898"/>
                </a:gdLst>
                <a:ahLst/>
                <a:cxnLst>
                  <a:cxn ang="0">
                    <a:pos x="connsiteX0" y="connsiteY0"/>
                  </a:cxn>
                  <a:cxn ang="0">
                    <a:pos x="connsiteX1" y="connsiteY1"/>
                  </a:cxn>
                  <a:cxn ang="0">
                    <a:pos x="connsiteX2" y="connsiteY2"/>
                  </a:cxn>
                </a:cxnLst>
                <a:rect l="l" t="t" r="r" b="b"/>
                <a:pathLst>
                  <a:path w="10873" h="2898">
                    <a:moveTo>
                      <a:pt x="5250" y="1"/>
                    </a:moveTo>
                    <a:cubicBezTo>
                      <a:pt x="-8735" y="1075"/>
                      <a:pt x="9490" y="5036"/>
                      <a:pt x="10873" y="1384"/>
                    </a:cubicBezTo>
                    <a:cubicBezTo>
                      <a:pt x="10748" y="590"/>
                      <a:pt x="8227" y="-28"/>
                      <a:pt x="5250"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0" name="Freeform: Shape 449">
                <a:extLst>
                  <a:ext uri="{FF2B5EF4-FFF2-40B4-BE49-F238E27FC236}">
                    <a16:creationId xmlns:a16="http://schemas.microsoft.com/office/drawing/2014/main" id="{8F2FF197-86A3-7FDD-D333-4EC6066239EB}"/>
                  </a:ext>
                </a:extLst>
              </p:cNvPr>
              <p:cNvSpPr/>
              <p:nvPr/>
            </p:nvSpPr>
            <p:spPr>
              <a:xfrm>
                <a:off x="5711988" y="6676037"/>
                <a:ext cx="9856" cy="1963"/>
              </a:xfrm>
              <a:custGeom>
                <a:avLst/>
                <a:gdLst>
                  <a:gd name="connsiteX0" fmla="*/ 4737 w 9856"/>
                  <a:gd name="connsiteY0" fmla="*/ 569 h 1963"/>
                  <a:gd name="connsiteX1" fmla="*/ 5114 w 9856"/>
                  <a:gd name="connsiteY1" fmla="*/ 1409 h 1963"/>
                  <a:gd name="connsiteX2" fmla="*/ 4737 w 9856"/>
                  <a:gd name="connsiteY2" fmla="*/ 569 h 1963"/>
                </a:gdLst>
                <a:ahLst/>
                <a:cxnLst>
                  <a:cxn ang="0">
                    <a:pos x="connsiteX0" y="connsiteY0"/>
                  </a:cxn>
                  <a:cxn ang="0">
                    <a:pos x="connsiteX1" y="connsiteY1"/>
                  </a:cxn>
                  <a:cxn ang="0">
                    <a:pos x="connsiteX2" y="connsiteY2"/>
                  </a:cxn>
                </a:cxnLst>
                <a:rect l="l" t="t" r="r" b="b"/>
                <a:pathLst>
                  <a:path w="9856" h="1963">
                    <a:moveTo>
                      <a:pt x="4737" y="569"/>
                    </a:moveTo>
                    <a:cubicBezTo>
                      <a:pt x="-2023" y="1769"/>
                      <a:pt x="-1235" y="2546"/>
                      <a:pt x="5114" y="1409"/>
                    </a:cubicBezTo>
                    <a:cubicBezTo>
                      <a:pt x="11887" y="226"/>
                      <a:pt x="11087" y="-609"/>
                      <a:pt x="4737" y="56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1" name="Freeform: Shape 450">
                <a:extLst>
                  <a:ext uri="{FF2B5EF4-FFF2-40B4-BE49-F238E27FC236}">
                    <a16:creationId xmlns:a16="http://schemas.microsoft.com/office/drawing/2014/main" id="{8CAF76CE-CCD9-16C9-55E5-542F22A75EE0}"/>
                  </a:ext>
                </a:extLst>
              </p:cNvPr>
              <p:cNvSpPr/>
              <p:nvPr/>
            </p:nvSpPr>
            <p:spPr>
              <a:xfrm>
                <a:off x="5701034" y="6654788"/>
                <a:ext cx="9583" cy="2978"/>
              </a:xfrm>
              <a:custGeom>
                <a:avLst/>
                <a:gdLst>
                  <a:gd name="connsiteX0" fmla="*/ 4610 w 9583"/>
                  <a:gd name="connsiteY0" fmla="*/ 1187 h 2978"/>
                  <a:gd name="connsiteX1" fmla="*/ 4965 w 9583"/>
                  <a:gd name="connsiteY1" fmla="*/ 1804 h 2978"/>
                  <a:gd name="connsiteX2" fmla="*/ 4610 w 9583"/>
                  <a:gd name="connsiteY2" fmla="*/ 1187 h 2978"/>
                </a:gdLst>
                <a:ahLst/>
                <a:cxnLst>
                  <a:cxn ang="0">
                    <a:pos x="connsiteX0" y="connsiteY0"/>
                  </a:cxn>
                  <a:cxn ang="0">
                    <a:pos x="connsiteX1" y="connsiteY1"/>
                  </a:cxn>
                  <a:cxn ang="0">
                    <a:pos x="connsiteX2" y="connsiteY2"/>
                  </a:cxn>
                </a:cxnLst>
                <a:rect l="l" t="t" r="r" b="b"/>
                <a:pathLst>
                  <a:path w="9583" h="2978">
                    <a:moveTo>
                      <a:pt x="4610" y="1187"/>
                    </a:moveTo>
                    <a:cubicBezTo>
                      <a:pt x="-1870" y="3153"/>
                      <a:pt x="-1305" y="3706"/>
                      <a:pt x="4965" y="1804"/>
                    </a:cubicBezTo>
                    <a:cubicBezTo>
                      <a:pt x="11463" y="-145"/>
                      <a:pt x="10885" y="-756"/>
                      <a:pt x="4610" y="11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2" name="Freeform: Shape 451">
                <a:extLst>
                  <a:ext uri="{FF2B5EF4-FFF2-40B4-BE49-F238E27FC236}">
                    <a16:creationId xmlns:a16="http://schemas.microsoft.com/office/drawing/2014/main" id="{35B01773-B3C0-3F51-14CC-8600A19BEAAD}"/>
                  </a:ext>
                </a:extLst>
              </p:cNvPr>
              <p:cNvSpPr/>
              <p:nvPr/>
            </p:nvSpPr>
            <p:spPr>
              <a:xfrm>
                <a:off x="5779614" y="7112891"/>
                <a:ext cx="11530" cy="4108"/>
              </a:xfrm>
              <a:custGeom>
                <a:avLst/>
                <a:gdLst>
                  <a:gd name="connsiteX0" fmla="*/ 5509 w 11530"/>
                  <a:gd name="connsiteY0" fmla="*/ 3 h 4108"/>
                  <a:gd name="connsiteX1" fmla="*/ 6018 w 11530"/>
                  <a:gd name="connsiteY1" fmla="*/ 4106 h 4108"/>
                  <a:gd name="connsiteX2" fmla="*/ 5509 w 11530"/>
                  <a:gd name="connsiteY2" fmla="*/ 3 h 4108"/>
                </a:gdLst>
                <a:ahLst/>
                <a:cxnLst>
                  <a:cxn ang="0">
                    <a:pos x="connsiteX0" y="connsiteY0"/>
                  </a:cxn>
                  <a:cxn ang="0">
                    <a:pos x="connsiteX1" y="connsiteY1"/>
                  </a:cxn>
                  <a:cxn ang="0">
                    <a:pos x="connsiteX2" y="connsiteY2"/>
                  </a:cxn>
                </a:cxnLst>
                <a:rect l="l" t="t" r="r" b="b"/>
                <a:pathLst>
                  <a:path w="11530" h="4108">
                    <a:moveTo>
                      <a:pt x="5509" y="3"/>
                    </a:moveTo>
                    <a:cubicBezTo>
                      <a:pt x="-2487" y="26"/>
                      <a:pt x="-1309" y="4226"/>
                      <a:pt x="6018" y="4106"/>
                    </a:cubicBezTo>
                    <a:cubicBezTo>
                      <a:pt x="14024" y="4083"/>
                      <a:pt x="12835" y="-123"/>
                      <a:pt x="5509"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3" name="Freeform: Shape 452">
                <a:extLst>
                  <a:ext uri="{FF2B5EF4-FFF2-40B4-BE49-F238E27FC236}">
                    <a16:creationId xmlns:a16="http://schemas.microsoft.com/office/drawing/2014/main" id="{31267FBB-CC92-1194-3E9F-1F8F79EA538D}"/>
                  </a:ext>
                </a:extLst>
              </p:cNvPr>
              <p:cNvSpPr/>
              <p:nvPr/>
            </p:nvSpPr>
            <p:spPr>
              <a:xfrm>
                <a:off x="5812488" y="7378739"/>
                <a:ext cx="12777" cy="4762"/>
              </a:xfrm>
              <a:custGeom>
                <a:avLst/>
                <a:gdLst>
                  <a:gd name="connsiteX0" fmla="*/ 6125 w 12777"/>
                  <a:gd name="connsiteY0" fmla="*/ 0 h 4762"/>
                  <a:gd name="connsiteX1" fmla="*/ 12777 w 12777"/>
                  <a:gd name="connsiteY1" fmla="*/ 2349 h 4762"/>
                  <a:gd name="connsiteX2" fmla="*/ 6125 w 12777"/>
                  <a:gd name="connsiteY2" fmla="*/ 0 h 4762"/>
                </a:gdLst>
                <a:ahLst/>
                <a:cxnLst>
                  <a:cxn ang="0">
                    <a:pos x="connsiteX0" y="connsiteY0"/>
                  </a:cxn>
                  <a:cxn ang="0">
                    <a:pos x="connsiteX1" y="connsiteY1"/>
                  </a:cxn>
                  <a:cxn ang="0">
                    <a:pos x="connsiteX2" y="connsiteY2"/>
                  </a:cxn>
                </a:cxnLst>
                <a:rect l="l" t="t" r="r" b="b"/>
                <a:pathLst>
                  <a:path w="12777" h="4762">
                    <a:moveTo>
                      <a:pt x="6125" y="0"/>
                    </a:moveTo>
                    <a:cubicBezTo>
                      <a:pt x="-10209" y="1463"/>
                      <a:pt x="11108" y="8344"/>
                      <a:pt x="12777" y="2349"/>
                    </a:cubicBezTo>
                    <a:cubicBezTo>
                      <a:pt x="12606" y="1051"/>
                      <a:pt x="9628" y="0"/>
                      <a:pt x="612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4" name="Freeform: Shape 453">
                <a:extLst>
                  <a:ext uri="{FF2B5EF4-FFF2-40B4-BE49-F238E27FC236}">
                    <a16:creationId xmlns:a16="http://schemas.microsoft.com/office/drawing/2014/main" id="{C1057F40-CC69-58BB-F132-A10DD8B5B55E}"/>
                  </a:ext>
                </a:extLst>
              </p:cNvPr>
              <p:cNvSpPr/>
              <p:nvPr/>
            </p:nvSpPr>
            <p:spPr>
              <a:xfrm>
                <a:off x="5690636" y="6632316"/>
                <a:ext cx="9324" cy="4093"/>
              </a:xfrm>
              <a:custGeom>
                <a:avLst/>
                <a:gdLst>
                  <a:gd name="connsiteX0" fmla="*/ 4486 w 9324"/>
                  <a:gd name="connsiteY0" fmla="*/ 1592 h 4093"/>
                  <a:gd name="connsiteX1" fmla="*/ 4829 w 9324"/>
                  <a:gd name="connsiteY1" fmla="*/ 2512 h 4093"/>
                  <a:gd name="connsiteX2" fmla="*/ 4486 w 9324"/>
                  <a:gd name="connsiteY2" fmla="*/ 1592 h 4093"/>
                </a:gdLst>
                <a:ahLst/>
                <a:cxnLst>
                  <a:cxn ang="0">
                    <a:pos x="connsiteX0" y="connsiteY0"/>
                  </a:cxn>
                  <a:cxn ang="0">
                    <a:pos x="connsiteX1" y="connsiteY1"/>
                  </a:cxn>
                  <a:cxn ang="0">
                    <a:pos x="connsiteX2" y="connsiteY2"/>
                  </a:cxn>
                </a:cxnLst>
                <a:rect l="l" t="t" r="r" b="b"/>
                <a:pathLst>
                  <a:path w="9324" h="4093">
                    <a:moveTo>
                      <a:pt x="4486" y="1592"/>
                    </a:moveTo>
                    <a:cubicBezTo>
                      <a:pt x="-1697" y="4216"/>
                      <a:pt x="-1400" y="5170"/>
                      <a:pt x="4829" y="2512"/>
                    </a:cubicBezTo>
                    <a:cubicBezTo>
                      <a:pt x="11030" y="-99"/>
                      <a:pt x="10721" y="-1099"/>
                      <a:pt x="4486" y="15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5" name="Freeform: Shape 454">
                <a:extLst>
                  <a:ext uri="{FF2B5EF4-FFF2-40B4-BE49-F238E27FC236}">
                    <a16:creationId xmlns:a16="http://schemas.microsoft.com/office/drawing/2014/main" id="{146E95DF-CE94-F8AB-8129-FAFC5E7A8528}"/>
                  </a:ext>
                </a:extLst>
              </p:cNvPr>
              <p:cNvSpPr/>
              <p:nvPr/>
            </p:nvSpPr>
            <p:spPr>
              <a:xfrm>
                <a:off x="5795411" y="7241262"/>
                <a:ext cx="11937" cy="4395"/>
              </a:xfrm>
              <a:custGeom>
                <a:avLst/>
                <a:gdLst>
                  <a:gd name="connsiteX0" fmla="*/ 5690 w 11937"/>
                  <a:gd name="connsiteY0" fmla="*/ 3 h 4395"/>
                  <a:gd name="connsiteX1" fmla="*/ 6239 w 11937"/>
                  <a:gd name="connsiteY1" fmla="*/ 4392 h 4395"/>
                  <a:gd name="connsiteX2" fmla="*/ 5690 w 11937"/>
                  <a:gd name="connsiteY2" fmla="*/ 3 h 4395"/>
                </a:gdLst>
                <a:ahLst/>
                <a:cxnLst>
                  <a:cxn ang="0">
                    <a:pos x="connsiteX0" y="connsiteY0"/>
                  </a:cxn>
                  <a:cxn ang="0">
                    <a:pos x="connsiteX1" y="connsiteY1"/>
                  </a:cxn>
                  <a:cxn ang="0">
                    <a:pos x="connsiteX2" y="connsiteY2"/>
                  </a:cxn>
                </a:cxnLst>
                <a:rect l="l" t="t" r="r" b="b"/>
                <a:pathLst>
                  <a:path w="11937" h="4395">
                    <a:moveTo>
                      <a:pt x="5690" y="3"/>
                    </a:moveTo>
                    <a:cubicBezTo>
                      <a:pt x="-2597" y="31"/>
                      <a:pt x="-1328" y="4523"/>
                      <a:pt x="6239" y="4392"/>
                    </a:cubicBezTo>
                    <a:cubicBezTo>
                      <a:pt x="14543" y="4364"/>
                      <a:pt x="13263" y="-128"/>
                      <a:pt x="5690"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6" name="Freeform: Shape 455">
                <a:extLst>
                  <a:ext uri="{FF2B5EF4-FFF2-40B4-BE49-F238E27FC236}">
                    <a16:creationId xmlns:a16="http://schemas.microsoft.com/office/drawing/2014/main" id="{53F2DF4D-8443-A324-2D5C-979DB1BA1723}"/>
                  </a:ext>
                </a:extLst>
              </p:cNvPr>
              <p:cNvSpPr/>
              <p:nvPr/>
            </p:nvSpPr>
            <p:spPr>
              <a:xfrm>
                <a:off x="5764865" y="6992791"/>
                <a:ext cx="11159" cy="3845"/>
              </a:xfrm>
              <a:custGeom>
                <a:avLst/>
                <a:gdLst>
                  <a:gd name="connsiteX0" fmla="*/ 5335 w 11159"/>
                  <a:gd name="connsiteY0" fmla="*/ 2 h 3845"/>
                  <a:gd name="connsiteX1" fmla="*/ 5815 w 11159"/>
                  <a:gd name="connsiteY1" fmla="*/ 3843 h 3845"/>
                  <a:gd name="connsiteX2" fmla="*/ 5335 w 11159"/>
                  <a:gd name="connsiteY2" fmla="*/ 2 h 3845"/>
                </a:gdLst>
                <a:ahLst/>
                <a:cxnLst>
                  <a:cxn ang="0">
                    <a:pos x="connsiteX0" y="connsiteY0"/>
                  </a:cxn>
                  <a:cxn ang="0">
                    <a:pos x="connsiteX1" y="connsiteY1"/>
                  </a:cxn>
                  <a:cxn ang="0">
                    <a:pos x="connsiteX2" y="connsiteY2"/>
                  </a:cxn>
                </a:cxnLst>
                <a:rect l="l" t="t" r="r" b="b"/>
                <a:pathLst>
                  <a:path w="11159" h="3845">
                    <a:moveTo>
                      <a:pt x="5335" y="2"/>
                    </a:moveTo>
                    <a:cubicBezTo>
                      <a:pt x="-2397" y="19"/>
                      <a:pt x="-1277" y="3963"/>
                      <a:pt x="5815" y="3843"/>
                    </a:cubicBezTo>
                    <a:cubicBezTo>
                      <a:pt x="13565" y="3825"/>
                      <a:pt x="12433" y="-112"/>
                      <a:pt x="5335"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7" name="Freeform: Shape 456">
                <a:extLst>
                  <a:ext uri="{FF2B5EF4-FFF2-40B4-BE49-F238E27FC236}">
                    <a16:creationId xmlns:a16="http://schemas.microsoft.com/office/drawing/2014/main" id="{F2F9F6D5-5327-3B42-DE77-3305610D9C0D}"/>
                  </a:ext>
                </a:extLst>
              </p:cNvPr>
              <p:cNvSpPr/>
              <p:nvPr/>
            </p:nvSpPr>
            <p:spPr>
              <a:xfrm>
                <a:off x="5750476" y="6880134"/>
                <a:ext cx="11192" cy="3657"/>
              </a:xfrm>
              <a:custGeom>
                <a:avLst/>
                <a:gdLst>
                  <a:gd name="connsiteX0" fmla="*/ 5397 w 11192"/>
                  <a:gd name="connsiteY0" fmla="*/ 0 h 3657"/>
                  <a:gd name="connsiteX1" fmla="*/ 11192 w 11192"/>
                  <a:gd name="connsiteY1" fmla="*/ 1805 h 3657"/>
                  <a:gd name="connsiteX2" fmla="*/ 5397 w 11192"/>
                  <a:gd name="connsiteY2" fmla="*/ 0 h 3657"/>
                </a:gdLst>
                <a:ahLst/>
                <a:cxnLst>
                  <a:cxn ang="0">
                    <a:pos x="connsiteX0" y="connsiteY0"/>
                  </a:cxn>
                  <a:cxn ang="0">
                    <a:pos x="connsiteX1" y="connsiteY1"/>
                  </a:cxn>
                  <a:cxn ang="0">
                    <a:pos x="connsiteX2" y="connsiteY2"/>
                  </a:cxn>
                </a:cxnLst>
                <a:rect l="l" t="t" r="r" b="b"/>
                <a:pathLst>
                  <a:path w="11192" h="3657">
                    <a:moveTo>
                      <a:pt x="5397" y="0"/>
                    </a:moveTo>
                    <a:cubicBezTo>
                      <a:pt x="-8959" y="1166"/>
                      <a:pt x="9700" y="6389"/>
                      <a:pt x="11192" y="1805"/>
                    </a:cubicBezTo>
                    <a:cubicBezTo>
                      <a:pt x="11061" y="811"/>
                      <a:pt x="8466" y="0"/>
                      <a:pt x="539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8" name="Freeform: Shape 457">
                <a:extLst>
                  <a:ext uri="{FF2B5EF4-FFF2-40B4-BE49-F238E27FC236}">
                    <a16:creationId xmlns:a16="http://schemas.microsoft.com/office/drawing/2014/main" id="{F3512544-2609-22E7-E2BA-1B5EC00922CE}"/>
                  </a:ext>
                </a:extLst>
              </p:cNvPr>
              <p:cNvSpPr/>
              <p:nvPr/>
            </p:nvSpPr>
            <p:spPr>
              <a:xfrm>
                <a:off x="5670028" y="6481059"/>
                <a:ext cx="8943" cy="8214"/>
              </a:xfrm>
              <a:custGeom>
                <a:avLst/>
                <a:gdLst>
                  <a:gd name="connsiteX0" fmla="*/ 4298 w 8943"/>
                  <a:gd name="connsiteY0" fmla="*/ 545 h 8214"/>
                  <a:gd name="connsiteX1" fmla="*/ 4641 w 8943"/>
                  <a:gd name="connsiteY1" fmla="*/ 7643 h 8214"/>
                  <a:gd name="connsiteX2" fmla="*/ 4298 w 8943"/>
                  <a:gd name="connsiteY2" fmla="*/ 545 h 8214"/>
                </a:gdLst>
                <a:ahLst/>
                <a:cxnLst>
                  <a:cxn ang="0">
                    <a:pos x="connsiteX0" y="connsiteY0"/>
                  </a:cxn>
                  <a:cxn ang="0">
                    <a:pos x="connsiteX1" y="connsiteY1"/>
                  </a:cxn>
                  <a:cxn ang="0">
                    <a:pos x="connsiteX2" y="connsiteY2"/>
                  </a:cxn>
                </a:cxnLst>
                <a:rect l="l" t="t" r="r" b="b"/>
                <a:pathLst>
                  <a:path w="8943" h="8214">
                    <a:moveTo>
                      <a:pt x="4298" y="545"/>
                    </a:moveTo>
                    <a:cubicBezTo>
                      <a:pt x="-537" y="2259"/>
                      <a:pt x="-2395" y="10420"/>
                      <a:pt x="4641" y="7643"/>
                    </a:cubicBezTo>
                    <a:cubicBezTo>
                      <a:pt x="9504" y="5883"/>
                      <a:pt x="11322" y="-2141"/>
                      <a:pt x="4298" y="5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59" name="Freeform: Shape 458">
                <a:extLst>
                  <a:ext uri="{FF2B5EF4-FFF2-40B4-BE49-F238E27FC236}">
                    <a16:creationId xmlns:a16="http://schemas.microsoft.com/office/drawing/2014/main" id="{60D4FC4E-1D17-270D-0E19-731C99D4CE91}"/>
                  </a:ext>
                </a:extLst>
              </p:cNvPr>
              <p:cNvSpPr/>
              <p:nvPr/>
            </p:nvSpPr>
            <p:spPr>
              <a:xfrm>
                <a:off x="5616097" y="5612799"/>
                <a:ext cx="7245" cy="1920"/>
              </a:xfrm>
              <a:custGeom>
                <a:avLst/>
                <a:gdLst>
                  <a:gd name="connsiteX0" fmla="*/ 3456 w 7245"/>
                  <a:gd name="connsiteY0" fmla="*/ 245 h 1920"/>
                  <a:gd name="connsiteX1" fmla="*/ 3787 w 7245"/>
                  <a:gd name="connsiteY1" fmla="*/ 1696 h 1920"/>
                  <a:gd name="connsiteX2" fmla="*/ 3456 w 7245"/>
                  <a:gd name="connsiteY2" fmla="*/ 245 h 1920"/>
                </a:gdLst>
                <a:ahLst/>
                <a:cxnLst>
                  <a:cxn ang="0">
                    <a:pos x="connsiteX0" y="connsiteY0"/>
                  </a:cxn>
                  <a:cxn ang="0">
                    <a:pos x="connsiteX1" y="connsiteY1"/>
                  </a:cxn>
                  <a:cxn ang="0">
                    <a:pos x="connsiteX2" y="connsiteY2"/>
                  </a:cxn>
                </a:cxnLst>
                <a:rect l="l" t="t" r="r" b="b"/>
                <a:pathLst>
                  <a:path w="7245" h="1920">
                    <a:moveTo>
                      <a:pt x="3456" y="245"/>
                    </a:moveTo>
                    <a:cubicBezTo>
                      <a:pt x="-1436" y="1045"/>
                      <a:pt x="-962" y="2474"/>
                      <a:pt x="3787" y="1696"/>
                    </a:cubicBezTo>
                    <a:cubicBezTo>
                      <a:pt x="8685" y="936"/>
                      <a:pt x="8205" y="-595"/>
                      <a:pt x="3456" y="2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0" name="Freeform: Shape 459">
                <a:extLst>
                  <a:ext uri="{FF2B5EF4-FFF2-40B4-BE49-F238E27FC236}">
                    <a16:creationId xmlns:a16="http://schemas.microsoft.com/office/drawing/2014/main" id="{CBF192FF-A49A-7780-AE0C-9F12682D5A79}"/>
                  </a:ext>
                </a:extLst>
              </p:cNvPr>
              <p:cNvSpPr/>
              <p:nvPr/>
            </p:nvSpPr>
            <p:spPr>
              <a:xfrm>
                <a:off x="5635533" y="5704179"/>
                <a:ext cx="7480" cy="2897"/>
              </a:xfrm>
              <a:custGeom>
                <a:avLst/>
                <a:gdLst>
                  <a:gd name="connsiteX0" fmla="*/ 3588 w 7480"/>
                  <a:gd name="connsiteY0" fmla="*/ 654 h 2897"/>
                  <a:gd name="connsiteX1" fmla="*/ 3885 w 7480"/>
                  <a:gd name="connsiteY1" fmla="*/ 2231 h 2897"/>
                  <a:gd name="connsiteX2" fmla="*/ 3588 w 7480"/>
                  <a:gd name="connsiteY2" fmla="*/ 654 h 2897"/>
                </a:gdLst>
                <a:ahLst/>
                <a:cxnLst>
                  <a:cxn ang="0">
                    <a:pos x="connsiteX0" y="connsiteY0"/>
                  </a:cxn>
                  <a:cxn ang="0">
                    <a:pos x="connsiteX1" y="connsiteY1"/>
                  </a:cxn>
                  <a:cxn ang="0">
                    <a:pos x="connsiteX2" y="connsiteY2"/>
                  </a:cxn>
                </a:cxnLst>
                <a:rect l="l" t="t" r="r" b="b"/>
                <a:pathLst>
                  <a:path w="7480" h="2897">
                    <a:moveTo>
                      <a:pt x="3588" y="654"/>
                    </a:moveTo>
                    <a:cubicBezTo>
                      <a:pt x="-1910" y="-1027"/>
                      <a:pt x="-510" y="911"/>
                      <a:pt x="3885" y="2231"/>
                    </a:cubicBezTo>
                    <a:cubicBezTo>
                      <a:pt x="9395" y="3951"/>
                      <a:pt x="7989" y="1951"/>
                      <a:pt x="3588" y="65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1" name="Freeform: Shape 460">
                <a:extLst>
                  <a:ext uri="{FF2B5EF4-FFF2-40B4-BE49-F238E27FC236}">
                    <a16:creationId xmlns:a16="http://schemas.microsoft.com/office/drawing/2014/main" id="{373AB220-A9D0-4550-0B53-E39A375E3D71}"/>
                  </a:ext>
                </a:extLst>
              </p:cNvPr>
              <p:cNvSpPr/>
              <p:nvPr/>
            </p:nvSpPr>
            <p:spPr>
              <a:xfrm>
                <a:off x="5626053" y="5657834"/>
                <a:ext cx="7357" cy="1757"/>
              </a:xfrm>
              <a:custGeom>
                <a:avLst/>
                <a:gdLst>
                  <a:gd name="connsiteX0" fmla="*/ 3513 w 7357"/>
                  <a:gd name="connsiteY0" fmla="*/ 113 h 1757"/>
                  <a:gd name="connsiteX1" fmla="*/ 3838 w 7357"/>
                  <a:gd name="connsiteY1" fmla="*/ 1633 h 1757"/>
                  <a:gd name="connsiteX2" fmla="*/ 3513 w 7357"/>
                  <a:gd name="connsiteY2" fmla="*/ 113 h 1757"/>
                </a:gdLst>
                <a:ahLst/>
                <a:cxnLst>
                  <a:cxn ang="0">
                    <a:pos x="connsiteX0" y="connsiteY0"/>
                  </a:cxn>
                  <a:cxn ang="0">
                    <a:pos x="connsiteX1" y="connsiteY1"/>
                  </a:cxn>
                  <a:cxn ang="0">
                    <a:pos x="connsiteX2" y="connsiteY2"/>
                  </a:cxn>
                </a:cxnLst>
                <a:rect l="l" t="t" r="r" b="b"/>
                <a:pathLst>
                  <a:path w="7357" h="1757">
                    <a:moveTo>
                      <a:pt x="3513" y="113"/>
                    </a:moveTo>
                    <a:cubicBezTo>
                      <a:pt x="-1751" y="-436"/>
                      <a:pt x="-648" y="1170"/>
                      <a:pt x="3838" y="1633"/>
                    </a:cubicBezTo>
                    <a:cubicBezTo>
                      <a:pt x="9114" y="2227"/>
                      <a:pt x="8005" y="530"/>
                      <a:pt x="3513" y="1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2" name="Freeform: Shape 461">
                <a:extLst>
                  <a:ext uri="{FF2B5EF4-FFF2-40B4-BE49-F238E27FC236}">
                    <a16:creationId xmlns:a16="http://schemas.microsoft.com/office/drawing/2014/main" id="{DC8DA950-557D-FB81-64F6-7FCC48B20936}"/>
                  </a:ext>
                </a:extLst>
              </p:cNvPr>
              <p:cNvSpPr/>
              <p:nvPr/>
            </p:nvSpPr>
            <p:spPr>
              <a:xfrm>
                <a:off x="5606205" y="5569109"/>
                <a:ext cx="7431" cy="3647"/>
              </a:xfrm>
              <a:custGeom>
                <a:avLst/>
                <a:gdLst>
                  <a:gd name="connsiteX0" fmla="*/ 3530 w 7431"/>
                  <a:gd name="connsiteY0" fmla="*/ 1164 h 3647"/>
                  <a:gd name="connsiteX1" fmla="*/ 3 w 7431"/>
                  <a:gd name="connsiteY1" fmla="*/ 3530 h 3647"/>
                  <a:gd name="connsiteX2" fmla="*/ 3530 w 7431"/>
                  <a:gd name="connsiteY2" fmla="*/ 1164 h 3647"/>
                </a:gdLst>
                <a:ahLst/>
                <a:cxnLst>
                  <a:cxn ang="0">
                    <a:pos x="connsiteX0" y="connsiteY0"/>
                  </a:cxn>
                  <a:cxn ang="0">
                    <a:pos x="connsiteX1" y="connsiteY1"/>
                  </a:cxn>
                  <a:cxn ang="0">
                    <a:pos x="connsiteX2" y="connsiteY2"/>
                  </a:cxn>
                </a:cxnLst>
                <a:rect l="l" t="t" r="r" b="b"/>
                <a:pathLst>
                  <a:path w="7431" h="3647">
                    <a:moveTo>
                      <a:pt x="3530" y="1164"/>
                    </a:moveTo>
                    <a:cubicBezTo>
                      <a:pt x="1495" y="2101"/>
                      <a:pt x="-82" y="3158"/>
                      <a:pt x="3" y="3530"/>
                    </a:cubicBezTo>
                    <a:cubicBezTo>
                      <a:pt x="1741" y="4655"/>
                      <a:pt x="13354" y="-2780"/>
                      <a:pt x="3530" y="11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3" name="Freeform: Shape 462">
                <a:extLst>
                  <a:ext uri="{FF2B5EF4-FFF2-40B4-BE49-F238E27FC236}">
                    <a16:creationId xmlns:a16="http://schemas.microsoft.com/office/drawing/2014/main" id="{B90613FE-9E72-98DC-7457-7B1E508A08FA}"/>
                  </a:ext>
                </a:extLst>
              </p:cNvPr>
              <p:cNvSpPr/>
              <p:nvPr/>
            </p:nvSpPr>
            <p:spPr>
              <a:xfrm>
                <a:off x="5680324" y="6592724"/>
                <a:ext cx="9468" cy="5197"/>
              </a:xfrm>
              <a:custGeom>
                <a:avLst/>
                <a:gdLst>
                  <a:gd name="connsiteX0" fmla="*/ 4524 w 9468"/>
                  <a:gd name="connsiteY0" fmla="*/ 1773 h 5197"/>
                  <a:gd name="connsiteX1" fmla="*/ 3 w 9468"/>
                  <a:gd name="connsiteY1" fmla="*/ 5083 h 5197"/>
                  <a:gd name="connsiteX2" fmla="*/ 4524 w 9468"/>
                  <a:gd name="connsiteY2" fmla="*/ 1773 h 5197"/>
                </a:gdLst>
                <a:ahLst/>
                <a:cxnLst>
                  <a:cxn ang="0">
                    <a:pos x="connsiteX0" y="connsiteY0"/>
                  </a:cxn>
                  <a:cxn ang="0">
                    <a:pos x="connsiteX1" y="connsiteY1"/>
                  </a:cxn>
                  <a:cxn ang="0">
                    <a:pos x="connsiteX2" y="connsiteY2"/>
                  </a:cxn>
                </a:cxnLst>
                <a:rect l="l" t="t" r="r" b="b"/>
                <a:pathLst>
                  <a:path w="9468" h="5197">
                    <a:moveTo>
                      <a:pt x="4524" y="1773"/>
                    </a:moveTo>
                    <a:cubicBezTo>
                      <a:pt x="1935" y="3122"/>
                      <a:pt x="-88" y="4602"/>
                      <a:pt x="3" y="5083"/>
                    </a:cubicBezTo>
                    <a:cubicBezTo>
                      <a:pt x="2129" y="6392"/>
                      <a:pt x="17028" y="-4033"/>
                      <a:pt x="4524" y="177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4" name="Freeform: Shape 463">
                <a:extLst>
                  <a:ext uri="{FF2B5EF4-FFF2-40B4-BE49-F238E27FC236}">
                    <a16:creationId xmlns:a16="http://schemas.microsoft.com/office/drawing/2014/main" id="{8DAF15EF-B38D-B6A8-A256-AB41EB627DC8}"/>
                  </a:ext>
                </a:extLst>
              </p:cNvPr>
              <p:cNvSpPr/>
              <p:nvPr/>
            </p:nvSpPr>
            <p:spPr>
              <a:xfrm>
                <a:off x="5597279" y="5527708"/>
                <a:ext cx="7338" cy="5321"/>
              </a:xfrm>
              <a:custGeom>
                <a:avLst/>
                <a:gdLst>
                  <a:gd name="connsiteX0" fmla="*/ 3500 w 7338"/>
                  <a:gd name="connsiteY0" fmla="*/ 2074 h 5321"/>
                  <a:gd name="connsiteX1" fmla="*/ 3 w 7338"/>
                  <a:gd name="connsiteY1" fmla="*/ 5291 h 5321"/>
                  <a:gd name="connsiteX2" fmla="*/ 3500 w 7338"/>
                  <a:gd name="connsiteY2" fmla="*/ 2074 h 5321"/>
                </a:gdLst>
                <a:ahLst/>
                <a:cxnLst>
                  <a:cxn ang="0">
                    <a:pos x="connsiteX0" y="connsiteY0"/>
                  </a:cxn>
                  <a:cxn ang="0">
                    <a:pos x="connsiteX1" y="connsiteY1"/>
                  </a:cxn>
                  <a:cxn ang="0">
                    <a:pos x="connsiteX2" y="connsiteY2"/>
                  </a:cxn>
                </a:cxnLst>
                <a:rect l="l" t="t" r="r" b="b"/>
                <a:pathLst>
                  <a:path w="7338" h="5321">
                    <a:moveTo>
                      <a:pt x="3500" y="2074"/>
                    </a:moveTo>
                    <a:cubicBezTo>
                      <a:pt x="1494" y="3502"/>
                      <a:pt x="-72" y="4937"/>
                      <a:pt x="3" y="5291"/>
                    </a:cubicBezTo>
                    <a:cubicBezTo>
                      <a:pt x="1757" y="5943"/>
                      <a:pt x="13158" y="-4241"/>
                      <a:pt x="3500" y="20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5" name="Freeform: Shape 464">
                <a:extLst>
                  <a:ext uri="{FF2B5EF4-FFF2-40B4-BE49-F238E27FC236}">
                    <a16:creationId xmlns:a16="http://schemas.microsoft.com/office/drawing/2014/main" id="{22AE4D14-EB8A-E36A-A114-01ABC8AFD106}"/>
                  </a:ext>
                </a:extLst>
              </p:cNvPr>
              <p:cNvSpPr/>
              <p:nvPr/>
            </p:nvSpPr>
            <p:spPr>
              <a:xfrm>
                <a:off x="5646530" y="5861302"/>
                <a:ext cx="7897" cy="4540"/>
              </a:xfrm>
              <a:custGeom>
                <a:avLst/>
                <a:gdLst>
                  <a:gd name="connsiteX0" fmla="*/ 3919 w 7897"/>
                  <a:gd name="connsiteY0" fmla="*/ 275 h 4540"/>
                  <a:gd name="connsiteX1" fmla="*/ 3976 w 7897"/>
                  <a:gd name="connsiteY1" fmla="*/ 4271 h 4540"/>
                  <a:gd name="connsiteX2" fmla="*/ 3919 w 7897"/>
                  <a:gd name="connsiteY2" fmla="*/ 275 h 4540"/>
                </a:gdLst>
                <a:ahLst/>
                <a:cxnLst>
                  <a:cxn ang="0">
                    <a:pos x="connsiteX0" y="connsiteY0"/>
                  </a:cxn>
                  <a:cxn ang="0">
                    <a:pos x="connsiteX1" y="connsiteY1"/>
                  </a:cxn>
                  <a:cxn ang="0">
                    <a:pos x="connsiteX2" y="connsiteY2"/>
                  </a:cxn>
                </a:cxnLst>
                <a:rect l="l" t="t" r="r" b="b"/>
                <a:pathLst>
                  <a:path w="7897" h="4540">
                    <a:moveTo>
                      <a:pt x="3919" y="275"/>
                    </a:moveTo>
                    <a:cubicBezTo>
                      <a:pt x="-1910" y="-1130"/>
                      <a:pt x="-682" y="3253"/>
                      <a:pt x="3976" y="4271"/>
                    </a:cubicBezTo>
                    <a:cubicBezTo>
                      <a:pt x="9817" y="5653"/>
                      <a:pt x="8571" y="1316"/>
                      <a:pt x="3919" y="2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6" name="Freeform: Shape 465">
                <a:extLst>
                  <a:ext uri="{FF2B5EF4-FFF2-40B4-BE49-F238E27FC236}">
                    <a16:creationId xmlns:a16="http://schemas.microsoft.com/office/drawing/2014/main" id="{44E97E4B-7125-A561-B8CC-E7FEE08A8041}"/>
                  </a:ext>
                </a:extLst>
              </p:cNvPr>
              <p:cNvSpPr/>
              <p:nvPr/>
            </p:nvSpPr>
            <p:spPr>
              <a:xfrm>
                <a:off x="5647796" y="5988009"/>
                <a:ext cx="8436" cy="4332"/>
              </a:xfrm>
              <a:custGeom>
                <a:avLst/>
                <a:gdLst>
                  <a:gd name="connsiteX0" fmla="*/ 4207 w 8436"/>
                  <a:gd name="connsiteY0" fmla="*/ 2 h 4332"/>
                  <a:gd name="connsiteX1" fmla="*/ 8436 w 8436"/>
                  <a:gd name="connsiteY1" fmla="*/ 2602 h 4332"/>
                  <a:gd name="connsiteX2" fmla="*/ 4207 w 8436"/>
                  <a:gd name="connsiteY2" fmla="*/ 2 h 4332"/>
                </a:gdLst>
                <a:ahLst/>
                <a:cxnLst>
                  <a:cxn ang="0">
                    <a:pos x="connsiteX0" y="connsiteY0"/>
                  </a:cxn>
                  <a:cxn ang="0">
                    <a:pos x="connsiteX1" y="connsiteY1"/>
                  </a:cxn>
                  <a:cxn ang="0">
                    <a:pos x="connsiteX2" y="connsiteY2"/>
                  </a:cxn>
                </a:cxnLst>
                <a:rect l="l" t="t" r="r" b="b"/>
                <a:pathLst>
                  <a:path w="8436" h="4332">
                    <a:moveTo>
                      <a:pt x="4207" y="2"/>
                    </a:moveTo>
                    <a:cubicBezTo>
                      <a:pt x="-6669" y="-130"/>
                      <a:pt x="6784" y="7711"/>
                      <a:pt x="8436" y="2602"/>
                    </a:cubicBezTo>
                    <a:cubicBezTo>
                      <a:pt x="8419" y="1459"/>
                      <a:pt x="6527" y="293"/>
                      <a:pt x="4207"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7" name="Freeform: Shape 466">
                <a:extLst>
                  <a:ext uri="{FF2B5EF4-FFF2-40B4-BE49-F238E27FC236}">
                    <a16:creationId xmlns:a16="http://schemas.microsoft.com/office/drawing/2014/main" id="{81E2ABBA-3C47-796C-342E-D18415012AE8}"/>
                  </a:ext>
                </a:extLst>
              </p:cNvPr>
              <p:cNvSpPr/>
              <p:nvPr/>
            </p:nvSpPr>
            <p:spPr>
              <a:xfrm>
                <a:off x="5651417" y="6102091"/>
                <a:ext cx="8432" cy="3142"/>
              </a:xfrm>
              <a:custGeom>
                <a:avLst/>
                <a:gdLst>
                  <a:gd name="connsiteX0" fmla="*/ 4118 w 8432"/>
                  <a:gd name="connsiteY0" fmla="*/ 3 h 3142"/>
                  <a:gd name="connsiteX1" fmla="*/ 4312 w 8432"/>
                  <a:gd name="connsiteY1" fmla="*/ 3140 h 3142"/>
                  <a:gd name="connsiteX2" fmla="*/ 4118 w 8432"/>
                  <a:gd name="connsiteY2" fmla="*/ 3 h 3142"/>
                </a:gdLst>
                <a:ahLst/>
                <a:cxnLst>
                  <a:cxn ang="0">
                    <a:pos x="connsiteX0" y="connsiteY0"/>
                  </a:cxn>
                  <a:cxn ang="0">
                    <a:pos x="connsiteX1" y="connsiteY1"/>
                  </a:cxn>
                  <a:cxn ang="0">
                    <a:pos x="connsiteX2" y="connsiteY2"/>
                  </a:cxn>
                </a:cxnLst>
                <a:rect l="l" t="t" r="r" b="b"/>
                <a:pathLst>
                  <a:path w="8432" h="3142">
                    <a:moveTo>
                      <a:pt x="4118" y="3"/>
                    </a:moveTo>
                    <a:cubicBezTo>
                      <a:pt x="-1648" y="-106"/>
                      <a:pt x="-1151" y="3129"/>
                      <a:pt x="4312" y="3140"/>
                    </a:cubicBezTo>
                    <a:cubicBezTo>
                      <a:pt x="10096" y="3243"/>
                      <a:pt x="9570" y="37"/>
                      <a:pt x="4118"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8" name="Freeform: Shape 467">
                <a:extLst>
                  <a:ext uri="{FF2B5EF4-FFF2-40B4-BE49-F238E27FC236}">
                    <a16:creationId xmlns:a16="http://schemas.microsoft.com/office/drawing/2014/main" id="{596AC2E4-050A-DF78-D403-A96FEDAC2FA6}"/>
                  </a:ext>
                </a:extLst>
              </p:cNvPr>
              <p:cNvSpPr/>
              <p:nvPr/>
            </p:nvSpPr>
            <p:spPr>
              <a:xfrm>
                <a:off x="5660013" y="6233122"/>
                <a:ext cx="8931" cy="7710"/>
              </a:xfrm>
              <a:custGeom>
                <a:avLst/>
                <a:gdLst>
                  <a:gd name="connsiteX0" fmla="*/ 4289 w 8931"/>
                  <a:gd name="connsiteY0" fmla="*/ 0 h 7710"/>
                  <a:gd name="connsiteX1" fmla="*/ 3 w 8931"/>
                  <a:gd name="connsiteY1" fmla="*/ 4315 h 7710"/>
                  <a:gd name="connsiteX2" fmla="*/ 4289 w 8931"/>
                  <a:gd name="connsiteY2" fmla="*/ 0 h 7710"/>
                </a:gdLst>
                <a:ahLst/>
                <a:cxnLst>
                  <a:cxn ang="0">
                    <a:pos x="connsiteX0" y="connsiteY0"/>
                  </a:cxn>
                  <a:cxn ang="0">
                    <a:pos x="connsiteX1" y="connsiteY1"/>
                  </a:cxn>
                  <a:cxn ang="0">
                    <a:pos x="connsiteX2" y="connsiteY2"/>
                  </a:cxn>
                </a:cxnLst>
                <a:rect l="l" t="t" r="r" b="b"/>
                <a:pathLst>
                  <a:path w="8931" h="7710">
                    <a:moveTo>
                      <a:pt x="4289" y="0"/>
                    </a:moveTo>
                    <a:cubicBezTo>
                      <a:pt x="1832" y="303"/>
                      <a:pt x="-83" y="2223"/>
                      <a:pt x="3" y="4315"/>
                    </a:cubicBezTo>
                    <a:cubicBezTo>
                      <a:pt x="2380" y="13824"/>
                      <a:pt x="15891" y="383"/>
                      <a:pt x="428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69" name="Freeform: Shape 468">
                <a:extLst>
                  <a:ext uri="{FF2B5EF4-FFF2-40B4-BE49-F238E27FC236}">
                    <a16:creationId xmlns:a16="http://schemas.microsoft.com/office/drawing/2014/main" id="{AA2836C3-D6BF-56A0-5209-4556EDB3A6B6}"/>
                  </a:ext>
                </a:extLst>
              </p:cNvPr>
              <p:cNvSpPr/>
              <p:nvPr/>
            </p:nvSpPr>
            <p:spPr>
              <a:xfrm>
                <a:off x="5643392" y="5758300"/>
                <a:ext cx="7651" cy="3952"/>
              </a:xfrm>
              <a:custGeom>
                <a:avLst/>
                <a:gdLst>
                  <a:gd name="connsiteX0" fmla="*/ 3736 w 7651"/>
                  <a:gd name="connsiteY0" fmla="*/ 665 h 3952"/>
                  <a:gd name="connsiteX1" fmla="*/ 3913 w 7651"/>
                  <a:gd name="connsiteY1" fmla="*/ 3294 h 3952"/>
                  <a:gd name="connsiteX2" fmla="*/ 3736 w 7651"/>
                  <a:gd name="connsiteY2" fmla="*/ 665 h 3952"/>
                </a:gdLst>
                <a:ahLst/>
                <a:cxnLst>
                  <a:cxn ang="0">
                    <a:pos x="connsiteX0" y="connsiteY0"/>
                  </a:cxn>
                  <a:cxn ang="0">
                    <a:pos x="connsiteX1" y="connsiteY1"/>
                  </a:cxn>
                  <a:cxn ang="0">
                    <a:pos x="connsiteX2" y="connsiteY2"/>
                  </a:cxn>
                </a:cxnLst>
                <a:rect l="l" t="t" r="r" b="b"/>
                <a:pathLst>
                  <a:path w="7651" h="3952">
                    <a:moveTo>
                      <a:pt x="3736" y="665"/>
                    </a:moveTo>
                    <a:cubicBezTo>
                      <a:pt x="-2008" y="-1381"/>
                      <a:pt x="-470" y="1813"/>
                      <a:pt x="3913" y="3294"/>
                    </a:cubicBezTo>
                    <a:cubicBezTo>
                      <a:pt x="9662" y="5322"/>
                      <a:pt x="8119" y="2156"/>
                      <a:pt x="3736" y="6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0" name="Freeform: Shape 469">
                <a:extLst>
                  <a:ext uri="{FF2B5EF4-FFF2-40B4-BE49-F238E27FC236}">
                    <a16:creationId xmlns:a16="http://schemas.microsoft.com/office/drawing/2014/main" id="{D3F3289B-FBCC-B04B-3D46-3C23A1B51780}"/>
                  </a:ext>
                </a:extLst>
              </p:cNvPr>
              <p:cNvSpPr/>
              <p:nvPr/>
            </p:nvSpPr>
            <p:spPr>
              <a:xfrm>
                <a:off x="5832325" y="7526117"/>
                <a:ext cx="12678" cy="5261"/>
              </a:xfrm>
              <a:custGeom>
                <a:avLst/>
                <a:gdLst>
                  <a:gd name="connsiteX0" fmla="*/ 5793 w 12678"/>
                  <a:gd name="connsiteY0" fmla="*/ 29 h 5261"/>
                  <a:gd name="connsiteX1" fmla="*/ 11028 w 12678"/>
                  <a:gd name="connsiteY1" fmla="*/ 4332 h 5261"/>
                  <a:gd name="connsiteX2" fmla="*/ 5793 w 12678"/>
                  <a:gd name="connsiteY2" fmla="*/ 29 h 5261"/>
                </a:gdLst>
                <a:ahLst/>
                <a:cxnLst>
                  <a:cxn ang="0">
                    <a:pos x="connsiteX0" y="connsiteY0"/>
                  </a:cxn>
                  <a:cxn ang="0">
                    <a:pos x="connsiteX1" y="connsiteY1"/>
                  </a:cxn>
                  <a:cxn ang="0">
                    <a:pos x="connsiteX2" y="connsiteY2"/>
                  </a:cxn>
                </a:cxnLst>
                <a:rect l="l" t="t" r="r" b="b"/>
                <a:pathLst>
                  <a:path w="12678" h="5261">
                    <a:moveTo>
                      <a:pt x="5793" y="29"/>
                    </a:moveTo>
                    <a:cubicBezTo>
                      <a:pt x="-7271" y="778"/>
                      <a:pt x="5004" y="7728"/>
                      <a:pt x="11028" y="4332"/>
                    </a:cubicBezTo>
                    <a:cubicBezTo>
                      <a:pt x="15966" y="1818"/>
                      <a:pt x="8513" y="-274"/>
                      <a:pt x="5793"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1" name="Freeform: Shape 470">
                <a:extLst>
                  <a:ext uri="{FF2B5EF4-FFF2-40B4-BE49-F238E27FC236}">
                    <a16:creationId xmlns:a16="http://schemas.microsoft.com/office/drawing/2014/main" id="{F2762E19-7705-D259-4AE9-713FF5E7A83C}"/>
                  </a:ext>
                </a:extLst>
              </p:cNvPr>
              <p:cNvSpPr/>
              <p:nvPr/>
            </p:nvSpPr>
            <p:spPr>
              <a:xfrm>
                <a:off x="5394278" y="5607099"/>
                <a:ext cx="6722" cy="2000"/>
              </a:xfrm>
              <a:custGeom>
                <a:avLst/>
                <a:gdLst>
                  <a:gd name="connsiteX0" fmla="*/ 3470 w 6722"/>
                  <a:gd name="connsiteY0" fmla="*/ 356 h 2000"/>
                  <a:gd name="connsiteX1" fmla="*/ 1013 w 6722"/>
                  <a:gd name="connsiteY1" fmla="*/ 1990 h 2000"/>
                  <a:gd name="connsiteX2" fmla="*/ 3470 w 6722"/>
                  <a:gd name="connsiteY2" fmla="*/ 356 h 2000"/>
                </a:gdLst>
                <a:ahLst/>
                <a:cxnLst>
                  <a:cxn ang="0">
                    <a:pos x="connsiteX0" y="connsiteY0"/>
                  </a:cxn>
                  <a:cxn ang="0">
                    <a:pos x="connsiteX1" y="connsiteY1"/>
                  </a:cxn>
                  <a:cxn ang="0">
                    <a:pos x="connsiteX2" y="connsiteY2"/>
                  </a:cxn>
                </a:cxnLst>
                <a:rect l="l" t="t" r="r" b="b"/>
                <a:pathLst>
                  <a:path w="6722" h="2000">
                    <a:moveTo>
                      <a:pt x="3470" y="356"/>
                    </a:moveTo>
                    <a:cubicBezTo>
                      <a:pt x="2367" y="510"/>
                      <a:pt x="-1930" y="1922"/>
                      <a:pt x="1013" y="1990"/>
                    </a:cubicBezTo>
                    <a:cubicBezTo>
                      <a:pt x="4019" y="2202"/>
                      <a:pt x="10717" y="-1056"/>
                      <a:pt x="3470" y="35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2" name="Freeform: Shape 471">
                <a:extLst>
                  <a:ext uri="{FF2B5EF4-FFF2-40B4-BE49-F238E27FC236}">
                    <a16:creationId xmlns:a16="http://schemas.microsoft.com/office/drawing/2014/main" id="{921DF1FA-F6F1-9D21-D427-85A94469B720}"/>
                  </a:ext>
                </a:extLst>
              </p:cNvPr>
              <p:cNvSpPr/>
              <p:nvPr/>
            </p:nvSpPr>
            <p:spPr>
              <a:xfrm>
                <a:off x="5433615" y="6709083"/>
                <a:ext cx="9841" cy="317"/>
              </a:xfrm>
              <a:custGeom>
                <a:avLst/>
                <a:gdLst>
                  <a:gd name="connsiteX0" fmla="*/ 4864 w 9841"/>
                  <a:gd name="connsiteY0" fmla="*/ 149 h 317"/>
                  <a:gd name="connsiteX1" fmla="*/ 4984 w 9841"/>
                  <a:gd name="connsiteY1" fmla="*/ 189 h 317"/>
                  <a:gd name="connsiteX2" fmla="*/ 4864 w 9841"/>
                  <a:gd name="connsiteY2" fmla="*/ 149 h 317"/>
                </a:gdLst>
                <a:ahLst/>
                <a:cxnLst>
                  <a:cxn ang="0">
                    <a:pos x="connsiteX0" y="connsiteY0"/>
                  </a:cxn>
                  <a:cxn ang="0">
                    <a:pos x="connsiteX1" y="connsiteY1"/>
                  </a:cxn>
                  <a:cxn ang="0">
                    <a:pos x="connsiteX2" y="connsiteY2"/>
                  </a:cxn>
                </a:cxnLst>
                <a:rect l="l" t="t" r="r" b="b"/>
                <a:pathLst>
                  <a:path w="9841" h="317">
                    <a:moveTo>
                      <a:pt x="4864" y="149"/>
                    </a:moveTo>
                    <a:cubicBezTo>
                      <a:pt x="-1777" y="355"/>
                      <a:pt x="-1503" y="378"/>
                      <a:pt x="4984" y="189"/>
                    </a:cubicBezTo>
                    <a:cubicBezTo>
                      <a:pt x="11619" y="-28"/>
                      <a:pt x="11339" y="-80"/>
                      <a:pt x="4864" y="1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3" name="Freeform: Shape 472">
                <a:extLst>
                  <a:ext uri="{FF2B5EF4-FFF2-40B4-BE49-F238E27FC236}">
                    <a16:creationId xmlns:a16="http://schemas.microsoft.com/office/drawing/2014/main" id="{D0FB8062-6EA6-5C02-6823-DD1E7DB31C5E}"/>
                  </a:ext>
                </a:extLst>
              </p:cNvPr>
              <p:cNvSpPr/>
              <p:nvPr/>
            </p:nvSpPr>
            <p:spPr>
              <a:xfrm>
                <a:off x="5423973" y="6688057"/>
                <a:ext cx="9095" cy="2112"/>
              </a:xfrm>
              <a:custGeom>
                <a:avLst/>
                <a:gdLst>
                  <a:gd name="connsiteX0" fmla="*/ 4488 w 9095"/>
                  <a:gd name="connsiteY0" fmla="*/ 309 h 2112"/>
                  <a:gd name="connsiteX1" fmla="*/ 4608 w 9095"/>
                  <a:gd name="connsiteY1" fmla="*/ 1818 h 2112"/>
                  <a:gd name="connsiteX2" fmla="*/ 4488 w 9095"/>
                  <a:gd name="connsiteY2" fmla="*/ 309 h 2112"/>
                </a:gdLst>
                <a:ahLst/>
                <a:cxnLst>
                  <a:cxn ang="0">
                    <a:pos x="connsiteX0" y="connsiteY0"/>
                  </a:cxn>
                  <a:cxn ang="0">
                    <a:pos x="connsiteX1" y="connsiteY1"/>
                  </a:cxn>
                  <a:cxn ang="0">
                    <a:pos x="connsiteX2" y="connsiteY2"/>
                  </a:cxn>
                </a:cxnLst>
                <a:rect l="l" t="t" r="r" b="b"/>
                <a:pathLst>
                  <a:path w="9095" h="2112">
                    <a:moveTo>
                      <a:pt x="4488" y="309"/>
                    </a:moveTo>
                    <a:cubicBezTo>
                      <a:pt x="-1502" y="1178"/>
                      <a:pt x="-1530" y="2773"/>
                      <a:pt x="4608" y="1818"/>
                    </a:cubicBezTo>
                    <a:cubicBezTo>
                      <a:pt x="10591" y="921"/>
                      <a:pt x="10631" y="-674"/>
                      <a:pt x="4488" y="3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4" name="Freeform: Shape 473">
                <a:extLst>
                  <a:ext uri="{FF2B5EF4-FFF2-40B4-BE49-F238E27FC236}">
                    <a16:creationId xmlns:a16="http://schemas.microsoft.com/office/drawing/2014/main" id="{AA3C8229-6755-A948-2A10-40DFFE939C3F}"/>
                  </a:ext>
                </a:extLst>
              </p:cNvPr>
              <p:cNvSpPr/>
              <p:nvPr/>
            </p:nvSpPr>
            <p:spPr>
              <a:xfrm>
                <a:off x="5441829" y="6777576"/>
                <a:ext cx="10476" cy="2758"/>
              </a:xfrm>
              <a:custGeom>
                <a:avLst/>
                <a:gdLst>
                  <a:gd name="connsiteX0" fmla="*/ 5154 w 10476"/>
                  <a:gd name="connsiteY0" fmla="*/ 2 h 2758"/>
                  <a:gd name="connsiteX1" fmla="*/ 5331 w 10476"/>
                  <a:gd name="connsiteY1" fmla="*/ 2757 h 2758"/>
                  <a:gd name="connsiteX2" fmla="*/ 5154 w 10476"/>
                  <a:gd name="connsiteY2" fmla="*/ 2 h 2758"/>
                </a:gdLst>
                <a:ahLst/>
                <a:cxnLst>
                  <a:cxn ang="0">
                    <a:pos x="connsiteX0" y="connsiteY0"/>
                  </a:cxn>
                  <a:cxn ang="0">
                    <a:pos x="connsiteX1" y="connsiteY1"/>
                  </a:cxn>
                  <a:cxn ang="0">
                    <a:pos x="connsiteX2" y="connsiteY2"/>
                  </a:cxn>
                </a:cxnLst>
                <a:rect l="l" t="t" r="r" b="b"/>
                <a:pathLst>
                  <a:path w="10476" h="2758">
                    <a:moveTo>
                      <a:pt x="5154" y="2"/>
                    </a:moveTo>
                    <a:cubicBezTo>
                      <a:pt x="-1972" y="-89"/>
                      <a:pt x="-1515" y="2757"/>
                      <a:pt x="5331" y="2757"/>
                    </a:cubicBezTo>
                    <a:cubicBezTo>
                      <a:pt x="12441" y="2820"/>
                      <a:pt x="11995" y="-15"/>
                      <a:pt x="5154"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5" name="Freeform: Shape 474">
                <a:extLst>
                  <a:ext uri="{FF2B5EF4-FFF2-40B4-BE49-F238E27FC236}">
                    <a16:creationId xmlns:a16="http://schemas.microsoft.com/office/drawing/2014/main" id="{34B66292-B33C-B968-C58C-630DAEA19794}"/>
                  </a:ext>
                </a:extLst>
              </p:cNvPr>
              <p:cNvSpPr/>
              <p:nvPr/>
            </p:nvSpPr>
            <p:spPr>
              <a:xfrm>
                <a:off x="5427334" y="6713739"/>
                <a:ext cx="9309" cy="1313"/>
              </a:xfrm>
              <a:custGeom>
                <a:avLst/>
                <a:gdLst>
                  <a:gd name="connsiteX0" fmla="*/ 4601 w 9309"/>
                  <a:gd name="connsiteY0" fmla="*/ 529 h 1313"/>
                  <a:gd name="connsiteX1" fmla="*/ 4710 w 9309"/>
                  <a:gd name="connsiteY1" fmla="*/ 809 h 1313"/>
                  <a:gd name="connsiteX2" fmla="*/ 4601 w 9309"/>
                  <a:gd name="connsiteY2" fmla="*/ 529 h 1313"/>
                </a:gdLst>
                <a:ahLst/>
                <a:cxnLst>
                  <a:cxn ang="0">
                    <a:pos x="connsiteX0" y="connsiteY0"/>
                  </a:cxn>
                  <a:cxn ang="0">
                    <a:pos x="connsiteX1" y="connsiteY1"/>
                  </a:cxn>
                  <a:cxn ang="0">
                    <a:pos x="connsiteX2" y="connsiteY2"/>
                  </a:cxn>
                </a:cxnLst>
                <a:rect l="l" t="t" r="r" b="b"/>
                <a:pathLst>
                  <a:path w="9309" h="1313">
                    <a:moveTo>
                      <a:pt x="4601" y="529"/>
                    </a:moveTo>
                    <a:cubicBezTo>
                      <a:pt x="-1651" y="1368"/>
                      <a:pt x="-1451" y="1643"/>
                      <a:pt x="4710" y="809"/>
                    </a:cubicBezTo>
                    <a:cubicBezTo>
                      <a:pt x="10962" y="-54"/>
                      <a:pt x="10756" y="-346"/>
                      <a:pt x="4601" y="5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6" name="Freeform: Shape 475">
                <a:extLst>
                  <a:ext uri="{FF2B5EF4-FFF2-40B4-BE49-F238E27FC236}">
                    <a16:creationId xmlns:a16="http://schemas.microsoft.com/office/drawing/2014/main" id="{E64D44AE-1CD7-5D0B-4E5D-AF81E8D83D03}"/>
                  </a:ext>
                </a:extLst>
              </p:cNvPr>
              <p:cNvSpPr/>
              <p:nvPr/>
            </p:nvSpPr>
            <p:spPr>
              <a:xfrm>
                <a:off x="5430415" y="6713216"/>
                <a:ext cx="9571" cy="871"/>
              </a:xfrm>
              <a:custGeom>
                <a:avLst/>
                <a:gdLst>
                  <a:gd name="connsiteX0" fmla="*/ 4732 w 9571"/>
                  <a:gd name="connsiteY0" fmla="*/ 548 h 871"/>
                  <a:gd name="connsiteX1" fmla="*/ 4841 w 9571"/>
                  <a:gd name="connsiteY1" fmla="*/ 342 h 871"/>
                  <a:gd name="connsiteX2" fmla="*/ 4732 w 9571"/>
                  <a:gd name="connsiteY2" fmla="*/ 548 h 871"/>
                </a:gdLst>
                <a:ahLst/>
                <a:cxnLst>
                  <a:cxn ang="0">
                    <a:pos x="connsiteX0" y="connsiteY0"/>
                  </a:cxn>
                  <a:cxn ang="0">
                    <a:pos x="connsiteX1" y="connsiteY1"/>
                  </a:cxn>
                  <a:cxn ang="0">
                    <a:pos x="connsiteX2" y="connsiteY2"/>
                  </a:cxn>
                </a:cxnLst>
                <a:rect l="l" t="t" r="r" b="b"/>
                <a:pathLst>
                  <a:path w="9571" h="871">
                    <a:moveTo>
                      <a:pt x="4732" y="548"/>
                    </a:moveTo>
                    <a:cubicBezTo>
                      <a:pt x="-1726" y="1114"/>
                      <a:pt x="-1463" y="868"/>
                      <a:pt x="4841" y="342"/>
                    </a:cubicBezTo>
                    <a:cubicBezTo>
                      <a:pt x="11305" y="-240"/>
                      <a:pt x="11025" y="-18"/>
                      <a:pt x="4732" y="5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7" name="Freeform: Shape 476">
                <a:extLst>
                  <a:ext uri="{FF2B5EF4-FFF2-40B4-BE49-F238E27FC236}">
                    <a16:creationId xmlns:a16="http://schemas.microsoft.com/office/drawing/2014/main" id="{7CB48316-B440-D341-26E8-2AFF83B6CFA1}"/>
                  </a:ext>
                </a:extLst>
              </p:cNvPr>
              <p:cNvSpPr/>
              <p:nvPr/>
            </p:nvSpPr>
            <p:spPr>
              <a:xfrm>
                <a:off x="5451472" y="6992793"/>
                <a:ext cx="11147" cy="3842"/>
              </a:xfrm>
              <a:custGeom>
                <a:avLst/>
                <a:gdLst>
                  <a:gd name="connsiteX0" fmla="*/ 5501 w 11147"/>
                  <a:gd name="connsiteY0" fmla="*/ 1 h 3842"/>
                  <a:gd name="connsiteX1" fmla="*/ 5650 w 11147"/>
                  <a:gd name="connsiteY1" fmla="*/ 3841 h 3842"/>
                  <a:gd name="connsiteX2" fmla="*/ 5501 w 11147"/>
                  <a:gd name="connsiteY2" fmla="*/ 1 h 3842"/>
                </a:gdLst>
                <a:ahLst/>
                <a:cxnLst>
                  <a:cxn ang="0">
                    <a:pos x="connsiteX0" y="connsiteY0"/>
                  </a:cxn>
                  <a:cxn ang="0">
                    <a:pos x="connsiteX1" y="connsiteY1"/>
                  </a:cxn>
                  <a:cxn ang="0">
                    <a:pos x="connsiteX2" y="connsiteY2"/>
                  </a:cxn>
                </a:cxnLst>
                <a:rect l="l" t="t" r="r" b="b"/>
                <a:pathLst>
                  <a:path w="11147" h="3842">
                    <a:moveTo>
                      <a:pt x="5501" y="1"/>
                    </a:moveTo>
                    <a:cubicBezTo>
                      <a:pt x="-2025" y="-28"/>
                      <a:pt x="-1688" y="3915"/>
                      <a:pt x="5650" y="3841"/>
                    </a:cubicBezTo>
                    <a:cubicBezTo>
                      <a:pt x="13176" y="3876"/>
                      <a:pt x="12828" y="-68"/>
                      <a:pt x="5501"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8" name="Freeform: Shape 477">
                <a:extLst>
                  <a:ext uri="{FF2B5EF4-FFF2-40B4-BE49-F238E27FC236}">
                    <a16:creationId xmlns:a16="http://schemas.microsoft.com/office/drawing/2014/main" id="{998E1D19-69AF-459B-2CA8-C1BF0CA52F9F}"/>
                  </a:ext>
                </a:extLst>
              </p:cNvPr>
              <p:cNvSpPr/>
              <p:nvPr/>
            </p:nvSpPr>
            <p:spPr>
              <a:xfrm>
                <a:off x="5465990" y="7378738"/>
                <a:ext cx="12334" cy="4706"/>
              </a:xfrm>
              <a:custGeom>
                <a:avLst/>
                <a:gdLst>
                  <a:gd name="connsiteX0" fmla="*/ 6065 w 12334"/>
                  <a:gd name="connsiteY0" fmla="*/ 1 h 4706"/>
                  <a:gd name="connsiteX1" fmla="*/ 6276 w 12334"/>
                  <a:gd name="connsiteY1" fmla="*/ 4705 h 4706"/>
                  <a:gd name="connsiteX2" fmla="*/ 6065 w 12334"/>
                  <a:gd name="connsiteY2" fmla="*/ 1 h 4706"/>
                </a:gdLst>
                <a:ahLst/>
                <a:cxnLst>
                  <a:cxn ang="0">
                    <a:pos x="connsiteX0" y="connsiteY0"/>
                  </a:cxn>
                  <a:cxn ang="0">
                    <a:pos x="connsiteX1" y="connsiteY1"/>
                  </a:cxn>
                  <a:cxn ang="0">
                    <a:pos x="connsiteX2" y="connsiteY2"/>
                  </a:cxn>
                </a:cxnLst>
                <a:rect l="l" t="t" r="r" b="b"/>
                <a:pathLst>
                  <a:path w="12334" h="4706">
                    <a:moveTo>
                      <a:pt x="6065" y="1"/>
                    </a:moveTo>
                    <a:cubicBezTo>
                      <a:pt x="-2290" y="-27"/>
                      <a:pt x="-1816" y="4796"/>
                      <a:pt x="6276" y="4705"/>
                    </a:cubicBezTo>
                    <a:cubicBezTo>
                      <a:pt x="14637" y="4727"/>
                      <a:pt x="14134" y="-90"/>
                      <a:pt x="6065"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79" name="Freeform: Shape 478">
                <a:extLst>
                  <a:ext uri="{FF2B5EF4-FFF2-40B4-BE49-F238E27FC236}">
                    <a16:creationId xmlns:a16="http://schemas.microsoft.com/office/drawing/2014/main" id="{85F39DCB-F601-8C2E-14AF-CCC39A5D6007}"/>
                  </a:ext>
                </a:extLst>
              </p:cNvPr>
              <p:cNvSpPr/>
              <p:nvPr/>
            </p:nvSpPr>
            <p:spPr>
              <a:xfrm>
                <a:off x="5460431" y="7241263"/>
                <a:ext cx="11917" cy="4391"/>
              </a:xfrm>
              <a:custGeom>
                <a:avLst/>
                <a:gdLst>
                  <a:gd name="connsiteX0" fmla="*/ 5874 w 11917"/>
                  <a:gd name="connsiteY0" fmla="*/ 1 h 4391"/>
                  <a:gd name="connsiteX1" fmla="*/ 6046 w 11917"/>
                  <a:gd name="connsiteY1" fmla="*/ 4391 h 4391"/>
                  <a:gd name="connsiteX2" fmla="*/ 5874 w 11917"/>
                  <a:gd name="connsiteY2" fmla="*/ 1 h 4391"/>
                </a:gdLst>
                <a:ahLst/>
                <a:cxnLst>
                  <a:cxn ang="0">
                    <a:pos x="connsiteX0" y="connsiteY0"/>
                  </a:cxn>
                  <a:cxn ang="0">
                    <a:pos x="connsiteX1" y="connsiteY1"/>
                  </a:cxn>
                  <a:cxn ang="0">
                    <a:pos x="connsiteX2" y="connsiteY2"/>
                  </a:cxn>
                </a:cxnLst>
                <a:rect l="l" t="t" r="r" b="b"/>
                <a:pathLst>
                  <a:path w="11917" h="4391">
                    <a:moveTo>
                      <a:pt x="5874" y="1"/>
                    </a:moveTo>
                    <a:cubicBezTo>
                      <a:pt x="-2184" y="-28"/>
                      <a:pt x="-1784" y="4470"/>
                      <a:pt x="6046" y="4391"/>
                    </a:cubicBezTo>
                    <a:cubicBezTo>
                      <a:pt x="14109" y="4419"/>
                      <a:pt x="13692" y="-79"/>
                      <a:pt x="5874"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0" name="Freeform: Shape 479">
                <a:extLst>
                  <a:ext uri="{FF2B5EF4-FFF2-40B4-BE49-F238E27FC236}">
                    <a16:creationId xmlns:a16="http://schemas.microsoft.com/office/drawing/2014/main" id="{FBED232E-B628-B490-388C-76D3C22813A0}"/>
                  </a:ext>
                </a:extLst>
              </p:cNvPr>
              <p:cNvSpPr/>
              <p:nvPr/>
            </p:nvSpPr>
            <p:spPr>
              <a:xfrm>
                <a:off x="5455779" y="7112893"/>
                <a:ext cx="11516" cy="4105"/>
              </a:xfrm>
              <a:custGeom>
                <a:avLst/>
                <a:gdLst>
                  <a:gd name="connsiteX0" fmla="*/ 5686 w 11516"/>
                  <a:gd name="connsiteY0" fmla="*/ 1 h 4105"/>
                  <a:gd name="connsiteX1" fmla="*/ 5834 w 11516"/>
                  <a:gd name="connsiteY1" fmla="*/ 4104 h 4105"/>
                  <a:gd name="connsiteX2" fmla="*/ 5686 w 11516"/>
                  <a:gd name="connsiteY2" fmla="*/ 1 h 4105"/>
                </a:gdLst>
                <a:ahLst/>
                <a:cxnLst>
                  <a:cxn ang="0">
                    <a:pos x="connsiteX0" y="connsiteY0"/>
                  </a:cxn>
                  <a:cxn ang="0">
                    <a:pos x="connsiteX1" y="connsiteY1"/>
                  </a:cxn>
                  <a:cxn ang="0">
                    <a:pos x="connsiteX2" y="connsiteY2"/>
                  </a:cxn>
                </a:cxnLst>
                <a:rect l="l" t="t" r="r" b="b"/>
                <a:pathLst>
                  <a:path w="11516" h="4105">
                    <a:moveTo>
                      <a:pt x="5686" y="1"/>
                    </a:moveTo>
                    <a:cubicBezTo>
                      <a:pt x="-2098" y="-28"/>
                      <a:pt x="-1738" y="4179"/>
                      <a:pt x="5834" y="4104"/>
                    </a:cubicBezTo>
                    <a:cubicBezTo>
                      <a:pt x="13618" y="4133"/>
                      <a:pt x="13247" y="-73"/>
                      <a:pt x="5686"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1" name="Freeform: Shape 480">
                <a:extLst>
                  <a:ext uri="{FF2B5EF4-FFF2-40B4-BE49-F238E27FC236}">
                    <a16:creationId xmlns:a16="http://schemas.microsoft.com/office/drawing/2014/main" id="{D20E68CD-3831-BEB0-DA7D-FFF36803083F}"/>
                  </a:ext>
                </a:extLst>
              </p:cNvPr>
              <p:cNvSpPr/>
              <p:nvPr/>
            </p:nvSpPr>
            <p:spPr>
              <a:xfrm>
                <a:off x="5446978" y="6880133"/>
                <a:ext cx="10796" cy="3613"/>
              </a:xfrm>
              <a:custGeom>
                <a:avLst/>
                <a:gdLst>
                  <a:gd name="connsiteX0" fmla="*/ 5320 w 10796"/>
                  <a:gd name="connsiteY0" fmla="*/ 1 h 3613"/>
                  <a:gd name="connsiteX1" fmla="*/ 5485 w 10796"/>
                  <a:gd name="connsiteY1" fmla="*/ 3613 h 3613"/>
                  <a:gd name="connsiteX2" fmla="*/ 5320 w 10796"/>
                  <a:gd name="connsiteY2" fmla="*/ 1 h 3613"/>
                </a:gdLst>
                <a:ahLst/>
                <a:cxnLst>
                  <a:cxn ang="0">
                    <a:pos x="connsiteX0" y="connsiteY0"/>
                  </a:cxn>
                  <a:cxn ang="0">
                    <a:pos x="connsiteX1" y="connsiteY1"/>
                  </a:cxn>
                  <a:cxn ang="0">
                    <a:pos x="connsiteX2" y="connsiteY2"/>
                  </a:cxn>
                </a:cxnLst>
                <a:rect l="l" t="t" r="r" b="b"/>
                <a:pathLst>
                  <a:path w="10796" h="3613">
                    <a:moveTo>
                      <a:pt x="5320" y="1"/>
                    </a:moveTo>
                    <a:cubicBezTo>
                      <a:pt x="-1984" y="-28"/>
                      <a:pt x="-1613" y="3681"/>
                      <a:pt x="5485" y="3613"/>
                    </a:cubicBezTo>
                    <a:cubicBezTo>
                      <a:pt x="12783" y="3636"/>
                      <a:pt x="12400" y="-68"/>
                      <a:pt x="5320"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2" name="Freeform: Shape 481">
                <a:extLst>
                  <a:ext uri="{FF2B5EF4-FFF2-40B4-BE49-F238E27FC236}">
                    <a16:creationId xmlns:a16="http://schemas.microsoft.com/office/drawing/2014/main" id="{5D3ED51B-2C53-53D2-730D-F9DCE658DCFF}"/>
                  </a:ext>
                </a:extLst>
              </p:cNvPr>
              <p:cNvSpPr/>
              <p:nvPr/>
            </p:nvSpPr>
            <p:spPr>
              <a:xfrm>
                <a:off x="5437292" y="6723042"/>
                <a:ext cx="10141" cy="1033"/>
              </a:xfrm>
              <a:custGeom>
                <a:avLst/>
                <a:gdLst>
                  <a:gd name="connsiteX0" fmla="*/ 5005 w 10141"/>
                  <a:gd name="connsiteY0" fmla="*/ 3 h 1033"/>
                  <a:gd name="connsiteX1" fmla="*/ 5142 w 10141"/>
                  <a:gd name="connsiteY1" fmla="*/ 1032 h 1033"/>
                  <a:gd name="connsiteX2" fmla="*/ 5005 w 10141"/>
                  <a:gd name="connsiteY2" fmla="*/ 3 h 1033"/>
                </a:gdLst>
                <a:ahLst/>
                <a:cxnLst>
                  <a:cxn ang="0">
                    <a:pos x="connsiteX0" y="connsiteY0"/>
                  </a:cxn>
                  <a:cxn ang="0">
                    <a:pos x="connsiteX1" y="connsiteY1"/>
                  </a:cxn>
                  <a:cxn ang="0">
                    <a:pos x="connsiteX2" y="connsiteY2"/>
                  </a:cxn>
                </a:cxnLst>
                <a:rect l="l" t="t" r="r" b="b"/>
                <a:pathLst>
                  <a:path w="10141" h="1033">
                    <a:moveTo>
                      <a:pt x="5005" y="3"/>
                    </a:moveTo>
                    <a:cubicBezTo>
                      <a:pt x="-1911" y="-65"/>
                      <a:pt x="-1465" y="1004"/>
                      <a:pt x="5142" y="1032"/>
                    </a:cubicBezTo>
                    <a:cubicBezTo>
                      <a:pt x="12051" y="1083"/>
                      <a:pt x="11605" y="3"/>
                      <a:pt x="5005"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3" name="Freeform: Shape 482">
                <a:extLst>
                  <a:ext uri="{FF2B5EF4-FFF2-40B4-BE49-F238E27FC236}">
                    <a16:creationId xmlns:a16="http://schemas.microsoft.com/office/drawing/2014/main" id="{E49AD48D-74EF-2806-A0CF-C69AC0126514}"/>
                  </a:ext>
                </a:extLst>
              </p:cNvPr>
              <p:cNvSpPr/>
              <p:nvPr/>
            </p:nvSpPr>
            <p:spPr>
              <a:xfrm>
                <a:off x="5410609" y="5635628"/>
                <a:ext cx="7581" cy="255"/>
              </a:xfrm>
              <a:custGeom>
                <a:avLst/>
                <a:gdLst>
                  <a:gd name="connsiteX0" fmla="*/ 3684 w 7581"/>
                  <a:gd name="connsiteY0" fmla="*/ 167 h 255"/>
                  <a:gd name="connsiteX1" fmla="*/ 7582 w 7581"/>
                  <a:gd name="connsiteY1" fmla="*/ 1 h 255"/>
                  <a:gd name="connsiteX2" fmla="*/ 3684 w 7581"/>
                  <a:gd name="connsiteY2" fmla="*/ 167 h 255"/>
                </a:gdLst>
                <a:ahLst/>
                <a:cxnLst>
                  <a:cxn ang="0">
                    <a:pos x="connsiteX0" y="connsiteY0"/>
                  </a:cxn>
                  <a:cxn ang="0">
                    <a:pos x="connsiteX1" y="connsiteY1"/>
                  </a:cxn>
                  <a:cxn ang="0">
                    <a:pos x="connsiteX2" y="connsiteY2"/>
                  </a:cxn>
                </a:cxnLst>
                <a:rect l="l" t="t" r="r" b="b"/>
                <a:pathLst>
                  <a:path w="7581" h="255">
                    <a:moveTo>
                      <a:pt x="3684" y="167"/>
                    </a:moveTo>
                    <a:cubicBezTo>
                      <a:pt x="-6060" y="447"/>
                      <a:pt x="6484" y="-27"/>
                      <a:pt x="7582" y="1"/>
                    </a:cubicBezTo>
                    <a:cubicBezTo>
                      <a:pt x="7513" y="13"/>
                      <a:pt x="5770" y="93"/>
                      <a:pt x="3684" y="1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4" name="Freeform: Shape 483">
                <a:extLst>
                  <a:ext uri="{FF2B5EF4-FFF2-40B4-BE49-F238E27FC236}">
                    <a16:creationId xmlns:a16="http://schemas.microsoft.com/office/drawing/2014/main" id="{91EF029C-53EB-4767-9BD8-58C61136499F}"/>
                  </a:ext>
                </a:extLst>
              </p:cNvPr>
              <p:cNvSpPr/>
              <p:nvPr/>
            </p:nvSpPr>
            <p:spPr>
              <a:xfrm>
                <a:off x="5417229" y="5637125"/>
                <a:ext cx="7774" cy="699"/>
              </a:xfrm>
              <a:custGeom>
                <a:avLst/>
                <a:gdLst>
                  <a:gd name="connsiteX0" fmla="*/ 3814 w 7774"/>
                  <a:gd name="connsiteY0" fmla="*/ 230 h 699"/>
                  <a:gd name="connsiteX1" fmla="*/ 7775 w 7774"/>
                  <a:gd name="connsiteY1" fmla="*/ 682 h 699"/>
                  <a:gd name="connsiteX2" fmla="*/ 3814 w 7774"/>
                  <a:gd name="connsiteY2" fmla="*/ 230 h 699"/>
                </a:gdLst>
                <a:ahLst/>
                <a:cxnLst>
                  <a:cxn ang="0">
                    <a:pos x="connsiteX0" y="connsiteY0"/>
                  </a:cxn>
                  <a:cxn ang="0">
                    <a:pos x="connsiteX1" y="connsiteY1"/>
                  </a:cxn>
                  <a:cxn ang="0">
                    <a:pos x="connsiteX2" y="connsiteY2"/>
                  </a:cxn>
                </a:cxnLst>
                <a:rect l="l" t="t" r="r" b="b"/>
                <a:pathLst>
                  <a:path w="7774" h="699">
                    <a:moveTo>
                      <a:pt x="3814" y="230"/>
                    </a:moveTo>
                    <a:cubicBezTo>
                      <a:pt x="-6279" y="-535"/>
                      <a:pt x="6735" y="870"/>
                      <a:pt x="7775" y="682"/>
                    </a:cubicBezTo>
                    <a:cubicBezTo>
                      <a:pt x="7712" y="607"/>
                      <a:pt x="5940" y="407"/>
                      <a:pt x="3814" y="2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5" name="Freeform: Shape 484">
                <a:extLst>
                  <a:ext uri="{FF2B5EF4-FFF2-40B4-BE49-F238E27FC236}">
                    <a16:creationId xmlns:a16="http://schemas.microsoft.com/office/drawing/2014/main" id="{2DA06242-A5BF-8B9F-85D1-9FC25F12AEE5}"/>
                  </a:ext>
                </a:extLst>
              </p:cNvPr>
              <p:cNvSpPr/>
              <p:nvPr/>
            </p:nvSpPr>
            <p:spPr>
              <a:xfrm>
                <a:off x="5403897" y="5637384"/>
                <a:ext cx="7447" cy="1211"/>
              </a:xfrm>
              <a:custGeom>
                <a:avLst/>
                <a:gdLst>
                  <a:gd name="connsiteX0" fmla="*/ 3624 w 7447"/>
                  <a:gd name="connsiteY0" fmla="*/ 623 h 1211"/>
                  <a:gd name="connsiteX1" fmla="*/ 7448 w 7447"/>
                  <a:gd name="connsiteY1" fmla="*/ 0 h 1211"/>
                  <a:gd name="connsiteX2" fmla="*/ 3624 w 7447"/>
                  <a:gd name="connsiteY2" fmla="*/ 623 h 1211"/>
                </a:gdLst>
                <a:ahLst/>
                <a:cxnLst>
                  <a:cxn ang="0">
                    <a:pos x="connsiteX0" y="connsiteY0"/>
                  </a:cxn>
                  <a:cxn ang="0">
                    <a:pos x="connsiteX1" y="connsiteY1"/>
                  </a:cxn>
                  <a:cxn ang="0">
                    <a:pos x="connsiteX2" y="connsiteY2"/>
                  </a:cxn>
                </a:cxnLst>
                <a:rect l="l" t="t" r="r" b="b"/>
                <a:pathLst>
                  <a:path w="7447" h="1211">
                    <a:moveTo>
                      <a:pt x="3624" y="623"/>
                    </a:moveTo>
                    <a:cubicBezTo>
                      <a:pt x="-5960" y="2160"/>
                      <a:pt x="6373" y="228"/>
                      <a:pt x="7448" y="0"/>
                    </a:cubicBezTo>
                    <a:cubicBezTo>
                      <a:pt x="7391" y="0"/>
                      <a:pt x="5682" y="286"/>
                      <a:pt x="3624" y="6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6" name="Freeform: Shape 485">
                <a:extLst>
                  <a:ext uri="{FF2B5EF4-FFF2-40B4-BE49-F238E27FC236}">
                    <a16:creationId xmlns:a16="http://schemas.microsoft.com/office/drawing/2014/main" id="{90B10B85-AADB-7AF5-A2E5-37D1AE1F42B0}"/>
                  </a:ext>
                </a:extLst>
              </p:cNvPr>
              <p:cNvSpPr/>
              <p:nvPr/>
            </p:nvSpPr>
            <p:spPr>
              <a:xfrm>
                <a:off x="5420088" y="6563254"/>
                <a:ext cx="9190" cy="8928"/>
              </a:xfrm>
              <a:custGeom>
                <a:avLst/>
                <a:gdLst>
                  <a:gd name="connsiteX0" fmla="*/ 4515 w 9190"/>
                  <a:gd name="connsiteY0" fmla="*/ 0 h 8928"/>
                  <a:gd name="connsiteX1" fmla="*/ 0 w 9190"/>
                  <a:gd name="connsiteY1" fmla="*/ 5058 h 8928"/>
                  <a:gd name="connsiteX2" fmla="*/ 4515 w 9190"/>
                  <a:gd name="connsiteY2" fmla="*/ 0 h 8928"/>
                </a:gdLst>
                <a:ahLst/>
                <a:cxnLst>
                  <a:cxn ang="0">
                    <a:pos x="connsiteX0" y="connsiteY0"/>
                  </a:cxn>
                  <a:cxn ang="0">
                    <a:pos x="connsiteX1" y="connsiteY1"/>
                  </a:cxn>
                  <a:cxn ang="0">
                    <a:pos x="connsiteX2" y="connsiteY2"/>
                  </a:cxn>
                </a:cxnLst>
                <a:rect l="l" t="t" r="r" b="b"/>
                <a:pathLst>
                  <a:path w="9190" h="8928">
                    <a:moveTo>
                      <a:pt x="4515" y="0"/>
                    </a:moveTo>
                    <a:cubicBezTo>
                      <a:pt x="1989" y="371"/>
                      <a:pt x="-28" y="2646"/>
                      <a:pt x="0" y="5058"/>
                    </a:cubicBezTo>
                    <a:cubicBezTo>
                      <a:pt x="2321" y="15967"/>
                      <a:pt x="16322" y="394"/>
                      <a:pt x="451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7" name="Freeform: Shape 486">
                <a:extLst>
                  <a:ext uri="{FF2B5EF4-FFF2-40B4-BE49-F238E27FC236}">
                    <a16:creationId xmlns:a16="http://schemas.microsoft.com/office/drawing/2014/main" id="{1043EE4C-8EDF-3075-24A5-00B0459FAD43}"/>
                  </a:ext>
                </a:extLst>
              </p:cNvPr>
              <p:cNvSpPr/>
              <p:nvPr/>
            </p:nvSpPr>
            <p:spPr>
              <a:xfrm>
                <a:off x="5398241" y="5631711"/>
                <a:ext cx="7062" cy="1813"/>
              </a:xfrm>
              <a:custGeom>
                <a:avLst/>
                <a:gdLst>
                  <a:gd name="connsiteX0" fmla="*/ 3451 w 7062"/>
                  <a:gd name="connsiteY0" fmla="*/ 706 h 1813"/>
                  <a:gd name="connsiteX1" fmla="*/ 3616 w 7062"/>
                  <a:gd name="connsiteY1" fmla="*/ 1135 h 1813"/>
                  <a:gd name="connsiteX2" fmla="*/ 3451 w 7062"/>
                  <a:gd name="connsiteY2" fmla="*/ 706 h 1813"/>
                </a:gdLst>
                <a:ahLst/>
                <a:cxnLst>
                  <a:cxn ang="0">
                    <a:pos x="connsiteX0" y="connsiteY0"/>
                  </a:cxn>
                  <a:cxn ang="0">
                    <a:pos x="connsiteX1" y="connsiteY1"/>
                  </a:cxn>
                  <a:cxn ang="0">
                    <a:pos x="connsiteX2" y="connsiteY2"/>
                  </a:cxn>
                </a:cxnLst>
                <a:rect l="l" t="t" r="r" b="b"/>
                <a:pathLst>
                  <a:path w="7062" h="1813">
                    <a:moveTo>
                      <a:pt x="3451" y="706"/>
                    </a:moveTo>
                    <a:cubicBezTo>
                      <a:pt x="-1299" y="1861"/>
                      <a:pt x="-1053" y="2284"/>
                      <a:pt x="3616" y="1135"/>
                    </a:cubicBezTo>
                    <a:cubicBezTo>
                      <a:pt x="8360" y="-48"/>
                      <a:pt x="8114" y="-488"/>
                      <a:pt x="3451" y="70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8" name="Freeform: Shape 487">
                <a:extLst>
                  <a:ext uri="{FF2B5EF4-FFF2-40B4-BE49-F238E27FC236}">
                    <a16:creationId xmlns:a16="http://schemas.microsoft.com/office/drawing/2014/main" id="{7E7713E0-7CB9-DA0C-8F05-C84AF06DCC59}"/>
                  </a:ext>
                </a:extLst>
              </p:cNvPr>
              <p:cNvSpPr/>
              <p:nvPr/>
            </p:nvSpPr>
            <p:spPr>
              <a:xfrm>
                <a:off x="5422858" y="5654055"/>
                <a:ext cx="7974" cy="1424"/>
              </a:xfrm>
              <a:custGeom>
                <a:avLst/>
                <a:gdLst>
                  <a:gd name="connsiteX0" fmla="*/ 3963 w 7974"/>
                  <a:gd name="connsiteY0" fmla="*/ 211 h 1424"/>
                  <a:gd name="connsiteX1" fmla="*/ 7974 w 7974"/>
                  <a:gd name="connsiteY1" fmla="*/ 1222 h 1424"/>
                  <a:gd name="connsiteX2" fmla="*/ 3963 w 7974"/>
                  <a:gd name="connsiteY2" fmla="*/ 211 h 1424"/>
                </a:gdLst>
                <a:ahLst/>
                <a:cxnLst>
                  <a:cxn ang="0">
                    <a:pos x="connsiteX0" y="connsiteY0"/>
                  </a:cxn>
                  <a:cxn ang="0">
                    <a:pos x="connsiteX1" y="connsiteY1"/>
                  </a:cxn>
                  <a:cxn ang="0">
                    <a:pos x="connsiteX2" y="connsiteY2"/>
                  </a:cxn>
                </a:cxnLst>
                <a:rect l="l" t="t" r="r" b="b"/>
                <a:pathLst>
                  <a:path w="7974" h="1424">
                    <a:moveTo>
                      <a:pt x="3963" y="211"/>
                    </a:moveTo>
                    <a:cubicBezTo>
                      <a:pt x="-6462" y="-801"/>
                      <a:pt x="6849" y="2211"/>
                      <a:pt x="7974" y="1222"/>
                    </a:cubicBezTo>
                    <a:cubicBezTo>
                      <a:pt x="7929" y="960"/>
                      <a:pt x="6134" y="502"/>
                      <a:pt x="3963" y="2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89" name="Freeform: Shape 488">
                <a:extLst>
                  <a:ext uri="{FF2B5EF4-FFF2-40B4-BE49-F238E27FC236}">
                    <a16:creationId xmlns:a16="http://schemas.microsoft.com/office/drawing/2014/main" id="{74B36F93-AB1C-55C9-5E3B-A881A21BB2D0}"/>
                  </a:ext>
                </a:extLst>
              </p:cNvPr>
              <p:cNvSpPr/>
              <p:nvPr/>
            </p:nvSpPr>
            <p:spPr>
              <a:xfrm>
                <a:off x="5417116" y="6250648"/>
                <a:ext cx="8642" cy="9409"/>
              </a:xfrm>
              <a:custGeom>
                <a:avLst/>
                <a:gdLst>
                  <a:gd name="connsiteX0" fmla="*/ 4269 w 8642"/>
                  <a:gd name="connsiteY0" fmla="*/ 1 h 9409"/>
                  <a:gd name="connsiteX1" fmla="*/ 4378 w 8642"/>
                  <a:gd name="connsiteY1" fmla="*/ 9408 h 9409"/>
                  <a:gd name="connsiteX2" fmla="*/ 4269 w 8642"/>
                  <a:gd name="connsiteY2" fmla="*/ 1 h 9409"/>
                </a:gdLst>
                <a:ahLst/>
                <a:cxnLst>
                  <a:cxn ang="0">
                    <a:pos x="connsiteX0" y="connsiteY0"/>
                  </a:cxn>
                  <a:cxn ang="0">
                    <a:pos x="connsiteX1" y="connsiteY1"/>
                  </a:cxn>
                  <a:cxn ang="0">
                    <a:pos x="connsiteX2" y="connsiteY2"/>
                  </a:cxn>
                </a:cxnLst>
                <a:rect l="l" t="t" r="r" b="b"/>
                <a:pathLst>
                  <a:path w="8642" h="9409">
                    <a:moveTo>
                      <a:pt x="4269" y="1"/>
                    </a:moveTo>
                    <a:cubicBezTo>
                      <a:pt x="-1537" y="-73"/>
                      <a:pt x="-1343" y="9545"/>
                      <a:pt x="4378" y="9408"/>
                    </a:cubicBezTo>
                    <a:cubicBezTo>
                      <a:pt x="10127" y="9437"/>
                      <a:pt x="10036" y="-136"/>
                      <a:pt x="4269"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0" name="Freeform: Shape 489">
                <a:extLst>
                  <a:ext uri="{FF2B5EF4-FFF2-40B4-BE49-F238E27FC236}">
                    <a16:creationId xmlns:a16="http://schemas.microsoft.com/office/drawing/2014/main" id="{C0150A37-1757-A3BD-4B26-686F0D9AB646}"/>
                  </a:ext>
                </a:extLst>
              </p:cNvPr>
              <p:cNvSpPr/>
              <p:nvPr/>
            </p:nvSpPr>
            <p:spPr>
              <a:xfrm>
                <a:off x="5417766" y="5969393"/>
                <a:ext cx="8237" cy="4917"/>
              </a:xfrm>
              <a:custGeom>
                <a:avLst/>
                <a:gdLst>
                  <a:gd name="connsiteX0" fmla="*/ 4209 w 8237"/>
                  <a:gd name="connsiteY0" fmla="*/ 4 h 4917"/>
                  <a:gd name="connsiteX1" fmla="*/ 4037 w 8237"/>
                  <a:gd name="connsiteY1" fmla="*/ 4914 h 4917"/>
                  <a:gd name="connsiteX2" fmla="*/ 4209 w 8237"/>
                  <a:gd name="connsiteY2" fmla="*/ 4 h 4917"/>
                </a:gdLst>
                <a:ahLst/>
                <a:cxnLst>
                  <a:cxn ang="0">
                    <a:pos x="connsiteX0" y="connsiteY0"/>
                  </a:cxn>
                  <a:cxn ang="0">
                    <a:pos x="connsiteX1" y="connsiteY1"/>
                  </a:cxn>
                  <a:cxn ang="0">
                    <a:pos x="connsiteX2" y="connsiteY2"/>
                  </a:cxn>
                </a:cxnLst>
                <a:rect l="l" t="t" r="r" b="b"/>
                <a:pathLst>
                  <a:path w="8237" h="4917">
                    <a:moveTo>
                      <a:pt x="4209" y="4"/>
                    </a:moveTo>
                    <a:cubicBezTo>
                      <a:pt x="-1238" y="-167"/>
                      <a:pt x="-1506" y="4844"/>
                      <a:pt x="4037" y="4914"/>
                    </a:cubicBezTo>
                    <a:cubicBezTo>
                      <a:pt x="9489" y="5084"/>
                      <a:pt x="9724" y="90"/>
                      <a:pt x="4209"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1" name="Freeform: Shape 490">
                <a:extLst>
                  <a:ext uri="{FF2B5EF4-FFF2-40B4-BE49-F238E27FC236}">
                    <a16:creationId xmlns:a16="http://schemas.microsoft.com/office/drawing/2014/main" id="{01BA9A1D-3AB6-1564-3D98-D7B0FB7FE250}"/>
                  </a:ext>
                </a:extLst>
              </p:cNvPr>
              <p:cNvSpPr/>
              <p:nvPr/>
            </p:nvSpPr>
            <p:spPr>
              <a:xfrm>
                <a:off x="5414519" y="6100486"/>
                <a:ext cx="8431" cy="3421"/>
              </a:xfrm>
              <a:custGeom>
                <a:avLst/>
                <a:gdLst>
                  <a:gd name="connsiteX0" fmla="*/ 4221 w 8431"/>
                  <a:gd name="connsiteY0" fmla="*/ 1 h 3421"/>
                  <a:gd name="connsiteX1" fmla="*/ 4215 w 8431"/>
                  <a:gd name="connsiteY1" fmla="*/ 3419 h 3421"/>
                  <a:gd name="connsiteX2" fmla="*/ 4221 w 8431"/>
                  <a:gd name="connsiteY2" fmla="*/ 1 h 3421"/>
                </a:gdLst>
                <a:ahLst/>
                <a:cxnLst>
                  <a:cxn ang="0">
                    <a:pos x="connsiteX0" y="connsiteY0"/>
                  </a:cxn>
                  <a:cxn ang="0">
                    <a:pos x="connsiteX1" y="connsiteY1"/>
                  </a:cxn>
                  <a:cxn ang="0">
                    <a:pos x="connsiteX2" y="connsiteY2"/>
                  </a:cxn>
                </a:cxnLst>
                <a:rect l="l" t="t" r="r" b="b"/>
                <a:pathLst>
                  <a:path w="8431" h="3421">
                    <a:moveTo>
                      <a:pt x="4221" y="1"/>
                    </a:moveTo>
                    <a:cubicBezTo>
                      <a:pt x="-1369" y="18"/>
                      <a:pt x="-1443" y="3516"/>
                      <a:pt x="4215" y="3419"/>
                    </a:cubicBezTo>
                    <a:cubicBezTo>
                      <a:pt x="9816" y="3419"/>
                      <a:pt x="9855" y="-79"/>
                      <a:pt x="4221"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2" name="Freeform: Shape 491">
                <a:extLst>
                  <a:ext uri="{FF2B5EF4-FFF2-40B4-BE49-F238E27FC236}">
                    <a16:creationId xmlns:a16="http://schemas.microsoft.com/office/drawing/2014/main" id="{AA619DAE-61C4-480E-AB29-71664665BB4E}"/>
                  </a:ext>
                </a:extLst>
              </p:cNvPr>
              <p:cNvSpPr/>
              <p:nvPr/>
            </p:nvSpPr>
            <p:spPr>
              <a:xfrm>
                <a:off x="5423499" y="5819502"/>
                <a:ext cx="8013" cy="4769"/>
              </a:xfrm>
              <a:custGeom>
                <a:avLst/>
                <a:gdLst>
                  <a:gd name="connsiteX0" fmla="*/ 4093 w 8013"/>
                  <a:gd name="connsiteY0" fmla="*/ 30 h 4769"/>
                  <a:gd name="connsiteX1" fmla="*/ 3927 w 8013"/>
                  <a:gd name="connsiteY1" fmla="*/ 4739 h 4769"/>
                  <a:gd name="connsiteX2" fmla="*/ 4093 w 8013"/>
                  <a:gd name="connsiteY2" fmla="*/ 30 h 4769"/>
                </a:gdLst>
                <a:ahLst/>
                <a:cxnLst>
                  <a:cxn ang="0">
                    <a:pos x="connsiteX0" y="connsiteY0"/>
                  </a:cxn>
                  <a:cxn ang="0">
                    <a:pos x="connsiteX1" y="connsiteY1"/>
                  </a:cxn>
                  <a:cxn ang="0">
                    <a:pos x="connsiteX2" y="connsiteY2"/>
                  </a:cxn>
                </a:cxnLst>
                <a:rect l="l" t="t" r="r" b="b"/>
                <a:pathLst>
                  <a:path w="8013" h="4769">
                    <a:moveTo>
                      <a:pt x="4093" y="30"/>
                    </a:moveTo>
                    <a:cubicBezTo>
                      <a:pt x="-1354" y="-427"/>
                      <a:pt x="-1319" y="4408"/>
                      <a:pt x="3927" y="4739"/>
                    </a:cubicBezTo>
                    <a:cubicBezTo>
                      <a:pt x="9379" y="5191"/>
                      <a:pt x="9316" y="385"/>
                      <a:pt x="4093"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3" name="Freeform: Shape 492">
                <a:extLst>
                  <a:ext uri="{FF2B5EF4-FFF2-40B4-BE49-F238E27FC236}">
                    <a16:creationId xmlns:a16="http://schemas.microsoft.com/office/drawing/2014/main" id="{6DECB17D-76DF-F436-F816-4FC8C8CA3723}"/>
                  </a:ext>
                </a:extLst>
              </p:cNvPr>
              <p:cNvSpPr/>
              <p:nvPr/>
            </p:nvSpPr>
            <p:spPr>
              <a:xfrm>
                <a:off x="5426419" y="5702177"/>
                <a:ext cx="7816" cy="2960"/>
              </a:xfrm>
              <a:custGeom>
                <a:avLst/>
                <a:gdLst>
                  <a:gd name="connsiteX0" fmla="*/ 3905 w 7816"/>
                  <a:gd name="connsiteY0" fmla="*/ 72 h 2960"/>
                  <a:gd name="connsiteX1" fmla="*/ 3916 w 7816"/>
                  <a:gd name="connsiteY1" fmla="*/ 2884 h 2960"/>
                  <a:gd name="connsiteX2" fmla="*/ 3905 w 7816"/>
                  <a:gd name="connsiteY2" fmla="*/ 72 h 2960"/>
                </a:gdLst>
                <a:ahLst/>
                <a:cxnLst>
                  <a:cxn ang="0">
                    <a:pos x="connsiteX0" y="connsiteY0"/>
                  </a:cxn>
                  <a:cxn ang="0">
                    <a:pos x="connsiteX1" y="connsiteY1"/>
                  </a:cxn>
                  <a:cxn ang="0">
                    <a:pos x="connsiteX2" y="connsiteY2"/>
                  </a:cxn>
                </a:cxnLst>
                <a:rect l="l" t="t" r="r" b="b"/>
                <a:pathLst>
                  <a:path w="7816" h="2960">
                    <a:moveTo>
                      <a:pt x="3905" y="72"/>
                    </a:moveTo>
                    <a:cubicBezTo>
                      <a:pt x="-1502" y="-493"/>
                      <a:pt x="-1101" y="2427"/>
                      <a:pt x="3916" y="2884"/>
                    </a:cubicBezTo>
                    <a:cubicBezTo>
                      <a:pt x="9323" y="3467"/>
                      <a:pt x="8911" y="535"/>
                      <a:pt x="3905" y="7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4" name="Freeform: Shape 493">
                <a:extLst>
                  <a:ext uri="{FF2B5EF4-FFF2-40B4-BE49-F238E27FC236}">
                    <a16:creationId xmlns:a16="http://schemas.microsoft.com/office/drawing/2014/main" id="{3B9C3DA5-DD6E-B361-09FE-60D190B2E429}"/>
                  </a:ext>
                </a:extLst>
              </p:cNvPr>
              <p:cNvSpPr/>
              <p:nvPr/>
            </p:nvSpPr>
            <p:spPr>
              <a:xfrm>
                <a:off x="5473416" y="7526107"/>
                <a:ext cx="11943" cy="5124"/>
              </a:xfrm>
              <a:custGeom>
                <a:avLst/>
                <a:gdLst>
                  <a:gd name="connsiteX0" fmla="*/ 5839 w 11943"/>
                  <a:gd name="connsiteY0" fmla="*/ 39 h 5124"/>
                  <a:gd name="connsiteX1" fmla="*/ 6108 w 11943"/>
                  <a:gd name="connsiteY1" fmla="*/ 5085 h 5124"/>
                  <a:gd name="connsiteX2" fmla="*/ 5839 w 11943"/>
                  <a:gd name="connsiteY2" fmla="*/ 39 h 5124"/>
                </a:gdLst>
                <a:ahLst/>
                <a:cxnLst>
                  <a:cxn ang="0">
                    <a:pos x="connsiteX0" y="connsiteY0"/>
                  </a:cxn>
                  <a:cxn ang="0">
                    <a:pos x="connsiteX1" y="connsiteY1"/>
                  </a:cxn>
                  <a:cxn ang="0">
                    <a:pos x="connsiteX2" y="connsiteY2"/>
                  </a:cxn>
                </a:cxnLst>
                <a:rect l="l" t="t" r="r" b="b"/>
                <a:pathLst>
                  <a:path w="11943" h="5124">
                    <a:moveTo>
                      <a:pt x="5839" y="39"/>
                    </a:moveTo>
                    <a:cubicBezTo>
                      <a:pt x="-2316" y="-453"/>
                      <a:pt x="-1653" y="5668"/>
                      <a:pt x="6108" y="5085"/>
                    </a:cubicBezTo>
                    <a:cubicBezTo>
                      <a:pt x="14258" y="5571"/>
                      <a:pt x="13595" y="-544"/>
                      <a:pt x="5839" y="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5" name="Freeform: Shape 494">
                <a:extLst>
                  <a:ext uri="{FF2B5EF4-FFF2-40B4-BE49-F238E27FC236}">
                    <a16:creationId xmlns:a16="http://schemas.microsoft.com/office/drawing/2014/main" id="{11DB3976-2BB1-4640-81A6-9B612791111E}"/>
                  </a:ext>
                </a:extLst>
              </p:cNvPr>
              <p:cNvSpPr/>
              <p:nvPr/>
            </p:nvSpPr>
            <p:spPr>
              <a:xfrm>
                <a:off x="5198546" y="5637091"/>
                <a:ext cx="6845" cy="2488"/>
              </a:xfrm>
              <a:custGeom>
                <a:avLst/>
                <a:gdLst>
                  <a:gd name="connsiteX0" fmla="*/ 3600 w 6845"/>
                  <a:gd name="connsiteY0" fmla="*/ 550 h 2488"/>
                  <a:gd name="connsiteX1" fmla="*/ 0 w 6845"/>
                  <a:gd name="connsiteY1" fmla="*/ 2328 h 2488"/>
                  <a:gd name="connsiteX2" fmla="*/ 3600 w 6845"/>
                  <a:gd name="connsiteY2" fmla="*/ 550 h 2488"/>
                </a:gdLst>
                <a:ahLst/>
                <a:cxnLst>
                  <a:cxn ang="0">
                    <a:pos x="connsiteX0" y="connsiteY0"/>
                  </a:cxn>
                  <a:cxn ang="0">
                    <a:pos x="connsiteX1" y="connsiteY1"/>
                  </a:cxn>
                  <a:cxn ang="0">
                    <a:pos x="connsiteX2" y="connsiteY2"/>
                  </a:cxn>
                </a:cxnLst>
                <a:rect l="l" t="t" r="r" b="b"/>
                <a:pathLst>
                  <a:path w="6845" h="2488">
                    <a:moveTo>
                      <a:pt x="3600" y="550"/>
                    </a:moveTo>
                    <a:cubicBezTo>
                      <a:pt x="2400" y="973"/>
                      <a:pt x="503" y="1516"/>
                      <a:pt x="0" y="2328"/>
                    </a:cubicBezTo>
                    <a:cubicBezTo>
                      <a:pt x="2406" y="3436"/>
                      <a:pt x="11687" y="-1627"/>
                      <a:pt x="3600" y="5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6" name="Freeform: Shape 495">
                <a:extLst>
                  <a:ext uri="{FF2B5EF4-FFF2-40B4-BE49-F238E27FC236}">
                    <a16:creationId xmlns:a16="http://schemas.microsoft.com/office/drawing/2014/main" id="{50D8E822-7FC0-E209-2E6C-920EB4789727}"/>
                  </a:ext>
                </a:extLst>
              </p:cNvPr>
              <p:cNvSpPr/>
              <p:nvPr/>
            </p:nvSpPr>
            <p:spPr>
              <a:xfrm>
                <a:off x="5151103" y="6721496"/>
                <a:ext cx="10132" cy="1062"/>
              </a:xfrm>
              <a:custGeom>
                <a:avLst/>
                <a:gdLst>
                  <a:gd name="connsiteX0" fmla="*/ 5135 w 10132"/>
                  <a:gd name="connsiteY0" fmla="*/ 6 h 1062"/>
                  <a:gd name="connsiteX1" fmla="*/ 4998 w 10132"/>
                  <a:gd name="connsiteY1" fmla="*/ 1058 h 1062"/>
                  <a:gd name="connsiteX2" fmla="*/ 5135 w 10132"/>
                  <a:gd name="connsiteY2" fmla="*/ 6 h 1062"/>
                </a:gdLst>
                <a:ahLst/>
                <a:cxnLst>
                  <a:cxn ang="0">
                    <a:pos x="connsiteX0" y="connsiteY0"/>
                  </a:cxn>
                  <a:cxn ang="0">
                    <a:pos x="connsiteX1" y="connsiteY1"/>
                  </a:cxn>
                  <a:cxn ang="0">
                    <a:pos x="connsiteX2" y="connsiteY2"/>
                  </a:cxn>
                </a:cxnLst>
                <a:rect l="l" t="t" r="r" b="b"/>
                <a:pathLst>
                  <a:path w="10132" h="1062">
                    <a:moveTo>
                      <a:pt x="5135" y="6"/>
                    </a:moveTo>
                    <a:cubicBezTo>
                      <a:pt x="-1477" y="-91"/>
                      <a:pt x="-1895" y="1006"/>
                      <a:pt x="4998" y="1058"/>
                    </a:cubicBezTo>
                    <a:cubicBezTo>
                      <a:pt x="11610" y="1143"/>
                      <a:pt x="12027" y="52"/>
                      <a:pt x="5135"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7" name="Freeform: Shape 496">
                <a:extLst>
                  <a:ext uri="{FF2B5EF4-FFF2-40B4-BE49-F238E27FC236}">
                    <a16:creationId xmlns:a16="http://schemas.microsoft.com/office/drawing/2014/main" id="{64763B97-7FE3-CB6C-804B-8129DC17E869}"/>
                  </a:ext>
                </a:extLst>
              </p:cNvPr>
              <p:cNvSpPr/>
              <p:nvPr/>
            </p:nvSpPr>
            <p:spPr>
              <a:xfrm>
                <a:off x="5155455" y="6706981"/>
                <a:ext cx="9835" cy="263"/>
              </a:xfrm>
              <a:custGeom>
                <a:avLst/>
                <a:gdLst>
                  <a:gd name="connsiteX0" fmla="*/ 4989 w 9835"/>
                  <a:gd name="connsiteY0" fmla="*/ 108 h 263"/>
                  <a:gd name="connsiteX1" fmla="*/ 4847 w 9835"/>
                  <a:gd name="connsiteY1" fmla="*/ 165 h 263"/>
                  <a:gd name="connsiteX2" fmla="*/ 4989 w 9835"/>
                  <a:gd name="connsiteY2" fmla="*/ 108 h 263"/>
                </a:gdLst>
                <a:ahLst/>
                <a:cxnLst>
                  <a:cxn ang="0">
                    <a:pos x="connsiteX0" y="connsiteY0"/>
                  </a:cxn>
                  <a:cxn ang="0">
                    <a:pos x="connsiteX1" y="connsiteY1"/>
                  </a:cxn>
                  <a:cxn ang="0">
                    <a:pos x="connsiteX2" y="connsiteY2"/>
                  </a:cxn>
                </a:cxnLst>
                <a:rect l="l" t="t" r="r" b="b"/>
                <a:pathLst>
                  <a:path w="9835" h="263">
                    <a:moveTo>
                      <a:pt x="4989" y="108"/>
                    </a:moveTo>
                    <a:cubicBezTo>
                      <a:pt x="-1468" y="-69"/>
                      <a:pt x="-1806" y="-12"/>
                      <a:pt x="4847" y="165"/>
                    </a:cubicBezTo>
                    <a:cubicBezTo>
                      <a:pt x="11310" y="325"/>
                      <a:pt x="11636" y="279"/>
                      <a:pt x="4989" y="1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8" name="Freeform: Shape 497">
                <a:extLst>
                  <a:ext uri="{FF2B5EF4-FFF2-40B4-BE49-F238E27FC236}">
                    <a16:creationId xmlns:a16="http://schemas.microsoft.com/office/drawing/2014/main" id="{EDBACA52-C191-858B-A9AA-B159E57459B6}"/>
                  </a:ext>
                </a:extLst>
              </p:cNvPr>
              <p:cNvSpPr/>
              <p:nvPr/>
            </p:nvSpPr>
            <p:spPr>
              <a:xfrm>
                <a:off x="5147044" y="6777125"/>
                <a:ext cx="10471" cy="2802"/>
              </a:xfrm>
              <a:custGeom>
                <a:avLst/>
                <a:gdLst>
                  <a:gd name="connsiteX0" fmla="*/ 5297 w 10471"/>
                  <a:gd name="connsiteY0" fmla="*/ 1 h 2802"/>
                  <a:gd name="connsiteX1" fmla="*/ 5177 w 10471"/>
                  <a:gd name="connsiteY1" fmla="*/ 2801 h 2802"/>
                  <a:gd name="connsiteX2" fmla="*/ 5297 w 10471"/>
                  <a:gd name="connsiteY2" fmla="*/ 1 h 2802"/>
                </a:gdLst>
                <a:ahLst/>
                <a:cxnLst>
                  <a:cxn ang="0">
                    <a:pos x="connsiteX0" y="connsiteY0"/>
                  </a:cxn>
                  <a:cxn ang="0">
                    <a:pos x="connsiteX1" y="connsiteY1"/>
                  </a:cxn>
                  <a:cxn ang="0">
                    <a:pos x="connsiteX2" y="connsiteY2"/>
                  </a:cxn>
                </a:cxnLst>
                <a:rect l="l" t="t" r="r" b="b"/>
                <a:pathLst>
                  <a:path w="10471" h="2802">
                    <a:moveTo>
                      <a:pt x="5297" y="1"/>
                    </a:moveTo>
                    <a:cubicBezTo>
                      <a:pt x="-1601" y="-67"/>
                      <a:pt x="-1887" y="2825"/>
                      <a:pt x="5177" y="2801"/>
                    </a:cubicBezTo>
                    <a:cubicBezTo>
                      <a:pt x="12069" y="2853"/>
                      <a:pt x="12361" y="-33"/>
                      <a:pt x="5297"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499" name="Freeform: Shape 498">
                <a:extLst>
                  <a:ext uri="{FF2B5EF4-FFF2-40B4-BE49-F238E27FC236}">
                    <a16:creationId xmlns:a16="http://schemas.microsoft.com/office/drawing/2014/main" id="{3E23ED43-B480-CF34-DD0B-EBBDDDF39143}"/>
                  </a:ext>
                </a:extLst>
              </p:cNvPr>
              <p:cNvSpPr/>
              <p:nvPr/>
            </p:nvSpPr>
            <p:spPr>
              <a:xfrm>
                <a:off x="5163872" y="6710959"/>
                <a:ext cx="9322" cy="710"/>
              </a:xfrm>
              <a:custGeom>
                <a:avLst/>
                <a:gdLst>
                  <a:gd name="connsiteX0" fmla="*/ 4722 w 9322"/>
                  <a:gd name="connsiteY0" fmla="*/ 205 h 710"/>
                  <a:gd name="connsiteX1" fmla="*/ 4602 w 9322"/>
                  <a:gd name="connsiteY1" fmla="*/ 507 h 710"/>
                  <a:gd name="connsiteX2" fmla="*/ 4722 w 9322"/>
                  <a:gd name="connsiteY2" fmla="*/ 205 h 710"/>
                </a:gdLst>
                <a:ahLst/>
                <a:cxnLst>
                  <a:cxn ang="0">
                    <a:pos x="connsiteX0" y="connsiteY0"/>
                  </a:cxn>
                  <a:cxn ang="0">
                    <a:pos x="connsiteX1" y="connsiteY1"/>
                  </a:cxn>
                  <a:cxn ang="0">
                    <a:pos x="connsiteX2" y="connsiteY2"/>
                  </a:cxn>
                </a:cxnLst>
                <a:rect l="l" t="t" r="r" b="b"/>
                <a:pathLst>
                  <a:path w="9322" h="710">
                    <a:moveTo>
                      <a:pt x="4722" y="205"/>
                    </a:moveTo>
                    <a:cubicBezTo>
                      <a:pt x="-1421" y="-224"/>
                      <a:pt x="-1684" y="90"/>
                      <a:pt x="4602" y="507"/>
                    </a:cubicBezTo>
                    <a:cubicBezTo>
                      <a:pt x="10746" y="930"/>
                      <a:pt x="11003" y="627"/>
                      <a:pt x="4722" y="20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0" name="Freeform: Shape 499">
                <a:extLst>
                  <a:ext uri="{FF2B5EF4-FFF2-40B4-BE49-F238E27FC236}">
                    <a16:creationId xmlns:a16="http://schemas.microsoft.com/office/drawing/2014/main" id="{5FF2BB92-794A-066D-BBBF-09CB28E4DA54}"/>
                  </a:ext>
                </a:extLst>
              </p:cNvPr>
              <p:cNvSpPr/>
              <p:nvPr/>
            </p:nvSpPr>
            <p:spPr>
              <a:xfrm>
                <a:off x="5159806" y="6710856"/>
                <a:ext cx="9572" cy="498"/>
              </a:xfrm>
              <a:custGeom>
                <a:avLst/>
                <a:gdLst>
                  <a:gd name="connsiteX0" fmla="*/ 4856 w 9572"/>
                  <a:gd name="connsiteY0" fmla="*/ 347 h 498"/>
                  <a:gd name="connsiteX1" fmla="*/ 4719 w 9572"/>
                  <a:gd name="connsiteY1" fmla="*/ 153 h 498"/>
                  <a:gd name="connsiteX2" fmla="*/ 4856 w 9572"/>
                  <a:gd name="connsiteY2" fmla="*/ 347 h 498"/>
                </a:gdLst>
                <a:ahLst/>
                <a:cxnLst>
                  <a:cxn ang="0">
                    <a:pos x="connsiteX0" y="connsiteY0"/>
                  </a:cxn>
                  <a:cxn ang="0">
                    <a:pos x="connsiteX1" y="connsiteY1"/>
                  </a:cxn>
                  <a:cxn ang="0">
                    <a:pos x="connsiteX2" y="connsiteY2"/>
                  </a:cxn>
                </a:cxnLst>
                <a:rect l="l" t="t" r="r" b="b"/>
                <a:pathLst>
                  <a:path w="9572" h="498">
                    <a:moveTo>
                      <a:pt x="4856" y="347"/>
                    </a:moveTo>
                    <a:cubicBezTo>
                      <a:pt x="-1425" y="50"/>
                      <a:pt x="-1762" y="-156"/>
                      <a:pt x="4719" y="153"/>
                    </a:cubicBezTo>
                    <a:cubicBezTo>
                      <a:pt x="11000" y="439"/>
                      <a:pt x="11331" y="656"/>
                      <a:pt x="4856" y="3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1" name="Freeform: Shape 500">
                <a:extLst>
                  <a:ext uri="{FF2B5EF4-FFF2-40B4-BE49-F238E27FC236}">
                    <a16:creationId xmlns:a16="http://schemas.microsoft.com/office/drawing/2014/main" id="{656D2A74-C66A-C071-509E-A3133746FBC8}"/>
                  </a:ext>
                </a:extLst>
              </p:cNvPr>
              <p:cNvSpPr/>
              <p:nvPr/>
            </p:nvSpPr>
            <p:spPr>
              <a:xfrm>
                <a:off x="5167356" y="6684190"/>
                <a:ext cx="9097" cy="1760"/>
              </a:xfrm>
              <a:custGeom>
                <a:avLst/>
                <a:gdLst>
                  <a:gd name="connsiteX0" fmla="*/ 4599 w 9097"/>
                  <a:gd name="connsiteY0" fmla="*/ 102 h 1760"/>
                  <a:gd name="connsiteX1" fmla="*/ 4501 w 9097"/>
                  <a:gd name="connsiteY1" fmla="*/ 1656 h 1760"/>
                  <a:gd name="connsiteX2" fmla="*/ 4599 w 9097"/>
                  <a:gd name="connsiteY2" fmla="*/ 102 h 1760"/>
                </a:gdLst>
                <a:ahLst/>
                <a:cxnLst>
                  <a:cxn ang="0">
                    <a:pos x="connsiteX0" y="connsiteY0"/>
                  </a:cxn>
                  <a:cxn ang="0">
                    <a:pos x="connsiteX1" y="connsiteY1"/>
                  </a:cxn>
                  <a:cxn ang="0">
                    <a:pos x="connsiteX2" y="connsiteY2"/>
                  </a:cxn>
                </a:cxnLst>
                <a:rect l="l" t="t" r="r" b="b"/>
                <a:pathLst>
                  <a:path w="9097" h="1760">
                    <a:moveTo>
                      <a:pt x="4599" y="102"/>
                    </a:moveTo>
                    <a:cubicBezTo>
                      <a:pt x="-1482" y="-418"/>
                      <a:pt x="-1551" y="1194"/>
                      <a:pt x="4501" y="1656"/>
                    </a:cubicBezTo>
                    <a:cubicBezTo>
                      <a:pt x="10588" y="2182"/>
                      <a:pt x="10639" y="571"/>
                      <a:pt x="4599" y="1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2" name="Freeform: Shape 501">
                <a:extLst>
                  <a:ext uri="{FF2B5EF4-FFF2-40B4-BE49-F238E27FC236}">
                    <a16:creationId xmlns:a16="http://schemas.microsoft.com/office/drawing/2014/main" id="{87030905-AC78-21B0-E447-5DE73BE925D4}"/>
                  </a:ext>
                </a:extLst>
              </p:cNvPr>
              <p:cNvSpPr/>
              <p:nvPr/>
            </p:nvSpPr>
            <p:spPr>
              <a:xfrm>
                <a:off x="5143019" y="6880133"/>
                <a:ext cx="10813" cy="3613"/>
              </a:xfrm>
              <a:custGeom>
                <a:avLst/>
                <a:gdLst>
                  <a:gd name="connsiteX0" fmla="*/ 5481 w 10813"/>
                  <a:gd name="connsiteY0" fmla="*/ 1 h 3613"/>
                  <a:gd name="connsiteX1" fmla="*/ 5332 w 10813"/>
                  <a:gd name="connsiteY1" fmla="*/ 3613 h 3613"/>
                  <a:gd name="connsiteX2" fmla="*/ 5481 w 10813"/>
                  <a:gd name="connsiteY2" fmla="*/ 1 h 3613"/>
                </a:gdLst>
                <a:ahLst/>
                <a:cxnLst>
                  <a:cxn ang="0">
                    <a:pos x="connsiteX0" y="connsiteY0"/>
                  </a:cxn>
                  <a:cxn ang="0">
                    <a:pos x="connsiteX1" y="connsiteY1"/>
                  </a:cxn>
                  <a:cxn ang="0">
                    <a:pos x="connsiteX2" y="connsiteY2"/>
                  </a:cxn>
                </a:cxnLst>
                <a:rect l="l" t="t" r="r" b="b"/>
                <a:pathLst>
                  <a:path w="10813" h="3613">
                    <a:moveTo>
                      <a:pt x="5481" y="1"/>
                    </a:moveTo>
                    <a:cubicBezTo>
                      <a:pt x="-1629" y="-68"/>
                      <a:pt x="-1972" y="3636"/>
                      <a:pt x="5332" y="3613"/>
                    </a:cubicBezTo>
                    <a:cubicBezTo>
                      <a:pt x="12447" y="3681"/>
                      <a:pt x="12779" y="-28"/>
                      <a:pt x="5481"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3" name="Freeform: Shape 502">
                <a:extLst>
                  <a:ext uri="{FF2B5EF4-FFF2-40B4-BE49-F238E27FC236}">
                    <a16:creationId xmlns:a16="http://schemas.microsoft.com/office/drawing/2014/main" id="{569493DA-3F8E-B2D8-6CC9-CB54830571B6}"/>
                  </a:ext>
                </a:extLst>
              </p:cNvPr>
              <p:cNvSpPr/>
              <p:nvPr/>
            </p:nvSpPr>
            <p:spPr>
              <a:xfrm>
                <a:off x="5119667" y="7378738"/>
                <a:ext cx="12321" cy="4705"/>
              </a:xfrm>
              <a:custGeom>
                <a:avLst/>
                <a:gdLst>
                  <a:gd name="connsiteX0" fmla="*/ 6259 w 12321"/>
                  <a:gd name="connsiteY0" fmla="*/ 1 h 4705"/>
                  <a:gd name="connsiteX1" fmla="*/ 6065 w 12321"/>
                  <a:gd name="connsiteY1" fmla="*/ 4705 h 4705"/>
                  <a:gd name="connsiteX2" fmla="*/ 6259 w 12321"/>
                  <a:gd name="connsiteY2" fmla="*/ 1 h 4705"/>
                </a:gdLst>
                <a:ahLst/>
                <a:cxnLst>
                  <a:cxn ang="0">
                    <a:pos x="connsiteX0" y="connsiteY0"/>
                  </a:cxn>
                  <a:cxn ang="0">
                    <a:pos x="connsiteX1" y="connsiteY1"/>
                  </a:cxn>
                  <a:cxn ang="0">
                    <a:pos x="connsiteX2" y="connsiteY2"/>
                  </a:cxn>
                </a:cxnLst>
                <a:rect l="l" t="t" r="r" b="b"/>
                <a:pathLst>
                  <a:path w="12321" h="4705">
                    <a:moveTo>
                      <a:pt x="6259" y="1"/>
                    </a:moveTo>
                    <a:cubicBezTo>
                      <a:pt x="-1822" y="-90"/>
                      <a:pt x="-2279" y="4733"/>
                      <a:pt x="6065" y="4705"/>
                    </a:cubicBezTo>
                    <a:cubicBezTo>
                      <a:pt x="14157" y="4791"/>
                      <a:pt x="14586" y="-27"/>
                      <a:pt x="6259"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4" name="Freeform: Shape 503">
                <a:extLst>
                  <a:ext uri="{FF2B5EF4-FFF2-40B4-BE49-F238E27FC236}">
                    <a16:creationId xmlns:a16="http://schemas.microsoft.com/office/drawing/2014/main" id="{5CAE9116-C89F-0DD8-FBFA-5FC05CBC8F89}"/>
                  </a:ext>
                </a:extLst>
              </p:cNvPr>
              <p:cNvSpPr/>
              <p:nvPr/>
            </p:nvSpPr>
            <p:spPr>
              <a:xfrm>
                <a:off x="5125832" y="7241263"/>
                <a:ext cx="11906" cy="4391"/>
              </a:xfrm>
              <a:custGeom>
                <a:avLst/>
                <a:gdLst>
                  <a:gd name="connsiteX0" fmla="*/ 6054 w 11906"/>
                  <a:gd name="connsiteY0" fmla="*/ 1 h 4391"/>
                  <a:gd name="connsiteX1" fmla="*/ 5854 w 11906"/>
                  <a:gd name="connsiteY1" fmla="*/ 4391 h 4391"/>
                  <a:gd name="connsiteX2" fmla="*/ 6054 w 11906"/>
                  <a:gd name="connsiteY2" fmla="*/ 1 h 4391"/>
                </a:gdLst>
                <a:ahLst/>
                <a:cxnLst>
                  <a:cxn ang="0">
                    <a:pos x="connsiteX0" y="connsiteY0"/>
                  </a:cxn>
                  <a:cxn ang="0">
                    <a:pos x="connsiteX1" y="connsiteY1"/>
                  </a:cxn>
                  <a:cxn ang="0">
                    <a:pos x="connsiteX2" y="connsiteY2"/>
                  </a:cxn>
                </a:cxnLst>
                <a:rect l="l" t="t" r="r" b="b"/>
                <a:pathLst>
                  <a:path w="11906" h="4391">
                    <a:moveTo>
                      <a:pt x="6054" y="1"/>
                    </a:moveTo>
                    <a:cubicBezTo>
                      <a:pt x="-1741" y="-85"/>
                      <a:pt x="-2221" y="4413"/>
                      <a:pt x="5854" y="4391"/>
                    </a:cubicBezTo>
                    <a:cubicBezTo>
                      <a:pt x="13649" y="4476"/>
                      <a:pt x="14124" y="-22"/>
                      <a:pt x="6054"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5" name="Freeform: Shape 504">
                <a:extLst>
                  <a:ext uri="{FF2B5EF4-FFF2-40B4-BE49-F238E27FC236}">
                    <a16:creationId xmlns:a16="http://schemas.microsoft.com/office/drawing/2014/main" id="{C983E0FC-7EC4-EBAA-305D-54488B73CF62}"/>
                  </a:ext>
                </a:extLst>
              </p:cNvPr>
              <p:cNvSpPr/>
              <p:nvPr/>
            </p:nvSpPr>
            <p:spPr>
              <a:xfrm>
                <a:off x="5137918" y="6992793"/>
                <a:ext cx="11155" cy="3842"/>
              </a:xfrm>
              <a:custGeom>
                <a:avLst/>
                <a:gdLst>
                  <a:gd name="connsiteX0" fmla="*/ 5667 w 11155"/>
                  <a:gd name="connsiteY0" fmla="*/ 1 h 3842"/>
                  <a:gd name="connsiteX1" fmla="*/ 5490 w 11155"/>
                  <a:gd name="connsiteY1" fmla="*/ 3842 h 3842"/>
                  <a:gd name="connsiteX2" fmla="*/ 5667 w 11155"/>
                  <a:gd name="connsiteY2" fmla="*/ 1 h 3842"/>
                </a:gdLst>
                <a:ahLst/>
                <a:cxnLst>
                  <a:cxn ang="0">
                    <a:pos x="connsiteX0" y="connsiteY0"/>
                  </a:cxn>
                  <a:cxn ang="0">
                    <a:pos x="connsiteX1" y="connsiteY1"/>
                  </a:cxn>
                  <a:cxn ang="0">
                    <a:pos x="connsiteX2" y="connsiteY2"/>
                  </a:cxn>
                </a:cxnLst>
                <a:rect l="l" t="t" r="r" b="b"/>
                <a:pathLst>
                  <a:path w="11155" h="3842">
                    <a:moveTo>
                      <a:pt x="5667" y="1"/>
                    </a:moveTo>
                    <a:cubicBezTo>
                      <a:pt x="-1648" y="-74"/>
                      <a:pt x="-2065" y="3869"/>
                      <a:pt x="5490" y="3842"/>
                    </a:cubicBezTo>
                    <a:cubicBezTo>
                      <a:pt x="12805" y="3921"/>
                      <a:pt x="13217" y="-22"/>
                      <a:pt x="5667"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6" name="Freeform: Shape 505">
                <a:extLst>
                  <a:ext uri="{FF2B5EF4-FFF2-40B4-BE49-F238E27FC236}">
                    <a16:creationId xmlns:a16="http://schemas.microsoft.com/office/drawing/2014/main" id="{FD4C7239-4F36-4CE5-3B71-9E4EBA32877A}"/>
                  </a:ext>
                </a:extLst>
              </p:cNvPr>
              <p:cNvSpPr/>
              <p:nvPr/>
            </p:nvSpPr>
            <p:spPr>
              <a:xfrm>
                <a:off x="5132054" y="7112893"/>
                <a:ext cx="11516" cy="4105"/>
              </a:xfrm>
              <a:custGeom>
                <a:avLst/>
                <a:gdLst>
                  <a:gd name="connsiteX0" fmla="*/ 5856 w 11516"/>
                  <a:gd name="connsiteY0" fmla="*/ 1 h 4105"/>
                  <a:gd name="connsiteX1" fmla="*/ 5662 w 11516"/>
                  <a:gd name="connsiteY1" fmla="*/ 4105 h 4105"/>
                  <a:gd name="connsiteX2" fmla="*/ 5856 w 11516"/>
                  <a:gd name="connsiteY2" fmla="*/ 1 h 4105"/>
                </a:gdLst>
                <a:ahLst/>
                <a:cxnLst>
                  <a:cxn ang="0">
                    <a:pos x="connsiteX0" y="connsiteY0"/>
                  </a:cxn>
                  <a:cxn ang="0">
                    <a:pos x="connsiteX1" y="connsiteY1"/>
                  </a:cxn>
                  <a:cxn ang="0">
                    <a:pos x="connsiteX2" y="connsiteY2"/>
                  </a:cxn>
                </a:cxnLst>
                <a:rect l="l" t="t" r="r" b="b"/>
                <a:pathLst>
                  <a:path w="11516" h="4105">
                    <a:moveTo>
                      <a:pt x="5856" y="1"/>
                    </a:moveTo>
                    <a:cubicBezTo>
                      <a:pt x="-1682" y="-84"/>
                      <a:pt x="-2151" y="4128"/>
                      <a:pt x="5662" y="4105"/>
                    </a:cubicBezTo>
                    <a:cubicBezTo>
                      <a:pt x="13200" y="4185"/>
                      <a:pt x="13663" y="-21"/>
                      <a:pt x="5856"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7" name="Freeform: Shape 506">
                <a:extLst>
                  <a:ext uri="{FF2B5EF4-FFF2-40B4-BE49-F238E27FC236}">
                    <a16:creationId xmlns:a16="http://schemas.microsoft.com/office/drawing/2014/main" id="{D535BB16-3E3C-91E4-C75F-4F43CD804B48}"/>
                  </a:ext>
                </a:extLst>
              </p:cNvPr>
              <p:cNvSpPr/>
              <p:nvPr/>
            </p:nvSpPr>
            <p:spPr>
              <a:xfrm>
                <a:off x="5203577" y="5674947"/>
                <a:ext cx="7635" cy="3517"/>
              </a:xfrm>
              <a:custGeom>
                <a:avLst/>
                <a:gdLst>
                  <a:gd name="connsiteX0" fmla="*/ 3793 w 7635"/>
                  <a:gd name="connsiteY0" fmla="*/ 1585 h 3517"/>
                  <a:gd name="connsiteX1" fmla="*/ 3845 w 7635"/>
                  <a:gd name="connsiteY1" fmla="*/ 1911 h 3517"/>
                  <a:gd name="connsiteX2" fmla="*/ 3793 w 7635"/>
                  <a:gd name="connsiteY2" fmla="*/ 1585 h 3517"/>
                </a:gdLst>
                <a:ahLst/>
                <a:cxnLst>
                  <a:cxn ang="0">
                    <a:pos x="connsiteX0" y="connsiteY0"/>
                  </a:cxn>
                  <a:cxn ang="0">
                    <a:pos x="connsiteX1" y="connsiteY1"/>
                  </a:cxn>
                  <a:cxn ang="0">
                    <a:pos x="connsiteX2" y="connsiteY2"/>
                  </a:cxn>
                </a:cxnLst>
                <a:rect l="l" t="t" r="r" b="b"/>
                <a:pathLst>
                  <a:path w="7635" h="3517">
                    <a:moveTo>
                      <a:pt x="3793" y="1585"/>
                    </a:moveTo>
                    <a:cubicBezTo>
                      <a:pt x="-1242" y="3894"/>
                      <a:pt x="-1304" y="4294"/>
                      <a:pt x="3845" y="1911"/>
                    </a:cubicBezTo>
                    <a:cubicBezTo>
                      <a:pt x="8880" y="-381"/>
                      <a:pt x="8937" y="-758"/>
                      <a:pt x="3793" y="15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8" name="Freeform: Shape 507">
                <a:extLst>
                  <a:ext uri="{FF2B5EF4-FFF2-40B4-BE49-F238E27FC236}">
                    <a16:creationId xmlns:a16="http://schemas.microsoft.com/office/drawing/2014/main" id="{EEFFD037-D95F-F70F-DEF6-B50C43DBC1D4}"/>
                  </a:ext>
                </a:extLst>
              </p:cNvPr>
              <p:cNvSpPr/>
              <p:nvPr/>
            </p:nvSpPr>
            <p:spPr>
              <a:xfrm>
                <a:off x="5201829" y="5671208"/>
                <a:ext cx="7435" cy="3069"/>
              </a:xfrm>
              <a:custGeom>
                <a:avLst/>
                <a:gdLst>
                  <a:gd name="connsiteX0" fmla="*/ 3685 w 7435"/>
                  <a:gd name="connsiteY0" fmla="*/ 1524 h 3069"/>
                  <a:gd name="connsiteX1" fmla="*/ 3753 w 7435"/>
                  <a:gd name="connsiteY1" fmla="*/ 1524 h 3069"/>
                  <a:gd name="connsiteX2" fmla="*/ 3685 w 7435"/>
                  <a:gd name="connsiteY2" fmla="*/ 1524 h 3069"/>
                </a:gdLst>
                <a:ahLst/>
                <a:cxnLst>
                  <a:cxn ang="0">
                    <a:pos x="connsiteX0" y="connsiteY0"/>
                  </a:cxn>
                  <a:cxn ang="0">
                    <a:pos x="connsiteX1" y="connsiteY1"/>
                  </a:cxn>
                  <a:cxn ang="0">
                    <a:pos x="connsiteX2" y="connsiteY2"/>
                  </a:cxn>
                </a:cxnLst>
                <a:rect l="l" t="t" r="r" b="b"/>
                <a:pathLst>
                  <a:path w="7435" h="3069">
                    <a:moveTo>
                      <a:pt x="3685" y="1524"/>
                    </a:moveTo>
                    <a:cubicBezTo>
                      <a:pt x="-1311" y="3593"/>
                      <a:pt x="-1168" y="3576"/>
                      <a:pt x="3753" y="1524"/>
                    </a:cubicBezTo>
                    <a:cubicBezTo>
                      <a:pt x="8748" y="-528"/>
                      <a:pt x="8599" y="-488"/>
                      <a:pt x="3685" y="15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09" name="Freeform: Shape 508">
                <a:extLst>
                  <a:ext uri="{FF2B5EF4-FFF2-40B4-BE49-F238E27FC236}">
                    <a16:creationId xmlns:a16="http://schemas.microsoft.com/office/drawing/2014/main" id="{C99D3581-702F-E389-A45B-68443AEA2A33}"/>
                  </a:ext>
                </a:extLst>
              </p:cNvPr>
              <p:cNvSpPr/>
              <p:nvPr/>
            </p:nvSpPr>
            <p:spPr>
              <a:xfrm>
                <a:off x="5199866" y="5671437"/>
                <a:ext cx="7248" cy="2615"/>
              </a:xfrm>
              <a:custGeom>
                <a:avLst/>
                <a:gdLst>
                  <a:gd name="connsiteX0" fmla="*/ 3595 w 7248"/>
                  <a:gd name="connsiteY0" fmla="*/ 1265 h 2615"/>
                  <a:gd name="connsiteX1" fmla="*/ 3658 w 7248"/>
                  <a:gd name="connsiteY1" fmla="*/ 1328 h 2615"/>
                  <a:gd name="connsiteX2" fmla="*/ 3595 w 7248"/>
                  <a:gd name="connsiteY2" fmla="*/ 1265 h 2615"/>
                </a:gdLst>
                <a:ahLst/>
                <a:cxnLst>
                  <a:cxn ang="0">
                    <a:pos x="connsiteX0" y="connsiteY0"/>
                  </a:cxn>
                  <a:cxn ang="0">
                    <a:pos x="connsiteX1" y="connsiteY1"/>
                  </a:cxn>
                  <a:cxn ang="0">
                    <a:pos x="connsiteX2" y="connsiteY2"/>
                  </a:cxn>
                </a:cxnLst>
                <a:rect l="l" t="t" r="r" b="b"/>
                <a:pathLst>
                  <a:path w="7248" h="2615">
                    <a:moveTo>
                      <a:pt x="3595" y="1265"/>
                    </a:moveTo>
                    <a:cubicBezTo>
                      <a:pt x="-1263" y="3026"/>
                      <a:pt x="-1154" y="3083"/>
                      <a:pt x="3658" y="1328"/>
                    </a:cubicBezTo>
                    <a:cubicBezTo>
                      <a:pt x="8510" y="-415"/>
                      <a:pt x="8401" y="-449"/>
                      <a:pt x="3595" y="1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0" name="Freeform: Shape 509">
                <a:extLst>
                  <a:ext uri="{FF2B5EF4-FFF2-40B4-BE49-F238E27FC236}">
                    <a16:creationId xmlns:a16="http://schemas.microsoft.com/office/drawing/2014/main" id="{153740F1-BE09-432D-B974-3CE30E7A8E87}"/>
                  </a:ext>
                </a:extLst>
              </p:cNvPr>
              <p:cNvSpPr/>
              <p:nvPr/>
            </p:nvSpPr>
            <p:spPr>
              <a:xfrm>
                <a:off x="5204159" y="5694145"/>
                <a:ext cx="8202" cy="4075"/>
              </a:xfrm>
              <a:custGeom>
                <a:avLst/>
                <a:gdLst>
                  <a:gd name="connsiteX0" fmla="*/ 4046 w 8202"/>
                  <a:gd name="connsiteY0" fmla="*/ 1555 h 4075"/>
                  <a:gd name="connsiteX1" fmla="*/ 0 w 8202"/>
                  <a:gd name="connsiteY1" fmla="*/ 4047 h 4075"/>
                  <a:gd name="connsiteX2" fmla="*/ 4046 w 8202"/>
                  <a:gd name="connsiteY2" fmla="*/ 1555 h 4075"/>
                </a:gdLst>
                <a:ahLst/>
                <a:cxnLst>
                  <a:cxn ang="0">
                    <a:pos x="connsiteX0" y="connsiteY0"/>
                  </a:cxn>
                  <a:cxn ang="0">
                    <a:pos x="connsiteX1" y="connsiteY1"/>
                  </a:cxn>
                  <a:cxn ang="0">
                    <a:pos x="connsiteX2" y="connsiteY2"/>
                  </a:cxn>
                </a:cxnLst>
                <a:rect l="l" t="t" r="r" b="b"/>
                <a:pathLst>
                  <a:path w="8202" h="4075">
                    <a:moveTo>
                      <a:pt x="4046" y="1555"/>
                    </a:moveTo>
                    <a:cubicBezTo>
                      <a:pt x="1811" y="2641"/>
                      <a:pt x="0" y="3761"/>
                      <a:pt x="0" y="4047"/>
                    </a:cubicBezTo>
                    <a:cubicBezTo>
                      <a:pt x="1412" y="4601"/>
                      <a:pt x="14819" y="-3228"/>
                      <a:pt x="4046" y="15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1" name="Freeform: Shape 510">
                <a:extLst>
                  <a:ext uri="{FF2B5EF4-FFF2-40B4-BE49-F238E27FC236}">
                    <a16:creationId xmlns:a16="http://schemas.microsoft.com/office/drawing/2014/main" id="{3E10E3E9-B21F-7B0F-8F7E-70D4B038270F}"/>
                  </a:ext>
                </a:extLst>
              </p:cNvPr>
              <p:cNvSpPr/>
              <p:nvPr/>
            </p:nvSpPr>
            <p:spPr>
              <a:xfrm>
                <a:off x="5198535" y="5663967"/>
                <a:ext cx="7076" cy="2325"/>
              </a:xfrm>
              <a:custGeom>
                <a:avLst/>
                <a:gdLst>
                  <a:gd name="connsiteX0" fmla="*/ 3526 w 7076"/>
                  <a:gd name="connsiteY0" fmla="*/ 900 h 2325"/>
                  <a:gd name="connsiteX1" fmla="*/ 3555 w 7076"/>
                  <a:gd name="connsiteY1" fmla="*/ 1403 h 2325"/>
                  <a:gd name="connsiteX2" fmla="*/ 3526 w 7076"/>
                  <a:gd name="connsiteY2" fmla="*/ 900 h 2325"/>
                </a:gdLst>
                <a:ahLst/>
                <a:cxnLst>
                  <a:cxn ang="0">
                    <a:pos x="connsiteX0" y="connsiteY0"/>
                  </a:cxn>
                  <a:cxn ang="0">
                    <a:pos x="connsiteX1" y="connsiteY1"/>
                  </a:cxn>
                  <a:cxn ang="0">
                    <a:pos x="connsiteX2" y="connsiteY2"/>
                  </a:cxn>
                </a:cxnLst>
                <a:rect l="l" t="t" r="r" b="b"/>
                <a:pathLst>
                  <a:path w="7076" h="2325">
                    <a:moveTo>
                      <a:pt x="3526" y="900"/>
                    </a:moveTo>
                    <a:cubicBezTo>
                      <a:pt x="-1114" y="2375"/>
                      <a:pt x="-1246" y="2963"/>
                      <a:pt x="3555" y="1403"/>
                    </a:cubicBezTo>
                    <a:cubicBezTo>
                      <a:pt x="8190" y="-54"/>
                      <a:pt x="8321" y="-620"/>
                      <a:pt x="3526" y="9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2" name="Freeform: Shape 511">
                <a:extLst>
                  <a:ext uri="{FF2B5EF4-FFF2-40B4-BE49-F238E27FC236}">
                    <a16:creationId xmlns:a16="http://schemas.microsoft.com/office/drawing/2014/main" id="{9D74C68F-F946-AB58-9D91-D939175A9DE7}"/>
                  </a:ext>
                </a:extLst>
              </p:cNvPr>
              <p:cNvSpPr/>
              <p:nvPr/>
            </p:nvSpPr>
            <p:spPr>
              <a:xfrm>
                <a:off x="5177761" y="6125209"/>
                <a:ext cx="8717" cy="4069"/>
              </a:xfrm>
              <a:custGeom>
                <a:avLst/>
                <a:gdLst>
                  <a:gd name="connsiteX0" fmla="*/ 4423 w 8717"/>
                  <a:gd name="connsiteY0" fmla="*/ 265 h 4069"/>
                  <a:gd name="connsiteX1" fmla="*/ 0 w 8717"/>
                  <a:gd name="connsiteY1" fmla="*/ 3088 h 4069"/>
                  <a:gd name="connsiteX2" fmla="*/ 4423 w 8717"/>
                  <a:gd name="connsiteY2" fmla="*/ 265 h 4069"/>
                </a:gdLst>
                <a:ahLst/>
                <a:cxnLst>
                  <a:cxn ang="0">
                    <a:pos x="connsiteX0" y="connsiteY0"/>
                  </a:cxn>
                  <a:cxn ang="0">
                    <a:pos x="connsiteX1" y="connsiteY1"/>
                  </a:cxn>
                  <a:cxn ang="0">
                    <a:pos x="connsiteX2" y="connsiteY2"/>
                  </a:cxn>
                </a:cxnLst>
                <a:rect l="l" t="t" r="r" b="b"/>
                <a:pathLst>
                  <a:path w="8717" h="4069">
                    <a:moveTo>
                      <a:pt x="4423" y="265"/>
                    </a:moveTo>
                    <a:cubicBezTo>
                      <a:pt x="2029" y="888"/>
                      <a:pt x="51" y="2162"/>
                      <a:pt x="0" y="3088"/>
                    </a:cubicBezTo>
                    <a:cubicBezTo>
                      <a:pt x="1697" y="6855"/>
                      <a:pt x="15568" y="-1569"/>
                      <a:pt x="4423" y="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3" name="Freeform: Shape 512">
                <a:extLst>
                  <a:ext uri="{FF2B5EF4-FFF2-40B4-BE49-F238E27FC236}">
                    <a16:creationId xmlns:a16="http://schemas.microsoft.com/office/drawing/2014/main" id="{4CD28F4E-F6AC-B25D-BB58-E3C636EA579A}"/>
                  </a:ext>
                </a:extLst>
              </p:cNvPr>
              <p:cNvSpPr/>
              <p:nvPr/>
            </p:nvSpPr>
            <p:spPr>
              <a:xfrm>
                <a:off x="5170499" y="6561403"/>
                <a:ext cx="8894" cy="8209"/>
              </a:xfrm>
              <a:custGeom>
                <a:avLst/>
                <a:gdLst>
                  <a:gd name="connsiteX0" fmla="*/ 4507 w 8894"/>
                  <a:gd name="connsiteY0" fmla="*/ 6 h 8209"/>
                  <a:gd name="connsiteX1" fmla="*/ 4387 w 8894"/>
                  <a:gd name="connsiteY1" fmla="*/ 8201 h 8209"/>
                  <a:gd name="connsiteX2" fmla="*/ 4507 w 8894"/>
                  <a:gd name="connsiteY2" fmla="*/ 6 h 8209"/>
                </a:gdLst>
                <a:ahLst/>
                <a:cxnLst>
                  <a:cxn ang="0">
                    <a:pos x="connsiteX0" y="connsiteY0"/>
                  </a:cxn>
                  <a:cxn ang="0">
                    <a:pos x="connsiteX1" y="connsiteY1"/>
                  </a:cxn>
                  <a:cxn ang="0">
                    <a:pos x="connsiteX2" y="connsiteY2"/>
                  </a:cxn>
                </a:cxnLst>
                <a:rect l="l" t="t" r="r" b="b"/>
                <a:pathLst>
                  <a:path w="8894" h="8209">
                    <a:moveTo>
                      <a:pt x="4507" y="6"/>
                    </a:moveTo>
                    <a:cubicBezTo>
                      <a:pt x="-1482" y="-246"/>
                      <a:pt x="-1482" y="8075"/>
                      <a:pt x="4387" y="8201"/>
                    </a:cubicBezTo>
                    <a:cubicBezTo>
                      <a:pt x="10428" y="8521"/>
                      <a:pt x="10325" y="126"/>
                      <a:pt x="4507"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4" name="Freeform: Shape 513">
                <a:extLst>
                  <a:ext uri="{FF2B5EF4-FFF2-40B4-BE49-F238E27FC236}">
                    <a16:creationId xmlns:a16="http://schemas.microsoft.com/office/drawing/2014/main" id="{22144130-077E-8631-0931-536180DF29DE}"/>
                  </a:ext>
                </a:extLst>
              </p:cNvPr>
              <p:cNvSpPr/>
              <p:nvPr/>
            </p:nvSpPr>
            <p:spPr>
              <a:xfrm>
                <a:off x="5185774" y="5999553"/>
                <a:ext cx="8333" cy="5387"/>
              </a:xfrm>
              <a:custGeom>
                <a:avLst/>
                <a:gdLst>
                  <a:gd name="connsiteX0" fmla="*/ 4326 w 8333"/>
                  <a:gd name="connsiteY0" fmla="*/ 368 h 5387"/>
                  <a:gd name="connsiteX1" fmla="*/ 4012 w 8333"/>
                  <a:gd name="connsiteY1" fmla="*/ 5014 h 5387"/>
                  <a:gd name="connsiteX2" fmla="*/ 4326 w 8333"/>
                  <a:gd name="connsiteY2" fmla="*/ 368 h 5387"/>
                </a:gdLst>
                <a:ahLst/>
                <a:cxnLst>
                  <a:cxn ang="0">
                    <a:pos x="connsiteX0" y="connsiteY0"/>
                  </a:cxn>
                  <a:cxn ang="0">
                    <a:pos x="connsiteX1" y="connsiteY1"/>
                  </a:cxn>
                  <a:cxn ang="0">
                    <a:pos x="connsiteX2" y="connsiteY2"/>
                  </a:cxn>
                </a:cxnLst>
                <a:rect l="l" t="t" r="r" b="b"/>
                <a:pathLst>
                  <a:path w="8333" h="5387">
                    <a:moveTo>
                      <a:pt x="4326" y="368"/>
                    </a:moveTo>
                    <a:cubicBezTo>
                      <a:pt x="-263" y="1580"/>
                      <a:pt x="-2384" y="6815"/>
                      <a:pt x="4012" y="5014"/>
                    </a:cubicBezTo>
                    <a:cubicBezTo>
                      <a:pt x="8624" y="3832"/>
                      <a:pt x="10692" y="-1421"/>
                      <a:pt x="4326" y="36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5" name="Freeform: Shape 514">
                <a:extLst>
                  <a:ext uri="{FF2B5EF4-FFF2-40B4-BE49-F238E27FC236}">
                    <a16:creationId xmlns:a16="http://schemas.microsoft.com/office/drawing/2014/main" id="{C2D16EC8-2800-1E18-5ACF-301542DE4672}"/>
                  </a:ext>
                </a:extLst>
              </p:cNvPr>
              <p:cNvSpPr/>
              <p:nvPr/>
            </p:nvSpPr>
            <p:spPr>
              <a:xfrm>
                <a:off x="5174149" y="6271521"/>
                <a:ext cx="8964" cy="8996"/>
              </a:xfrm>
              <a:custGeom>
                <a:avLst/>
                <a:gdLst>
                  <a:gd name="connsiteX0" fmla="*/ 4504 w 8964"/>
                  <a:gd name="connsiteY0" fmla="*/ 0 h 8996"/>
                  <a:gd name="connsiteX1" fmla="*/ 0 w 8964"/>
                  <a:gd name="connsiteY1" fmla="*/ 5183 h 8996"/>
                  <a:gd name="connsiteX2" fmla="*/ 4504 w 8964"/>
                  <a:gd name="connsiteY2" fmla="*/ 0 h 8996"/>
                </a:gdLst>
                <a:ahLst/>
                <a:cxnLst>
                  <a:cxn ang="0">
                    <a:pos x="connsiteX0" y="connsiteY0"/>
                  </a:cxn>
                  <a:cxn ang="0">
                    <a:pos x="connsiteX1" y="connsiteY1"/>
                  </a:cxn>
                  <a:cxn ang="0">
                    <a:pos x="connsiteX2" y="connsiteY2"/>
                  </a:cxn>
                </a:cxnLst>
                <a:rect l="l" t="t" r="r" b="b"/>
                <a:pathLst>
                  <a:path w="8964" h="8996">
                    <a:moveTo>
                      <a:pt x="4504" y="0"/>
                    </a:moveTo>
                    <a:cubicBezTo>
                      <a:pt x="2052" y="457"/>
                      <a:pt x="35" y="2766"/>
                      <a:pt x="0" y="5183"/>
                    </a:cubicBezTo>
                    <a:cubicBezTo>
                      <a:pt x="2029" y="16122"/>
                      <a:pt x="15934" y="57"/>
                      <a:pt x="450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6" name="Freeform: Shape 515">
                <a:extLst>
                  <a:ext uri="{FF2B5EF4-FFF2-40B4-BE49-F238E27FC236}">
                    <a16:creationId xmlns:a16="http://schemas.microsoft.com/office/drawing/2014/main" id="{CEF50D1B-D0AA-1927-E470-DD1C348501BD}"/>
                  </a:ext>
                </a:extLst>
              </p:cNvPr>
              <p:cNvSpPr/>
              <p:nvPr/>
            </p:nvSpPr>
            <p:spPr>
              <a:xfrm>
                <a:off x="5202644" y="5744644"/>
                <a:ext cx="8325" cy="4867"/>
              </a:xfrm>
              <a:custGeom>
                <a:avLst/>
                <a:gdLst>
                  <a:gd name="connsiteX0" fmla="*/ 4212 w 8325"/>
                  <a:gd name="connsiteY0" fmla="*/ 1034 h 4867"/>
                  <a:gd name="connsiteX1" fmla="*/ 0 w 8325"/>
                  <a:gd name="connsiteY1" fmla="*/ 4429 h 4867"/>
                  <a:gd name="connsiteX2" fmla="*/ 4212 w 8325"/>
                  <a:gd name="connsiteY2" fmla="*/ 1034 h 4867"/>
                </a:gdLst>
                <a:ahLst/>
                <a:cxnLst>
                  <a:cxn ang="0">
                    <a:pos x="connsiteX0" y="connsiteY0"/>
                  </a:cxn>
                  <a:cxn ang="0">
                    <a:pos x="connsiteX1" y="connsiteY1"/>
                  </a:cxn>
                  <a:cxn ang="0">
                    <a:pos x="connsiteX2" y="connsiteY2"/>
                  </a:cxn>
                </a:cxnLst>
                <a:rect l="l" t="t" r="r" b="b"/>
                <a:pathLst>
                  <a:path w="8325" h="4867">
                    <a:moveTo>
                      <a:pt x="4212" y="1034"/>
                    </a:moveTo>
                    <a:cubicBezTo>
                      <a:pt x="1926" y="2131"/>
                      <a:pt x="40" y="3657"/>
                      <a:pt x="0" y="4429"/>
                    </a:cubicBezTo>
                    <a:cubicBezTo>
                      <a:pt x="1812" y="7063"/>
                      <a:pt x="14802" y="-3189"/>
                      <a:pt x="4212" y="10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7" name="Freeform: Shape 516">
                <a:extLst>
                  <a:ext uri="{FF2B5EF4-FFF2-40B4-BE49-F238E27FC236}">
                    <a16:creationId xmlns:a16="http://schemas.microsoft.com/office/drawing/2014/main" id="{874BCCD7-16AC-AD14-64AB-6D5A4C29C439}"/>
                  </a:ext>
                </a:extLst>
              </p:cNvPr>
              <p:cNvSpPr/>
              <p:nvPr/>
            </p:nvSpPr>
            <p:spPr>
              <a:xfrm>
                <a:off x="5195576" y="5857889"/>
                <a:ext cx="8230" cy="5645"/>
              </a:xfrm>
              <a:custGeom>
                <a:avLst/>
                <a:gdLst>
                  <a:gd name="connsiteX0" fmla="*/ 4268 w 8230"/>
                  <a:gd name="connsiteY0" fmla="*/ 591 h 5645"/>
                  <a:gd name="connsiteX1" fmla="*/ 3965 w 8230"/>
                  <a:gd name="connsiteY1" fmla="*/ 5049 h 5645"/>
                  <a:gd name="connsiteX2" fmla="*/ 4268 w 8230"/>
                  <a:gd name="connsiteY2" fmla="*/ 591 h 5645"/>
                </a:gdLst>
                <a:ahLst/>
                <a:cxnLst>
                  <a:cxn ang="0">
                    <a:pos x="connsiteX0" y="connsiteY0"/>
                  </a:cxn>
                  <a:cxn ang="0">
                    <a:pos x="connsiteX1" y="connsiteY1"/>
                  </a:cxn>
                  <a:cxn ang="0">
                    <a:pos x="connsiteX2" y="connsiteY2"/>
                  </a:cxn>
                </a:cxnLst>
                <a:rect l="l" t="t" r="r" b="b"/>
                <a:pathLst>
                  <a:path w="8230" h="5645">
                    <a:moveTo>
                      <a:pt x="4268" y="591"/>
                    </a:moveTo>
                    <a:cubicBezTo>
                      <a:pt x="-115" y="2111"/>
                      <a:pt x="-2470" y="7409"/>
                      <a:pt x="3965" y="5049"/>
                    </a:cubicBezTo>
                    <a:cubicBezTo>
                      <a:pt x="8360" y="3552"/>
                      <a:pt x="10686" y="-1758"/>
                      <a:pt x="4268" y="5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8" name="Freeform: Shape 517">
                <a:extLst>
                  <a:ext uri="{FF2B5EF4-FFF2-40B4-BE49-F238E27FC236}">
                    <a16:creationId xmlns:a16="http://schemas.microsoft.com/office/drawing/2014/main" id="{4733FF77-C920-5CD2-23A1-999D3F03FEF4}"/>
                  </a:ext>
                </a:extLst>
              </p:cNvPr>
              <p:cNvSpPr/>
              <p:nvPr/>
            </p:nvSpPr>
            <p:spPr>
              <a:xfrm>
                <a:off x="5114375" y="7526109"/>
                <a:ext cx="11936" cy="5119"/>
              </a:xfrm>
              <a:custGeom>
                <a:avLst/>
                <a:gdLst>
                  <a:gd name="connsiteX0" fmla="*/ 6054 w 11936"/>
                  <a:gd name="connsiteY0" fmla="*/ 37 h 5119"/>
                  <a:gd name="connsiteX1" fmla="*/ 5888 w 11936"/>
                  <a:gd name="connsiteY1" fmla="*/ 5083 h 5119"/>
                  <a:gd name="connsiteX2" fmla="*/ 6054 w 11936"/>
                  <a:gd name="connsiteY2" fmla="*/ 37 h 5119"/>
                </a:gdLst>
                <a:ahLst/>
                <a:cxnLst>
                  <a:cxn ang="0">
                    <a:pos x="connsiteX0" y="connsiteY0"/>
                  </a:cxn>
                  <a:cxn ang="0">
                    <a:pos x="connsiteX1" y="connsiteY1"/>
                  </a:cxn>
                  <a:cxn ang="0">
                    <a:pos x="connsiteX2" y="connsiteY2"/>
                  </a:cxn>
                </a:cxnLst>
                <a:rect l="l" t="t" r="r" b="b"/>
                <a:pathLst>
                  <a:path w="11936" h="5119">
                    <a:moveTo>
                      <a:pt x="6054" y="37"/>
                    </a:moveTo>
                    <a:cubicBezTo>
                      <a:pt x="-1776" y="-529"/>
                      <a:pt x="-2199" y="5592"/>
                      <a:pt x="5888" y="5083"/>
                    </a:cubicBezTo>
                    <a:cubicBezTo>
                      <a:pt x="13711" y="5643"/>
                      <a:pt x="14135" y="-466"/>
                      <a:pt x="6054" y="3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19" name="Freeform: Shape 518">
                <a:extLst>
                  <a:ext uri="{FF2B5EF4-FFF2-40B4-BE49-F238E27FC236}">
                    <a16:creationId xmlns:a16="http://schemas.microsoft.com/office/drawing/2014/main" id="{370B7583-9761-D892-3371-87FCC1234EEE}"/>
                  </a:ext>
                </a:extLst>
              </p:cNvPr>
              <p:cNvSpPr/>
              <p:nvPr/>
            </p:nvSpPr>
            <p:spPr>
              <a:xfrm>
                <a:off x="5002941" y="5719135"/>
                <a:ext cx="6728" cy="3615"/>
              </a:xfrm>
              <a:custGeom>
                <a:avLst/>
                <a:gdLst>
                  <a:gd name="connsiteX0" fmla="*/ 3593 w 6728"/>
                  <a:gd name="connsiteY0" fmla="*/ 1054 h 3615"/>
                  <a:gd name="connsiteX1" fmla="*/ 912 w 6728"/>
                  <a:gd name="connsiteY1" fmla="*/ 3528 h 3615"/>
                  <a:gd name="connsiteX2" fmla="*/ 3593 w 6728"/>
                  <a:gd name="connsiteY2" fmla="*/ 1054 h 3615"/>
                </a:gdLst>
                <a:ahLst/>
                <a:cxnLst>
                  <a:cxn ang="0">
                    <a:pos x="connsiteX0" y="connsiteY0"/>
                  </a:cxn>
                  <a:cxn ang="0">
                    <a:pos x="connsiteX1" y="connsiteY1"/>
                  </a:cxn>
                  <a:cxn ang="0">
                    <a:pos x="connsiteX2" y="connsiteY2"/>
                  </a:cxn>
                </a:cxnLst>
                <a:rect l="l" t="t" r="r" b="b"/>
                <a:pathLst>
                  <a:path w="6728" h="3615">
                    <a:moveTo>
                      <a:pt x="3593" y="1054"/>
                    </a:moveTo>
                    <a:cubicBezTo>
                      <a:pt x="2632" y="1448"/>
                      <a:pt x="-1911" y="4128"/>
                      <a:pt x="912" y="3528"/>
                    </a:cubicBezTo>
                    <a:cubicBezTo>
                      <a:pt x="3747" y="2997"/>
                      <a:pt x="10782" y="-2175"/>
                      <a:pt x="3593" y="105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0" name="Freeform: Shape 519">
                <a:extLst>
                  <a:ext uri="{FF2B5EF4-FFF2-40B4-BE49-F238E27FC236}">
                    <a16:creationId xmlns:a16="http://schemas.microsoft.com/office/drawing/2014/main" id="{ADAE1742-EB9D-A2E1-C513-5086E21B878B}"/>
                  </a:ext>
                </a:extLst>
              </p:cNvPr>
              <p:cNvSpPr/>
              <p:nvPr/>
            </p:nvSpPr>
            <p:spPr>
              <a:xfrm>
                <a:off x="4889033" y="6693407"/>
                <a:ext cx="9975" cy="746"/>
              </a:xfrm>
              <a:custGeom>
                <a:avLst/>
                <a:gdLst>
                  <a:gd name="connsiteX0" fmla="*/ 5138 w 9975"/>
                  <a:gd name="connsiteY0" fmla="*/ 355 h 746"/>
                  <a:gd name="connsiteX1" fmla="*/ 0 w 9975"/>
                  <a:gd name="connsiteY1" fmla="*/ 1 h 746"/>
                  <a:gd name="connsiteX2" fmla="*/ 5138 w 9975"/>
                  <a:gd name="connsiteY2" fmla="*/ 355 h 746"/>
                </a:gdLst>
                <a:ahLst/>
                <a:cxnLst>
                  <a:cxn ang="0">
                    <a:pos x="connsiteX0" y="connsiteY0"/>
                  </a:cxn>
                  <a:cxn ang="0">
                    <a:pos x="connsiteX1" y="connsiteY1"/>
                  </a:cxn>
                  <a:cxn ang="0">
                    <a:pos x="connsiteX2" y="connsiteY2"/>
                  </a:cxn>
                </a:cxnLst>
                <a:rect l="l" t="t" r="r" b="b"/>
                <a:pathLst>
                  <a:path w="9975" h="746">
                    <a:moveTo>
                      <a:pt x="5138" y="355"/>
                    </a:moveTo>
                    <a:cubicBezTo>
                      <a:pt x="2406" y="149"/>
                      <a:pt x="103" y="-11"/>
                      <a:pt x="0" y="1"/>
                    </a:cubicBezTo>
                    <a:cubicBezTo>
                      <a:pt x="1149" y="167"/>
                      <a:pt x="18054" y="1344"/>
                      <a:pt x="5138" y="3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1" name="Freeform: Shape 520">
                <a:extLst>
                  <a:ext uri="{FF2B5EF4-FFF2-40B4-BE49-F238E27FC236}">
                    <a16:creationId xmlns:a16="http://schemas.microsoft.com/office/drawing/2014/main" id="{D81312E1-07D2-E133-87C2-4E665DA3CF0D}"/>
                  </a:ext>
                </a:extLst>
              </p:cNvPr>
              <p:cNvSpPr/>
              <p:nvPr/>
            </p:nvSpPr>
            <p:spPr>
              <a:xfrm>
                <a:off x="4864825" y="6717230"/>
                <a:ext cx="10606" cy="1244"/>
              </a:xfrm>
              <a:custGeom>
                <a:avLst/>
                <a:gdLst>
                  <a:gd name="connsiteX0" fmla="*/ 5441 w 10606"/>
                  <a:gd name="connsiteY0" fmla="*/ 9 h 1244"/>
                  <a:gd name="connsiteX1" fmla="*/ 0 w 10606"/>
                  <a:gd name="connsiteY1" fmla="*/ 517 h 1244"/>
                  <a:gd name="connsiteX2" fmla="*/ 5441 w 10606"/>
                  <a:gd name="connsiteY2" fmla="*/ 9 h 1244"/>
                </a:gdLst>
                <a:ahLst/>
                <a:cxnLst>
                  <a:cxn ang="0">
                    <a:pos x="connsiteX0" y="connsiteY0"/>
                  </a:cxn>
                  <a:cxn ang="0">
                    <a:pos x="connsiteX1" y="connsiteY1"/>
                  </a:cxn>
                  <a:cxn ang="0">
                    <a:pos x="connsiteX2" y="connsiteY2"/>
                  </a:cxn>
                </a:cxnLst>
                <a:rect l="l" t="t" r="r" b="b"/>
                <a:pathLst>
                  <a:path w="10606" h="1244">
                    <a:moveTo>
                      <a:pt x="5441" y="9"/>
                    </a:moveTo>
                    <a:cubicBezTo>
                      <a:pt x="2555" y="-48"/>
                      <a:pt x="114" y="180"/>
                      <a:pt x="0" y="517"/>
                    </a:cubicBezTo>
                    <a:cubicBezTo>
                      <a:pt x="1286" y="2084"/>
                      <a:pt x="19191" y="741"/>
                      <a:pt x="5441"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2" name="Freeform: Shape 521">
                <a:extLst>
                  <a:ext uri="{FF2B5EF4-FFF2-40B4-BE49-F238E27FC236}">
                    <a16:creationId xmlns:a16="http://schemas.microsoft.com/office/drawing/2014/main" id="{325E4208-F716-AF74-7F1A-96A1539CDD5D}"/>
                  </a:ext>
                </a:extLst>
              </p:cNvPr>
              <p:cNvSpPr/>
              <p:nvPr/>
            </p:nvSpPr>
            <p:spPr>
              <a:xfrm>
                <a:off x="4852270" y="6776672"/>
                <a:ext cx="10487" cy="2874"/>
              </a:xfrm>
              <a:custGeom>
                <a:avLst/>
                <a:gdLst>
                  <a:gd name="connsiteX0" fmla="*/ 5451 w 10487"/>
                  <a:gd name="connsiteY0" fmla="*/ 3 h 2874"/>
                  <a:gd name="connsiteX1" fmla="*/ 5034 w 10487"/>
                  <a:gd name="connsiteY1" fmla="*/ 2872 h 2874"/>
                  <a:gd name="connsiteX2" fmla="*/ 5451 w 10487"/>
                  <a:gd name="connsiteY2" fmla="*/ 3 h 2874"/>
                </a:gdLst>
                <a:ahLst/>
                <a:cxnLst>
                  <a:cxn ang="0">
                    <a:pos x="connsiteX0" y="connsiteY0"/>
                  </a:cxn>
                  <a:cxn ang="0">
                    <a:pos x="connsiteX1" y="connsiteY1"/>
                  </a:cxn>
                  <a:cxn ang="0">
                    <a:pos x="connsiteX2" y="connsiteY2"/>
                  </a:cxn>
                </a:cxnLst>
                <a:rect l="l" t="t" r="r" b="b"/>
                <a:pathLst>
                  <a:path w="10487" h="2874">
                    <a:moveTo>
                      <a:pt x="5451" y="3"/>
                    </a:moveTo>
                    <a:cubicBezTo>
                      <a:pt x="-1236" y="-111"/>
                      <a:pt x="-2224" y="2843"/>
                      <a:pt x="5034" y="2872"/>
                    </a:cubicBezTo>
                    <a:cubicBezTo>
                      <a:pt x="11720" y="2969"/>
                      <a:pt x="12715" y="20"/>
                      <a:pt x="5451"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3" name="Freeform: Shape 522">
                <a:extLst>
                  <a:ext uri="{FF2B5EF4-FFF2-40B4-BE49-F238E27FC236}">
                    <a16:creationId xmlns:a16="http://schemas.microsoft.com/office/drawing/2014/main" id="{C18A15F4-BE7F-4F32-6804-3D97F3E7DEE5}"/>
                  </a:ext>
                </a:extLst>
              </p:cNvPr>
              <p:cNvSpPr/>
              <p:nvPr/>
            </p:nvSpPr>
            <p:spPr>
              <a:xfrm>
                <a:off x="4877180" y="6696548"/>
                <a:ext cx="10187" cy="507"/>
              </a:xfrm>
              <a:custGeom>
                <a:avLst/>
                <a:gdLst>
                  <a:gd name="connsiteX0" fmla="*/ 5286 w 10187"/>
                  <a:gd name="connsiteY0" fmla="*/ 128 h 507"/>
                  <a:gd name="connsiteX1" fmla="*/ 0 w 10187"/>
                  <a:gd name="connsiteY1" fmla="*/ 37 h 507"/>
                  <a:gd name="connsiteX2" fmla="*/ 5286 w 10187"/>
                  <a:gd name="connsiteY2" fmla="*/ 128 h 507"/>
                </a:gdLst>
                <a:ahLst/>
                <a:cxnLst>
                  <a:cxn ang="0">
                    <a:pos x="connsiteX0" y="connsiteY0"/>
                  </a:cxn>
                  <a:cxn ang="0">
                    <a:pos x="connsiteX1" y="connsiteY1"/>
                  </a:cxn>
                  <a:cxn ang="0">
                    <a:pos x="connsiteX2" y="connsiteY2"/>
                  </a:cxn>
                </a:cxnLst>
                <a:rect l="l" t="t" r="r" b="b"/>
                <a:pathLst>
                  <a:path w="10187" h="507">
                    <a:moveTo>
                      <a:pt x="5286" y="128"/>
                    </a:moveTo>
                    <a:cubicBezTo>
                      <a:pt x="2480" y="3"/>
                      <a:pt x="109" y="-37"/>
                      <a:pt x="0" y="37"/>
                    </a:cubicBezTo>
                    <a:cubicBezTo>
                      <a:pt x="1126" y="460"/>
                      <a:pt x="18419" y="798"/>
                      <a:pt x="5286" y="1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4" name="Freeform: Shape 523">
                <a:extLst>
                  <a:ext uri="{FF2B5EF4-FFF2-40B4-BE49-F238E27FC236}">
                    <a16:creationId xmlns:a16="http://schemas.microsoft.com/office/drawing/2014/main" id="{1240632B-D167-BA5A-509F-AFD77747F200}"/>
                  </a:ext>
                </a:extLst>
              </p:cNvPr>
              <p:cNvSpPr/>
              <p:nvPr/>
            </p:nvSpPr>
            <p:spPr>
              <a:xfrm>
                <a:off x="4838999" y="6880131"/>
                <a:ext cx="10823" cy="3616"/>
              </a:xfrm>
              <a:custGeom>
                <a:avLst/>
                <a:gdLst>
                  <a:gd name="connsiteX0" fmla="*/ 5640 w 10823"/>
                  <a:gd name="connsiteY0" fmla="*/ 3 h 3616"/>
                  <a:gd name="connsiteX1" fmla="*/ 5183 w 10823"/>
                  <a:gd name="connsiteY1" fmla="*/ 3614 h 3616"/>
                  <a:gd name="connsiteX2" fmla="*/ 5640 w 10823"/>
                  <a:gd name="connsiteY2" fmla="*/ 3 h 3616"/>
                </a:gdLst>
                <a:ahLst/>
                <a:cxnLst>
                  <a:cxn ang="0">
                    <a:pos x="connsiteX0" y="connsiteY0"/>
                  </a:cxn>
                  <a:cxn ang="0">
                    <a:pos x="connsiteX1" y="connsiteY1"/>
                  </a:cxn>
                  <a:cxn ang="0">
                    <a:pos x="connsiteX2" y="connsiteY2"/>
                  </a:cxn>
                </a:cxnLst>
                <a:rect l="l" t="t" r="r" b="b"/>
                <a:pathLst>
                  <a:path w="10823" h="3616">
                    <a:moveTo>
                      <a:pt x="5640" y="3"/>
                    </a:moveTo>
                    <a:cubicBezTo>
                      <a:pt x="-1240" y="-112"/>
                      <a:pt x="-2326" y="3591"/>
                      <a:pt x="5183" y="3614"/>
                    </a:cubicBezTo>
                    <a:cubicBezTo>
                      <a:pt x="12070" y="3723"/>
                      <a:pt x="13144" y="19"/>
                      <a:pt x="5640"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5" name="Freeform: Shape 524">
                <a:extLst>
                  <a:ext uri="{FF2B5EF4-FFF2-40B4-BE49-F238E27FC236}">
                    <a16:creationId xmlns:a16="http://schemas.microsoft.com/office/drawing/2014/main" id="{3A9DA84C-4084-E7E6-4C89-665F46C5555A}"/>
                  </a:ext>
                </a:extLst>
              </p:cNvPr>
              <p:cNvSpPr/>
              <p:nvPr/>
            </p:nvSpPr>
            <p:spPr>
              <a:xfrm>
                <a:off x="4900358" y="6686972"/>
                <a:ext cx="9334" cy="1112"/>
              </a:xfrm>
              <a:custGeom>
                <a:avLst/>
                <a:gdLst>
                  <a:gd name="connsiteX0" fmla="*/ 4843 w 9334"/>
                  <a:gd name="connsiteY0" fmla="*/ 310 h 1112"/>
                  <a:gd name="connsiteX1" fmla="*/ 4494 w 9334"/>
                  <a:gd name="connsiteY1" fmla="*/ 801 h 1112"/>
                  <a:gd name="connsiteX2" fmla="*/ 4843 w 9334"/>
                  <a:gd name="connsiteY2" fmla="*/ 310 h 1112"/>
                </a:gdLst>
                <a:ahLst/>
                <a:cxnLst>
                  <a:cxn ang="0">
                    <a:pos x="connsiteX0" y="connsiteY0"/>
                  </a:cxn>
                  <a:cxn ang="0">
                    <a:pos x="connsiteX1" y="connsiteY1"/>
                  </a:cxn>
                  <a:cxn ang="0">
                    <a:pos x="connsiteX2" y="connsiteY2"/>
                  </a:cxn>
                </a:cxnLst>
                <a:rect l="l" t="t" r="r" b="b"/>
                <a:pathLst>
                  <a:path w="9334" h="1112">
                    <a:moveTo>
                      <a:pt x="4843" y="310"/>
                    </a:moveTo>
                    <a:cubicBezTo>
                      <a:pt x="-1164" y="-342"/>
                      <a:pt x="-1924" y="138"/>
                      <a:pt x="4494" y="801"/>
                    </a:cubicBezTo>
                    <a:cubicBezTo>
                      <a:pt x="10501" y="1452"/>
                      <a:pt x="11255" y="983"/>
                      <a:pt x="4843" y="3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6" name="Freeform: Shape 525">
                <a:extLst>
                  <a:ext uri="{FF2B5EF4-FFF2-40B4-BE49-F238E27FC236}">
                    <a16:creationId xmlns:a16="http://schemas.microsoft.com/office/drawing/2014/main" id="{426CEE39-8F03-BDB9-6016-E85CE3D1E0FA}"/>
                  </a:ext>
                </a:extLst>
              </p:cNvPr>
              <p:cNvSpPr/>
              <p:nvPr/>
            </p:nvSpPr>
            <p:spPr>
              <a:xfrm>
                <a:off x="4773443" y="7378736"/>
                <a:ext cx="12340" cy="4709"/>
              </a:xfrm>
              <a:custGeom>
                <a:avLst/>
                <a:gdLst>
                  <a:gd name="connsiteX0" fmla="*/ 6468 w 12340"/>
                  <a:gd name="connsiteY0" fmla="*/ 3 h 4709"/>
                  <a:gd name="connsiteX1" fmla="*/ 5874 w 12340"/>
                  <a:gd name="connsiteY1" fmla="*/ 4707 h 4709"/>
                  <a:gd name="connsiteX2" fmla="*/ 6468 w 12340"/>
                  <a:gd name="connsiteY2" fmla="*/ 3 h 4709"/>
                </a:gdLst>
                <a:ahLst/>
                <a:cxnLst>
                  <a:cxn ang="0">
                    <a:pos x="connsiteX0" y="connsiteY0"/>
                  </a:cxn>
                  <a:cxn ang="0">
                    <a:pos x="connsiteX1" y="connsiteY1"/>
                  </a:cxn>
                  <a:cxn ang="0">
                    <a:pos x="connsiteX2" y="connsiteY2"/>
                  </a:cxn>
                </a:cxnLst>
                <a:rect l="l" t="t" r="r" b="b"/>
                <a:pathLst>
                  <a:path w="12340" h="4709">
                    <a:moveTo>
                      <a:pt x="6468" y="3"/>
                    </a:moveTo>
                    <a:cubicBezTo>
                      <a:pt x="-1339" y="-140"/>
                      <a:pt x="-2716" y="4672"/>
                      <a:pt x="5874" y="4707"/>
                    </a:cubicBezTo>
                    <a:cubicBezTo>
                      <a:pt x="13692" y="4849"/>
                      <a:pt x="15046" y="37"/>
                      <a:pt x="6468"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7" name="Freeform: Shape 526">
                <a:extLst>
                  <a:ext uri="{FF2B5EF4-FFF2-40B4-BE49-F238E27FC236}">
                    <a16:creationId xmlns:a16="http://schemas.microsoft.com/office/drawing/2014/main" id="{2A864FC3-70C9-B053-F460-470C35B8E449}"/>
                  </a:ext>
                </a:extLst>
              </p:cNvPr>
              <p:cNvSpPr/>
              <p:nvPr/>
            </p:nvSpPr>
            <p:spPr>
              <a:xfrm>
                <a:off x="4824151" y="6992794"/>
                <a:ext cx="11557" cy="3895"/>
              </a:xfrm>
              <a:custGeom>
                <a:avLst/>
                <a:gdLst>
                  <a:gd name="connsiteX0" fmla="*/ 5989 w 11557"/>
                  <a:gd name="connsiteY0" fmla="*/ 0 h 3895"/>
                  <a:gd name="connsiteX1" fmla="*/ 0 w 11557"/>
                  <a:gd name="connsiteY1" fmla="*/ 1920 h 3895"/>
                  <a:gd name="connsiteX2" fmla="*/ 5989 w 11557"/>
                  <a:gd name="connsiteY2" fmla="*/ 0 h 3895"/>
                </a:gdLst>
                <a:ahLst/>
                <a:cxnLst>
                  <a:cxn ang="0">
                    <a:pos x="connsiteX0" y="connsiteY0"/>
                  </a:cxn>
                  <a:cxn ang="0">
                    <a:pos x="connsiteX1" y="connsiteY1"/>
                  </a:cxn>
                  <a:cxn ang="0">
                    <a:pos x="connsiteX2" y="connsiteY2"/>
                  </a:cxn>
                </a:cxnLst>
                <a:rect l="l" t="t" r="r" b="b"/>
                <a:pathLst>
                  <a:path w="11557" h="3895">
                    <a:moveTo>
                      <a:pt x="5989" y="0"/>
                    </a:moveTo>
                    <a:cubicBezTo>
                      <a:pt x="2823" y="0"/>
                      <a:pt x="143" y="857"/>
                      <a:pt x="0" y="1920"/>
                    </a:cubicBezTo>
                    <a:cubicBezTo>
                      <a:pt x="1549" y="6812"/>
                      <a:pt x="20803" y="1229"/>
                      <a:pt x="598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8" name="Freeform: Shape 527">
                <a:extLst>
                  <a:ext uri="{FF2B5EF4-FFF2-40B4-BE49-F238E27FC236}">
                    <a16:creationId xmlns:a16="http://schemas.microsoft.com/office/drawing/2014/main" id="{8970B557-38C2-3A85-A742-A8E54F6C5962}"/>
                  </a:ext>
                </a:extLst>
              </p:cNvPr>
              <p:cNvSpPr/>
              <p:nvPr/>
            </p:nvSpPr>
            <p:spPr>
              <a:xfrm>
                <a:off x="4808189" y="7112894"/>
                <a:ext cx="11932" cy="4158"/>
              </a:xfrm>
              <a:custGeom>
                <a:avLst/>
                <a:gdLst>
                  <a:gd name="connsiteX0" fmla="*/ 6195 w 11932"/>
                  <a:gd name="connsiteY0" fmla="*/ 0 h 4158"/>
                  <a:gd name="connsiteX1" fmla="*/ 0 w 11932"/>
                  <a:gd name="connsiteY1" fmla="*/ 2052 h 4158"/>
                  <a:gd name="connsiteX2" fmla="*/ 6195 w 11932"/>
                  <a:gd name="connsiteY2" fmla="*/ 0 h 4158"/>
                </a:gdLst>
                <a:ahLst/>
                <a:cxnLst>
                  <a:cxn ang="0">
                    <a:pos x="connsiteX0" y="connsiteY0"/>
                  </a:cxn>
                  <a:cxn ang="0">
                    <a:pos x="connsiteX1" y="connsiteY1"/>
                  </a:cxn>
                  <a:cxn ang="0">
                    <a:pos x="connsiteX2" y="connsiteY2"/>
                  </a:cxn>
                </a:cxnLst>
                <a:rect l="l" t="t" r="r" b="b"/>
                <a:pathLst>
                  <a:path w="11932" h="4158">
                    <a:moveTo>
                      <a:pt x="6195" y="0"/>
                    </a:moveTo>
                    <a:cubicBezTo>
                      <a:pt x="2926" y="0"/>
                      <a:pt x="154" y="915"/>
                      <a:pt x="0" y="2052"/>
                    </a:cubicBezTo>
                    <a:cubicBezTo>
                      <a:pt x="1589" y="7276"/>
                      <a:pt x="21471" y="1298"/>
                      <a:pt x="619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29" name="Freeform: Shape 528">
                <a:extLst>
                  <a:ext uri="{FF2B5EF4-FFF2-40B4-BE49-F238E27FC236}">
                    <a16:creationId xmlns:a16="http://schemas.microsoft.com/office/drawing/2014/main" id="{3C3A175B-6720-6C5F-A8DB-943EFA11F231}"/>
                  </a:ext>
                </a:extLst>
              </p:cNvPr>
              <p:cNvSpPr/>
              <p:nvPr/>
            </p:nvSpPr>
            <p:spPr>
              <a:xfrm>
                <a:off x="4791164" y="7241264"/>
                <a:ext cx="12328" cy="4448"/>
              </a:xfrm>
              <a:custGeom>
                <a:avLst/>
                <a:gdLst>
                  <a:gd name="connsiteX0" fmla="*/ 6407 w 12328"/>
                  <a:gd name="connsiteY0" fmla="*/ 0 h 4448"/>
                  <a:gd name="connsiteX1" fmla="*/ 0 w 12328"/>
                  <a:gd name="connsiteY1" fmla="*/ 2195 h 4448"/>
                  <a:gd name="connsiteX2" fmla="*/ 6407 w 12328"/>
                  <a:gd name="connsiteY2" fmla="*/ 0 h 4448"/>
                </a:gdLst>
                <a:ahLst/>
                <a:cxnLst>
                  <a:cxn ang="0">
                    <a:pos x="connsiteX0" y="connsiteY0"/>
                  </a:cxn>
                  <a:cxn ang="0">
                    <a:pos x="connsiteX1" y="connsiteY1"/>
                  </a:cxn>
                  <a:cxn ang="0">
                    <a:pos x="connsiteX2" y="connsiteY2"/>
                  </a:cxn>
                </a:cxnLst>
                <a:rect l="l" t="t" r="r" b="b"/>
                <a:pathLst>
                  <a:path w="12328" h="4448">
                    <a:moveTo>
                      <a:pt x="6407" y="0"/>
                    </a:moveTo>
                    <a:cubicBezTo>
                      <a:pt x="3029" y="0"/>
                      <a:pt x="160" y="983"/>
                      <a:pt x="0" y="2195"/>
                    </a:cubicBezTo>
                    <a:cubicBezTo>
                      <a:pt x="1634" y="7790"/>
                      <a:pt x="22180" y="1377"/>
                      <a:pt x="640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0" name="Freeform: Shape 529">
                <a:extLst>
                  <a:ext uri="{FF2B5EF4-FFF2-40B4-BE49-F238E27FC236}">
                    <a16:creationId xmlns:a16="http://schemas.microsoft.com/office/drawing/2014/main" id="{8C87CD2B-746A-742E-032D-E2EFF7F9F8FF}"/>
                  </a:ext>
                </a:extLst>
              </p:cNvPr>
              <p:cNvSpPr/>
              <p:nvPr/>
            </p:nvSpPr>
            <p:spPr>
              <a:xfrm>
                <a:off x="4952030" y="6104232"/>
                <a:ext cx="8621" cy="5947"/>
              </a:xfrm>
              <a:custGeom>
                <a:avLst/>
                <a:gdLst>
                  <a:gd name="connsiteX0" fmla="*/ 4492 w 8621"/>
                  <a:gd name="connsiteY0" fmla="*/ 1051 h 5947"/>
                  <a:gd name="connsiteX1" fmla="*/ 0 w 8621"/>
                  <a:gd name="connsiteY1" fmla="*/ 5246 h 5947"/>
                  <a:gd name="connsiteX2" fmla="*/ 4492 w 8621"/>
                  <a:gd name="connsiteY2" fmla="*/ 1051 h 5947"/>
                </a:gdLst>
                <a:ahLst/>
                <a:cxnLst>
                  <a:cxn ang="0">
                    <a:pos x="connsiteX0" y="connsiteY0"/>
                  </a:cxn>
                  <a:cxn ang="0">
                    <a:pos x="connsiteX1" y="connsiteY1"/>
                  </a:cxn>
                  <a:cxn ang="0">
                    <a:pos x="connsiteX2" y="connsiteY2"/>
                  </a:cxn>
                </a:cxnLst>
                <a:rect l="l" t="t" r="r" b="b"/>
                <a:pathLst>
                  <a:path w="8621" h="5947">
                    <a:moveTo>
                      <a:pt x="4492" y="1051"/>
                    </a:moveTo>
                    <a:cubicBezTo>
                      <a:pt x="2126" y="2308"/>
                      <a:pt x="114" y="4188"/>
                      <a:pt x="0" y="5246"/>
                    </a:cubicBezTo>
                    <a:cubicBezTo>
                      <a:pt x="1800" y="8977"/>
                      <a:pt x="15247" y="-3613"/>
                      <a:pt x="4492" y="10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1" name="Freeform: Shape 530">
                <a:extLst>
                  <a:ext uri="{FF2B5EF4-FFF2-40B4-BE49-F238E27FC236}">
                    <a16:creationId xmlns:a16="http://schemas.microsoft.com/office/drawing/2014/main" id="{2DEFBCF7-1638-1FF7-3AAB-91BC18FA08D2}"/>
                  </a:ext>
                </a:extLst>
              </p:cNvPr>
              <p:cNvSpPr/>
              <p:nvPr/>
            </p:nvSpPr>
            <p:spPr>
              <a:xfrm>
                <a:off x="4981479" y="5838526"/>
                <a:ext cx="8283" cy="6398"/>
              </a:xfrm>
              <a:custGeom>
                <a:avLst/>
                <a:gdLst>
                  <a:gd name="connsiteX0" fmla="*/ 4184 w 8283"/>
                  <a:gd name="connsiteY0" fmla="*/ 2615 h 6398"/>
                  <a:gd name="connsiteX1" fmla="*/ 0 w 8283"/>
                  <a:gd name="connsiteY1" fmla="*/ 6393 h 6398"/>
                  <a:gd name="connsiteX2" fmla="*/ 4184 w 8283"/>
                  <a:gd name="connsiteY2" fmla="*/ 2615 h 6398"/>
                </a:gdLst>
                <a:ahLst/>
                <a:cxnLst>
                  <a:cxn ang="0">
                    <a:pos x="connsiteX0" y="connsiteY0"/>
                  </a:cxn>
                  <a:cxn ang="0">
                    <a:pos x="connsiteX1" y="connsiteY1"/>
                  </a:cxn>
                  <a:cxn ang="0">
                    <a:pos x="connsiteX2" y="connsiteY2"/>
                  </a:cxn>
                </a:cxnLst>
                <a:rect l="l" t="t" r="r" b="b"/>
                <a:pathLst>
                  <a:path w="8283" h="6398">
                    <a:moveTo>
                      <a:pt x="4184" y="2615"/>
                    </a:moveTo>
                    <a:cubicBezTo>
                      <a:pt x="1926" y="4335"/>
                      <a:pt x="52" y="6033"/>
                      <a:pt x="0" y="6393"/>
                    </a:cubicBezTo>
                    <a:cubicBezTo>
                      <a:pt x="1526" y="6696"/>
                      <a:pt x="14842" y="-5083"/>
                      <a:pt x="4184" y="261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2" name="Freeform: Shape 531">
                <a:extLst>
                  <a:ext uri="{FF2B5EF4-FFF2-40B4-BE49-F238E27FC236}">
                    <a16:creationId xmlns:a16="http://schemas.microsoft.com/office/drawing/2014/main" id="{A13A04FF-F85E-3D92-B334-9EEF56D0C224}"/>
                  </a:ext>
                </a:extLst>
              </p:cNvPr>
              <p:cNvSpPr/>
              <p:nvPr/>
            </p:nvSpPr>
            <p:spPr>
              <a:xfrm>
                <a:off x="4986474" y="5807713"/>
                <a:ext cx="8153" cy="5893"/>
              </a:xfrm>
              <a:custGeom>
                <a:avLst/>
                <a:gdLst>
                  <a:gd name="connsiteX0" fmla="*/ 4052 w 8153"/>
                  <a:gd name="connsiteY0" fmla="*/ 2625 h 5893"/>
                  <a:gd name="connsiteX1" fmla="*/ 0 w 8153"/>
                  <a:gd name="connsiteY1" fmla="*/ 5894 h 5893"/>
                  <a:gd name="connsiteX2" fmla="*/ 4052 w 8153"/>
                  <a:gd name="connsiteY2" fmla="*/ 2625 h 5893"/>
                </a:gdLst>
                <a:ahLst/>
                <a:cxnLst>
                  <a:cxn ang="0">
                    <a:pos x="connsiteX0" y="connsiteY0"/>
                  </a:cxn>
                  <a:cxn ang="0">
                    <a:pos x="connsiteX1" y="connsiteY1"/>
                  </a:cxn>
                  <a:cxn ang="0">
                    <a:pos x="connsiteX2" y="connsiteY2"/>
                  </a:cxn>
                </a:cxnLst>
                <a:rect l="l" t="t" r="r" b="b"/>
                <a:pathLst>
                  <a:path w="8153" h="5893">
                    <a:moveTo>
                      <a:pt x="4052" y="2625"/>
                    </a:moveTo>
                    <a:cubicBezTo>
                      <a:pt x="1857" y="4208"/>
                      <a:pt x="40" y="5676"/>
                      <a:pt x="0" y="5894"/>
                    </a:cubicBezTo>
                    <a:cubicBezTo>
                      <a:pt x="1126" y="5899"/>
                      <a:pt x="14813" y="-4805"/>
                      <a:pt x="4052" y="26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3" name="Freeform: Shape 532">
                <a:extLst>
                  <a:ext uri="{FF2B5EF4-FFF2-40B4-BE49-F238E27FC236}">
                    <a16:creationId xmlns:a16="http://schemas.microsoft.com/office/drawing/2014/main" id="{9B0633DB-9E3A-E7BE-9D69-44CD04013819}"/>
                  </a:ext>
                </a:extLst>
              </p:cNvPr>
              <p:cNvSpPr/>
              <p:nvPr/>
            </p:nvSpPr>
            <p:spPr>
              <a:xfrm>
                <a:off x="4990509" y="5788828"/>
                <a:ext cx="7598" cy="5067"/>
              </a:xfrm>
              <a:custGeom>
                <a:avLst/>
                <a:gdLst>
                  <a:gd name="connsiteX0" fmla="*/ 3932 w 7598"/>
                  <a:gd name="connsiteY0" fmla="*/ 2238 h 5067"/>
                  <a:gd name="connsiteX1" fmla="*/ 0 w 7598"/>
                  <a:gd name="connsiteY1" fmla="*/ 5067 h 5067"/>
                  <a:gd name="connsiteX2" fmla="*/ 3932 w 7598"/>
                  <a:gd name="connsiteY2" fmla="*/ 2238 h 5067"/>
                </a:gdLst>
                <a:ahLst/>
                <a:cxnLst>
                  <a:cxn ang="0">
                    <a:pos x="connsiteX0" y="connsiteY0"/>
                  </a:cxn>
                  <a:cxn ang="0">
                    <a:pos x="connsiteX1" y="connsiteY1"/>
                  </a:cxn>
                  <a:cxn ang="0">
                    <a:pos x="connsiteX2" y="connsiteY2"/>
                  </a:cxn>
                </a:cxnLst>
                <a:rect l="l" t="t" r="r" b="b"/>
                <a:pathLst>
                  <a:path w="7598" h="5067">
                    <a:moveTo>
                      <a:pt x="3932" y="2238"/>
                    </a:moveTo>
                    <a:cubicBezTo>
                      <a:pt x="1795" y="3644"/>
                      <a:pt x="35" y="4913"/>
                      <a:pt x="0" y="5067"/>
                    </a:cubicBezTo>
                    <a:cubicBezTo>
                      <a:pt x="1538" y="4610"/>
                      <a:pt x="13482" y="-3951"/>
                      <a:pt x="3932" y="22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4" name="Freeform: Shape 533">
                <a:extLst>
                  <a:ext uri="{FF2B5EF4-FFF2-40B4-BE49-F238E27FC236}">
                    <a16:creationId xmlns:a16="http://schemas.microsoft.com/office/drawing/2014/main" id="{ABEF25E6-4F76-7AB2-EAFE-2C77FBFD93E4}"/>
                  </a:ext>
                </a:extLst>
              </p:cNvPr>
              <p:cNvSpPr/>
              <p:nvPr/>
            </p:nvSpPr>
            <p:spPr>
              <a:xfrm>
                <a:off x="4974867" y="5891407"/>
                <a:ext cx="8410" cy="6766"/>
              </a:xfrm>
              <a:custGeom>
                <a:avLst/>
                <a:gdLst>
                  <a:gd name="connsiteX0" fmla="*/ 4321 w 8410"/>
                  <a:gd name="connsiteY0" fmla="*/ 2220 h 6766"/>
                  <a:gd name="connsiteX1" fmla="*/ 0 w 8410"/>
                  <a:gd name="connsiteY1" fmla="*/ 6638 h 6766"/>
                  <a:gd name="connsiteX2" fmla="*/ 4321 w 8410"/>
                  <a:gd name="connsiteY2" fmla="*/ 2220 h 6766"/>
                </a:gdLst>
                <a:ahLst/>
                <a:cxnLst>
                  <a:cxn ang="0">
                    <a:pos x="connsiteX0" y="connsiteY0"/>
                  </a:cxn>
                  <a:cxn ang="0">
                    <a:pos x="connsiteX1" y="connsiteY1"/>
                  </a:cxn>
                  <a:cxn ang="0">
                    <a:pos x="connsiteX2" y="connsiteY2"/>
                  </a:cxn>
                </a:cxnLst>
                <a:rect l="l" t="t" r="r" b="b"/>
                <a:pathLst>
                  <a:path w="8410" h="6766">
                    <a:moveTo>
                      <a:pt x="4321" y="2220"/>
                    </a:moveTo>
                    <a:cubicBezTo>
                      <a:pt x="2012" y="3975"/>
                      <a:pt x="74" y="5952"/>
                      <a:pt x="0" y="6638"/>
                    </a:cubicBezTo>
                    <a:cubicBezTo>
                      <a:pt x="1840" y="8198"/>
                      <a:pt x="14893" y="-5112"/>
                      <a:pt x="4321" y="22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5" name="Freeform: Shape 534">
                <a:extLst>
                  <a:ext uri="{FF2B5EF4-FFF2-40B4-BE49-F238E27FC236}">
                    <a16:creationId xmlns:a16="http://schemas.microsoft.com/office/drawing/2014/main" id="{129FE475-280A-D93E-3829-20A867E9215F}"/>
                  </a:ext>
                </a:extLst>
              </p:cNvPr>
              <p:cNvSpPr/>
              <p:nvPr/>
            </p:nvSpPr>
            <p:spPr>
              <a:xfrm>
                <a:off x="4910682" y="6655819"/>
                <a:ext cx="9111" cy="2076"/>
              </a:xfrm>
              <a:custGeom>
                <a:avLst/>
                <a:gdLst>
                  <a:gd name="connsiteX0" fmla="*/ 4715 w 9111"/>
                  <a:gd name="connsiteY0" fmla="*/ 213 h 2076"/>
                  <a:gd name="connsiteX1" fmla="*/ 4395 w 9111"/>
                  <a:gd name="connsiteY1" fmla="*/ 1864 h 2076"/>
                  <a:gd name="connsiteX2" fmla="*/ 4715 w 9111"/>
                  <a:gd name="connsiteY2" fmla="*/ 213 h 2076"/>
                </a:gdLst>
                <a:ahLst/>
                <a:cxnLst>
                  <a:cxn ang="0">
                    <a:pos x="connsiteX0" y="connsiteY0"/>
                  </a:cxn>
                  <a:cxn ang="0">
                    <a:pos x="connsiteX1" y="connsiteY1"/>
                  </a:cxn>
                  <a:cxn ang="0">
                    <a:pos x="connsiteX2" y="connsiteY2"/>
                  </a:cxn>
                </a:cxnLst>
                <a:rect l="l" t="t" r="r" b="b"/>
                <a:pathLst>
                  <a:path w="9111" h="2076">
                    <a:moveTo>
                      <a:pt x="4715" y="213"/>
                    </a:moveTo>
                    <a:cubicBezTo>
                      <a:pt x="-1263" y="-593"/>
                      <a:pt x="-1760" y="1098"/>
                      <a:pt x="4395" y="1864"/>
                    </a:cubicBezTo>
                    <a:cubicBezTo>
                      <a:pt x="10384" y="2670"/>
                      <a:pt x="10864" y="984"/>
                      <a:pt x="4715" y="2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6" name="Freeform: Shape 535">
                <a:extLst>
                  <a:ext uri="{FF2B5EF4-FFF2-40B4-BE49-F238E27FC236}">
                    <a16:creationId xmlns:a16="http://schemas.microsoft.com/office/drawing/2014/main" id="{BB97135A-EA57-4E9F-ED81-B931FFC3C0D2}"/>
                  </a:ext>
                </a:extLst>
              </p:cNvPr>
              <p:cNvSpPr/>
              <p:nvPr/>
            </p:nvSpPr>
            <p:spPr>
              <a:xfrm>
                <a:off x="4920719" y="6551099"/>
                <a:ext cx="8911" cy="6353"/>
              </a:xfrm>
              <a:custGeom>
                <a:avLst/>
                <a:gdLst>
                  <a:gd name="connsiteX0" fmla="*/ 4627 w 8911"/>
                  <a:gd name="connsiteY0" fmla="*/ 10 h 6353"/>
                  <a:gd name="connsiteX1" fmla="*/ 4285 w 8911"/>
                  <a:gd name="connsiteY1" fmla="*/ 6337 h 6353"/>
                  <a:gd name="connsiteX2" fmla="*/ 4627 w 8911"/>
                  <a:gd name="connsiteY2" fmla="*/ 10 h 6353"/>
                </a:gdLst>
                <a:ahLst/>
                <a:cxnLst>
                  <a:cxn ang="0">
                    <a:pos x="connsiteX0" y="connsiteY0"/>
                  </a:cxn>
                  <a:cxn ang="0">
                    <a:pos x="connsiteX1" y="connsiteY1"/>
                  </a:cxn>
                  <a:cxn ang="0">
                    <a:pos x="connsiteX2" y="connsiteY2"/>
                  </a:cxn>
                </a:cxnLst>
                <a:rect l="l" t="t" r="r" b="b"/>
                <a:pathLst>
                  <a:path w="8911" h="6353">
                    <a:moveTo>
                      <a:pt x="4627" y="10"/>
                    </a:moveTo>
                    <a:cubicBezTo>
                      <a:pt x="-1265" y="-292"/>
                      <a:pt x="-1693" y="6091"/>
                      <a:pt x="4285" y="6337"/>
                    </a:cubicBezTo>
                    <a:cubicBezTo>
                      <a:pt x="10211" y="6725"/>
                      <a:pt x="10571" y="227"/>
                      <a:pt x="4627" y="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7" name="Freeform: Shape 536">
                <a:extLst>
                  <a:ext uri="{FF2B5EF4-FFF2-40B4-BE49-F238E27FC236}">
                    <a16:creationId xmlns:a16="http://schemas.microsoft.com/office/drawing/2014/main" id="{9953647E-729F-5254-B580-6AFD1F719942}"/>
                  </a:ext>
                </a:extLst>
              </p:cNvPr>
              <p:cNvSpPr/>
              <p:nvPr/>
            </p:nvSpPr>
            <p:spPr>
              <a:xfrm>
                <a:off x="4994184" y="5773146"/>
                <a:ext cx="7463" cy="4455"/>
              </a:xfrm>
              <a:custGeom>
                <a:avLst/>
                <a:gdLst>
                  <a:gd name="connsiteX0" fmla="*/ 3829 w 7463"/>
                  <a:gd name="connsiteY0" fmla="*/ 1947 h 4455"/>
                  <a:gd name="connsiteX1" fmla="*/ 0 w 7463"/>
                  <a:gd name="connsiteY1" fmla="*/ 4455 h 4455"/>
                  <a:gd name="connsiteX2" fmla="*/ 3829 w 7463"/>
                  <a:gd name="connsiteY2" fmla="*/ 1947 h 4455"/>
                </a:gdLst>
                <a:ahLst/>
                <a:cxnLst>
                  <a:cxn ang="0">
                    <a:pos x="connsiteX0" y="connsiteY0"/>
                  </a:cxn>
                  <a:cxn ang="0">
                    <a:pos x="connsiteX1" y="connsiteY1"/>
                  </a:cxn>
                  <a:cxn ang="0">
                    <a:pos x="connsiteX2" y="connsiteY2"/>
                  </a:cxn>
                </a:cxnLst>
                <a:rect l="l" t="t" r="r" b="b"/>
                <a:pathLst>
                  <a:path w="7463" h="4455">
                    <a:moveTo>
                      <a:pt x="3829" y="1947"/>
                    </a:moveTo>
                    <a:cubicBezTo>
                      <a:pt x="1749" y="3170"/>
                      <a:pt x="34" y="4296"/>
                      <a:pt x="0" y="4455"/>
                    </a:cubicBezTo>
                    <a:cubicBezTo>
                      <a:pt x="1395" y="4215"/>
                      <a:pt x="13316" y="-3511"/>
                      <a:pt x="3829" y="19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8" name="Freeform: Shape 537">
                <a:extLst>
                  <a:ext uri="{FF2B5EF4-FFF2-40B4-BE49-F238E27FC236}">
                    <a16:creationId xmlns:a16="http://schemas.microsoft.com/office/drawing/2014/main" id="{2EEA6B16-7A43-662A-8320-BE62B871EEB0}"/>
                  </a:ext>
                </a:extLst>
              </p:cNvPr>
              <p:cNvSpPr/>
              <p:nvPr/>
            </p:nvSpPr>
            <p:spPr>
              <a:xfrm>
                <a:off x="4931158" y="6330451"/>
                <a:ext cx="8712" cy="7082"/>
              </a:xfrm>
              <a:custGeom>
                <a:avLst/>
                <a:gdLst>
                  <a:gd name="connsiteX0" fmla="*/ 4521 w 8712"/>
                  <a:gd name="connsiteY0" fmla="*/ 202 h 7082"/>
                  <a:gd name="connsiteX1" fmla="*/ 4190 w 8712"/>
                  <a:gd name="connsiteY1" fmla="*/ 6900 h 7082"/>
                  <a:gd name="connsiteX2" fmla="*/ 4521 w 8712"/>
                  <a:gd name="connsiteY2" fmla="*/ 202 h 7082"/>
                </a:gdLst>
                <a:ahLst/>
                <a:cxnLst>
                  <a:cxn ang="0">
                    <a:pos x="connsiteX0" y="connsiteY0"/>
                  </a:cxn>
                  <a:cxn ang="0">
                    <a:pos x="connsiteX1" y="connsiteY1"/>
                  </a:cxn>
                  <a:cxn ang="0">
                    <a:pos x="connsiteX2" y="connsiteY2"/>
                  </a:cxn>
                </a:cxnLst>
                <a:rect l="l" t="t" r="r" b="b"/>
                <a:pathLst>
                  <a:path w="8712" h="7082">
                    <a:moveTo>
                      <a:pt x="4521" y="202"/>
                    </a:moveTo>
                    <a:cubicBezTo>
                      <a:pt x="-331" y="1156"/>
                      <a:pt x="-2445" y="8306"/>
                      <a:pt x="4190" y="6900"/>
                    </a:cubicBezTo>
                    <a:cubicBezTo>
                      <a:pt x="9030" y="5992"/>
                      <a:pt x="11168" y="-1295"/>
                      <a:pt x="4521" y="2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39" name="Freeform: Shape 538">
                <a:extLst>
                  <a:ext uri="{FF2B5EF4-FFF2-40B4-BE49-F238E27FC236}">
                    <a16:creationId xmlns:a16="http://schemas.microsoft.com/office/drawing/2014/main" id="{D8161E92-1DDF-D996-19B0-858F95EF35D6}"/>
                  </a:ext>
                </a:extLst>
              </p:cNvPr>
              <p:cNvSpPr/>
              <p:nvPr/>
            </p:nvSpPr>
            <p:spPr>
              <a:xfrm>
                <a:off x="4940571" y="6210422"/>
                <a:ext cx="8746" cy="4761"/>
              </a:xfrm>
              <a:custGeom>
                <a:avLst/>
                <a:gdLst>
                  <a:gd name="connsiteX0" fmla="*/ 4509 w 8746"/>
                  <a:gd name="connsiteY0" fmla="*/ 885 h 4761"/>
                  <a:gd name="connsiteX1" fmla="*/ 0 w 8746"/>
                  <a:gd name="connsiteY1" fmla="*/ 4234 h 4761"/>
                  <a:gd name="connsiteX2" fmla="*/ 4509 w 8746"/>
                  <a:gd name="connsiteY2" fmla="*/ 885 h 4761"/>
                </a:gdLst>
                <a:ahLst/>
                <a:cxnLst>
                  <a:cxn ang="0">
                    <a:pos x="connsiteX0" y="connsiteY0"/>
                  </a:cxn>
                  <a:cxn ang="0">
                    <a:pos x="connsiteX1" y="connsiteY1"/>
                  </a:cxn>
                  <a:cxn ang="0">
                    <a:pos x="connsiteX2" y="connsiteY2"/>
                  </a:cxn>
                </a:cxnLst>
                <a:rect l="l" t="t" r="r" b="b"/>
                <a:pathLst>
                  <a:path w="8746" h="4761">
                    <a:moveTo>
                      <a:pt x="4509" y="885"/>
                    </a:moveTo>
                    <a:cubicBezTo>
                      <a:pt x="2109" y="1914"/>
                      <a:pt x="91" y="3417"/>
                      <a:pt x="0" y="4234"/>
                    </a:cubicBezTo>
                    <a:cubicBezTo>
                      <a:pt x="1709" y="7120"/>
                      <a:pt x="15556" y="-2955"/>
                      <a:pt x="4509" y="8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0" name="Freeform: Shape 539">
                <a:extLst>
                  <a:ext uri="{FF2B5EF4-FFF2-40B4-BE49-F238E27FC236}">
                    <a16:creationId xmlns:a16="http://schemas.microsoft.com/office/drawing/2014/main" id="{70354665-908D-2BE5-7B36-27276FBECCA6}"/>
                  </a:ext>
                </a:extLst>
              </p:cNvPr>
              <p:cNvSpPr/>
              <p:nvPr/>
            </p:nvSpPr>
            <p:spPr>
              <a:xfrm>
                <a:off x="4964611" y="5987451"/>
                <a:ext cx="8295" cy="6630"/>
              </a:xfrm>
              <a:custGeom>
                <a:avLst/>
                <a:gdLst>
                  <a:gd name="connsiteX0" fmla="*/ 4346 w 8295"/>
                  <a:gd name="connsiteY0" fmla="*/ 1480 h 6630"/>
                  <a:gd name="connsiteX1" fmla="*/ 3952 w 8295"/>
                  <a:gd name="connsiteY1" fmla="*/ 5154 h 6630"/>
                  <a:gd name="connsiteX2" fmla="*/ 4346 w 8295"/>
                  <a:gd name="connsiteY2" fmla="*/ 1480 h 6630"/>
                </a:gdLst>
                <a:ahLst/>
                <a:cxnLst>
                  <a:cxn ang="0">
                    <a:pos x="connsiteX0" y="connsiteY0"/>
                  </a:cxn>
                  <a:cxn ang="0">
                    <a:pos x="connsiteX1" y="connsiteY1"/>
                  </a:cxn>
                  <a:cxn ang="0">
                    <a:pos x="connsiteX2" y="connsiteY2"/>
                  </a:cxn>
                </a:cxnLst>
                <a:rect l="l" t="t" r="r" b="b"/>
                <a:pathLst>
                  <a:path w="8295" h="6630">
                    <a:moveTo>
                      <a:pt x="4346" y="1480"/>
                    </a:moveTo>
                    <a:cubicBezTo>
                      <a:pt x="180" y="3920"/>
                      <a:pt x="-2706" y="9195"/>
                      <a:pt x="3952" y="5154"/>
                    </a:cubicBezTo>
                    <a:cubicBezTo>
                      <a:pt x="8141" y="2720"/>
                      <a:pt x="10981" y="-2572"/>
                      <a:pt x="4346" y="148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1" name="Freeform: Shape 540">
                <a:extLst>
                  <a:ext uri="{FF2B5EF4-FFF2-40B4-BE49-F238E27FC236}">
                    <a16:creationId xmlns:a16="http://schemas.microsoft.com/office/drawing/2014/main" id="{9A91BEF9-3899-BEA3-0856-47BC890A3D80}"/>
                  </a:ext>
                </a:extLst>
              </p:cNvPr>
              <p:cNvSpPr/>
              <p:nvPr/>
            </p:nvSpPr>
            <p:spPr>
              <a:xfrm>
                <a:off x="4998220" y="5752695"/>
                <a:ext cx="7105" cy="3879"/>
              </a:xfrm>
              <a:custGeom>
                <a:avLst/>
                <a:gdLst>
                  <a:gd name="connsiteX0" fmla="*/ 3621 w 7105"/>
                  <a:gd name="connsiteY0" fmla="*/ 1509 h 3879"/>
                  <a:gd name="connsiteX1" fmla="*/ 3484 w 7105"/>
                  <a:gd name="connsiteY1" fmla="*/ 2360 h 3879"/>
                  <a:gd name="connsiteX2" fmla="*/ 3621 w 7105"/>
                  <a:gd name="connsiteY2" fmla="*/ 1509 h 3879"/>
                </a:gdLst>
                <a:ahLst/>
                <a:cxnLst>
                  <a:cxn ang="0">
                    <a:pos x="connsiteX0" y="connsiteY0"/>
                  </a:cxn>
                  <a:cxn ang="0">
                    <a:pos x="connsiteX1" y="connsiteY1"/>
                  </a:cxn>
                  <a:cxn ang="0">
                    <a:pos x="connsiteX2" y="connsiteY2"/>
                  </a:cxn>
                </a:cxnLst>
                <a:rect l="l" t="t" r="r" b="b"/>
                <a:pathLst>
                  <a:path w="7105" h="3879">
                    <a:moveTo>
                      <a:pt x="3621" y="1509"/>
                    </a:moveTo>
                    <a:cubicBezTo>
                      <a:pt x="-734" y="3778"/>
                      <a:pt x="-1608" y="5058"/>
                      <a:pt x="3484" y="2360"/>
                    </a:cubicBezTo>
                    <a:cubicBezTo>
                      <a:pt x="7845" y="92"/>
                      <a:pt x="8708" y="-1165"/>
                      <a:pt x="3621" y="15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2" name="Freeform: Shape 541">
                <a:extLst>
                  <a:ext uri="{FF2B5EF4-FFF2-40B4-BE49-F238E27FC236}">
                    <a16:creationId xmlns:a16="http://schemas.microsoft.com/office/drawing/2014/main" id="{E7DB803E-2B1B-2A2D-B965-25093B57CBA5}"/>
                  </a:ext>
                </a:extLst>
              </p:cNvPr>
              <p:cNvSpPr/>
              <p:nvPr/>
            </p:nvSpPr>
            <p:spPr>
              <a:xfrm>
                <a:off x="4755314" y="7526100"/>
                <a:ext cx="11974" cy="5137"/>
              </a:xfrm>
              <a:custGeom>
                <a:avLst/>
                <a:gdLst>
                  <a:gd name="connsiteX0" fmla="*/ 6292 w 11974"/>
                  <a:gd name="connsiteY0" fmla="*/ 46 h 5137"/>
                  <a:gd name="connsiteX1" fmla="*/ 5681 w 11974"/>
                  <a:gd name="connsiteY1" fmla="*/ 5092 h 5137"/>
                  <a:gd name="connsiteX2" fmla="*/ 6292 w 11974"/>
                  <a:gd name="connsiteY2" fmla="*/ 46 h 5137"/>
                </a:gdLst>
                <a:ahLst/>
                <a:cxnLst>
                  <a:cxn ang="0">
                    <a:pos x="connsiteX0" y="connsiteY0"/>
                  </a:cxn>
                  <a:cxn ang="0">
                    <a:pos x="connsiteX1" y="connsiteY1"/>
                  </a:cxn>
                  <a:cxn ang="0">
                    <a:pos x="connsiteX2" y="connsiteY2"/>
                  </a:cxn>
                </a:cxnLst>
                <a:rect l="l" t="t" r="r" b="b"/>
                <a:pathLst>
                  <a:path w="11974" h="5137">
                    <a:moveTo>
                      <a:pt x="6292" y="46"/>
                    </a:moveTo>
                    <a:cubicBezTo>
                      <a:pt x="-1206" y="-583"/>
                      <a:pt x="-2715" y="5509"/>
                      <a:pt x="5681" y="5092"/>
                    </a:cubicBezTo>
                    <a:cubicBezTo>
                      <a:pt x="13184" y="5721"/>
                      <a:pt x="14688" y="-377"/>
                      <a:pt x="6292"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3" name="Freeform: Shape 542">
                <a:extLst>
                  <a:ext uri="{FF2B5EF4-FFF2-40B4-BE49-F238E27FC236}">
                    <a16:creationId xmlns:a16="http://schemas.microsoft.com/office/drawing/2014/main" id="{D4268117-C9B4-C75A-6FC6-392573534D0C}"/>
                  </a:ext>
                </a:extLst>
              </p:cNvPr>
              <p:cNvSpPr/>
              <p:nvPr/>
            </p:nvSpPr>
            <p:spPr>
              <a:xfrm>
                <a:off x="4807257" y="5816137"/>
                <a:ext cx="6738" cy="3411"/>
              </a:xfrm>
              <a:custGeom>
                <a:avLst/>
                <a:gdLst>
                  <a:gd name="connsiteX0" fmla="*/ 3664 w 6738"/>
                  <a:gd name="connsiteY0" fmla="*/ 886 h 3411"/>
                  <a:gd name="connsiteX1" fmla="*/ 858 w 6738"/>
                  <a:gd name="connsiteY1" fmla="*/ 3378 h 3411"/>
                  <a:gd name="connsiteX2" fmla="*/ 3664 w 6738"/>
                  <a:gd name="connsiteY2" fmla="*/ 886 h 3411"/>
                </a:gdLst>
                <a:ahLst/>
                <a:cxnLst>
                  <a:cxn ang="0">
                    <a:pos x="connsiteX0" y="connsiteY0"/>
                  </a:cxn>
                  <a:cxn ang="0">
                    <a:pos x="connsiteX1" y="connsiteY1"/>
                  </a:cxn>
                  <a:cxn ang="0">
                    <a:pos x="connsiteX2" y="connsiteY2"/>
                  </a:cxn>
                </a:cxnLst>
                <a:rect l="l" t="t" r="r" b="b"/>
                <a:pathLst>
                  <a:path w="6738" h="3411">
                    <a:moveTo>
                      <a:pt x="3664" y="886"/>
                    </a:moveTo>
                    <a:cubicBezTo>
                      <a:pt x="2709" y="1246"/>
                      <a:pt x="-1874" y="3727"/>
                      <a:pt x="858" y="3378"/>
                    </a:cubicBezTo>
                    <a:cubicBezTo>
                      <a:pt x="3664" y="3058"/>
                      <a:pt x="10796" y="-2000"/>
                      <a:pt x="3664" y="88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4" name="Freeform: Shape 543">
                <a:extLst>
                  <a:ext uri="{FF2B5EF4-FFF2-40B4-BE49-F238E27FC236}">
                    <a16:creationId xmlns:a16="http://schemas.microsoft.com/office/drawing/2014/main" id="{2D4741D2-165D-FE91-B285-331D09837E7F}"/>
                  </a:ext>
                </a:extLst>
              </p:cNvPr>
              <p:cNvSpPr/>
              <p:nvPr/>
            </p:nvSpPr>
            <p:spPr>
              <a:xfrm>
                <a:off x="4534835" y="6880134"/>
                <a:ext cx="11220" cy="3660"/>
              </a:xfrm>
              <a:custGeom>
                <a:avLst/>
                <a:gdLst>
                  <a:gd name="connsiteX0" fmla="*/ 5944 w 11220"/>
                  <a:gd name="connsiteY0" fmla="*/ 0 h 3660"/>
                  <a:gd name="connsiteX1" fmla="*/ 0 w 11220"/>
                  <a:gd name="connsiteY1" fmla="*/ 1805 h 3660"/>
                  <a:gd name="connsiteX2" fmla="*/ 5944 w 11220"/>
                  <a:gd name="connsiteY2" fmla="*/ 0 h 3660"/>
                </a:gdLst>
                <a:ahLst/>
                <a:cxnLst>
                  <a:cxn ang="0">
                    <a:pos x="connsiteX0" y="connsiteY0"/>
                  </a:cxn>
                  <a:cxn ang="0">
                    <a:pos x="connsiteX1" y="connsiteY1"/>
                  </a:cxn>
                  <a:cxn ang="0">
                    <a:pos x="connsiteX2" y="connsiteY2"/>
                  </a:cxn>
                </a:cxnLst>
                <a:rect l="l" t="t" r="r" b="b"/>
                <a:pathLst>
                  <a:path w="11220" h="3660">
                    <a:moveTo>
                      <a:pt x="5944" y="0"/>
                    </a:moveTo>
                    <a:cubicBezTo>
                      <a:pt x="2875" y="0"/>
                      <a:pt x="217" y="806"/>
                      <a:pt x="0" y="1805"/>
                    </a:cubicBezTo>
                    <a:cubicBezTo>
                      <a:pt x="1269" y="6406"/>
                      <a:pt x="20168" y="1143"/>
                      <a:pt x="594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5" name="Freeform: Shape 544">
                <a:extLst>
                  <a:ext uri="{FF2B5EF4-FFF2-40B4-BE49-F238E27FC236}">
                    <a16:creationId xmlns:a16="http://schemas.microsoft.com/office/drawing/2014/main" id="{97E63500-818E-D860-A8D2-863EAF12229E}"/>
                  </a:ext>
                </a:extLst>
              </p:cNvPr>
              <p:cNvSpPr/>
              <p:nvPr/>
            </p:nvSpPr>
            <p:spPr>
              <a:xfrm>
                <a:off x="4557502" y="6775961"/>
                <a:ext cx="10509" cy="2975"/>
              </a:xfrm>
              <a:custGeom>
                <a:avLst/>
                <a:gdLst>
                  <a:gd name="connsiteX0" fmla="*/ 5611 w 10509"/>
                  <a:gd name="connsiteY0" fmla="*/ 5 h 2975"/>
                  <a:gd name="connsiteX1" fmla="*/ 4897 w 10509"/>
                  <a:gd name="connsiteY1" fmla="*/ 2972 h 2975"/>
                  <a:gd name="connsiteX2" fmla="*/ 5611 w 10509"/>
                  <a:gd name="connsiteY2" fmla="*/ 5 h 2975"/>
                </a:gdLst>
                <a:ahLst/>
                <a:cxnLst>
                  <a:cxn ang="0">
                    <a:pos x="connsiteX0" y="connsiteY0"/>
                  </a:cxn>
                  <a:cxn ang="0">
                    <a:pos x="connsiteX1" y="connsiteY1"/>
                  </a:cxn>
                  <a:cxn ang="0">
                    <a:pos x="connsiteX2" y="connsiteY2"/>
                  </a:cxn>
                </a:cxnLst>
                <a:rect l="l" t="t" r="r" b="b"/>
                <a:pathLst>
                  <a:path w="10509" h="2975">
                    <a:moveTo>
                      <a:pt x="5611" y="5"/>
                    </a:moveTo>
                    <a:cubicBezTo>
                      <a:pt x="-841" y="-143"/>
                      <a:pt x="-2556" y="2903"/>
                      <a:pt x="4897" y="2972"/>
                    </a:cubicBezTo>
                    <a:cubicBezTo>
                      <a:pt x="11349" y="3103"/>
                      <a:pt x="13069" y="62"/>
                      <a:pt x="5611" y="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6" name="Freeform: Shape 545">
                <a:extLst>
                  <a:ext uri="{FF2B5EF4-FFF2-40B4-BE49-F238E27FC236}">
                    <a16:creationId xmlns:a16="http://schemas.microsoft.com/office/drawing/2014/main" id="{2AAE8303-6E17-6FC1-0452-D120A297F281}"/>
                  </a:ext>
                </a:extLst>
              </p:cNvPr>
              <p:cNvSpPr/>
              <p:nvPr/>
            </p:nvSpPr>
            <p:spPr>
              <a:xfrm>
                <a:off x="4578866" y="6711834"/>
                <a:ext cx="10173" cy="1453"/>
              </a:xfrm>
              <a:custGeom>
                <a:avLst/>
                <a:gdLst>
                  <a:gd name="connsiteX0" fmla="*/ 5427 w 10173"/>
                  <a:gd name="connsiteY0" fmla="*/ 16 h 1453"/>
                  <a:gd name="connsiteX1" fmla="*/ 4741 w 10173"/>
                  <a:gd name="connsiteY1" fmla="*/ 1439 h 1453"/>
                  <a:gd name="connsiteX2" fmla="*/ 5427 w 10173"/>
                  <a:gd name="connsiteY2" fmla="*/ 16 h 1453"/>
                </a:gdLst>
                <a:ahLst/>
                <a:cxnLst>
                  <a:cxn ang="0">
                    <a:pos x="connsiteX0" y="connsiteY0"/>
                  </a:cxn>
                  <a:cxn ang="0">
                    <a:pos x="connsiteX1" y="connsiteY1"/>
                  </a:cxn>
                  <a:cxn ang="0">
                    <a:pos x="connsiteX2" y="connsiteY2"/>
                  </a:cxn>
                </a:cxnLst>
                <a:rect l="l" t="t" r="r" b="b"/>
                <a:pathLst>
                  <a:path w="10173" h="1453">
                    <a:moveTo>
                      <a:pt x="5427" y="16"/>
                    </a:moveTo>
                    <a:cubicBezTo>
                      <a:pt x="-763" y="-167"/>
                      <a:pt x="-2517" y="1296"/>
                      <a:pt x="4741" y="1439"/>
                    </a:cubicBezTo>
                    <a:cubicBezTo>
                      <a:pt x="10942" y="1611"/>
                      <a:pt x="12691" y="159"/>
                      <a:pt x="5427"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7" name="Freeform: Shape 546">
                <a:extLst>
                  <a:ext uri="{FF2B5EF4-FFF2-40B4-BE49-F238E27FC236}">
                    <a16:creationId xmlns:a16="http://schemas.microsoft.com/office/drawing/2014/main" id="{1BD1976D-CB56-EC11-0744-CA16B14A5352}"/>
                  </a:ext>
                </a:extLst>
              </p:cNvPr>
              <p:cNvSpPr/>
              <p:nvPr/>
            </p:nvSpPr>
            <p:spPr>
              <a:xfrm>
                <a:off x="4599083" y="6684193"/>
                <a:ext cx="10414" cy="669"/>
              </a:xfrm>
              <a:custGeom>
                <a:avLst/>
                <a:gdLst>
                  <a:gd name="connsiteX0" fmla="*/ 5412 w 10414"/>
                  <a:gd name="connsiteY0" fmla="*/ 70 h 669"/>
                  <a:gd name="connsiteX1" fmla="*/ 0 w 10414"/>
                  <a:gd name="connsiteY1" fmla="*/ 133 h 669"/>
                  <a:gd name="connsiteX2" fmla="*/ 5412 w 10414"/>
                  <a:gd name="connsiteY2" fmla="*/ 70 h 669"/>
                </a:gdLst>
                <a:ahLst/>
                <a:cxnLst>
                  <a:cxn ang="0">
                    <a:pos x="connsiteX0" y="connsiteY0"/>
                  </a:cxn>
                  <a:cxn ang="0">
                    <a:pos x="connsiteX1" y="connsiteY1"/>
                  </a:cxn>
                  <a:cxn ang="0">
                    <a:pos x="connsiteX2" y="connsiteY2"/>
                  </a:cxn>
                </a:cxnLst>
                <a:rect l="l" t="t" r="r" b="b"/>
                <a:pathLst>
                  <a:path w="10414" h="669">
                    <a:moveTo>
                      <a:pt x="5412" y="70"/>
                    </a:moveTo>
                    <a:cubicBezTo>
                      <a:pt x="2606" y="-44"/>
                      <a:pt x="183" y="-16"/>
                      <a:pt x="0" y="133"/>
                    </a:cubicBezTo>
                    <a:cubicBezTo>
                      <a:pt x="914" y="842"/>
                      <a:pt x="18911" y="876"/>
                      <a:pt x="5412" y="7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8" name="Freeform: Shape 547">
                <a:extLst>
                  <a:ext uri="{FF2B5EF4-FFF2-40B4-BE49-F238E27FC236}">
                    <a16:creationId xmlns:a16="http://schemas.microsoft.com/office/drawing/2014/main" id="{E237737D-9B6E-1E88-0741-D8A608882028}"/>
                  </a:ext>
                </a:extLst>
              </p:cNvPr>
              <p:cNvSpPr/>
              <p:nvPr/>
            </p:nvSpPr>
            <p:spPr>
              <a:xfrm>
                <a:off x="4618422" y="6673223"/>
                <a:ext cx="10000" cy="734"/>
              </a:xfrm>
              <a:custGeom>
                <a:avLst/>
                <a:gdLst>
                  <a:gd name="connsiteX0" fmla="*/ 5258 w 10000"/>
                  <a:gd name="connsiteY0" fmla="*/ 222 h 734"/>
                  <a:gd name="connsiteX1" fmla="*/ 0 w 10000"/>
                  <a:gd name="connsiteY1" fmla="*/ 33 h 734"/>
                  <a:gd name="connsiteX2" fmla="*/ 5258 w 10000"/>
                  <a:gd name="connsiteY2" fmla="*/ 222 h 734"/>
                </a:gdLst>
                <a:ahLst/>
                <a:cxnLst>
                  <a:cxn ang="0">
                    <a:pos x="connsiteX0" y="connsiteY0"/>
                  </a:cxn>
                  <a:cxn ang="0">
                    <a:pos x="connsiteX1" y="connsiteY1"/>
                  </a:cxn>
                  <a:cxn ang="0">
                    <a:pos x="connsiteX2" y="connsiteY2"/>
                  </a:cxn>
                </a:cxnLst>
                <a:rect l="l" t="t" r="r" b="b"/>
                <a:pathLst>
                  <a:path w="10000" h="734">
                    <a:moveTo>
                      <a:pt x="5258" y="222"/>
                    </a:moveTo>
                    <a:cubicBezTo>
                      <a:pt x="2526" y="33"/>
                      <a:pt x="171" y="-52"/>
                      <a:pt x="0" y="33"/>
                    </a:cubicBezTo>
                    <a:cubicBezTo>
                      <a:pt x="1154" y="507"/>
                      <a:pt x="18002" y="1239"/>
                      <a:pt x="5258" y="2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49" name="Freeform: Shape 548">
                <a:extLst>
                  <a:ext uri="{FF2B5EF4-FFF2-40B4-BE49-F238E27FC236}">
                    <a16:creationId xmlns:a16="http://schemas.microsoft.com/office/drawing/2014/main" id="{BAFD141A-ABF4-D0E5-26A6-02659B7CDB86}"/>
                  </a:ext>
                </a:extLst>
              </p:cNvPr>
              <p:cNvSpPr/>
              <p:nvPr/>
            </p:nvSpPr>
            <p:spPr>
              <a:xfrm>
                <a:off x="4636848" y="6659429"/>
                <a:ext cx="9352" cy="1173"/>
              </a:xfrm>
              <a:custGeom>
                <a:avLst/>
                <a:gdLst>
                  <a:gd name="connsiteX0" fmla="*/ 4966 w 9352"/>
                  <a:gd name="connsiteY0" fmla="*/ 232 h 1173"/>
                  <a:gd name="connsiteX1" fmla="*/ 4383 w 9352"/>
                  <a:gd name="connsiteY1" fmla="*/ 940 h 1173"/>
                  <a:gd name="connsiteX2" fmla="*/ 4966 w 9352"/>
                  <a:gd name="connsiteY2" fmla="*/ 232 h 1173"/>
                </a:gdLst>
                <a:ahLst/>
                <a:cxnLst>
                  <a:cxn ang="0">
                    <a:pos x="connsiteX0" y="connsiteY0"/>
                  </a:cxn>
                  <a:cxn ang="0">
                    <a:pos x="connsiteX1" y="connsiteY1"/>
                  </a:cxn>
                  <a:cxn ang="0">
                    <a:pos x="connsiteX2" y="connsiteY2"/>
                  </a:cxn>
                </a:cxnLst>
                <a:rect l="l" t="t" r="r" b="b"/>
                <a:pathLst>
                  <a:path w="9352" h="1173">
                    <a:moveTo>
                      <a:pt x="4966" y="232"/>
                    </a:moveTo>
                    <a:cubicBezTo>
                      <a:pt x="-806" y="-363"/>
                      <a:pt x="-2229" y="300"/>
                      <a:pt x="4383" y="940"/>
                    </a:cubicBezTo>
                    <a:cubicBezTo>
                      <a:pt x="10167" y="1534"/>
                      <a:pt x="11578" y="883"/>
                      <a:pt x="4966" y="2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0" name="Freeform: Shape 549">
                <a:extLst>
                  <a:ext uri="{FF2B5EF4-FFF2-40B4-BE49-F238E27FC236}">
                    <a16:creationId xmlns:a16="http://schemas.microsoft.com/office/drawing/2014/main" id="{7049D55E-A37A-249E-4AEE-5BE6BF5BCBAE}"/>
                  </a:ext>
                </a:extLst>
              </p:cNvPr>
              <p:cNvSpPr/>
              <p:nvPr/>
            </p:nvSpPr>
            <p:spPr>
              <a:xfrm>
                <a:off x="4510563" y="6992794"/>
                <a:ext cx="11570" cy="3897"/>
              </a:xfrm>
              <a:custGeom>
                <a:avLst/>
                <a:gdLst>
                  <a:gd name="connsiteX0" fmla="*/ 6144 w 11570"/>
                  <a:gd name="connsiteY0" fmla="*/ 0 h 3897"/>
                  <a:gd name="connsiteX1" fmla="*/ 0 w 11570"/>
                  <a:gd name="connsiteY1" fmla="*/ 1920 h 3897"/>
                  <a:gd name="connsiteX2" fmla="*/ 6144 w 11570"/>
                  <a:gd name="connsiteY2" fmla="*/ 0 h 3897"/>
                </a:gdLst>
                <a:ahLst/>
                <a:cxnLst>
                  <a:cxn ang="0">
                    <a:pos x="connsiteX0" y="connsiteY0"/>
                  </a:cxn>
                  <a:cxn ang="0">
                    <a:pos x="connsiteX1" y="connsiteY1"/>
                  </a:cxn>
                  <a:cxn ang="0">
                    <a:pos x="connsiteX2" y="connsiteY2"/>
                  </a:cxn>
                </a:cxnLst>
                <a:rect l="l" t="t" r="r" b="b"/>
                <a:pathLst>
                  <a:path w="11570" h="3897">
                    <a:moveTo>
                      <a:pt x="6144" y="0"/>
                    </a:moveTo>
                    <a:cubicBezTo>
                      <a:pt x="2977" y="0"/>
                      <a:pt x="229" y="857"/>
                      <a:pt x="0" y="1920"/>
                    </a:cubicBezTo>
                    <a:cubicBezTo>
                      <a:pt x="1274" y="6824"/>
                      <a:pt x="20797" y="1211"/>
                      <a:pt x="614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1" name="Freeform: Shape 550">
                <a:extLst>
                  <a:ext uri="{FF2B5EF4-FFF2-40B4-BE49-F238E27FC236}">
                    <a16:creationId xmlns:a16="http://schemas.microsoft.com/office/drawing/2014/main" id="{A77EE5C4-20F2-36A8-A76D-7E88FF79E318}"/>
                  </a:ext>
                </a:extLst>
              </p:cNvPr>
              <p:cNvSpPr/>
              <p:nvPr/>
            </p:nvSpPr>
            <p:spPr>
              <a:xfrm>
                <a:off x="4456676" y="7241264"/>
                <a:ext cx="12348" cy="4450"/>
              </a:xfrm>
              <a:custGeom>
                <a:avLst/>
                <a:gdLst>
                  <a:gd name="connsiteX0" fmla="*/ 6584 w 12348"/>
                  <a:gd name="connsiteY0" fmla="*/ 0 h 4450"/>
                  <a:gd name="connsiteX1" fmla="*/ 0 w 12348"/>
                  <a:gd name="connsiteY1" fmla="*/ 2195 h 4450"/>
                  <a:gd name="connsiteX2" fmla="*/ 6584 w 12348"/>
                  <a:gd name="connsiteY2" fmla="*/ 0 h 4450"/>
                </a:gdLst>
                <a:ahLst/>
                <a:cxnLst>
                  <a:cxn ang="0">
                    <a:pos x="connsiteX0" y="connsiteY0"/>
                  </a:cxn>
                  <a:cxn ang="0">
                    <a:pos x="connsiteX1" y="connsiteY1"/>
                  </a:cxn>
                  <a:cxn ang="0">
                    <a:pos x="connsiteX2" y="connsiteY2"/>
                  </a:cxn>
                </a:cxnLst>
                <a:rect l="l" t="t" r="r" b="b"/>
                <a:pathLst>
                  <a:path w="12348" h="4450">
                    <a:moveTo>
                      <a:pt x="6584" y="0"/>
                    </a:moveTo>
                    <a:cubicBezTo>
                      <a:pt x="3206" y="0"/>
                      <a:pt x="257" y="983"/>
                      <a:pt x="0" y="2195"/>
                    </a:cubicBezTo>
                    <a:cubicBezTo>
                      <a:pt x="1320" y="7801"/>
                      <a:pt x="22186" y="1360"/>
                      <a:pt x="658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2" name="Freeform: Shape 551">
                <a:extLst>
                  <a:ext uri="{FF2B5EF4-FFF2-40B4-BE49-F238E27FC236}">
                    <a16:creationId xmlns:a16="http://schemas.microsoft.com/office/drawing/2014/main" id="{8F40B2DF-380B-9787-E9DB-0BC485117CC3}"/>
                  </a:ext>
                </a:extLst>
              </p:cNvPr>
              <p:cNvSpPr/>
              <p:nvPr/>
            </p:nvSpPr>
            <p:spPr>
              <a:xfrm>
                <a:off x="4427214" y="7378733"/>
                <a:ext cx="12382" cy="4715"/>
              </a:xfrm>
              <a:custGeom>
                <a:avLst/>
                <a:gdLst>
                  <a:gd name="connsiteX0" fmla="*/ 6688 w 12382"/>
                  <a:gd name="connsiteY0" fmla="*/ 6 h 4715"/>
                  <a:gd name="connsiteX1" fmla="*/ 5688 w 12382"/>
                  <a:gd name="connsiteY1" fmla="*/ 4710 h 4715"/>
                  <a:gd name="connsiteX2" fmla="*/ 6688 w 12382"/>
                  <a:gd name="connsiteY2" fmla="*/ 6 h 4715"/>
                </a:gdLst>
                <a:ahLst/>
                <a:cxnLst>
                  <a:cxn ang="0">
                    <a:pos x="connsiteX0" y="connsiteY0"/>
                  </a:cxn>
                  <a:cxn ang="0">
                    <a:pos x="connsiteX1" y="connsiteY1"/>
                  </a:cxn>
                  <a:cxn ang="0">
                    <a:pos x="connsiteX2" y="connsiteY2"/>
                  </a:cxn>
                </a:cxnLst>
                <a:rect l="l" t="t" r="r" b="b"/>
                <a:pathLst>
                  <a:path w="12382" h="4715">
                    <a:moveTo>
                      <a:pt x="6688" y="6"/>
                    </a:moveTo>
                    <a:cubicBezTo>
                      <a:pt x="-844" y="-194"/>
                      <a:pt x="-3119" y="4612"/>
                      <a:pt x="5688" y="4710"/>
                    </a:cubicBezTo>
                    <a:cubicBezTo>
                      <a:pt x="13232" y="4903"/>
                      <a:pt x="15501" y="103"/>
                      <a:pt x="6688"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3" name="Freeform: Shape 552">
                <a:extLst>
                  <a:ext uri="{FF2B5EF4-FFF2-40B4-BE49-F238E27FC236}">
                    <a16:creationId xmlns:a16="http://schemas.microsoft.com/office/drawing/2014/main" id="{7CB361BD-D5B0-494F-0111-B81215207C08}"/>
                  </a:ext>
                </a:extLst>
              </p:cNvPr>
              <p:cNvSpPr/>
              <p:nvPr/>
            </p:nvSpPr>
            <p:spPr>
              <a:xfrm>
                <a:off x="4484503" y="7112894"/>
                <a:ext cx="11949" cy="4159"/>
              </a:xfrm>
              <a:custGeom>
                <a:avLst/>
                <a:gdLst>
                  <a:gd name="connsiteX0" fmla="*/ 6361 w 11949"/>
                  <a:gd name="connsiteY0" fmla="*/ 0 h 4159"/>
                  <a:gd name="connsiteX1" fmla="*/ 0 w 11949"/>
                  <a:gd name="connsiteY1" fmla="*/ 2052 h 4159"/>
                  <a:gd name="connsiteX2" fmla="*/ 6361 w 11949"/>
                  <a:gd name="connsiteY2" fmla="*/ 0 h 4159"/>
                </a:gdLst>
                <a:ahLst/>
                <a:cxnLst>
                  <a:cxn ang="0">
                    <a:pos x="connsiteX0" y="connsiteY0"/>
                  </a:cxn>
                  <a:cxn ang="0">
                    <a:pos x="connsiteX1" y="connsiteY1"/>
                  </a:cxn>
                  <a:cxn ang="0">
                    <a:pos x="connsiteX2" y="connsiteY2"/>
                  </a:cxn>
                </a:cxnLst>
                <a:rect l="l" t="t" r="r" b="b"/>
                <a:pathLst>
                  <a:path w="11949" h="4159">
                    <a:moveTo>
                      <a:pt x="6361" y="0"/>
                    </a:moveTo>
                    <a:cubicBezTo>
                      <a:pt x="3097" y="0"/>
                      <a:pt x="246" y="915"/>
                      <a:pt x="0" y="2052"/>
                    </a:cubicBezTo>
                    <a:cubicBezTo>
                      <a:pt x="1297" y="7287"/>
                      <a:pt x="21471" y="1280"/>
                      <a:pt x="636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4" name="Freeform: Shape 553">
                <a:extLst>
                  <a:ext uri="{FF2B5EF4-FFF2-40B4-BE49-F238E27FC236}">
                    <a16:creationId xmlns:a16="http://schemas.microsoft.com/office/drawing/2014/main" id="{C8406BFD-ABEC-B8FB-6B9B-C27763C793C4}"/>
                  </a:ext>
                </a:extLst>
              </p:cNvPr>
              <p:cNvSpPr/>
              <p:nvPr/>
            </p:nvSpPr>
            <p:spPr>
              <a:xfrm>
                <a:off x="4788295" y="5894192"/>
                <a:ext cx="7608" cy="4192"/>
              </a:xfrm>
              <a:custGeom>
                <a:avLst/>
                <a:gdLst>
                  <a:gd name="connsiteX0" fmla="*/ 3915 w 7608"/>
                  <a:gd name="connsiteY0" fmla="*/ 1584 h 4192"/>
                  <a:gd name="connsiteX1" fmla="*/ 0 w 7608"/>
                  <a:gd name="connsiteY1" fmla="*/ 4162 h 4192"/>
                  <a:gd name="connsiteX2" fmla="*/ 3915 w 7608"/>
                  <a:gd name="connsiteY2" fmla="*/ 1584 h 4192"/>
                </a:gdLst>
                <a:ahLst/>
                <a:cxnLst>
                  <a:cxn ang="0">
                    <a:pos x="connsiteX0" y="connsiteY0"/>
                  </a:cxn>
                  <a:cxn ang="0">
                    <a:pos x="connsiteX1" y="connsiteY1"/>
                  </a:cxn>
                  <a:cxn ang="0">
                    <a:pos x="connsiteX2" y="connsiteY2"/>
                  </a:cxn>
                </a:cxnLst>
                <a:rect l="l" t="t" r="r" b="b"/>
                <a:pathLst>
                  <a:path w="7608" h="4192">
                    <a:moveTo>
                      <a:pt x="3915" y="1584"/>
                    </a:moveTo>
                    <a:cubicBezTo>
                      <a:pt x="1840" y="2699"/>
                      <a:pt x="86" y="3847"/>
                      <a:pt x="0" y="4162"/>
                    </a:cubicBezTo>
                    <a:cubicBezTo>
                      <a:pt x="1206" y="4745"/>
                      <a:pt x="13647" y="-3308"/>
                      <a:pt x="3915" y="158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5" name="Freeform: Shape 554">
                <a:extLst>
                  <a:ext uri="{FF2B5EF4-FFF2-40B4-BE49-F238E27FC236}">
                    <a16:creationId xmlns:a16="http://schemas.microsoft.com/office/drawing/2014/main" id="{FFD51275-BBB3-2B86-996A-50E2055913DA}"/>
                  </a:ext>
                </a:extLst>
              </p:cNvPr>
              <p:cNvSpPr/>
              <p:nvPr/>
            </p:nvSpPr>
            <p:spPr>
              <a:xfrm>
                <a:off x="4768835" y="5964346"/>
                <a:ext cx="8018" cy="5401"/>
              </a:xfrm>
              <a:custGeom>
                <a:avLst/>
                <a:gdLst>
                  <a:gd name="connsiteX0" fmla="*/ 4143 w 8018"/>
                  <a:gd name="connsiteY0" fmla="*/ 2108 h 5401"/>
                  <a:gd name="connsiteX1" fmla="*/ 0 w 8018"/>
                  <a:gd name="connsiteY1" fmla="*/ 5383 h 5401"/>
                  <a:gd name="connsiteX2" fmla="*/ 4143 w 8018"/>
                  <a:gd name="connsiteY2" fmla="*/ 2108 h 5401"/>
                </a:gdLst>
                <a:ahLst/>
                <a:cxnLst>
                  <a:cxn ang="0">
                    <a:pos x="connsiteX0" y="connsiteY0"/>
                  </a:cxn>
                  <a:cxn ang="0">
                    <a:pos x="connsiteX1" y="connsiteY1"/>
                  </a:cxn>
                  <a:cxn ang="0">
                    <a:pos x="connsiteX2" y="connsiteY2"/>
                  </a:cxn>
                </a:cxnLst>
                <a:rect l="l" t="t" r="r" b="b"/>
                <a:pathLst>
                  <a:path w="8018" h="5401">
                    <a:moveTo>
                      <a:pt x="4143" y="2108"/>
                    </a:moveTo>
                    <a:cubicBezTo>
                      <a:pt x="1949" y="3553"/>
                      <a:pt x="97" y="5017"/>
                      <a:pt x="0" y="5383"/>
                    </a:cubicBezTo>
                    <a:cubicBezTo>
                      <a:pt x="1377" y="5891"/>
                      <a:pt x="14328" y="-4264"/>
                      <a:pt x="4143" y="21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6" name="Freeform: Shape 555">
                <a:extLst>
                  <a:ext uri="{FF2B5EF4-FFF2-40B4-BE49-F238E27FC236}">
                    <a16:creationId xmlns:a16="http://schemas.microsoft.com/office/drawing/2014/main" id="{F022A583-FCA4-6C36-F951-936CA041A9D0}"/>
                  </a:ext>
                </a:extLst>
              </p:cNvPr>
              <p:cNvSpPr/>
              <p:nvPr/>
            </p:nvSpPr>
            <p:spPr>
              <a:xfrm>
                <a:off x="4757971" y="6008693"/>
                <a:ext cx="8214" cy="5907"/>
              </a:xfrm>
              <a:custGeom>
                <a:avLst/>
                <a:gdLst>
                  <a:gd name="connsiteX0" fmla="*/ 4263 w 8214"/>
                  <a:gd name="connsiteY0" fmla="*/ 2200 h 5907"/>
                  <a:gd name="connsiteX1" fmla="*/ 0 w 8214"/>
                  <a:gd name="connsiteY1" fmla="*/ 5869 h 5907"/>
                  <a:gd name="connsiteX2" fmla="*/ 4263 w 8214"/>
                  <a:gd name="connsiteY2" fmla="*/ 2200 h 5907"/>
                </a:gdLst>
                <a:ahLst/>
                <a:cxnLst>
                  <a:cxn ang="0">
                    <a:pos x="connsiteX0" y="connsiteY0"/>
                  </a:cxn>
                  <a:cxn ang="0">
                    <a:pos x="connsiteX1" y="connsiteY1"/>
                  </a:cxn>
                  <a:cxn ang="0">
                    <a:pos x="connsiteX2" y="connsiteY2"/>
                  </a:cxn>
                </a:cxnLst>
                <a:rect l="l" t="t" r="r" b="b"/>
                <a:pathLst>
                  <a:path w="8214" h="5907">
                    <a:moveTo>
                      <a:pt x="4263" y="2200"/>
                    </a:moveTo>
                    <a:cubicBezTo>
                      <a:pt x="2012" y="3778"/>
                      <a:pt x="103" y="5412"/>
                      <a:pt x="0" y="5869"/>
                    </a:cubicBezTo>
                    <a:cubicBezTo>
                      <a:pt x="1492" y="6641"/>
                      <a:pt x="14630" y="-4612"/>
                      <a:pt x="4263" y="22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7" name="Freeform: Shape 556">
                <a:extLst>
                  <a:ext uri="{FF2B5EF4-FFF2-40B4-BE49-F238E27FC236}">
                    <a16:creationId xmlns:a16="http://schemas.microsoft.com/office/drawing/2014/main" id="{EF605231-D84E-756A-AA71-58F04F82BABE}"/>
                  </a:ext>
                </a:extLst>
              </p:cNvPr>
              <p:cNvSpPr/>
              <p:nvPr/>
            </p:nvSpPr>
            <p:spPr>
              <a:xfrm>
                <a:off x="4746136" y="6064476"/>
                <a:ext cx="8399" cy="6106"/>
              </a:xfrm>
              <a:custGeom>
                <a:avLst/>
                <a:gdLst>
                  <a:gd name="connsiteX0" fmla="*/ 4372 w 8399"/>
                  <a:gd name="connsiteY0" fmla="*/ 2105 h 6106"/>
                  <a:gd name="connsiteX1" fmla="*/ 0 w 8399"/>
                  <a:gd name="connsiteY1" fmla="*/ 6019 h 6106"/>
                  <a:gd name="connsiteX2" fmla="*/ 4372 w 8399"/>
                  <a:gd name="connsiteY2" fmla="*/ 2105 h 6106"/>
                </a:gdLst>
                <a:ahLst/>
                <a:cxnLst>
                  <a:cxn ang="0">
                    <a:pos x="connsiteX0" y="connsiteY0"/>
                  </a:cxn>
                  <a:cxn ang="0">
                    <a:pos x="connsiteX1" y="connsiteY1"/>
                  </a:cxn>
                  <a:cxn ang="0">
                    <a:pos x="connsiteX2" y="connsiteY2"/>
                  </a:cxn>
                </a:cxnLst>
                <a:rect l="l" t="t" r="r" b="b"/>
                <a:pathLst>
                  <a:path w="8399" h="6106">
                    <a:moveTo>
                      <a:pt x="4372" y="2105"/>
                    </a:moveTo>
                    <a:cubicBezTo>
                      <a:pt x="2069" y="3704"/>
                      <a:pt x="108" y="5453"/>
                      <a:pt x="0" y="6019"/>
                    </a:cubicBezTo>
                    <a:cubicBezTo>
                      <a:pt x="1623" y="7231"/>
                      <a:pt x="14910" y="-4685"/>
                      <a:pt x="4372" y="210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8" name="Freeform: Shape 557">
                <a:extLst>
                  <a:ext uri="{FF2B5EF4-FFF2-40B4-BE49-F238E27FC236}">
                    <a16:creationId xmlns:a16="http://schemas.microsoft.com/office/drawing/2014/main" id="{E0FFDC51-3CD7-05BA-308C-5A4C91504DB5}"/>
                  </a:ext>
                </a:extLst>
              </p:cNvPr>
              <p:cNvSpPr/>
              <p:nvPr/>
            </p:nvSpPr>
            <p:spPr>
              <a:xfrm>
                <a:off x="4778820" y="5927815"/>
                <a:ext cx="7821" cy="4795"/>
              </a:xfrm>
              <a:custGeom>
                <a:avLst/>
                <a:gdLst>
                  <a:gd name="connsiteX0" fmla="*/ 4023 w 7821"/>
                  <a:gd name="connsiteY0" fmla="*/ 1886 h 4795"/>
                  <a:gd name="connsiteX1" fmla="*/ 0 w 7821"/>
                  <a:gd name="connsiteY1" fmla="*/ 4778 h 4795"/>
                  <a:gd name="connsiteX2" fmla="*/ 4023 w 7821"/>
                  <a:gd name="connsiteY2" fmla="*/ 1886 h 4795"/>
                </a:gdLst>
                <a:ahLst/>
                <a:cxnLst>
                  <a:cxn ang="0">
                    <a:pos x="connsiteX0" y="connsiteY0"/>
                  </a:cxn>
                  <a:cxn ang="0">
                    <a:pos x="connsiteX1" y="connsiteY1"/>
                  </a:cxn>
                  <a:cxn ang="0">
                    <a:pos x="connsiteX2" y="connsiteY2"/>
                  </a:cxn>
                </a:cxnLst>
                <a:rect l="l" t="t" r="r" b="b"/>
                <a:pathLst>
                  <a:path w="7821" h="4795">
                    <a:moveTo>
                      <a:pt x="4023" y="1886"/>
                    </a:moveTo>
                    <a:cubicBezTo>
                      <a:pt x="1892" y="3172"/>
                      <a:pt x="91" y="4457"/>
                      <a:pt x="0" y="4778"/>
                    </a:cubicBezTo>
                    <a:cubicBezTo>
                      <a:pt x="1240" y="5246"/>
                      <a:pt x="14030" y="-3806"/>
                      <a:pt x="4023" y="188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59" name="Freeform: Shape 558">
                <a:extLst>
                  <a:ext uri="{FF2B5EF4-FFF2-40B4-BE49-F238E27FC236}">
                    <a16:creationId xmlns:a16="http://schemas.microsoft.com/office/drawing/2014/main" id="{474889BF-6371-A1E9-BAAE-6545776B16DF}"/>
                  </a:ext>
                </a:extLst>
              </p:cNvPr>
              <p:cNvSpPr/>
              <p:nvPr/>
            </p:nvSpPr>
            <p:spPr>
              <a:xfrm>
                <a:off x="4797628" y="5858560"/>
                <a:ext cx="7396" cy="3738"/>
              </a:xfrm>
              <a:custGeom>
                <a:avLst/>
                <a:gdLst>
                  <a:gd name="connsiteX0" fmla="*/ 3818 w 7396"/>
                  <a:gd name="connsiteY0" fmla="*/ 1275 h 3738"/>
                  <a:gd name="connsiteX1" fmla="*/ 0 w 7396"/>
                  <a:gd name="connsiteY1" fmla="*/ 3669 h 3738"/>
                  <a:gd name="connsiteX2" fmla="*/ 3818 w 7396"/>
                  <a:gd name="connsiteY2" fmla="*/ 1275 h 3738"/>
                </a:gdLst>
                <a:ahLst/>
                <a:cxnLst>
                  <a:cxn ang="0">
                    <a:pos x="connsiteX0" y="connsiteY0"/>
                  </a:cxn>
                  <a:cxn ang="0">
                    <a:pos x="connsiteX1" y="connsiteY1"/>
                  </a:cxn>
                  <a:cxn ang="0">
                    <a:pos x="connsiteX2" y="connsiteY2"/>
                  </a:cxn>
                </a:cxnLst>
                <a:rect l="l" t="t" r="r" b="b"/>
                <a:pathLst>
                  <a:path w="7396" h="3738">
                    <a:moveTo>
                      <a:pt x="3818" y="1275"/>
                    </a:moveTo>
                    <a:cubicBezTo>
                      <a:pt x="1795" y="2246"/>
                      <a:pt x="86" y="3315"/>
                      <a:pt x="0" y="3669"/>
                    </a:cubicBezTo>
                    <a:cubicBezTo>
                      <a:pt x="1212" y="4526"/>
                      <a:pt x="13242" y="-2880"/>
                      <a:pt x="3818" y="12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0" name="Freeform: Shape 559">
                <a:extLst>
                  <a:ext uri="{FF2B5EF4-FFF2-40B4-BE49-F238E27FC236}">
                    <a16:creationId xmlns:a16="http://schemas.microsoft.com/office/drawing/2014/main" id="{4484157D-39E0-9D5A-2E4D-5652BF658A28}"/>
                  </a:ext>
                </a:extLst>
              </p:cNvPr>
              <p:cNvSpPr/>
              <p:nvPr/>
            </p:nvSpPr>
            <p:spPr>
              <a:xfrm>
                <a:off x="4702450" y="6311803"/>
                <a:ext cx="8789" cy="4179"/>
              </a:xfrm>
              <a:custGeom>
                <a:avLst/>
                <a:gdLst>
                  <a:gd name="connsiteX0" fmla="*/ 4601 w 8789"/>
                  <a:gd name="connsiteY0" fmla="*/ 860 h 4179"/>
                  <a:gd name="connsiteX1" fmla="*/ 0 w 8789"/>
                  <a:gd name="connsiteY1" fmla="*/ 3774 h 4179"/>
                  <a:gd name="connsiteX2" fmla="*/ 4601 w 8789"/>
                  <a:gd name="connsiteY2" fmla="*/ 860 h 4179"/>
                </a:gdLst>
                <a:ahLst/>
                <a:cxnLst>
                  <a:cxn ang="0">
                    <a:pos x="connsiteX0" y="connsiteY0"/>
                  </a:cxn>
                  <a:cxn ang="0">
                    <a:pos x="connsiteX1" y="connsiteY1"/>
                  </a:cxn>
                  <a:cxn ang="0">
                    <a:pos x="connsiteX2" y="connsiteY2"/>
                  </a:cxn>
                </a:cxnLst>
                <a:rect l="l" t="t" r="r" b="b"/>
                <a:pathLst>
                  <a:path w="8789" h="4179">
                    <a:moveTo>
                      <a:pt x="4601" y="860"/>
                    </a:moveTo>
                    <a:cubicBezTo>
                      <a:pt x="2195" y="1791"/>
                      <a:pt x="132" y="3100"/>
                      <a:pt x="0" y="3774"/>
                    </a:cubicBezTo>
                    <a:cubicBezTo>
                      <a:pt x="1526" y="6129"/>
                      <a:pt x="15648" y="-2707"/>
                      <a:pt x="4601" y="8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1" name="Freeform: Shape 560">
                <a:extLst>
                  <a:ext uri="{FF2B5EF4-FFF2-40B4-BE49-F238E27FC236}">
                    <a16:creationId xmlns:a16="http://schemas.microsoft.com/office/drawing/2014/main" id="{1A2C0F4F-984C-2677-78FD-2F3FA1B239A3}"/>
                  </a:ext>
                </a:extLst>
              </p:cNvPr>
              <p:cNvSpPr/>
              <p:nvPr/>
            </p:nvSpPr>
            <p:spPr>
              <a:xfrm>
                <a:off x="4732701" y="6139736"/>
                <a:ext cx="8286" cy="5759"/>
              </a:xfrm>
              <a:custGeom>
                <a:avLst/>
                <a:gdLst>
                  <a:gd name="connsiteX0" fmla="*/ 4382 w 8286"/>
                  <a:gd name="connsiteY0" fmla="*/ 1494 h 5759"/>
                  <a:gd name="connsiteX1" fmla="*/ 3896 w 8286"/>
                  <a:gd name="connsiteY1" fmla="*/ 4288 h 5759"/>
                  <a:gd name="connsiteX2" fmla="*/ 4382 w 8286"/>
                  <a:gd name="connsiteY2" fmla="*/ 1494 h 5759"/>
                </a:gdLst>
                <a:ahLst/>
                <a:cxnLst>
                  <a:cxn ang="0">
                    <a:pos x="connsiteX0" y="connsiteY0"/>
                  </a:cxn>
                  <a:cxn ang="0">
                    <a:pos x="connsiteX1" y="connsiteY1"/>
                  </a:cxn>
                  <a:cxn ang="0">
                    <a:pos x="connsiteX2" y="connsiteY2"/>
                  </a:cxn>
                </a:cxnLst>
                <a:rect l="l" t="t" r="r" b="b"/>
                <a:pathLst>
                  <a:path w="8286" h="5759">
                    <a:moveTo>
                      <a:pt x="4382" y="1494"/>
                    </a:moveTo>
                    <a:cubicBezTo>
                      <a:pt x="73" y="3871"/>
                      <a:pt x="-2608" y="7969"/>
                      <a:pt x="3896" y="4288"/>
                    </a:cubicBezTo>
                    <a:cubicBezTo>
                      <a:pt x="8217" y="1911"/>
                      <a:pt x="10897" y="-2238"/>
                      <a:pt x="4382" y="14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2" name="Freeform: Shape 561">
                <a:extLst>
                  <a:ext uri="{FF2B5EF4-FFF2-40B4-BE49-F238E27FC236}">
                    <a16:creationId xmlns:a16="http://schemas.microsoft.com/office/drawing/2014/main" id="{583667AC-9AAD-5266-8FF4-BDF259B53639}"/>
                  </a:ext>
                </a:extLst>
              </p:cNvPr>
              <p:cNvSpPr/>
              <p:nvPr/>
            </p:nvSpPr>
            <p:spPr>
              <a:xfrm>
                <a:off x="4687412" y="6398332"/>
                <a:ext cx="8743" cy="4856"/>
              </a:xfrm>
              <a:custGeom>
                <a:avLst/>
                <a:gdLst>
                  <a:gd name="connsiteX0" fmla="*/ 4637 w 8743"/>
                  <a:gd name="connsiteY0" fmla="*/ 278 h 4856"/>
                  <a:gd name="connsiteX1" fmla="*/ 4099 w 8743"/>
                  <a:gd name="connsiteY1" fmla="*/ 4599 h 4856"/>
                  <a:gd name="connsiteX2" fmla="*/ 4637 w 8743"/>
                  <a:gd name="connsiteY2" fmla="*/ 278 h 4856"/>
                </a:gdLst>
                <a:ahLst/>
                <a:cxnLst>
                  <a:cxn ang="0">
                    <a:pos x="connsiteX0" y="connsiteY0"/>
                  </a:cxn>
                  <a:cxn ang="0">
                    <a:pos x="connsiteX1" y="connsiteY1"/>
                  </a:cxn>
                  <a:cxn ang="0">
                    <a:pos x="connsiteX2" y="connsiteY2"/>
                  </a:cxn>
                </a:cxnLst>
                <a:rect l="l" t="t" r="r" b="b"/>
                <a:pathLst>
                  <a:path w="8743" h="4856">
                    <a:moveTo>
                      <a:pt x="4637" y="278"/>
                    </a:moveTo>
                    <a:cubicBezTo>
                      <a:pt x="-244" y="1268"/>
                      <a:pt x="-2501" y="6000"/>
                      <a:pt x="4099" y="4599"/>
                    </a:cubicBezTo>
                    <a:cubicBezTo>
                      <a:pt x="8980" y="3656"/>
                      <a:pt x="11255" y="-1201"/>
                      <a:pt x="4637" y="2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3" name="Freeform: Shape 562">
                <a:extLst>
                  <a:ext uri="{FF2B5EF4-FFF2-40B4-BE49-F238E27FC236}">
                    <a16:creationId xmlns:a16="http://schemas.microsoft.com/office/drawing/2014/main" id="{38574680-D9B5-CA54-C690-2CE2679F083E}"/>
                  </a:ext>
                </a:extLst>
              </p:cNvPr>
              <p:cNvSpPr/>
              <p:nvPr/>
            </p:nvSpPr>
            <p:spPr>
              <a:xfrm>
                <a:off x="4670722" y="6540478"/>
                <a:ext cx="8929" cy="4200"/>
              </a:xfrm>
              <a:custGeom>
                <a:avLst/>
                <a:gdLst>
                  <a:gd name="connsiteX0" fmla="*/ 4742 w 8929"/>
                  <a:gd name="connsiteY0" fmla="*/ 19 h 4200"/>
                  <a:gd name="connsiteX1" fmla="*/ 4182 w 8929"/>
                  <a:gd name="connsiteY1" fmla="*/ 4174 h 4200"/>
                  <a:gd name="connsiteX2" fmla="*/ 4742 w 8929"/>
                  <a:gd name="connsiteY2" fmla="*/ 19 h 4200"/>
                </a:gdLst>
                <a:ahLst/>
                <a:cxnLst>
                  <a:cxn ang="0">
                    <a:pos x="connsiteX0" y="connsiteY0"/>
                  </a:cxn>
                  <a:cxn ang="0">
                    <a:pos x="connsiteX1" y="connsiteY1"/>
                  </a:cxn>
                  <a:cxn ang="0">
                    <a:pos x="connsiteX2" y="connsiteY2"/>
                  </a:cxn>
                </a:cxnLst>
                <a:rect l="l" t="t" r="r" b="b"/>
                <a:pathLst>
                  <a:path w="8929" h="4200">
                    <a:moveTo>
                      <a:pt x="4742" y="19"/>
                    </a:moveTo>
                    <a:cubicBezTo>
                      <a:pt x="-956" y="-313"/>
                      <a:pt x="-1967" y="3859"/>
                      <a:pt x="4182" y="4174"/>
                    </a:cubicBezTo>
                    <a:cubicBezTo>
                      <a:pt x="9909" y="4574"/>
                      <a:pt x="10880" y="299"/>
                      <a:pt x="4742"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4" name="Freeform: Shape 563">
                <a:extLst>
                  <a:ext uri="{FF2B5EF4-FFF2-40B4-BE49-F238E27FC236}">
                    <a16:creationId xmlns:a16="http://schemas.microsoft.com/office/drawing/2014/main" id="{A7FD399D-9D99-2895-D968-F498CD7C9D64}"/>
                  </a:ext>
                </a:extLst>
              </p:cNvPr>
              <p:cNvSpPr/>
              <p:nvPr/>
            </p:nvSpPr>
            <p:spPr>
              <a:xfrm>
                <a:off x="4717435" y="6228244"/>
                <a:ext cx="8648" cy="5059"/>
              </a:xfrm>
              <a:custGeom>
                <a:avLst/>
                <a:gdLst>
                  <a:gd name="connsiteX0" fmla="*/ 4549 w 8648"/>
                  <a:gd name="connsiteY0" fmla="*/ 1082 h 5059"/>
                  <a:gd name="connsiteX1" fmla="*/ 0 w 8648"/>
                  <a:gd name="connsiteY1" fmla="*/ 4609 h 5059"/>
                  <a:gd name="connsiteX2" fmla="*/ 4549 w 8648"/>
                  <a:gd name="connsiteY2" fmla="*/ 1082 h 5059"/>
                </a:gdLst>
                <a:ahLst/>
                <a:cxnLst>
                  <a:cxn ang="0">
                    <a:pos x="connsiteX0" y="connsiteY0"/>
                  </a:cxn>
                  <a:cxn ang="0">
                    <a:pos x="connsiteX1" y="connsiteY1"/>
                  </a:cxn>
                  <a:cxn ang="0">
                    <a:pos x="connsiteX2" y="connsiteY2"/>
                  </a:cxn>
                </a:cxnLst>
                <a:rect l="l" t="t" r="r" b="b"/>
                <a:pathLst>
                  <a:path w="8648" h="5059">
                    <a:moveTo>
                      <a:pt x="4549" y="1082"/>
                    </a:moveTo>
                    <a:cubicBezTo>
                      <a:pt x="2177" y="2226"/>
                      <a:pt x="143" y="3803"/>
                      <a:pt x="0" y="4609"/>
                    </a:cubicBezTo>
                    <a:cubicBezTo>
                      <a:pt x="1612" y="7329"/>
                      <a:pt x="15333" y="-3324"/>
                      <a:pt x="4549" y="10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5" name="Freeform: Shape 564">
                <a:extLst>
                  <a:ext uri="{FF2B5EF4-FFF2-40B4-BE49-F238E27FC236}">
                    <a16:creationId xmlns:a16="http://schemas.microsoft.com/office/drawing/2014/main" id="{46715F80-85DA-45A3-735F-0881E4E39BB4}"/>
                  </a:ext>
                </a:extLst>
              </p:cNvPr>
              <p:cNvSpPr/>
              <p:nvPr/>
            </p:nvSpPr>
            <p:spPr>
              <a:xfrm>
                <a:off x="4653884" y="6622992"/>
                <a:ext cx="9490" cy="2043"/>
              </a:xfrm>
              <a:custGeom>
                <a:avLst/>
                <a:gdLst>
                  <a:gd name="connsiteX0" fmla="*/ 4966 w 9490"/>
                  <a:gd name="connsiteY0" fmla="*/ 155 h 2043"/>
                  <a:gd name="connsiteX1" fmla="*/ 0 w 9490"/>
                  <a:gd name="connsiteY1" fmla="*/ 498 h 2043"/>
                  <a:gd name="connsiteX2" fmla="*/ 4966 w 9490"/>
                  <a:gd name="connsiteY2" fmla="*/ 155 h 2043"/>
                </a:gdLst>
                <a:ahLst/>
                <a:cxnLst>
                  <a:cxn ang="0">
                    <a:pos x="connsiteX0" y="connsiteY0"/>
                  </a:cxn>
                  <a:cxn ang="0">
                    <a:pos x="connsiteX1" y="connsiteY1"/>
                  </a:cxn>
                  <a:cxn ang="0">
                    <a:pos x="connsiteX2" y="connsiteY2"/>
                  </a:cxn>
                </a:cxnLst>
                <a:rect l="l" t="t" r="r" b="b"/>
                <a:pathLst>
                  <a:path w="9490" h="2043">
                    <a:moveTo>
                      <a:pt x="4966" y="155"/>
                    </a:moveTo>
                    <a:cubicBezTo>
                      <a:pt x="2377" y="-148"/>
                      <a:pt x="154" y="7"/>
                      <a:pt x="0" y="498"/>
                    </a:cubicBezTo>
                    <a:cubicBezTo>
                      <a:pt x="971" y="2904"/>
                      <a:pt x="17151" y="2275"/>
                      <a:pt x="4966" y="1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6" name="Freeform: Shape 565">
                <a:extLst>
                  <a:ext uri="{FF2B5EF4-FFF2-40B4-BE49-F238E27FC236}">
                    <a16:creationId xmlns:a16="http://schemas.microsoft.com/office/drawing/2014/main" id="{FBD484C0-60B5-ACCF-79E5-61FBD54C891B}"/>
                  </a:ext>
                </a:extLst>
              </p:cNvPr>
              <p:cNvSpPr/>
              <p:nvPr/>
            </p:nvSpPr>
            <p:spPr>
              <a:xfrm>
                <a:off x="4395697" y="7526146"/>
                <a:ext cx="12876" cy="5262"/>
              </a:xfrm>
              <a:custGeom>
                <a:avLst/>
                <a:gdLst>
                  <a:gd name="connsiteX0" fmla="*/ 7092 w 12876"/>
                  <a:gd name="connsiteY0" fmla="*/ 0 h 5262"/>
                  <a:gd name="connsiteX1" fmla="*/ 0 w 12876"/>
                  <a:gd name="connsiteY1" fmla="*/ 2521 h 5262"/>
                  <a:gd name="connsiteX2" fmla="*/ 7092 w 12876"/>
                  <a:gd name="connsiteY2" fmla="*/ 0 h 5262"/>
                </a:gdLst>
                <a:ahLst/>
                <a:cxnLst>
                  <a:cxn ang="0">
                    <a:pos x="connsiteX0" y="connsiteY0"/>
                  </a:cxn>
                  <a:cxn ang="0">
                    <a:pos x="connsiteX1" y="connsiteY1"/>
                  </a:cxn>
                  <a:cxn ang="0">
                    <a:pos x="connsiteX2" y="connsiteY2"/>
                  </a:cxn>
                </a:cxnLst>
                <a:rect l="l" t="t" r="r" b="b"/>
                <a:pathLst>
                  <a:path w="12876" h="5262">
                    <a:moveTo>
                      <a:pt x="7092" y="0"/>
                    </a:moveTo>
                    <a:cubicBezTo>
                      <a:pt x="4658" y="57"/>
                      <a:pt x="869" y="451"/>
                      <a:pt x="0" y="2521"/>
                    </a:cubicBezTo>
                    <a:cubicBezTo>
                      <a:pt x="2640" y="9516"/>
                      <a:pt x="22460" y="1046"/>
                      <a:pt x="709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7" name="Freeform: Shape 566">
                <a:extLst>
                  <a:ext uri="{FF2B5EF4-FFF2-40B4-BE49-F238E27FC236}">
                    <a16:creationId xmlns:a16="http://schemas.microsoft.com/office/drawing/2014/main" id="{870D72AD-526F-34E3-C1CB-5757DF879BAA}"/>
                  </a:ext>
                </a:extLst>
              </p:cNvPr>
              <p:cNvSpPr/>
              <p:nvPr/>
            </p:nvSpPr>
            <p:spPr>
              <a:xfrm>
                <a:off x="4611513" y="5882201"/>
                <a:ext cx="6878" cy="2048"/>
              </a:xfrm>
              <a:custGeom>
                <a:avLst/>
                <a:gdLst>
                  <a:gd name="connsiteX0" fmla="*/ 3806 w 6878"/>
                  <a:gd name="connsiteY0" fmla="*/ 185 h 2048"/>
                  <a:gd name="connsiteX1" fmla="*/ 0 w 6878"/>
                  <a:gd name="connsiteY1" fmla="*/ 1592 h 2048"/>
                  <a:gd name="connsiteX2" fmla="*/ 3806 w 6878"/>
                  <a:gd name="connsiteY2" fmla="*/ 185 h 2048"/>
                </a:gdLst>
                <a:ahLst/>
                <a:cxnLst>
                  <a:cxn ang="0">
                    <a:pos x="connsiteX0" y="connsiteY0"/>
                  </a:cxn>
                  <a:cxn ang="0">
                    <a:pos x="connsiteX1" y="connsiteY1"/>
                  </a:cxn>
                  <a:cxn ang="0">
                    <a:pos x="connsiteX2" y="connsiteY2"/>
                  </a:cxn>
                </a:cxnLst>
                <a:rect l="l" t="t" r="r" b="b"/>
                <a:pathLst>
                  <a:path w="6878" h="2048">
                    <a:moveTo>
                      <a:pt x="3806" y="185"/>
                    </a:moveTo>
                    <a:cubicBezTo>
                      <a:pt x="2560" y="454"/>
                      <a:pt x="606" y="791"/>
                      <a:pt x="0" y="1592"/>
                    </a:cubicBezTo>
                    <a:cubicBezTo>
                      <a:pt x="1972" y="3426"/>
                      <a:pt x="11767" y="-929"/>
                      <a:pt x="3806" y="1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8" name="Freeform: Shape 567">
                <a:extLst>
                  <a:ext uri="{FF2B5EF4-FFF2-40B4-BE49-F238E27FC236}">
                    <a16:creationId xmlns:a16="http://schemas.microsoft.com/office/drawing/2014/main" id="{1E2AB3EF-836F-8B48-A51B-B4868FD6A424}"/>
                  </a:ext>
                </a:extLst>
              </p:cNvPr>
              <p:cNvSpPr/>
              <p:nvPr/>
            </p:nvSpPr>
            <p:spPr>
              <a:xfrm>
                <a:off x="4397223" y="6600412"/>
                <a:ext cx="9493" cy="1896"/>
              </a:xfrm>
              <a:custGeom>
                <a:avLst/>
                <a:gdLst>
                  <a:gd name="connsiteX0" fmla="*/ 5081 w 9493"/>
                  <a:gd name="connsiteY0" fmla="*/ 29 h 1896"/>
                  <a:gd name="connsiteX1" fmla="*/ 0 w 9493"/>
                  <a:gd name="connsiteY1" fmla="*/ 727 h 1896"/>
                  <a:gd name="connsiteX2" fmla="*/ 5081 w 9493"/>
                  <a:gd name="connsiteY2" fmla="*/ 29 h 1896"/>
                </a:gdLst>
                <a:ahLst/>
                <a:cxnLst>
                  <a:cxn ang="0">
                    <a:pos x="connsiteX0" y="connsiteY0"/>
                  </a:cxn>
                  <a:cxn ang="0">
                    <a:pos x="connsiteX1" y="connsiteY1"/>
                  </a:cxn>
                  <a:cxn ang="0">
                    <a:pos x="connsiteX2" y="connsiteY2"/>
                  </a:cxn>
                </a:cxnLst>
                <a:rect l="l" t="t" r="r" b="b"/>
                <a:pathLst>
                  <a:path w="9493" h="1896">
                    <a:moveTo>
                      <a:pt x="5081" y="29"/>
                    </a:moveTo>
                    <a:cubicBezTo>
                      <a:pt x="2486" y="-102"/>
                      <a:pt x="211" y="218"/>
                      <a:pt x="0" y="727"/>
                    </a:cubicBezTo>
                    <a:cubicBezTo>
                      <a:pt x="897" y="3121"/>
                      <a:pt x="17082" y="1298"/>
                      <a:pt x="5081"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69" name="Freeform: Shape 568">
                <a:extLst>
                  <a:ext uri="{FF2B5EF4-FFF2-40B4-BE49-F238E27FC236}">
                    <a16:creationId xmlns:a16="http://schemas.microsoft.com/office/drawing/2014/main" id="{BAB8D6B1-35D0-5E6D-55AE-596DF4FB8073}"/>
                  </a:ext>
                </a:extLst>
              </p:cNvPr>
              <p:cNvSpPr/>
              <p:nvPr/>
            </p:nvSpPr>
            <p:spPr>
              <a:xfrm>
                <a:off x="4320985" y="6676244"/>
                <a:ext cx="10330" cy="741"/>
              </a:xfrm>
              <a:custGeom>
                <a:avLst/>
                <a:gdLst>
                  <a:gd name="connsiteX0" fmla="*/ 5544 w 10330"/>
                  <a:gd name="connsiteY0" fmla="*/ 7 h 741"/>
                  <a:gd name="connsiteX1" fmla="*/ 0 w 10330"/>
                  <a:gd name="connsiteY1" fmla="*/ 304 h 741"/>
                  <a:gd name="connsiteX2" fmla="*/ 5544 w 10330"/>
                  <a:gd name="connsiteY2" fmla="*/ 7 h 741"/>
                </a:gdLst>
                <a:ahLst/>
                <a:cxnLst>
                  <a:cxn ang="0">
                    <a:pos x="connsiteX0" y="connsiteY0"/>
                  </a:cxn>
                  <a:cxn ang="0">
                    <a:pos x="connsiteX1" y="connsiteY1"/>
                  </a:cxn>
                  <a:cxn ang="0">
                    <a:pos x="connsiteX2" y="connsiteY2"/>
                  </a:cxn>
                </a:cxnLst>
                <a:rect l="l" t="t" r="r" b="b"/>
                <a:pathLst>
                  <a:path w="10330" h="741">
                    <a:moveTo>
                      <a:pt x="5544" y="7"/>
                    </a:moveTo>
                    <a:cubicBezTo>
                      <a:pt x="2732" y="-33"/>
                      <a:pt x="251" y="104"/>
                      <a:pt x="0" y="304"/>
                    </a:cubicBezTo>
                    <a:cubicBezTo>
                      <a:pt x="914" y="1230"/>
                      <a:pt x="18597" y="470"/>
                      <a:pt x="5544"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0" name="Freeform: Shape 569">
                <a:extLst>
                  <a:ext uri="{FF2B5EF4-FFF2-40B4-BE49-F238E27FC236}">
                    <a16:creationId xmlns:a16="http://schemas.microsoft.com/office/drawing/2014/main" id="{55329AEE-7CCB-4AFE-27CE-A3A497D5B732}"/>
                  </a:ext>
                </a:extLst>
              </p:cNvPr>
              <p:cNvSpPr/>
              <p:nvPr/>
            </p:nvSpPr>
            <p:spPr>
              <a:xfrm>
                <a:off x="4230937" y="6880127"/>
                <a:ext cx="10892" cy="3624"/>
              </a:xfrm>
              <a:custGeom>
                <a:avLst/>
                <a:gdLst>
                  <a:gd name="connsiteX0" fmla="*/ 5986 w 10892"/>
                  <a:gd name="connsiteY0" fmla="*/ 7 h 3624"/>
                  <a:gd name="connsiteX1" fmla="*/ 4912 w 10892"/>
                  <a:gd name="connsiteY1" fmla="*/ 3618 h 3624"/>
                  <a:gd name="connsiteX2" fmla="*/ 5986 w 10892"/>
                  <a:gd name="connsiteY2" fmla="*/ 7 h 3624"/>
                </a:gdLst>
                <a:ahLst/>
                <a:cxnLst>
                  <a:cxn ang="0">
                    <a:pos x="connsiteX0" y="connsiteY0"/>
                  </a:cxn>
                  <a:cxn ang="0">
                    <a:pos x="connsiteX1" y="connsiteY1"/>
                  </a:cxn>
                  <a:cxn ang="0">
                    <a:pos x="connsiteX2" y="connsiteY2"/>
                  </a:cxn>
                </a:cxnLst>
                <a:rect l="l" t="t" r="r" b="b"/>
                <a:pathLst>
                  <a:path w="10892" h="3624">
                    <a:moveTo>
                      <a:pt x="5986" y="7"/>
                    </a:moveTo>
                    <a:cubicBezTo>
                      <a:pt x="-455" y="-177"/>
                      <a:pt x="-2958" y="3504"/>
                      <a:pt x="4912" y="3618"/>
                    </a:cubicBezTo>
                    <a:cubicBezTo>
                      <a:pt x="11352" y="3801"/>
                      <a:pt x="13844" y="120"/>
                      <a:pt x="5986"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1" name="Freeform: Shape 570">
                <a:extLst>
                  <a:ext uri="{FF2B5EF4-FFF2-40B4-BE49-F238E27FC236}">
                    <a16:creationId xmlns:a16="http://schemas.microsoft.com/office/drawing/2014/main" id="{920B5F3A-3172-311F-5B31-203B3ADE4999}"/>
                  </a:ext>
                </a:extLst>
              </p:cNvPr>
              <p:cNvSpPr/>
              <p:nvPr/>
            </p:nvSpPr>
            <p:spPr>
              <a:xfrm>
                <a:off x="4373209" y="6640241"/>
                <a:ext cx="9770" cy="947"/>
              </a:xfrm>
              <a:custGeom>
                <a:avLst/>
                <a:gdLst>
                  <a:gd name="connsiteX0" fmla="*/ 5224 w 9770"/>
                  <a:gd name="connsiteY0" fmla="*/ 46 h 947"/>
                  <a:gd name="connsiteX1" fmla="*/ 0 w 9770"/>
                  <a:gd name="connsiteY1" fmla="*/ 280 h 947"/>
                  <a:gd name="connsiteX2" fmla="*/ 5224 w 9770"/>
                  <a:gd name="connsiteY2" fmla="*/ 46 h 947"/>
                </a:gdLst>
                <a:ahLst/>
                <a:cxnLst>
                  <a:cxn ang="0">
                    <a:pos x="connsiteX0" y="connsiteY0"/>
                  </a:cxn>
                  <a:cxn ang="0">
                    <a:pos x="connsiteX1" y="connsiteY1"/>
                  </a:cxn>
                  <a:cxn ang="0">
                    <a:pos x="connsiteX2" y="connsiteY2"/>
                  </a:cxn>
                </a:cxnLst>
                <a:rect l="l" t="t" r="r" b="b"/>
                <a:pathLst>
                  <a:path w="9770" h="947">
                    <a:moveTo>
                      <a:pt x="5224" y="46"/>
                    </a:moveTo>
                    <a:cubicBezTo>
                      <a:pt x="2560" y="-69"/>
                      <a:pt x="223" y="40"/>
                      <a:pt x="0" y="280"/>
                    </a:cubicBezTo>
                    <a:cubicBezTo>
                      <a:pt x="897" y="1423"/>
                      <a:pt x="17596" y="932"/>
                      <a:pt x="5224"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2" name="Freeform: Shape 571">
                <a:extLst>
                  <a:ext uri="{FF2B5EF4-FFF2-40B4-BE49-F238E27FC236}">
                    <a16:creationId xmlns:a16="http://schemas.microsoft.com/office/drawing/2014/main" id="{23C6289B-55D2-97A2-AC7E-DB66AE58B15A}"/>
                  </a:ext>
                </a:extLst>
              </p:cNvPr>
              <p:cNvSpPr/>
              <p:nvPr/>
            </p:nvSpPr>
            <p:spPr>
              <a:xfrm>
                <a:off x="4347823" y="6659422"/>
                <a:ext cx="10091" cy="564"/>
              </a:xfrm>
              <a:custGeom>
                <a:avLst/>
                <a:gdLst>
                  <a:gd name="connsiteX0" fmla="*/ 5378 w 10091"/>
                  <a:gd name="connsiteY0" fmla="*/ 38 h 564"/>
                  <a:gd name="connsiteX1" fmla="*/ 0 w 10091"/>
                  <a:gd name="connsiteY1" fmla="*/ 147 h 564"/>
                  <a:gd name="connsiteX2" fmla="*/ 5378 w 10091"/>
                  <a:gd name="connsiteY2" fmla="*/ 38 h 564"/>
                </a:gdLst>
                <a:ahLst/>
                <a:cxnLst>
                  <a:cxn ang="0">
                    <a:pos x="connsiteX0" y="connsiteY0"/>
                  </a:cxn>
                  <a:cxn ang="0">
                    <a:pos x="connsiteX1" y="connsiteY1"/>
                  </a:cxn>
                  <a:cxn ang="0">
                    <a:pos x="connsiteX2" y="connsiteY2"/>
                  </a:cxn>
                </a:cxnLst>
                <a:rect l="l" t="t" r="r" b="b"/>
                <a:pathLst>
                  <a:path w="10091" h="564">
                    <a:moveTo>
                      <a:pt x="5378" y="38"/>
                    </a:moveTo>
                    <a:cubicBezTo>
                      <a:pt x="2640" y="-42"/>
                      <a:pt x="234" y="9"/>
                      <a:pt x="0" y="147"/>
                    </a:cubicBezTo>
                    <a:cubicBezTo>
                      <a:pt x="829" y="792"/>
                      <a:pt x="18225" y="638"/>
                      <a:pt x="5378"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3" name="Freeform: Shape 572">
                <a:extLst>
                  <a:ext uri="{FF2B5EF4-FFF2-40B4-BE49-F238E27FC236}">
                    <a16:creationId xmlns:a16="http://schemas.microsoft.com/office/drawing/2014/main" id="{3E5C04CA-1A15-BC42-6198-954EA9B00A66}"/>
                  </a:ext>
                </a:extLst>
              </p:cNvPr>
              <p:cNvSpPr/>
              <p:nvPr/>
            </p:nvSpPr>
            <p:spPr>
              <a:xfrm>
                <a:off x="4262607" y="6775812"/>
                <a:ext cx="10892" cy="3049"/>
              </a:xfrm>
              <a:custGeom>
                <a:avLst/>
                <a:gdLst>
                  <a:gd name="connsiteX0" fmla="*/ 5898 w 10892"/>
                  <a:gd name="connsiteY0" fmla="*/ 0 h 3049"/>
                  <a:gd name="connsiteX1" fmla="*/ 0 w 10892"/>
                  <a:gd name="connsiteY1" fmla="*/ 1503 h 3049"/>
                  <a:gd name="connsiteX2" fmla="*/ 5898 w 10892"/>
                  <a:gd name="connsiteY2" fmla="*/ 0 h 3049"/>
                </a:gdLst>
                <a:ahLst/>
                <a:cxnLst>
                  <a:cxn ang="0">
                    <a:pos x="connsiteX0" y="connsiteY0"/>
                  </a:cxn>
                  <a:cxn ang="0">
                    <a:pos x="connsiteX1" y="connsiteY1"/>
                  </a:cxn>
                  <a:cxn ang="0">
                    <a:pos x="connsiteX2" y="connsiteY2"/>
                  </a:cxn>
                </a:cxnLst>
                <a:rect l="l" t="t" r="r" b="b"/>
                <a:pathLst>
                  <a:path w="10892" h="3049">
                    <a:moveTo>
                      <a:pt x="5898" y="0"/>
                    </a:moveTo>
                    <a:cubicBezTo>
                      <a:pt x="2920" y="6"/>
                      <a:pt x="280" y="675"/>
                      <a:pt x="0" y="1503"/>
                    </a:cubicBezTo>
                    <a:cubicBezTo>
                      <a:pt x="994" y="5343"/>
                      <a:pt x="19551" y="937"/>
                      <a:pt x="589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4" name="Freeform: Shape 573">
                <a:extLst>
                  <a:ext uri="{FF2B5EF4-FFF2-40B4-BE49-F238E27FC236}">
                    <a16:creationId xmlns:a16="http://schemas.microsoft.com/office/drawing/2014/main" id="{02E34555-E5CF-5F8E-3CDB-AA987F2ADFC4}"/>
                  </a:ext>
                </a:extLst>
              </p:cNvPr>
              <p:cNvSpPr/>
              <p:nvPr/>
            </p:nvSpPr>
            <p:spPr>
              <a:xfrm>
                <a:off x="4122291" y="7241256"/>
                <a:ext cx="12012" cy="4406"/>
              </a:xfrm>
              <a:custGeom>
                <a:avLst/>
                <a:gdLst>
                  <a:gd name="connsiteX0" fmla="*/ 6664 w 12012"/>
                  <a:gd name="connsiteY0" fmla="*/ 8 h 4406"/>
                  <a:gd name="connsiteX1" fmla="*/ 5355 w 12012"/>
                  <a:gd name="connsiteY1" fmla="*/ 4398 h 4406"/>
                  <a:gd name="connsiteX2" fmla="*/ 6664 w 12012"/>
                  <a:gd name="connsiteY2" fmla="*/ 8 h 4406"/>
                </a:gdLst>
                <a:ahLst/>
                <a:cxnLst>
                  <a:cxn ang="0">
                    <a:pos x="connsiteX0" y="connsiteY0"/>
                  </a:cxn>
                  <a:cxn ang="0">
                    <a:pos x="connsiteX1" y="connsiteY1"/>
                  </a:cxn>
                  <a:cxn ang="0">
                    <a:pos x="connsiteX2" y="connsiteY2"/>
                  </a:cxn>
                </a:cxnLst>
                <a:rect l="l" t="t" r="r" b="b"/>
                <a:pathLst>
                  <a:path w="12012" h="4406">
                    <a:moveTo>
                      <a:pt x="6664" y="8"/>
                    </a:moveTo>
                    <a:cubicBezTo>
                      <a:pt x="-365" y="-220"/>
                      <a:pt x="-3354" y="4249"/>
                      <a:pt x="5355" y="4398"/>
                    </a:cubicBezTo>
                    <a:cubicBezTo>
                      <a:pt x="12385" y="4626"/>
                      <a:pt x="15357" y="157"/>
                      <a:pt x="6664"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5" name="Freeform: Shape 574">
                <a:extLst>
                  <a:ext uri="{FF2B5EF4-FFF2-40B4-BE49-F238E27FC236}">
                    <a16:creationId xmlns:a16="http://schemas.microsoft.com/office/drawing/2014/main" id="{E8602CFF-FC70-603B-5DCE-22166CCF4116}"/>
                  </a:ext>
                </a:extLst>
              </p:cNvPr>
              <p:cNvSpPr/>
              <p:nvPr/>
            </p:nvSpPr>
            <p:spPr>
              <a:xfrm>
                <a:off x="4080975" y="7378730"/>
                <a:ext cx="12442" cy="4721"/>
              </a:xfrm>
              <a:custGeom>
                <a:avLst/>
                <a:gdLst>
                  <a:gd name="connsiteX0" fmla="*/ 6924 w 12442"/>
                  <a:gd name="connsiteY0" fmla="*/ 9 h 4721"/>
                  <a:gd name="connsiteX1" fmla="*/ 5518 w 12442"/>
                  <a:gd name="connsiteY1" fmla="*/ 4713 h 4721"/>
                  <a:gd name="connsiteX2" fmla="*/ 6924 w 12442"/>
                  <a:gd name="connsiteY2" fmla="*/ 9 h 4721"/>
                </a:gdLst>
                <a:ahLst/>
                <a:cxnLst>
                  <a:cxn ang="0">
                    <a:pos x="connsiteX0" y="connsiteY0"/>
                  </a:cxn>
                  <a:cxn ang="0">
                    <a:pos x="connsiteX1" y="connsiteY1"/>
                  </a:cxn>
                  <a:cxn ang="0">
                    <a:pos x="connsiteX2" y="connsiteY2"/>
                  </a:cxn>
                </a:cxnLst>
                <a:rect l="l" t="t" r="r" b="b"/>
                <a:pathLst>
                  <a:path w="12442" h="4721">
                    <a:moveTo>
                      <a:pt x="6924" y="9"/>
                    </a:moveTo>
                    <a:cubicBezTo>
                      <a:pt x="-334" y="-237"/>
                      <a:pt x="-3500" y="4547"/>
                      <a:pt x="5518" y="4713"/>
                    </a:cubicBezTo>
                    <a:cubicBezTo>
                      <a:pt x="12782" y="4958"/>
                      <a:pt x="15937" y="175"/>
                      <a:pt x="6924"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6" name="Freeform: Shape 575">
                <a:extLst>
                  <a:ext uri="{FF2B5EF4-FFF2-40B4-BE49-F238E27FC236}">
                    <a16:creationId xmlns:a16="http://schemas.microsoft.com/office/drawing/2014/main" id="{E1D33CEF-8186-972F-370B-569F92F367E0}"/>
                  </a:ext>
                </a:extLst>
              </p:cNvPr>
              <p:cNvSpPr/>
              <p:nvPr/>
            </p:nvSpPr>
            <p:spPr>
              <a:xfrm>
                <a:off x="4197073" y="6992786"/>
                <a:ext cx="11244" cy="3855"/>
              </a:xfrm>
              <a:custGeom>
                <a:avLst/>
                <a:gdLst>
                  <a:gd name="connsiteX0" fmla="*/ 6200 w 11244"/>
                  <a:gd name="connsiteY0" fmla="*/ 7 h 3855"/>
                  <a:gd name="connsiteX1" fmla="*/ 5051 w 11244"/>
                  <a:gd name="connsiteY1" fmla="*/ 3848 h 3855"/>
                  <a:gd name="connsiteX2" fmla="*/ 6200 w 11244"/>
                  <a:gd name="connsiteY2" fmla="*/ 7 h 3855"/>
                </a:gdLst>
                <a:ahLst/>
                <a:cxnLst>
                  <a:cxn ang="0">
                    <a:pos x="connsiteX0" y="connsiteY0"/>
                  </a:cxn>
                  <a:cxn ang="0">
                    <a:pos x="connsiteX1" y="connsiteY1"/>
                  </a:cxn>
                  <a:cxn ang="0">
                    <a:pos x="connsiteX2" y="connsiteY2"/>
                  </a:cxn>
                </a:cxnLst>
                <a:rect l="l" t="t" r="r" b="b"/>
                <a:pathLst>
                  <a:path w="11244" h="3855">
                    <a:moveTo>
                      <a:pt x="6200" y="7"/>
                    </a:moveTo>
                    <a:cubicBezTo>
                      <a:pt x="-429" y="-193"/>
                      <a:pt x="-3081" y="3728"/>
                      <a:pt x="5051" y="3848"/>
                    </a:cubicBezTo>
                    <a:cubicBezTo>
                      <a:pt x="11675" y="4047"/>
                      <a:pt x="14321" y="133"/>
                      <a:pt x="6200"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7" name="Freeform: Shape 576">
                <a:extLst>
                  <a:ext uri="{FF2B5EF4-FFF2-40B4-BE49-F238E27FC236}">
                    <a16:creationId xmlns:a16="http://schemas.microsoft.com/office/drawing/2014/main" id="{32970431-066E-7CA2-4A6D-00DDD548DA6E}"/>
                  </a:ext>
                </a:extLst>
              </p:cNvPr>
              <p:cNvSpPr/>
              <p:nvPr/>
            </p:nvSpPr>
            <p:spPr>
              <a:xfrm>
                <a:off x="4160925" y="7112886"/>
                <a:ext cx="11615" cy="4118"/>
              </a:xfrm>
              <a:custGeom>
                <a:avLst/>
                <a:gdLst>
                  <a:gd name="connsiteX0" fmla="*/ 6424 w 11615"/>
                  <a:gd name="connsiteY0" fmla="*/ 8 h 4118"/>
                  <a:gd name="connsiteX1" fmla="*/ 5195 w 11615"/>
                  <a:gd name="connsiteY1" fmla="*/ 4111 h 4118"/>
                  <a:gd name="connsiteX2" fmla="*/ 6424 w 11615"/>
                  <a:gd name="connsiteY2" fmla="*/ 8 h 4118"/>
                </a:gdLst>
                <a:ahLst/>
                <a:cxnLst>
                  <a:cxn ang="0">
                    <a:pos x="connsiteX0" y="connsiteY0"/>
                  </a:cxn>
                  <a:cxn ang="0">
                    <a:pos x="connsiteX1" y="connsiteY1"/>
                  </a:cxn>
                  <a:cxn ang="0">
                    <a:pos x="connsiteX2" y="connsiteY2"/>
                  </a:cxn>
                </a:cxnLst>
                <a:rect l="l" t="t" r="r" b="b"/>
                <a:pathLst>
                  <a:path w="11615" h="4118">
                    <a:moveTo>
                      <a:pt x="6424" y="8"/>
                    </a:moveTo>
                    <a:cubicBezTo>
                      <a:pt x="-399" y="-204"/>
                      <a:pt x="-3211" y="3974"/>
                      <a:pt x="5195" y="4111"/>
                    </a:cubicBezTo>
                    <a:cubicBezTo>
                      <a:pt x="12019" y="4323"/>
                      <a:pt x="14820" y="145"/>
                      <a:pt x="6424"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8" name="Freeform: Shape 577">
                <a:extLst>
                  <a:ext uri="{FF2B5EF4-FFF2-40B4-BE49-F238E27FC236}">
                    <a16:creationId xmlns:a16="http://schemas.microsoft.com/office/drawing/2014/main" id="{2519DC24-4211-A94C-9DDA-BF97890FEF02}"/>
                  </a:ext>
                </a:extLst>
              </p:cNvPr>
              <p:cNvSpPr/>
              <p:nvPr/>
            </p:nvSpPr>
            <p:spPr>
              <a:xfrm>
                <a:off x="4292610" y="6708941"/>
                <a:ext cx="10580" cy="1589"/>
              </a:xfrm>
              <a:custGeom>
                <a:avLst/>
                <a:gdLst>
                  <a:gd name="connsiteX0" fmla="*/ 5715 w 10580"/>
                  <a:gd name="connsiteY0" fmla="*/ 0 h 1589"/>
                  <a:gd name="connsiteX1" fmla="*/ 0 w 10580"/>
                  <a:gd name="connsiteY1" fmla="*/ 772 h 1589"/>
                  <a:gd name="connsiteX2" fmla="*/ 5715 w 10580"/>
                  <a:gd name="connsiteY2" fmla="*/ 0 h 1589"/>
                </a:gdLst>
                <a:ahLst/>
                <a:cxnLst>
                  <a:cxn ang="0">
                    <a:pos x="connsiteX0" y="connsiteY0"/>
                  </a:cxn>
                  <a:cxn ang="0">
                    <a:pos x="connsiteX1" y="connsiteY1"/>
                  </a:cxn>
                  <a:cxn ang="0">
                    <a:pos x="connsiteX2" y="connsiteY2"/>
                  </a:cxn>
                </a:cxnLst>
                <a:rect l="l" t="t" r="r" b="b"/>
                <a:pathLst>
                  <a:path w="10580" h="1589">
                    <a:moveTo>
                      <a:pt x="5715" y="0"/>
                    </a:moveTo>
                    <a:cubicBezTo>
                      <a:pt x="2823" y="-6"/>
                      <a:pt x="269" y="338"/>
                      <a:pt x="0" y="772"/>
                    </a:cubicBezTo>
                    <a:cubicBezTo>
                      <a:pt x="1029" y="2766"/>
                      <a:pt x="18979" y="555"/>
                      <a:pt x="571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79" name="Freeform: Shape 578">
                <a:extLst>
                  <a:ext uri="{FF2B5EF4-FFF2-40B4-BE49-F238E27FC236}">
                    <a16:creationId xmlns:a16="http://schemas.microsoft.com/office/drawing/2014/main" id="{F9AC0145-DD0D-BBEF-5AB1-8386239641B4}"/>
                  </a:ext>
                </a:extLst>
              </p:cNvPr>
              <p:cNvSpPr/>
              <p:nvPr/>
            </p:nvSpPr>
            <p:spPr>
              <a:xfrm>
                <a:off x="4568447" y="6023182"/>
                <a:ext cx="7462" cy="2425"/>
              </a:xfrm>
              <a:custGeom>
                <a:avLst/>
                <a:gdLst>
                  <a:gd name="connsiteX0" fmla="*/ 3981 w 7462"/>
                  <a:gd name="connsiteY0" fmla="*/ 422 h 2425"/>
                  <a:gd name="connsiteX1" fmla="*/ 3484 w 7462"/>
                  <a:gd name="connsiteY1" fmla="*/ 2022 h 2425"/>
                  <a:gd name="connsiteX2" fmla="*/ 3981 w 7462"/>
                  <a:gd name="connsiteY2" fmla="*/ 422 h 2425"/>
                </a:gdLst>
                <a:ahLst/>
                <a:cxnLst>
                  <a:cxn ang="0">
                    <a:pos x="connsiteX0" y="connsiteY0"/>
                  </a:cxn>
                  <a:cxn ang="0">
                    <a:pos x="connsiteX1" y="connsiteY1"/>
                  </a:cxn>
                  <a:cxn ang="0">
                    <a:pos x="connsiteX2" y="connsiteY2"/>
                  </a:cxn>
                </a:cxnLst>
                <a:rect l="l" t="t" r="r" b="b"/>
                <a:pathLst>
                  <a:path w="7462" h="2425">
                    <a:moveTo>
                      <a:pt x="3981" y="422"/>
                    </a:moveTo>
                    <a:cubicBezTo>
                      <a:pt x="-316" y="1330"/>
                      <a:pt x="-2048" y="3262"/>
                      <a:pt x="3484" y="2022"/>
                    </a:cubicBezTo>
                    <a:cubicBezTo>
                      <a:pt x="7765" y="1079"/>
                      <a:pt x="9519" y="-853"/>
                      <a:pt x="3981" y="4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0" name="Freeform: Shape 579">
                <a:extLst>
                  <a:ext uri="{FF2B5EF4-FFF2-40B4-BE49-F238E27FC236}">
                    <a16:creationId xmlns:a16="http://schemas.microsoft.com/office/drawing/2014/main" id="{E237F2DB-801A-8C51-CF9B-21D220520C80}"/>
                  </a:ext>
                </a:extLst>
              </p:cNvPr>
              <p:cNvSpPr/>
              <p:nvPr/>
            </p:nvSpPr>
            <p:spPr>
              <a:xfrm>
                <a:off x="4552814" y="6072895"/>
                <a:ext cx="7907" cy="2747"/>
              </a:xfrm>
              <a:custGeom>
                <a:avLst/>
                <a:gdLst>
                  <a:gd name="connsiteX0" fmla="*/ 4183 w 7907"/>
                  <a:gd name="connsiteY0" fmla="*/ 521 h 2747"/>
                  <a:gd name="connsiteX1" fmla="*/ 0 w 7907"/>
                  <a:gd name="connsiteY1" fmla="*/ 2424 h 2747"/>
                  <a:gd name="connsiteX2" fmla="*/ 4183 w 7907"/>
                  <a:gd name="connsiteY2" fmla="*/ 521 h 2747"/>
                </a:gdLst>
                <a:ahLst/>
                <a:cxnLst>
                  <a:cxn ang="0">
                    <a:pos x="connsiteX0" y="connsiteY0"/>
                  </a:cxn>
                  <a:cxn ang="0">
                    <a:pos x="connsiteX1" y="connsiteY1"/>
                  </a:cxn>
                  <a:cxn ang="0">
                    <a:pos x="connsiteX2" y="connsiteY2"/>
                  </a:cxn>
                </a:cxnLst>
                <a:rect l="l" t="t" r="r" b="b"/>
                <a:pathLst>
                  <a:path w="7907" h="2747">
                    <a:moveTo>
                      <a:pt x="4183" y="521"/>
                    </a:moveTo>
                    <a:cubicBezTo>
                      <a:pt x="2017" y="1115"/>
                      <a:pt x="143" y="1955"/>
                      <a:pt x="0" y="2424"/>
                    </a:cubicBezTo>
                    <a:cubicBezTo>
                      <a:pt x="1137" y="4155"/>
                      <a:pt x="14127" y="-1731"/>
                      <a:pt x="4183" y="5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1" name="Freeform: Shape 580">
                <a:extLst>
                  <a:ext uri="{FF2B5EF4-FFF2-40B4-BE49-F238E27FC236}">
                    <a16:creationId xmlns:a16="http://schemas.microsoft.com/office/drawing/2014/main" id="{FFB3FF9A-FEAE-811A-081C-ECE5D649C4E9}"/>
                  </a:ext>
                </a:extLst>
              </p:cNvPr>
              <p:cNvSpPr/>
              <p:nvPr/>
            </p:nvSpPr>
            <p:spPr>
              <a:xfrm>
                <a:off x="4536475" y="6126512"/>
                <a:ext cx="8097" cy="2978"/>
              </a:xfrm>
              <a:custGeom>
                <a:avLst/>
                <a:gdLst>
                  <a:gd name="connsiteX0" fmla="*/ 4292 w 8097"/>
                  <a:gd name="connsiteY0" fmla="*/ 562 h 2978"/>
                  <a:gd name="connsiteX1" fmla="*/ 0 w 8097"/>
                  <a:gd name="connsiteY1" fmla="*/ 2625 h 2978"/>
                  <a:gd name="connsiteX2" fmla="*/ 4292 w 8097"/>
                  <a:gd name="connsiteY2" fmla="*/ 562 h 2978"/>
                </a:gdLst>
                <a:ahLst/>
                <a:cxnLst>
                  <a:cxn ang="0">
                    <a:pos x="connsiteX0" y="connsiteY0"/>
                  </a:cxn>
                  <a:cxn ang="0">
                    <a:pos x="connsiteX1" y="connsiteY1"/>
                  </a:cxn>
                  <a:cxn ang="0">
                    <a:pos x="connsiteX2" y="connsiteY2"/>
                  </a:cxn>
                </a:cxnLst>
                <a:rect l="l" t="t" r="r" b="b"/>
                <a:pathLst>
                  <a:path w="8097" h="2978">
                    <a:moveTo>
                      <a:pt x="4292" y="562"/>
                    </a:moveTo>
                    <a:cubicBezTo>
                      <a:pt x="2075" y="1201"/>
                      <a:pt x="149" y="2116"/>
                      <a:pt x="0" y="2625"/>
                    </a:cubicBezTo>
                    <a:cubicBezTo>
                      <a:pt x="1183" y="4511"/>
                      <a:pt x="14453" y="-1873"/>
                      <a:pt x="4292" y="56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2" name="Freeform: Shape 581">
                <a:extLst>
                  <a:ext uri="{FF2B5EF4-FFF2-40B4-BE49-F238E27FC236}">
                    <a16:creationId xmlns:a16="http://schemas.microsoft.com/office/drawing/2014/main" id="{2452D090-211C-DA91-3B31-17DB274779AB}"/>
                  </a:ext>
                </a:extLst>
              </p:cNvPr>
              <p:cNvSpPr/>
              <p:nvPr/>
            </p:nvSpPr>
            <p:spPr>
              <a:xfrm>
                <a:off x="4420249" y="6530571"/>
                <a:ext cx="9260" cy="2683"/>
              </a:xfrm>
              <a:custGeom>
                <a:avLst/>
                <a:gdLst>
                  <a:gd name="connsiteX0" fmla="*/ 4961 w 9260"/>
                  <a:gd name="connsiteY0" fmla="*/ 11 h 2683"/>
                  <a:gd name="connsiteX1" fmla="*/ 0 w 9260"/>
                  <a:gd name="connsiteY1" fmla="*/ 1160 h 2683"/>
                  <a:gd name="connsiteX2" fmla="*/ 4961 w 9260"/>
                  <a:gd name="connsiteY2" fmla="*/ 11 h 2683"/>
                </a:gdLst>
                <a:ahLst/>
                <a:cxnLst>
                  <a:cxn ang="0">
                    <a:pos x="connsiteX0" y="connsiteY0"/>
                  </a:cxn>
                  <a:cxn ang="0">
                    <a:pos x="connsiteX1" y="connsiteY1"/>
                  </a:cxn>
                  <a:cxn ang="0">
                    <a:pos x="connsiteX2" y="connsiteY2"/>
                  </a:cxn>
                </a:cxnLst>
                <a:rect l="l" t="t" r="r" b="b"/>
                <a:pathLst>
                  <a:path w="9260" h="2683">
                    <a:moveTo>
                      <a:pt x="4961" y="11"/>
                    </a:moveTo>
                    <a:cubicBezTo>
                      <a:pt x="2429" y="-81"/>
                      <a:pt x="212" y="433"/>
                      <a:pt x="0" y="1160"/>
                    </a:cubicBezTo>
                    <a:cubicBezTo>
                      <a:pt x="892" y="4594"/>
                      <a:pt x="16654" y="1337"/>
                      <a:pt x="4961" y="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3" name="Freeform: Shape 582">
                <a:extLst>
                  <a:ext uri="{FF2B5EF4-FFF2-40B4-BE49-F238E27FC236}">
                    <a16:creationId xmlns:a16="http://schemas.microsoft.com/office/drawing/2014/main" id="{F7F0C366-1F8E-B246-46BC-83C5393E3420}"/>
                  </a:ext>
                </a:extLst>
              </p:cNvPr>
              <p:cNvSpPr/>
              <p:nvPr/>
            </p:nvSpPr>
            <p:spPr>
              <a:xfrm>
                <a:off x="4519427" y="6183874"/>
                <a:ext cx="8287" cy="2994"/>
              </a:xfrm>
              <a:custGeom>
                <a:avLst/>
                <a:gdLst>
                  <a:gd name="connsiteX0" fmla="*/ 4389 w 8287"/>
                  <a:gd name="connsiteY0" fmla="*/ 562 h 2994"/>
                  <a:gd name="connsiteX1" fmla="*/ 0 w 8287"/>
                  <a:gd name="connsiteY1" fmla="*/ 2636 h 2994"/>
                  <a:gd name="connsiteX2" fmla="*/ 4389 w 8287"/>
                  <a:gd name="connsiteY2" fmla="*/ 562 h 2994"/>
                </a:gdLst>
                <a:ahLst/>
                <a:cxnLst>
                  <a:cxn ang="0">
                    <a:pos x="connsiteX0" y="connsiteY0"/>
                  </a:cxn>
                  <a:cxn ang="0">
                    <a:pos x="connsiteX1" y="connsiteY1"/>
                  </a:cxn>
                  <a:cxn ang="0">
                    <a:pos x="connsiteX2" y="connsiteY2"/>
                  </a:cxn>
                </a:cxnLst>
                <a:rect l="l" t="t" r="r" b="b"/>
                <a:pathLst>
                  <a:path w="8287" h="2994">
                    <a:moveTo>
                      <a:pt x="4389" y="562"/>
                    </a:moveTo>
                    <a:cubicBezTo>
                      <a:pt x="2120" y="1202"/>
                      <a:pt x="154" y="2116"/>
                      <a:pt x="0" y="2636"/>
                    </a:cubicBezTo>
                    <a:cubicBezTo>
                      <a:pt x="1206" y="4540"/>
                      <a:pt x="14796" y="-1879"/>
                      <a:pt x="4389" y="56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4" name="Freeform: Shape 583">
                <a:extLst>
                  <a:ext uri="{FF2B5EF4-FFF2-40B4-BE49-F238E27FC236}">
                    <a16:creationId xmlns:a16="http://schemas.microsoft.com/office/drawing/2014/main" id="{D802AACD-06FD-AC6C-FC70-2903B905291E}"/>
                  </a:ext>
                </a:extLst>
              </p:cNvPr>
              <p:cNvSpPr/>
              <p:nvPr/>
            </p:nvSpPr>
            <p:spPr>
              <a:xfrm>
                <a:off x="4583321" y="5975843"/>
                <a:ext cx="7278" cy="2146"/>
              </a:xfrm>
              <a:custGeom>
                <a:avLst/>
                <a:gdLst>
                  <a:gd name="connsiteX0" fmla="*/ 3880 w 7278"/>
                  <a:gd name="connsiteY0" fmla="*/ 309 h 2146"/>
                  <a:gd name="connsiteX1" fmla="*/ 3400 w 7278"/>
                  <a:gd name="connsiteY1" fmla="*/ 1852 h 2146"/>
                  <a:gd name="connsiteX2" fmla="*/ 3880 w 7278"/>
                  <a:gd name="connsiteY2" fmla="*/ 309 h 2146"/>
                </a:gdLst>
                <a:ahLst/>
                <a:cxnLst>
                  <a:cxn ang="0">
                    <a:pos x="connsiteX0" y="connsiteY0"/>
                  </a:cxn>
                  <a:cxn ang="0">
                    <a:pos x="connsiteX1" y="connsiteY1"/>
                  </a:cxn>
                  <a:cxn ang="0">
                    <a:pos x="connsiteX2" y="connsiteY2"/>
                  </a:cxn>
                </a:cxnLst>
                <a:rect l="l" t="t" r="r" b="b"/>
                <a:pathLst>
                  <a:path w="7278" h="2146">
                    <a:moveTo>
                      <a:pt x="3880" y="309"/>
                    </a:moveTo>
                    <a:cubicBezTo>
                      <a:pt x="-355" y="1046"/>
                      <a:pt x="-1961" y="2852"/>
                      <a:pt x="3400" y="1852"/>
                    </a:cubicBezTo>
                    <a:cubicBezTo>
                      <a:pt x="7624" y="1086"/>
                      <a:pt x="9247" y="-720"/>
                      <a:pt x="3880" y="30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5" name="Freeform: Shape 584">
                <a:extLst>
                  <a:ext uri="{FF2B5EF4-FFF2-40B4-BE49-F238E27FC236}">
                    <a16:creationId xmlns:a16="http://schemas.microsoft.com/office/drawing/2014/main" id="{B71E50D2-2A42-A58B-73D4-2D8A387A0512}"/>
                  </a:ext>
                </a:extLst>
              </p:cNvPr>
              <p:cNvSpPr/>
              <p:nvPr/>
            </p:nvSpPr>
            <p:spPr>
              <a:xfrm>
                <a:off x="4482873" y="6311952"/>
                <a:ext cx="8373" cy="2722"/>
              </a:xfrm>
              <a:custGeom>
                <a:avLst/>
                <a:gdLst>
                  <a:gd name="connsiteX0" fmla="*/ 4505 w 8373"/>
                  <a:gd name="connsiteY0" fmla="*/ 247 h 2722"/>
                  <a:gd name="connsiteX1" fmla="*/ 3870 w 8373"/>
                  <a:gd name="connsiteY1" fmla="*/ 2494 h 2722"/>
                  <a:gd name="connsiteX2" fmla="*/ 4505 w 8373"/>
                  <a:gd name="connsiteY2" fmla="*/ 247 h 2722"/>
                </a:gdLst>
                <a:ahLst/>
                <a:cxnLst>
                  <a:cxn ang="0">
                    <a:pos x="connsiteX0" y="connsiteY0"/>
                  </a:cxn>
                  <a:cxn ang="0">
                    <a:pos x="connsiteX1" y="connsiteY1"/>
                  </a:cxn>
                  <a:cxn ang="0">
                    <a:pos x="connsiteX2" y="connsiteY2"/>
                  </a:cxn>
                </a:cxnLst>
                <a:rect l="l" t="t" r="r" b="b"/>
                <a:pathLst>
                  <a:path w="8373" h="2722">
                    <a:moveTo>
                      <a:pt x="4505" y="247"/>
                    </a:moveTo>
                    <a:cubicBezTo>
                      <a:pt x="-296" y="968"/>
                      <a:pt x="-2336" y="3488"/>
                      <a:pt x="3870" y="2494"/>
                    </a:cubicBezTo>
                    <a:cubicBezTo>
                      <a:pt x="8654" y="1767"/>
                      <a:pt x="10723" y="-799"/>
                      <a:pt x="4505" y="24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6" name="Freeform: Shape 585">
                <a:extLst>
                  <a:ext uri="{FF2B5EF4-FFF2-40B4-BE49-F238E27FC236}">
                    <a16:creationId xmlns:a16="http://schemas.microsoft.com/office/drawing/2014/main" id="{00C46887-8795-BEBD-FFA6-9CA6C54C7053}"/>
                  </a:ext>
                </a:extLst>
              </p:cNvPr>
              <p:cNvSpPr/>
              <p:nvPr/>
            </p:nvSpPr>
            <p:spPr>
              <a:xfrm>
                <a:off x="4442575" y="6447015"/>
                <a:ext cx="8774" cy="2809"/>
              </a:xfrm>
              <a:custGeom>
                <a:avLst/>
                <a:gdLst>
                  <a:gd name="connsiteX0" fmla="*/ 4746 w 8774"/>
                  <a:gd name="connsiteY0" fmla="*/ 104 h 2809"/>
                  <a:gd name="connsiteX1" fmla="*/ 4032 w 8774"/>
                  <a:gd name="connsiteY1" fmla="*/ 2716 h 2809"/>
                  <a:gd name="connsiteX2" fmla="*/ 4746 w 8774"/>
                  <a:gd name="connsiteY2" fmla="*/ 104 h 2809"/>
                </a:gdLst>
                <a:ahLst/>
                <a:cxnLst>
                  <a:cxn ang="0">
                    <a:pos x="connsiteX0" y="connsiteY0"/>
                  </a:cxn>
                  <a:cxn ang="0">
                    <a:pos x="connsiteX1" y="connsiteY1"/>
                  </a:cxn>
                  <a:cxn ang="0">
                    <a:pos x="connsiteX2" y="connsiteY2"/>
                  </a:cxn>
                </a:cxnLst>
                <a:rect l="l" t="t" r="r" b="b"/>
                <a:pathLst>
                  <a:path w="8774" h="2809">
                    <a:moveTo>
                      <a:pt x="4746" y="104"/>
                    </a:moveTo>
                    <a:cubicBezTo>
                      <a:pt x="-340" y="556"/>
                      <a:pt x="-2420" y="3350"/>
                      <a:pt x="4032" y="2716"/>
                    </a:cubicBezTo>
                    <a:cubicBezTo>
                      <a:pt x="9107" y="2276"/>
                      <a:pt x="11199" y="-576"/>
                      <a:pt x="4746" y="1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7" name="Freeform: Shape 586">
                <a:extLst>
                  <a:ext uri="{FF2B5EF4-FFF2-40B4-BE49-F238E27FC236}">
                    <a16:creationId xmlns:a16="http://schemas.microsoft.com/office/drawing/2014/main" id="{C67E7728-7C20-918A-DC9E-5BC3B5D5E17D}"/>
                  </a:ext>
                </a:extLst>
              </p:cNvPr>
              <p:cNvSpPr/>
              <p:nvPr/>
            </p:nvSpPr>
            <p:spPr>
              <a:xfrm>
                <a:off x="4463305" y="6379649"/>
                <a:ext cx="8563" cy="2506"/>
              </a:xfrm>
              <a:custGeom>
                <a:avLst/>
                <a:gdLst>
                  <a:gd name="connsiteX0" fmla="*/ 4608 w 8563"/>
                  <a:gd name="connsiteY0" fmla="*/ 165 h 2506"/>
                  <a:gd name="connsiteX1" fmla="*/ 3962 w 8563"/>
                  <a:gd name="connsiteY1" fmla="*/ 2354 h 2506"/>
                  <a:gd name="connsiteX2" fmla="*/ 4608 w 8563"/>
                  <a:gd name="connsiteY2" fmla="*/ 165 h 2506"/>
                </a:gdLst>
                <a:ahLst/>
                <a:cxnLst>
                  <a:cxn ang="0">
                    <a:pos x="connsiteX0" y="connsiteY0"/>
                  </a:cxn>
                  <a:cxn ang="0">
                    <a:pos x="connsiteX1" y="connsiteY1"/>
                  </a:cxn>
                  <a:cxn ang="0">
                    <a:pos x="connsiteX2" y="connsiteY2"/>
                  </a:cxn>
                </a:cxnLst>
                <a:rect l="l" t="t" r="r" b="b"/>
                <a:pathLst>
                  <a:path w="8563" h="2506">
                    <a:moveTo>
                      <a:pt x="4608" y="165"/>
                    </a:moveTo>
                    <a:cubicBezTo>
                      <a:pt x="-365" y="719"/>
                      <a:pt x="-2342" y="3131"/>
                      <a:pt x="3962" y="2354"/>
                    </a:cubicBezTo>
                    <a:cubicBezTo>
                      <a:pt x="8917" y="1776"/>
                      <a:pt x="10911" y="-647"/>
                      <a:pt x="4608" y="1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8" name="Freeform: Shape 587">
                <a:extLst>
                  <a:ext uri="{FF2B5EF4-FFF2-40B4-BE49-F238E27FC236}">
                    <a16:creationId xmlns:a16="http://schemas.microsoft.com/office/drawing/2014/main" id="{F366DAB9-A18E-499F-42DF-C339FE373125}"/>
                  </a:ext>
                </a:extLst>
              </p:cNvPr>
              <p:cNvSpPr/>
              <p:nvPr/>
            </p:nvSpPr>
            <p:spPr>
              <a:xfrm>
                <a:off x="4597659" y="5929342"/>
                <a:ext cx="7116" cy="1991"/>
              </a:xfrm>
              <a:custGeom>
                <a:avLst/>
                <a:gdLst>
                  <a:gd name="connsiteX0" fmla="*/ 3789 w 7116"/>
                  <a:gd name="connsiteY0" fmla="*/ 233 h 1991"/>
                  <a:gd name="connsiteX1" fmla="*/ 3326 w 7116"/>
                  <a:gd name="connsiteY1" fmla="*/ 1770 h 1991"/>
                  <a:gd name="connsiteX2" fmla="*/ 3789 w 7116"/>
                  <a:gd name="connsiteY2" fmla="*/ 233 h 1991"/>
                </a:gdLst>
                <a:ahLst/>
                <a:cxnLst>
                  <a:cxn ang="0">
                    <a:pos x="connsiteX0" y="connsiteY0"/>
                  </a:cxn>
                  <a:cxn ang="0">
                    <a:pos x="connsiteX1" y="connsiteY1"/>
                  </a:cxn>
                  <a:cxn ang="0">
                    <a:pos x="connsiteX2" y="connsiteY2"/>
                  </a:cxn>
                </a:cxnLst>
                <a:rect l="l" t="t" r="r" b="b"/>
                <a:pathLst>
                  <a:path w="7116" h="1991">
                    <a:moveTo>
                      <a:pt x="3789" y="233"/>
                    </a:moveTo>
                    <a:cubicBezTo>
                      <a:pt x="-371" y="851"/>
                      <a:pt x="-1897" y="2605"/>
                      <a:pt x="3326" y="1770"/>
                    </a:cubicBezTo>
                    <a:cubicBezTo>
                      <a:pt x="7481" y="1131"/>
                      <a:pt x="9019" y="-629"/>
                      <a:pt x="3789" y="2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89" name="Freeform: Shape 588">
                <a:extLst>
                  <a:ext uri="{FF2B5EF4-FFF2-40B4-BE49-F238E27FC236}">
                    <a16:creationId xmlns:a16="http://schemas.microsoft.com/office/drawing/2014/main" id="{762B6D21-A021-2CB1-ECD0-D66C6D4A22CA}"/>
                  </a:ext>
                </a:extLst>
              </p:cNvPr>
              <p:cNvSpPr/>
              <p:nvPr/>
            </p:nvSpPr>
            <p:spPr>
              <a:xfrm>
                <a:off x="4501659" y="6244993"/>
                <a:ext cx="8479" cy="2993"/>
              </a:xfrm>
              <a:custGeom>
                <a:avLst/>
                <a:gdLst>
                  <a:gd name="connsiteX0" fmla="*/ 4509 w 8479"/>
                  <a:gd name="connsiteY0" fmla="*/ 399 h 2993"/>
                  <a:gd name="connsiteX1" fmla="*/ 0 w 8479"/>
                  <a:gd name="connsiteY1" fmla="*/ 2485 h 2993"/>
                  <a:gd name="connsiteX2" fmla="*/ 4509 w 8479"/>
                  <a:gd name="connsiteY2" fmla="*/ 399 h 2993"/>
                </a:gdLst>
                <a:ahLst/>
                <a:cxnLst>
                  <a:cxn ang="0">
                    <a:pos x="connsiteX0" y="connsiteY0"/>
                  </a:cxn>
                  <a:cxn ang="0">
                    <a:pos x="connsiteX1" y="connsiteY1"/>
                  </a:cxn>
                  <a:cxn ang="0">
                    <a:pos x="connsiteX2" y="connsiteY2"/>
                  </a:cxn>
                </a:cxnLst>
                <a:rect l="l" t="t" r="r" b="b"/>
                <a:pathLst>
                  <a:path w="8479" h="2993">
                    <a:moveTo>
                      <a:pt x="4509" y="399"/>
                    </a:moveTo>
                    <a:cubicBezTo>
                      <a:pt x="2189" y="970"/>
                      <a:pt x="166" y="1896"/>
                      <a:pt x="0" y="2485"/>
                    </a:cubicBezTo>
                    <a:cubicBezTo>
                      <a:pt x="1206" y="4794"/>
                      <a:pt x="15133" y="-1619"/>
                      <a:pt x="4509" y="39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0" name="Freeform: Shape 589">
                <a:extLst>
                  <a:ext uri="{FF2B5EF4-FFF2-40B4-BE49-F238E27FC236}">
                    <a16:creationId xmlns:a16="http://schemas.microsoft.com/office/drawing/2014/main" id="{3CC3C3EE-0987-3390-CA26-F968BF93D1A3}"/>
                  </a:ext>
                </a:extLst>
              </p:cNvPr>
              <p:cNvSpPr/>
              <p:nvPr/>
            </p:nvSpPr>
            <p:spPr>
              <a:xfrm>
                <a:off x="4036669" y="7526123"/>
                <a:ext cx="12794" cy="5249"/>
              </a:xfrm>
              <a:custGeom>
                <a:avLst/>
                <a:gdLst>
                  <a:gd name="connsiteX0" fmla="*/ 7311 w 12794"/>
                  <a:gd name="connsiteY0" fmla="*/ 23 h 5249"/>
                  <a:gd name="connsiteX1" fmla="*/ 1378 w 12794"/>
                  <a:gd name="connsiteY1" fmla="*/ 4326 h 5249"/>
                  <a:gd name="connsiteX2" fmla="*/ 7311 w 12794"/>
                  <a:gd name="connsiteY2" fmla="*/ 23 h 5249"/>
                </a:gdLst>
                <a:ahLst/>
                <a:cxnLst>
                  <a:cxn ang="0">
                    <a:pos x="connsiteX0" y="connsiteY0"/>
                  </a:cxn>
                  <a:cxn ang="0">
                    <a:pos x="connsiteX1" y="connsiteY1"/>
                  </a:cxn>
                  <a:cxn ang="0">
                    <a:pos x="connsiteX2" y="connsiteY2"/>
                  </a:cxn>
                </a:cxnLst>
                <a:rect l="l" t="t" r="r" b="b"/>
                <a:pathLst>
                  <a:path w="12794" h="5249">
                    <a:moveTo>
                      <a:pt x="7311" y="23"/>
                    </a:moveTo>
                    <a:cubicBezTo>
                      <a:pt x="4784" y="-229"/>
                      <a:pt x="-3171" y="1634"/>
                      <a:pt x="1378" y="4326"/>
                    </a:cubicBezTo>
                    <a:cubicBezTo>
                      <a:pt x="6865" y="7675"/>
                      <a:pt x="20295" y="902"/>
                      <a:pt x="7311"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1" name="Freeform: Shape 590">
                <a:extLst>
                  <a:ext uri="{FF2B5EF4-FFF2-40B4-BE49-F238E27FC236}">
                    <a16:creationId xmlns:a16="http://schemas.microsoft.com/office/drawing/2014/main" id="{F32DBA9C-F867-EF5E-5776-D0D83E1AC031}"/>
                  </a:ext>
                </a:extLst>
              </p:cNvPr>
              <p:cNvSpPr/>
              <p:nvPr/>
            </p:nvSpPr>
            <p:spPr>
              <a:xfrm>
                <a:off x="4415936" y="5909519"/>
                <a:ext cx="6753" cy="2659"/>
              </a:xfrm>
              <a:custGeom>
                <a:avLst/>
                <a:gdLst>
                  <a:gd name="connsiteX0" fmla="*/ 3787 w 6753"/>
                  <a:gd name="connsiteY0" fmla="*/ 528 h 2659"/>
                  <a:gd name="connsiteX1" fmla="*/ 770 w 6753"/>
                  <a:gd name="connsiteY1" fmla="*/ 2659 h 2659"/>
                  <a:gd name="connsiteX2" fmla="*/ 3787 w 6753"/>
                  <a:gd name="connsiteY2" fmla="*/ 528 h 2659"/>
                </a:gdLst>
                <a:ahLst/>
                <a:cxnLst>
                  <a:cxn ang="0">
                    <a:pos x="connsiteX0" y="connsiteY0"/>
                  </a:cxn>
                  <a:cxn ang="0">
                    <a:pos x="connsiteX1" y="connsiteY1"/>
                  </a:cxn>
                  <a:cxn ang="0">
                    <a:pos x="connsiteX2" y="connsiteY2"/>
                  </a:cxn>
                </a:cxnLst>
                <a:rect l="l" t="t" r="r" b="b"/>
                <a:pathLst>
                  <a:path w="6753" h="2659">
                    <a:moveTo>
                      <a:pt x="3787" y="528"/>
                    </a:moveTo>
                    <a:cubicBezTo>
                      <a:pt x="2856" y="768"/>
                      <a:pt x="-1813" y="2682"/>
                      <a:pt x="770" y="2659"/>
                    </a:cubicBezTo>
                    <a:cubicBezTo>
                      <a:pt x="3427" y="2654"/>
                      <a:pt x="10851" y="-1421"/>
                      <a:pt x="3787" y="5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2" name="Freeform: Shape 591">
                <a:extLst>
                  <a:ext uri="{FF2B5EF4-FFF2-40B4-BE49-F238E27FC236}">
                    <a16:creationId xmlns:a16="http://schemas.microsoft.com/office/drawing/2014/main" id="{408CA209-24F1-CAFF-507D-CC3B5592C237}"/>
                  </a:ext>
                </a:extLst>
              </p:cNvPr>
              <p:cNvSpPr/>
              <p:nvPr/>
            </p:nvSpPr>
            <p:spPr>
              <a:xfrm>
                <a:off x="3927145" y="6880125"/>
                <a:ext cx="10935" cy="3629"/>
              </a:xfrm>
              <a:custGeom>
                <a:avLst/>
                <a:gdLst>
                  <a:gd name="connsiteX0" fmla="*/ 6157 w 10935"/>
                  <a:gd name="connsiteY0" fmla="*/ 9 h 3629"/>
                  <a:gd name="connsiteX1" fmla="*/ 4774 w 10935"/>
                  <a:gd name="connsiteY1" fmla="*/ 3621 h 3629"/>
                  <a:gd name="connsiteX2" fmla="*/ 6157 w 10935"/>
                  <a:gd name="connsiteY2" fmla="*/ 9 h 3629"/>
                </a:gdLst>
                <a:ahLst/>
                <a:cxnLst>
                  <a:cxn ang="0">
                    <a:pos x="connsiteX0" y="connsiteY0"/>
                  </a:cxn>
                  <a:cxn ang="0">
                    <a:pos x="connsiteX1" y="connsiteY1"/>
                  </a:cxn>
                  <a:cxn ang="0">
                    <a:pos x="connsiteX2" y="connsiteY2"/>
                  </a:cxn>
                </a:cxnLst>
                <a:rect l="l" t="t" r="r" b="b"/>
                <a:pathLst>
                  <a:path w="10935" h="3629">
                    <a:moveTo>
                      <a:pt x="6157" y="9"/>
                    </a:moveTo>
                    <a:cubicBezTo>
                      <a:pt x="-49" y="-208"/>
                      <a:pt x="-3238" y="3461"/>
                      <a:pt x="4774" y="3621"/>
                    </a:cubicBezTo>
                    <a:cubicBezTo>
                      <a:pt x="10992" y="3832"/>
                      <a:pt x="14170" y="169"/>
                      <a:pt x="6157"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3" name="Freeform: Shape 592">
                <a:extLst>
                  <a:ext uri="{FF2B5EF4-FFF2-40B4-BE49-F238E27FC236}">
                    <a16:creationId xmlns:a16="http://schemas.microsoft.com/office/drawing/2014/main" id="{6896937F-4A52-7086-2531-05A8F59B73FB}"/>
                  </a:ext>
                </a:extLst>
              </p:cNvPr>
              <p:cNvSpPr/>
              <p:nvPr/>
            </p:nvSpPr>
            <p:spPr>
              <a:xfrm>
                <a:off x="4006246" y="6708812"/>
                <a:ext cx="10287" cy="1800"/>
              </a:xfrm>
              <a:custGeom>
                <a:avLst/>
                <a:gdLst>
                  <a:gd name="connsiteX0" fmla="*/ 5757 w 10287"/>
                  <a:gd name="connsiteY0" fmla="*/ 37 h 1800"/>
                  <a:gd name="connsiteX1" fmla="*/ 4529 w 10287"/>
                  <a:gd name="connsiteY1" fmla="*/ 1768 h 1800"/>
                  <a:gd name="connsiteX2" fmla="*/ 5757 w 10287"/>
                  <a:gd name="connsiteY2" fmla="*/ 37 h 1800"/>
                </a:gdLst>
                <a:ahLst/>
                <a:cxnLst>
                  <a:cxn ang="0">
                    <a:pos x="connsiteX0" y="connsiteY0"/>
                  </a:cxn>
                  <a:cxn ang="0">
                    <a:pos x="connsiteX1" y="connsiteY1"/>
                  </a:cxn>
                  <a:cxn ang="0">
                    <a:pos x="connsiteX2" y="connsiteY2"/>
                  </a:cxn>
                </a:cxnLst>
                <a:rect l="l" t="t" r="r" b="b"/>
                <a:pathLst>
                  <a:path w="10287" h="1800">
                    <a:moveTo>
                      <a:pt x="5757" y="37"/>
                    </a:moveTo>
                    <a:cubicBezTo>
                      <a:pt x="-9" y="-272"/>
                      <a:pt x="-3084" y="1449"/>
                      <a:pt x="4529" y="1768"/>
                    </a:cubicBezTo>
                    <a:cubicBezTo>
                      <a:pt x="10301" y="2054"/>
                      <a:pt x="13370" y="351"/>
                      <a:pt x="5757" y="3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4" name="Freeform: Shape 593">
                <a:extLst>
                  <a:ext uri="{FF2B5EF4-FFF2-40B4-BE49-F238E27FC236}">
                    <a16:creationId xmlns:a16="http://schemas.microsoft.com/office/drawing/2014/main" id="{172BD7FD-B85E-2419-CCBB-1D0EAF2B9A51}"/>
                  </a:ext>
                </a:extLst>
              </p:cNvPr>
              <p:cNvSpPr/>
              <p:nvPr/>
            </p:nvSpPr>
            <p:spPr>
              <a:xfrm>
                <a:off x="4077306" y="6640809"/>
                <a:ext cx="9681" cy="1912"/>
              </a:xfrm>
              <a:custGeom>
                <a:avLst/>
                <a:gdLst>
                  <a:gd name="connsiteX0" fmla="*/ 5392 w 9681"/>
                  <a:gd name="connsiteY0" fmla="*/ 552 h 1912"/>
                  <a:gd name="connsiteX1" fmla="*/ 4290 w 9681"/>
                  <a:gd name="connsiteY1" fmla="*/ 1376 h 1912"/>
                  <a:gd name="connsiteX2" fmla="*/ 5392 w 9681"/>
                  <a:gd name="connsiteY2" fmla="*/ 552 h 1912"/>
                </a:gdLst>
                <a:ahLst/>
                <a:cxnLst>
                  <a:cxn ang="0">
                    <a:pos x="connsiteX0" y="connsiteY0"/>
                  </a:cxn>
                  <a:cxn ang="0">
                    <a:pos x="connsiteX1" y="connsiteY1"/>
                  </a:cxn>
                  <a:cxn ang="0">
                    <a:pos x="connsiteX2" y="connsiteY2"/>
                  </a:cxn>
                </a:cxnLst>
                <a:rect l="l" t="t" r="r" b="b"/>
                <a:pathLst>
                  <a:path w="9681" h="1912">
                    <a:moveTo>
                      <a:pt x="5392" y="552"/>
                    </a:moveTo>
                    <a:cubicBezTo>
                      <a:pt x="-145" y="-516"/>
                      <a:pt x="-2809" y="78"/>
                      <a:pt x="4290" y="1376"/>
                    </a:cubicBezTo>
                    <a:cubicBezTo>
                      <a:pt x="9833" y="2410"/>
                      <a:pt x="12485" y="1849"/>
                      <a:pt x="5392" y="55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5" name="Freeform: Shape 594">
                <a:extLst>
                  <a:ext uri="{FF2B5EF4-FFF2-40B4-BE49-F238E27FC236}">
                    <a16:creationId xmlns:a16="http://schemas.microsoft.com/office/drawing/2014/main" id="{A011FBD3-4200-3320-93C0-AB7920ABC03C}"/>
                  </a:ext>
                </a:extLst>
              </p:cNvPr>
              <p:cNvSpPr/>
              <p:nvPr/>
            </p:nvSpPr>
            <p:spPr>
              <a:xfrm>
                <a:off x="4042625" y="6668151"/>
                <a:ext cx="10318" cy="1399"/>
              </a:xfrm>
              <a:custGeom>
                <a:avLst/>
                <a:gdLst>
                  <a:gd name="connsiteX0" fmla="*/ 5681 w 10318"/>
                  <a:gd name="connsiteY0" fmla="*/ 196 h 1399"/>
                  <a:gd name="connsiteX1" fmla="*/ 0 w 10318"/>
                  <a:gd name="connsiteY1" fmla="*/ 224 h 1399"/>
                  <a:gd name="connsiteX2" fmla="*/ 5681 w 10318"/>
                  <a:gd name="connsiteY2" fmla="*/ 196 h 1399"/>
                </a:gdLst>
                <a:ahLst/>
                <a:cxnLst>
                  <a:cxn ang="0">
                    <a:pos x="connsiteX0" y="connsiteY0"/>
                  </a:cxn>
                  <a:cxn ang="0">
                    <a:pos x="connsiteX1" y="connsiteY1"/>
                  </a:cxn>
                  <a:cxn ang="0">
                    <a:pos x="connsiteX2" y="connsiteY2"/>
                  </a:cxn>
                </a:cxnLst>
                <a:rect l="l" t="t" r="r" b="b"/>
                <a:pathLst>
                  <a:path w="10318" h="1399">
                    <a:moveTo>
                      <a:pt x="5681" y="196"/>
                    </a:moveTo>
                    <a:cubicBezTo>
                      <a:pt x="2869" y="-73"/>
                      <a:pt x="326" y="-67"/>
                      <a:pt x="0" y="224"/>
                    </a:cubicBezTo>
                    <a:cubicBezTo>
                      <a:pt x="794" y="1791"/>
                      <a:pt x="18488" y="1802"/>
                      <a:pt x="5681" y="1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6" name="Freeform: Shape 595">
                <a:extLst>
                  <a:ext uri="{FF2B5EF4-FFF2-40B4-BE49-F238E27FC236}">
                    <a16:creationId xmlns:a16="http://schemas.microsoft.com/office/drawing/2014/main" id="{6E12ECB4-599D-E546-276B-602C791FDFAA}"/>
                  </a:ext>
                </a:extLst>
              </p:cNvPr>
              <p:cNvSpPr/>
              <p:nvPr/>
            </p:nvSpPr>
            <p:spPr>
              <a:xfrm>
                <a:off x="3967796" y="6777141"/>
                <a:ext cx="10608" cy="2913"/>
              </a:xfrm>
              <a:custGeom>
                <a:avLst/>
                <a:gdLst>
                  <a:gd name="connsiteX0" fmla="*/ 5951 w 10608"/>
                  <a:gd name="connsiteY0" fmla="*/ 9 h 2913"/>
                  <a:gd name="connsiteX1" fmla="*/ 4654 w 10608"/>
                  <a:gd name="connsiteY1" fmla="*/ 2906 h 2913"/>
                  <a:gd name="connsiteX2" fmla="*/ 5951 w 10608"/>
                  <a:gd name="connsiteY2" fmla="*/ 9 h 2913"/>
                </a:gdLst>
                <a:ahLst/>
                <a:cxnLst>
                  <a:cxn ang="0">
                    <a:pos x="connsiteX0" y="connsiteY0"/>
                  </a:cxn>
                  <a:cxn ang="0">
                    <a:pos x="connsiteX1" y="connsiteY1"/>
                  </a:cxn>
                  <a:cxn ang="0">
                    <a:pos x="connsiteX2" y="connsiteY2"/>
                  </a:cxn>
                </a:cxnLst>
                <a:rect l="l" t="t" r="r" b="b"/>
                <a:pathLst>
                  <a:path w="10608" h="2913">
                    <a:moveTo>
                      <a:pt x="5951" y="9"/>
                    </a:moveTo>
                    <a:cubicBezTo>
                      <a:pt x="-55" y="-180"/>
                      <a:pt x="-3141" y="2769"/>
                      <a:pt x="4654" y="2906"/>
                    </a:cubicBezTo>
                    <a:cubicBezTo>
                      <a:pt x="10666" y="3078"/>
                      <a:pt x="13752" y="134"/>
                      <a:pt x="5951"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7" name="Freeform: Shape 596">
                <a:extLst>
                  <a:ext uri="{FF2B5EF4-FFF2-40B4-BE49-F238E27FC236}">
                    <a16:creationId xmlns:a16="http://schemas.microsoft.com/office/drawing/2014/main" id="{4E29C2A8-7E34-6E66-51AE-76C9D925C859}"/>
                  </a:ext>
                </a:extLst>
              </p:cNvPr>
              <p:cNvSpPr/>
              <p:nvPr/>
            </p:nvSpPr>
            <p:spPr>
              <a:xfrm>
                <a:off x="3787233" y="7241264"/>
                <a:ext cx="12441" cy="4459"/>
              </a:xfrm>
              <a:custGeom>
                <a:avLst/>
                <a:gdLst>
                  <a:gd name="connsiteX0" fmla="*/ 6978 w 12441"/>
                  <a:gd name="connsiteY0" fmla="*/ 0 h 4459"/>
                  <a:gd name="connsiteX1" fmla="*/ 0 w 12441"/>
                  <a:gd name="connsiteY1" fmla="*/ 2195 h 4459"/>
                  <a:gd name="connsiteX2" fmla="*/ 6978 w 12441"/>
                  <a:gd name="connsiteY2" fmla="*/ 0 h 4459"/>
                </a:gdLst>
                <a:ahLst/>
                <a:cxnLst>
                  <a:cxn ang="0">
                    <a:pos x="connsiteX0" y="connsiteY0"/>
                  </a:cxn>
                  <a:cxn ang="0">
                    <a:pos x="connsiteX1" y="connsiteY1"/>
                  </a:cxn>
                  <a:cxn ang="0">
                    <a:pos x="connsiteX2" y="connsiteY2"/>
                  </a:cxn>
                </a:cxnLst>
                <a:rect l="l" t="t" r="r" b="b"/>
                <a:pathLst>
                  <a:path w="12441" h="4459">
                    <a:moveTo>
                      <a:pt x="6978" y="0"/>
                    </a:moveTo>
                    <a:cubicBezTo>
                      <a:pt x="3595" y="0"/>
                      <a:pt x="469" y="983"/>
                      <a:pt x="0" y="2195"/>
                    </a:cubicBezTo>
                    <a:cubicBezTo>
                      <a:pt x="674" y="7835"/>
                      <a:pt x="22271" y="1326"/>
                      <a:pt x="697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8" name="Freeform: Shape 597">
                <a:extLst>
                  <a:ext uri="{FF2B5EF4-FFF2-40B4-BE49-F238E27FC236}">
                    <a16:creationId xmlns:a16="http://schemas.microsoft.com/office/drawing/2014/main" id="{4006AF1D-3FDF-8330-FB1D-AF7F007AE971}"/>
                  </a:ext>
                </a:extLst>
              </p:cNvPr>
              <p:cNvSpPr/>
              <p:nvPr/>
            </p:nvSpPr>
            <p:spPr>
              <a:xfrm>
                <a:off x="3734224" y="7378726"/>
                <a:ext cx="12549" cy="4728"/>
              </a:xfrm>
              <a:custGeom>
                <a:avLst/>
                <a:gdLst>
                  <a:gd name="connsiteX0" fmla="*/ 7174 w 12549"/>
                  <a:gd name="connsiteY0" fmla="*/ 13 h 4728"/>
                  <a:gd name="connsiteX1" fmla="*/ 5374 w 12549"/>
                  <a:gd name="connsiteY1" fmla="*/ 4716 h 4728"/>
                  <a:gd name="connsiteX2" fmla="*/ 7174 w 12549"/>
                  <a:gd name="connsiteY2" fmla="*/ 13 h 4728"/>
                </a:gdLst>
                <a:ahLst/>
                <a:cxnLst>
                  <a:cxn ang="0">
                    <a:pos x="connsiteX0" y="connsiteY0"/>
                  </a:cxn>
                  <a:cxn ang="0">
                    <a:pos x="connsiteX1" y="connsiteY1"/>
                  </a:cxn>
                  <a:cxn ang="0">
                    <a:pos x="connsiteX2" y="connsiteY2"/>
                  </a:cxn>
                </a:cxnLst>
                <a:rect l="l" t="t" r="r" b="b"/>
                <a:pathLst>
                  <a:path w="12549" h="4728">
                    <a:moveTo>
                      <a:pt x="7174" y="13"/>
                    </a:moveTo>
                    <a:cubicBezTo>
                      <a:pt x="179" y="-279"/>
                      <a:pt x="-3856" y="4487"/>
                      <a:pt x="5374" y="4716"/>
                    </a:cubicBezTo>
                    <a:cubicBezTo>
                      <a:pt x="12381" y="5002"/>
                      <a:pt x="16398" y="241"/>
                      <a:pt x="7174" y="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599" name="Freeform: Shape 598">
                <a:extLst>
                  <a:ext uri="{FF2B5EF4-FFF2-40B4-BE49-F238E27FC236}">
                    <a16:creationId xmlns:a16="http://schemas.microsoft.com/office/drawing/2014/main" id="{D2DF4508-0A3B-C16D-8C47-38129BE4436F}"/>
                  </a:ext>
                </a:extLst>
              </p:cNvPr>
              <p:cNvSpPr/>
              <p:nvPr/>
            </p:nvSpPr>
            <p:spPr>
              <a:xfrm>
                <a:off x="4109873" y="6612786"/>
                <a:ext cx="9763" cy="2660"/>
              </a:xfrm>
              <a:custGeom>
                <a:avLst/>
                <a:gdLst>
                  <a:gd name="connsiteX0" fmla="*/ 5338 w 9763"/>
                  <a:gd name="connsiteY0" fmla="*/ 812 h 2660"/>
                  <a:gd name="connsiteX1" fmla="*/ 0 w 9763"/>
                  <a:gd name="connsiteY1" fmla="*/ 115 h 2660"/>
                  <a:gd name="connsiteX2" fmla="*/ 5338 w 9763"/>
                  <a:gd name="connsiteY2" fmla="*/ 812 h 2660"/>
                </a:gdLst>
                <a:ahLst/>
                <a:cxnLst>
                  <a:cxn ang="0">
                    <a:pos x="connsiteX0" y="connsiteY0"/>
                  </a:cxn>
                  <a:cxn ang="0">
                    <a:pos x="connsiteX1" y="connsiteY1"/>
                  </a:cxn>
                  <a:cxn ang="0">
                    <a:pos x="connsiteX2" y="connsiteY2"/>
                  </a:cxn>
                </a:cxnLst>
                <a:rect l="l" t="t" r="r" b="b"/>
                <a:pathLst>
                  <a:path w="9763" h="2660">
                    <a:moveTo>
                      <a:pt x="5338" y="812"/>
                    </a:moveTo>
                    <a:cubicBezTo>
                      <a:pt x="2680" y="131"/>
                      <a:pt x="286" y="-188"/>
                      <a:pt x="0" y="115"/>
                    </a:cubicBezTo>
                    <a:cubicBezTo>
                      <a:pt x="594" y="1983"/>
                      <a:pt x="17585" y="4401"/>
                      <a:pt x="5338" y="8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0" name="Freeform: Shape 599">
                <a:extLst>
                  <a:ext uri="{FF2B5EF4-FFF2-40B4-BE49-F238E27FC236}">
                    <a16:creationId xmlns:a16="http://schemas.microsoft.com/office/drawing/2014/main" id="{95E889FD-FA8A-3857-5DD6-38188746F817}"/>
                  </a:ext>
                </a:extLst>
              </p:cNvPr>
              <p:cNvSpPr/>
              <p:nvPr/>
            </p:nvSpPr>
            <p:spPr>
              <a:xfrm>
                <a:off x="3883625" y="6992784"/>
                <a:ext cx="11295" cy="3860"/>
              </a:xfrm>
              <a:custGeom>
                <a:avLst/>
                <a:gdLst>
                  <a:gd name="connsiteX0" fmla="*/ 6386 w 11295"/>
                  <a:gd name="connsiteY0" fmla="*/ 10 h 3860"/>
                  <a:gd name="connsiteX1" fmla="*/ 4906 w 11295"/>
                  <a:gd name="connsiteY1" fmla="*/ 3851 h 3860"/>
                  <a:gd name="connsiteX2" fmla="*/ 6386 w 11295"/>
                  <a:gd name="connsiteY2" fmla="*/ 10 h 3860"/>
                </a:gdLst>
                <a:ahLst/>
                <a:cxnLst>
                  <a:cxn ang="0">
                    <a:pos x="connsiteX0" y="connsiteY0"/>
                  </a:cxn>
                  <a:cxn ang="0">
                    <a:pos x="connsiteX1" y="connsiteY1"/>
                  </a:cxn>
                  <a:cxn ang="0">
                    <a:pos x="connsiteX2" y="connsiteY2"/>
                  </a:cxn>
                </a:cxnLst>
                <a:rect l="l" t="t" r="r" b="b"/>
                <a:pathLst>
                  <a:path w="11295" h="3860">
                    <a:moveTo>
                      <a:pt x="6386" y="10"/>
                    </a:moveTo>
                    <a:cubicBezTo>
                      <a:pt x="8" y="-224"/>
                      <a:pt x="-3381" y="3679"/>
                      <a:pt x="4906" y="3851"/>
                    </a:cubicBezTo>
                    <a:cubicBezTo>
                      <a:pt x="11295" y="4084"/>
                      <a:pt x="14673" y="187"/>
                      <a:pt x="6386" y="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1" name="Freeform: Shape 600">
                <a:extLst>
                  <a:ext uri="{FF2B5EF4-FFF2-40B4-BE49-F238E27FC236}">
                    <a16:creationId xmlns:a16="http://schemas.microsoft.com/office/drawing/2014/main" id="{D04AD692-7083-6AA3-3A55-F434D0015BF0}"/>
                  </a:ext>
                </a:extLst>
              </p:cNvPr>
              <p:cNvSpPr/>
              <p:nvPr/>
            </p:nvSpPr>
            <p:spPr>
              <a:xfrm>
                <a:off x="3836976" y="7112894"/>
                <a:ext cx="12020" cy="4168"/>
              </a:xfrm>
              <a:custGeom>
                <a:avLst/>
                <a:gdLst>
                  <a:gd name="connsiteX0" fmla="*/ 6721 w 12020"/>
                  <a:gd name="connsiteY0" fmla="*/ 0 h 4168"/>
                  <a:gd name="connsiteX1" fmla="*/ 0 w 12020"/>
                  <a:gd name="connsiteY1" fmla="*/ 2052 h 4168"/>
                  <a:gd name="connsiteX2" fmla="*/ 6721 w 12020"/>
                  <a:gd name="connsiteY2" fmla="*/ 0 h 4168"/>
                </a:gdLst>
                <a:ahLst/>
                <a:cxnLst>
                  <a:cxn ang="0">
                    <a:pos x="connsiteX0" y="connsiteY0"/>
                  </a:cxn>
                  <a:cxn ang="0">
                    <a:pos x="connsiteX1" y="connsiteY1"/>
                  </a:cxn>
                  <a:cxn ang="0">
                    <a:pos x="connsiteX2" y="connsiteY2"/>
                  </a:cxn>
                </a:cxnLst>
                <a:rect l="l" t="t" r="r" b="b"/>
                <a:pathLst>
                  <a:path w="12020" h="4168">
                    <a:moveTo>
                      <a:pt x="6721" y="0"/>
                    </a:moveTo>
                    <a:cubicBezTo>
                      <a:pt x="3452" y="0"/>
                      <a:pt x="440" y="915"/>
                      <a:pt x="0" y="2052"/>
                    </a:cubicBezTo>
                    <a:cubicBezTo>
                      <a:pt x="709" y="7321"/>
                      <a:pt x="21517" y="1246"/>
                      <a:pt x="672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2" name="Freeform: Shape 601">
                <a:extLst>
                  <a:ext uri="{FF2B5EF4-FFF2-40B4-BE49-F238E27FC236}">
                    <a16:creationId xmlns:a16="http://schemas.microsoft.com/office/drawing/2014/main" id="{CF121A19-EFC0-4738-2877-3791C703DA22}"/>
                  </a:ext>
                </a:extLst>
              </p:cNvPr>
              <p:cNvSpPr/>
              <p:nvPr/>
            </p:nvSpPr>
            <p:spPr>
              <a:xfrm>
                <a:off x="4339759" y="6103797"/>
                <a:ext cx="7851" cy="2698"/>
              </a:xfrm>
              <a:custGeom>
                <a:avLst/>
                <a:gdLst>
                  <a:gd name="connsiteX0" fmla="*/ 4229 w 7851"/>
                  <a:gd name="connsiteY0" fmla="*/ 457 h 2698"/>
                  <a:gd name="connsiteX1" fmla="*/ 0 w 7851"/>
                  <a:gd name="connsiteY1" fmla="*/ 2372 h 2698"/>
                  <a:gd name="connsiteX2" fmla="*/ 4229 w 7851"/>
                  <a:gd name="connsiteY2" fmla="*/ 457 h 2698"/>
                </a:gdLst>
                <a:ahLst/>
                <a:cxnLst>
                  <a:cxn ang="0">
                    <a:pos x="connsiteX0" y="connsiteY0"/>
                  </a:cxn>
                  <a:cxn ang="0">
                    <a:pos x="connsiteX1" y="connsiteY1"/>
                  </a:cxn>
                  <a:cxn ang="0">
                    <a:pos x="connsiteX2" y="connsiteY2"/>
                  </a:cxn>
                </a:cxnLst>
                <a:rect l="l" t="t" r="r" b="b"/>
                <a:pathLst>
                  <a:path w="7851" h="2698">
                    <a:moveTo>
                      <a:pt x="4229" y="457"/>
                    </a:moveTo>
                    <a:cubicBezTo>
                      <a:pt x="2086" y="1029"/>
                      <a:pt x="189" y="1892"/>
                      <a:pt x="0" y="2372"/>
                    </a:cubicBezTo>
                    <a:cubicBezTo>
                      <a:pt x="1017" y="4086"/>
                      <a:pt x="14002" y="-1606"/>
                      <a:pt x="4229" y="45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3" name="Freeform: Shape 602">
                <a:extLst>
                  <a:ext uri="{FF2B5EF4-FFF2-40B4-BE49-F238E27FC236}">
                    <a16:creationId xmlns:a16="http://schemas.microsoft.com/office/drawing/2014/main" id="{63ADC1DF-BA36-3998-3117-6BED01997196}"/>
                  </a:ext>
                </a:extLst>
              </p:cNvPr>
              <p:cNvSpPr/>
              <p:nvPr/>
            </p:nvSpPr>
            <p:spPr>
              <a:xfrm>
                <a:off x="4318688" y="6157973"/>
                <a:ext cx="8025" cy="2720"/>
              </a:xfrm>
              <a:custGeom>
                <a:avLst/>
                <a:gdLst>
                  <a:gd name="connsiteX0" fmla="*/ 4332 w 8025"/>
                  <a:gd name="connsiteY0" fmla="*/ 413 h 2720"/>
                  <a:gd name="connsiteX1" fmla="*/ 0 w 8025"/>
                  <a:gd name="connsiteY1" fmla="*/ 2345 h 2720"/>
                  <a:gd name="connsiteX2" fmla="*/ 4332 w 8025"/>
                  <a:gd name="connsiteY2" fmla="*/ 413 h 2720"/>
                </a:gdLst>
                <a:ahLst/>
                <a:cxnLst>
                  <a:cxn ang="0">
                    <a:pos x="connsiteX0" y="connsiteY0"/>
                  </a:cxn>
                  <a:cxn ang="0">
                    <a:pos x="connsiteX1" y="connsiteY1"/>
                  </a:cxn>
                  <a:cxn ang="0">
                    <a:pos x="connsiteX2" y="connsiteY2"/>
                  </a:cxn>
                </a:cxnLst>
                <a:rect l="l" t="t" r="r" b="b"/>
                <a:pathLst>
                  <a:path w="8025" h="2720">
                    <a:moveTo>
                      <a:pt x="4332" y="413"/>
                    </a:moveTo>
                    <a:cubicBezTo>
                      <a:pt x="2137" y="962"/>
                      <a:pt x="200" y="1837"/>
                      <a:pt x="0" y="2345"/>
                    </a:cubicBezTo>
                    <a:cubicBezTo>
                      <a:pt x="1023" y="4202"/>
                      <a:pt x="14310" y="-1547"/>
                      <a:pt x="4332" y="41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4" name="Freeform: Shape 603">
                <a:extLst>
                  <a:ext uri="{FF2B5EF4-FFF2-40B4-BE49-F238E27FC236}">
                    <a16:creationId xmlns:a16="http://schemas.microsoft.com/office/drawing/2014/main" id="{340889D9-6F6A-2FC4-1D20-34944F5959CD}"/>
                  </a:ext>
                </a:extLst>
              </p:cNvPr>
              <p:cNvSpPr/>
              <p:nvPr/>
            </p:nvSpPr>
            <p:spPr>
              <a:xfrm>
                <a:off x="4360030" y="6052402"/>
                <a:ext cx="7679" cy="2710"/>
              </a:xfrm>
              <a:custGeom>
                <a:avLst/>
                <a:gdLst>
                  <a:gd name="connsiteX0" fmla="*/ 4132 w 7679"/>
                  <a:gd name="connsiteY0" fmla="*/ 514 h 2710"/>
                  <a:gd name="connsiteX1" fmla="*/ 0 w 7679"/>
                  <a:gd name="connsiteY1" fmla="*/ 2429 h 2710"/>
                  <a:gd name="connsiteX2" fmla="*/ 4132 w 7679"/>
                  <a:gd name="connsiteY2" fmla="*/ 514 h 2710"/>
                </a:gdLst>
                <a:ahLst/>
                <a:cxnLst>
                  <a:cxn ang="0">
                    <a:pos x="connsiteX0" y="connsiteY0"/>
                  </a:cxn>
                  <a:cxn ang="0">
                    <a:pos x="connsiteX1" y="connsiteY1"/>
                  </a:cxn>
                  <a:cxn ang="0">
                    <a:pos x="connsiteX2" y="connsiteY2"/>
                  </a:cxn>
                </a:cxnLst>
                <a:rect l="l" t="t" r="r" b="b"/>
                <a:pathLst>
                  <a:path w="7679" h="2710">
                    <a:moveTo>
                      <a:pt x="4132" y="514"/>
                    </a:moveTo>
                    <a:cubicBezTo>
                      <a:pt x="2034" y="1109"/>
                      <a:pt x="177" y="1972"/>
                      <a:pt x="0" y="2429"/>
                    </a:cubicBezTo>
                    <a:cubicBezTo>
                      <a:pt x="1012" y="4012"/>
                      <a:pt x="13693" y="-1692"/>
                      <a:pt x="4132" y="5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5" name="Freeform: Shape 604">
                <a:extLst>
                  <a:ext uri="{FF2B5EF4-FFF2-40B4-BE49-F238E27FC236}">
                    <a16:creationId xmlns:a16="http://schemas.microsoft.com/office/drawing/2014/main" id="{16E1F1CB-5FE0-46C3-7DD5-80153DDE38FE}"/>
                  </a:ext>
                </a:extLst>
              </p:cNvPr>
              <p:cNvSpPr/>
              <p:nvPr/>
            </p:nvSpPr>
            <p:spPr>
              <a:xfrm>
                <a:off x="4379478" y="6003233"/>
                <a:ext cx="7518" cy="2745"/>
              </a:xfrm>
              <a:custGeom>
                <a:avLst/>
                <a:gdLst>
                  <a:gd name="connsiteX0" fmla="*/ 4041 w 7518"/>
                  <a:gd name="connsiteY0" fmla="*/ 569 h 2745"/>
                  <a:gd name="connsiteX1" fmla="*/ 0 w 7518"/>
                  <a:gd name="connsiteY1" fmla="*/ 2500 h 2745"/>
                  <a:gd name="connsiteX2" fmla="*/ 4041 w 7518"/>
                  <a:gd name="connsiteY2" fmla="*/ 569 h 2745"/>
                </a:gdLst>
                <a:ahLst/>
                <a:cxnLst>
                  <a:cxn ang="0">
                    <a:pos x="connsiteX0" y="connsiteY0"/>
                  </a:cxn>
                  <a:cxn ang="0">
                    <a:pos x="connsiteX1" y="connsiteY1"/>
                  </a:cxn>
                  <a:cxn ang="0">
                    <a:pos x="connsiteX2" y="connsiteY2"/>
                  </a:cxn>
                </a:cxnLst>
                <a:rect l="l" t="t" r="r" b="b"/>
                <a:pathLst>
                  <a:path w="7518" h="2745">
                    <a:moveTo>
                      <a:pt x="4041" y="569"/>
                    </a:moveTo>
                    <a:cubicBezTo>
                      <a:pt x="1983" y="1191"/>
                      <a:pt x="171" y="2060"/>
                      <a:pt x="0" y="2500"/>
                    </a:cubicBezTo>
                    <a:cubicBezTo>
                      <a:pt x="1012" y="3975"/>
                      <a:pt x="13402" y="-1774"/>
                      <a:pt x="4041" y="56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6" name="Freeform: Shape 605">
                <a:extLst>
                  <a:ext uri="{FF2B5EF4-FFF2-40B4-BE49-F238E27FC236}">
                    <a16:creationId xmlns:a16="http://schemas.microsoft.com/office/drawing/2014/main" id="{EB85AAC6-E570-937B-9B1F-ACF80D872B2A}"/>
                  </a:ext>
                </a:extLst>
              </p:cNvPr>
              <p:cNvSpPr/>
              <p:nvPr/>
            </p:nvSpPr>
            <p:spPr>
              <a:xfrm>
                <a:off x="4140711" y="6569965"/>
                <a:ext cx="9504" cy="3316"/>
              </a:xfrm>
              <a:custGeom>
                <a:avLst/>
                <a:gdLst>
                  <a:gd name="connsiteX0" fmla="*/ 5183 w 9504"/>
                  <a:gd name="connsiteY0" fmla="*/ 799 h 3316"/>
                  <a:gd name="connsiteX1" fmla="*/ 0 w 9504"/>
                  <a:gd name="connsiteY1" fmla="*/ 256 h 3316"/>
                  <a:gd name="connsiteX2" fmla="*/ 5183 w 9504"/>
                  <a:gd name="connsiteY2" fmla="*/ 799 h 3316"/>
                </a:gdLst>
                <a:ahLst/>
                <a:cxnLst>
                  <a:cxn ang="0">
                    <a:pos x="connsiteX0" y="connsiteY0"/>
                  </a:cxn>
                  <a:cxn ang="0">
                    <a:pos x="connsiteX1" y="connsiteY1"/>
                  </a:cxn>
                  <a:cxn ang="0">
                    <a:pos x="connsiteX2" y="connsiteY2"/>
                  </a:cxn>
                </a:cxnLst>
                <a:rect l="l" t="t" r="r" b="b"/>
                <a:pathLst>
                  <a:path w="9504" h="3316">
                    <a:moveTo>
                      <a:pt x="5183" y="799"/>
                    </a:moveTo>
                    <a:cubicBezTo>
                      <a:pt x="2595" y="10"/>
                      <a:pt x="274" y="-241"/>
                      <a:pt x="0" y="256"/>
                    </a:cubicBezTo>
                    <a:cubicBezTo>
                      <a:pt x="440" y="3068"/>
                      <a:pt x="17179" y="5188"/>
                      <a:pt x="5183" y="79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7" name="Freeform: Shape 606">
                <a:extLst>
                  <a:ext uri="{FF2B5EF4-FFF2-40B4-BE49-F238E27FC236}">
                    <a16:creationId xmlns:a16="http://schemas.microsoft.com/office/drawing/2014/main" id="{0FF084EE-F6B4-C259-CBD3-E1D8DCA1B172}"/>
                  </a:ext>
                </a:extLst>
              </p:cNvPr>
              <p:cNvSpPr/>
              <p:nvPr/>
            </p:nvSpPr>
            <p:spPr>
              <a:xfrm>
                <a:off x="4296708" y="6216147"/>
                <a:ext cx="8201" cy="2791"/>
              </a:xfrm>
              <a:custGeom>
                <a:avLst/>
                <a:gdLst>
                  <a:gd name="connsiteX0" fmla="*/ 4441 w 8201"/>
                  <a:gd name="connsiteY0" fmla="*/ 377 h 2791"/>
                  <a:gd name="connsiteX1" fmla="*/ 0 w 8201"/>
                  <a:gd name="connsiteY1" fmla="*/ 2361 h 2791"/>
                  <a:gd name="connsiteX2" fmla="*/ 4441 w 8201"/>
                  <a:gd name="connsiteY2" fmla="*/ 377 h 2791"/>
                </a:gdLst>
                <a:ahLst/>
                <a:cxnLst>
                  <a:cxn ang="0">
                    <a:pos x="connsiteX0" y="connsiteY0"/>
                  </a:cxn>
                  <a:cxn ang="0">
                    <a:pos x="connsiteX1" y="connsiteY1"/>
                  </a:cxn>
                  <a:cxn ang="0">
                    <a:pos x="connsiteX2" y="connsiteY2"/>
                  </a:cxn>
                </a:cxnLst>
                <a:rect l="l" t="t" r="r" b="b"/>
                <a:pathLst>
                  <a:path w="8201" h="2791">
                    <a:moveTo>
                      <a:pt x="4441" y="377"/>
                    </a:moveTo>
                    <a:cubicBezTo>
                      <a:pt x="2200" y="920"/>
                      <a:pt x="212" y="1818"/>
                      <a:pt x="0" y="2361"/>
                    </a:cubicBezTo>
                    <a:cubicBezTo>
                      <a:pt x="1029" y="4390"/>
                      <a:pt x="14619" y="-1508"/>
                      <a:pt x="4441" y="37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8" name="Freeform: Shape 607">
                <a:extLst>
                  <a:ext uri="{FF2B5EF4-FFF2-40B4-BE49-F238E27FC236}">
                    <a16:creationId xmlns:a16="http://schemas.microsoft.com/office/drawing/2014/main" id="{E11F565C-67BD-3DE3-4AA5-CD9CAE293F3D}"/>
                  </a:ext>
                </a:extLst>
              </p:cNvPr>
              <p:cNvSpPr/>
              <p:nvPr/>
            </p:nvSpPr>
            <p:spPr>
              <a:xfrm>
                <a:off x="4398098" y="5955751"/>
                <a:ext cx="7360" cy="2774"/>
              </a:xfrm>
              <a:custGeom>
                <a:avLst/>
                <a:gdLst>
                  <a:gd name="connsiteX0" fmla="*/ 3949 w 7360"/>
                  <a:gd name="connsiteY0" fmla="*/ 610 h 2774"/>
                  <a:gd name="connsiteX1" fmla="*/ 0 w 7360"/>
                  <a:gd name="connsiteY1" fmla="*/ 2553 h 2774"/>
                  <a:gd name="connsiteX2" fmla="*/ 3949 w 7360"/>
                  <a:gd name="connsiteY2" fmla="*/ 610 h 2774"/>
                </a:gdLst>
                <a:ahLst/>
                <a:cxnLst>
                  <a:cxn ang="0">
                    <a:pos x="connsiteX0" y="connsiteY0"/>
                  </a:cxn>
                  <a:cxn ang="0">
                    <a:pos x="connsiteX1" y="connsiteY1"/>
                  </a:cxn>
                  <a:cxn ang="0">
                    <a:pos x="connsiteX2" y="connsiteY2"/>
                  </a:cxn>
                </a:cxnLst>
                <a:rect l="l" t="t" r="r" b="b"/>
                <a:pathLst>
                  <a:path w="7360" h="2774">
                    <a:moveTo>
                      <a:pt x="3949" y="610"/>
                    </a:moveTo>
                    <a:cubicBezTo>
                      <a:pt x="1937" y="1250"/>
                      <a:pt x="166" y="2130"/>
                      <a:pt x="0" y="2553"/>
                    </a:cubicBezTo>
                    <a:cubicBezTo>
                      <a:pt x="1006" y="3953"/>
                      <a:pt x="13122" y="-1836"/>
                      <a:pt x="3949" y="6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09" name="Freeform: Shape 608">
                <a:extLst>
                  <a:ext uri="{FF2B5EF4-FFF2-40B4-BE49-F238E27FC236}">
                    <a16:creationId xmlns:a16="http://schemas.microsoft.com/office/drawing/2014/main" id="{4F698B0E-1CE8-CA2B-4247-A96AA594F1A7}"/>
                  </a:ext>
                </a:extLst>
              </p:cNvPr>
              <p:cNvSpPr/>
              <p:nvPr/>
            </p:nvSpPr>
            <p:spPr>
              <a:xfrm>
                <a:off x="4169526" y="6502092"/>
                <a:ext cx="9283" cy="3116"/>
              </a:xfrm>
              <a:custGeom>
                <a:avLst/>
                <a:gdLst>
                  <a:gd name="connsiteX0" fmla="*/ 5046 w 9283"/>
                  <a:gd name="connsiteY0" fmla="*/ 623 h 3116"/>
                  <a:gd name="connsiteX1" fmla="*/ 0 w 9283"/>
                  <a:gd name="connsiteY1" fmla="*/ 331 h 3116"/>
                  <a:gd name="connsiteX2" fmla="*/ 5046 w 9283"/>
                  <a:gd name="connsiteY2" fmla="*/ 623 h 3116"/>
                </a:gdLst>
                <a:ahLst/>
                <a:cxnLst>
                  <a:cxn ang="0">
                    <a:pos x="connsiteX0" y="connsiteY0"/>
                  </a:cxn>
                  <a:cxn ang="0">
                    <a:pos x="connsiteX1" y="connsiteY1"/>
                  </a:cxn>
                  <a:cxn ang="0">
                    <a:pos x="connsiteX2" y="connsiteY2"/>
                  </a:cxn>
                </a:cxnLst>
                <a:rect l="l" t="t" r="r" b="b"/>
                <a:pathLst>
                  <a:path w="9283" h="3116">
                    <a:moveTo>
                      <a:pt x="5046" y="623"/>
                    </a:moveTo>
                    <a:cubicBezTo>
                      <a:pt x="2515" y="-68"/>
                      <a:pt x="257" y="-212"/>
                      <a:pt x="0" y="331"/>
                    </a:cubicBezTo>
                    <a:cubicBezTo>
                      <a:pt x="474" y="3303"/>
                      <a:pt x="16779" y="4601"/>
                      <a:pt x="5046" y="6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0" name="Freeform: Shape 609">
                <a:extLst>
                  <a:ext uri="{FF2B5EF4-FFF2-40B4-BE49-F238E27FC236}">
                    <a16:creationId xmlns:a16="http://schemas.microsoft.com/office/drawing/2014/main" id="{9780849D-3ADC-B9F2-A833-7BA1CA79040B}"/>
                  </a:ext>
                </a:extLst>
              </p:cNvPr>
              <p:cNvSpPr/>
              <p:nvPr/>
            </p:nvSpPr>
            <p:spPr>
              <a:xfrm>
                <a:off x="4273276" y="6271808"/>
                <a:ext cx="8412" cy="2272"/>
              </a:xfrm>
              <a:custGeom>
                <a:avLst/>
                <a:gdLst>
                  <a:gd name="connsiteX0" fmla="*/ 4561 w 8412"/>
                  <a:gd name="connsiteY0" fmla="*/ 227 h 2272"/>
                  <a:gd name="connsiteX1" fmla="*/ 0 w 8412"/>
                  <a:gd name="connsiteY1" fmla="*/ 1833 h 2272"/>
                  <a:gd name="connsiteX2" fmla="*/ 4561 w 8412"/>
                  <a:gd name="connsiteY2" fmla="*/ 227 h 2272"/>
                </a:gdLst>
                <a:ahLst/>
                <a:cxnLst>
                  <a:cxn ang="0">
                    <a:pos x="connsiteX0" y="connsiteY0"/>
                  </a:cxn>
                  <a:cxn ang="0">
                    <a:pos x="connsiteX1" y="connsiteY1"/>
                  </a:cxn>
                  <a:cxn ang="0">
                    <a:pos x="connsiteX2" y="connsiteY2"/>
                  </a:cxn>
                </a:cxnLst>
                <a:rect l="l" t="t" r="r" b="b"/>
                <a:pathLst>
                  <a:path w="8412" h="2272">
                    <a:moveTo>
                      <a:pt x="4561" y="227"/>
                    </a:moveTo>
                    <a:cubicBezTo>
                      <a:pt x="2263" y="633"/>
                      <a:pt x="217" y="1359"/>
                      <a:pt x="0" y="1833"/>
                    </a:cubicBezTo>
                    <a:cubicBezTo>
                      <a:pt x="972" y="3702"/>
                      <a:pt x="15019" y="-1071"/>
                      <a:pt x="4561" y="2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1" name="Freeform: Shape 610">
                <a:extLst>
                  <a:ext uri="{FF2B5EF4-FFF2-40B4-BE49-F238E27FC236}">
                    <a16:creationId xmlns:a16="http://schemas.microsoft.com/office/drawing/2014/main" id="{32844BEA-0FFC-A515-53F0-09755425A6D5}"/>
                  </a:ext>
                </a:extLst>
              </p:cNvPr>
              <p:cNvSpPr/>
              <p:nvPr/>
            </p:nvSpPr>
            <p:spPr>
              <a:xfrm>
                <a:off x="4196884" y="6452403"/>
                <a:ext cx="8768" cy="1865"/>
              </a:xfrm>
              <a:custGeom>
                <a:avLst/>
                <a:gdLst>
                  <a:gd name="connsiteX0" fmla="*/ 4818 w 8768"/>
                  <a:gd name="connsiteY0" fmla="*/ 60 h 1865"/>
                  <a:gd name="connsiteX1" fmla="*/ 3943 w 8768"/>
                  <a:gd name="connsiteY1" fmla="*/ 1797 h 1865"/>
                  <a:gd name="connsiteX2" fmla="*/ 4818 w 8768"/>
                  <a:gd name="connsiteY2" fmla="*/ 60 h 1865"/>
                </a:gdLst>
                <a:ahLst/>
                <a:cxnLst>
                  <a:cxn ang="0">
                    <a:pos x="connsiteX0" y="connsiteY0"/>
                  </a:cxn>
                  <a:cxn ang="0">
                    <a:pos x="connsiteX1" y="connsiteY1"/>
                  </a:cxn>
                  <a:cxn ang="0">
                    <a:pos x="connsiteX2" y="connsiteY2"/>
                  </a:cxn>
                </a:cxnLst>
                <a:rect l="l" t="t" r="r" b="b"/>
                <a:pathLst>
                  <a:path w="8768" h="1865">
                    <a:moveTo>
                      <a:pt x="4818" y="60"/>
                    </a:moveTo>
                    <a:cubicBezTo>
                      <a:pt x="-343" y="-335"/>
                      <a:pt x="-2395" y="1334"/>
                      <a:pt x="3943" y="1797"/>
                    </a:cubicBezTo>
                    <a:cubicBezTo>
                      <a:pt x="9150" y="2232"/>
                      <a:pt x="11138" y="472"/>
                      <a:pt x="4818" y="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2" name="Freeform: Shape 611">
                <a:extLst>
                  <a:ext uri="{FF2B5EF4-FFF2-40B4-BE49-F238E27FC236}">
                    <a16:creationId xmlns:a16="http://schemas.microsoft.com/office/drawing/2014/main" id="{D3BC6466-B924-3801-47B4-320575CA9892}"/>
                  </a:ext>
                </a:extLst>
              </p:cNvPr>
              <p:cNvSpPr/>
              <p:nvPr/>
            </p:nvSpPr>
            <p:spPr>
              <a:xfrm>
                <a:off x="4223034" y="6385012"/>
                <a:ext cx="8586" cy="2212"/>
              </a:xfrm>
              <a:custGeom>
                <a:avLst/>
                <a:gdLst>
                  <a:gd name="connsiteX0" fmla="*/ 4722 w 8586"/>
                  <a:gd name="connsiteY0" fmla="*/ 3 h 2212"/>
                  <a:gd name="connsiteX1" fmla="*/ 3865 w 8586"/>
                  <a:gd name="connsiteY1" fmla="*/ 2209 h 2212"/>
                  <a:gd name="connsiteX2" fmla="*/ 4722 w 8586"/>
                  <a:gd name="connsiteY2" fmla="*/ 3 h 2212"/>
                </a:gdLst>
                <a:ahLst/>
                <a:cxnLst>
                  <a:cxn ang="0">
                    <a:pos x="connsiteX0" y="connsiteY0"/>
                  </a:cxn>
                  <a:cxn ang="0">
                    <a:pos x="connsiteX1" y="connsiteY1"/>
                  </a:cxn>
                  <a:cxn ang="0">
                    <a:pos x="connsiteX2" y="connsiteY2"/>
                  </a:cxn>
                </a:cxnLst>
                <a:rect l="l" t="t" r="r" b="b"/>
                <a:pathLst>
                  <a:path w="8586" h="2212">
                    <a:moveTo>
                      <a:pt x="4722" y="3"/>
                    </a:moveTo>
                    <a:cubicBezTo>
                      <a:pt x="-284" y="-95"/>
                      <a:pt x="-2387" y="2157"/>
                      <a:pt x="3865" y="2209"/>
                    </a:cubicBezTo>
                    <a:cubicBezTo>
                      <a:pt x="8877" y="2312"/>
                      <a:pt x="10969" y="43"/>
                      <a:pt x="4722"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3" name="Freeform: Shape 612">
                <a:extLst>
                  <a:ext uri="{FF2B5EF4-FFF2-40B4-BE49-F238E27FC236}">
                    <a16:creationId xmlns:a16="http://schemas.microsoft.com/office/drawing/2014/main" id="{1A475FB9-6E67-0CEC-9CDA-1E573105B186}"/>
                  </a:ext>
                </a:extLst>
              </p:cNvPr>
              <p:cNvSpPr/>
              <p:nvPr/>
            </p:nvSpPr>
            <p:spPr>
              <a:xfrm>
                <a:off x="4248633" y="6325067"/>
                <a:ext cx="8640" cy="1932"/>
              </a:xfrm>
              <a:custGeom>
                <a:avLst/>
                <a:gdLst>
                  <a:gd name="connsiteX0" fmla="*/ 4692 w 8640"/>
                  <a:gd name="connsiteY0" fmla="*/ 9 h 1932"/>
                  <a:gd name="connsiteX1" fmla="*/ 0 w 8640"/>
                  <a:gd name="connsiteY1" fmla="*/ 1231 h 1932"/>
                  <a:gd name="connsiteX2" fmla="*/ 4692 w 8640"/>
                  <a:gd name="connsiteY2" fmla="*/ 9 h 1932"/>
                </a:gdLst>
                <a:ahLst/>
                <a:cxnLst>
                  <a:cxn ang="0">
                    <a:pos x="connsiteX0" y="connsiteY0"/>
                  </a:cxn>
                  <a:cxn ang="0">
                    <a:pos x="connsiteX1" y="connsiteY1"/>
                  </a:cxn>
                  <a:cxn ang="0">
                    <a:pos x="connsiteX2" y="connsiteY2"/>
                  </a:cxn>
                </a:cxnLst>
                <a:rect l="l" t="t" r="r" b="b"/>
                <a:pathLst>
                  <a:path w="8640" h="1932">
                    <a:moveTo>
                      <a:pt x="4692" y="9"/>
                    </a:moveTo>
                    <a:cubicBezTo>
                      <a:pt x="2332" y="186"/>
                      <a:pt x="234" y="734"/>
                      <a:pt x="0" y="1231"/>
                    </a:cubicBezTo>
                    <a:cubicBezTo>
                      <a:pt x="892" y="3409"/>
                      <a:pt x="15459" y="-197"/>
                      <a:pt x="4692"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4" name="Freeform: Shape 613">
                <a:extLst>
                  <a:ext uri="{FF2B5EF4-FFF2-40B4-BE49-F238E27FC236}">
                    <a16:creationId xmlns:a16="http://schemas.microsoft.com/office/drawing/2014/main" id="{04C4A275-9F5F-91A7-CC8B-2FE001EF85F5}"/>
                  </a:ext>
                </a:extLst>
              </p:cNvPr>
              <p:cNvSpPr/>
              <p:nvPr/>
            </p:nvSpPr>
            <p:spPr>
              <a:xfrm>
                <a:off x="3677578" y="7526128"/>
                <a:ext cx="12862" cy="5241"/>
              </a:xfrm>
              <a:custGeom>
                <a:avLst/>
                <a:gdLst>
                  <a:gd name="connsiteX0" fmla="*/ 7533 w 12862"/>
                  <a:gd name="connsiteY0" fmla="*/ 18 h 5241"/>
                  <a:gd name="connsiteX1" fmla="*/ 1246 w 12862"/>
                  <a:gd name="connsiteY1" fmla="*/ 4321 h 5241"/>
                  <a:gd name="connsiteX2" fmla="*/ 7533 w 12862"/>
                  <a:gd name="connsiteY2" fmla="*/ 18 h 5241"/>
                </a:gdLst>
                <a:ahLst/>
                <a:cxnLst>
                  <a:cxn ang="0">
                    <a:pos x="connsiteX0" y="connsiteY0"/>
                  </a:cxn>
                  <a:cxn ang="0">
                    <a:pos x="connsiteX1" y="connsiteY1"/>
                  </a:cxn>
                  <a:cxn ang="0">
                    <a:pos x="connsiteX2" y="connsiteY2"/>
                  </a:cxn>
                </a:cxnLst>
                <a:rect l="l" t="t" r="r" b="b"/>
                <a:pathLst>
                  <a:path w="12862" h="5241">
                    <a:moveTo>
                      <a:pt x="7533" y="18"/>
                    </a:moveTo>
                    <a:cubicBezTo>
                      <a:pt x="5070" y="-199"/>
                      <a:pt x="-3085" y="1544"/>
                      <a:pt x="1246" y="4321"/>
                    </a:cubicBezTo>
                    <a:cubicBezTo>
                      <a:pt x="6482" y="7647"/>
                      <a:pt x="20455" y="955"/>
                      <a:pt x="7533"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5" name="Freeform: Shape 614">
                <a:extLst>
                  <a:ext uri="{FF2B5EF4-FFF2-40B4-BE49-F238E27FC236}">
                    <a16:creationId xmlns:a16="http://schemas.microsoft.com/office/drawing/2014/main" id="{3613C3C0-6530-C989-0A4F-3797BE267752}"/>
                  </a:ext>
                </a:extLst>
              </p:cNvPr>
              <p:cNvSpPr/>
              <p:nvPr/>
            </p:nvSpPr>
            <p:spPr>
              <a:xfrm>
                <a:off x="4220840" y="6002280"/>
                <a:ext cx="6074" cy="3823"/>
              </a:xfrm>
              <a:custGeom>
                <a:avLst/>
                <a:gdLst>
                  <a:gd name="connsiteX0" fmla="*/ 3288 w 6074"/>
                  <a:gd name="connsiteY0" fmla="*/ 1178 h 3823"/>
                  <a:gd name="connsiteX1" fmla="*/ 659 w 6074"/>
                  <a:gd name="connsiteY1" fmla="*/ 2818 h 3823"/>
                  <a:gd name="connsiteX2" fmla="*/ 3288 w 6074"/>
                  <a:gd name="connsiteY2" fmla="*/ 1178 h 3823"/>
                </a:gdLst>
                <a:ahLst/>
                <a:cxnLst>
                  <a:cxn ang="0">
                    <a:pos x="connsiteX0" y="connsiteY0"/>
                  </a:cxn>
                  <a:cxn ang="0">
                    <a:pos x="connsiteX1" y="connsiteY1"/>
                  </a:cxn>
                  <a:cxn ang="0">
                    <a:pos x="connsiteX2" y="connsiteY2"/>
                  </a:cxn>
                </a:cxnLst>
                <a:rect l="l" t="t" r="r" b="b"/>
                <a:pathLst>
                  <a:path w="6074" h="3823">
                    <a:moveTo>
                      <a:pt x="3288" y="1178"/>
                    </a:moveTo>
                    <a:cubicBezTo>
                      <a:pt x="2345" y="1710"/>
                      <a:pt x="1390" y="2310"/>
                      <a:pt x="659" y="2818"/>
                    </a:cubicBezTo>
                    <a:cubicBezTo>
                      <a:pt x="-3285" y="6968"/>
                      <a:pt x="12140" y="-3359"/>
                      <a:pt x="3288" y="11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6" name="Freeform: Shape 615">
                <a:extLst>
                  <a:ext uri="{FF2B5EF4-FFF2-40B4-BE49-F238E27FC236}">
                    <a16:creationId xmlns:a16="http://schemas.microsoft.com/office/drawing/2014/main" id="{1A03D5B0-7528-1CD6-AA73-78479D116E15}"/>
                  </a:ext>
                </a:extLst>
              </p:cNvPr>
              <p:cNvSpPr/>
              <p:nvPr/>
            </p:nvSpPr>
            <p:spPr>
              <a:xfrm>
                <a:off x="3719470" y="6691773"/>
                <a:ext cx="10630" cy="2524"/>
              </a:xfrm>
              <a:custGeom>
                <a:avLst/>
                <a:gdLst>
                  <a:gd name="connsiteX0" fmla="*/ 5995 w 10630"/>
                  <a:gd name="connsiteY0" fmla="*/ 63 h 2524"/>
                  <a:gd name="connsiteX1" fmla="*/ 0 w 10630"/>
                  <a:gd name="connsiteY1" fmla="*/ 875 h 2524"/>
                  <a:gd name="connsiteX2" fmla="*/ 5995 w 10630"/>
                  <a:gd name="connsiteY2" fmla="*/ 63 h 2524"/>
                </a:gdLst>
                <a:ahLst/>
                <a:cxnLst>
                  <a:cxn ang="0">
                    <a:pos x="connsiteX0" y="connsiteY0"/>
                  </a:cxn>
                  <a:cxn ang="0">
                    <a:pos x="connsiteX1" y="connsiteY1"/>
                  </a:cxn>
                  <a:cxn ang="0">
                    <a:pos x="connsiteX2" y="connsiteY2"/>
                  </a:cxn>
                </a:cxnLst>
                <a:rect l="l" t="t" r="r" b="b"/>
                <a:pathLst>
                  <a:path w="10630" h="2524">
                    <a:moveTo>
                      <a:pt x="5995" y="63"/>
                    </a:moveTo>
                    <a:cubicBezTo>
                      <a:pt x="3103" y="-154"/>
                      <a:pt x="417" y="206"/>
                      <a:pt x="0" y="875"/>
                    </a:cubicBezTo>
                    <a:cubicBezTo>
                      <a:pt x="486" y="4155"/>
                      <a:pt x="19031" y="1824"/>
                      <a:pt x="5995" y="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7" name="Freeform: Shape 616">
                <a:extLst>
                  <a:ext uri="{FF2B5EF4-FFF2-40B4-BE49-F238E27FC236}">
                    <a16:creationId xmlns:a16="http://schemas.microsoft.com/office/drawing/2014/main" id="{7E3E60FF-87EE-8282-A9F5-DEF18BC05F4B}"/>
                  </a:ext>
                </a:extLst>
              </p:cNvPr>
              <p:cNvSpPr/>
              <p:nvPr/>
            </p:nvSpPr>
            <p:spPr>
              <a:xfrm>
                <a:off x="3672790" y="6775258"/>
                <a:ext cx="10663" cy="3203"/>
              </a:xfrm>
              <a:custGeom>
                <a:avLst/>
                <a:gdLst>
                  <a:gd name="connsiteX0" fmla="*/ 6115 w 10663"/>
                  <a:gd name="connsiteY0" fmla="*/ 17 h 3203"/>
                  <a:gd name="connsiteX1" fmla="*/ 4543 w 10663"/>
                  <a:gd name="connsiteY1" fmla="*/ 3188 h 3203"/>
                  <a:gd name="connsiteX2" fmla="*/ 6115 w 10663"/>
                  <a:gd name="connsiteY2" fmla="*/ 17 h 3203"/>
                </a:gdLst>
                <a:ahLst/>
                <a:cxnLst>
                  <a:cxn ang="0">
                    <a:pos x="connsiteX0" y="connsiteY0"/>
                  </a:cxn>
                  <a:cxn ang="0">
                    <a:pos x="connsiteX1" y="connsiteY1"/>
                  </a:cxn>
                  <a:cxn ang="0">
                    <a:pos x="connsiteX2" y="connsiteY2"/>
                  </a:cxn>
                </a:cxnLst>
                <a:rect l="l" t="t" r="r" b="b"/>
                <a:pathLst>
                  <a:path w="10663" h="3203">
                    <a:moveTo>
                      <a:pt x="6115" y="17"/>
                    </a:moveTo>
                    <a:cubicBezTo>
                      <a:pt x="268" y="-258"/>
                      <a:pt x="-3350" y="2943"/>
                      <a:pt x="4543" y="3188"/>
                    </a:cubicBezTo>
                    <a:cubicBezTo>
                      <a:pt x="10401" y="3451"/>
                      <a:pt x="14013" y="262"/>
                      <a:pt x="6115"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8" name="Freeform: Shape 617">
                <a:extLst>
                  <a:ext uri="{FF2B5EF4-FFF2-40B4-BE49-F238E27FC236}">
                    <a16:creationId xmlns:a16="http://schemas.microsoft.com/office/drawing/2014/main" id="{64934A9B-24CF-0F08-FCDB-234563546317}"/>
                  </a:ext>
                </a:extLst>
              </p:cNvPr>
              <p:cNvSpPr/>
              <p:nvPr/>
            </p:nvSpPr>
            <p:spPr>
              <a:xfrm>
                <a:off x="3764127" y="6626759"/>
                <a:ext cx="10326" cy="2566"/>
              </a:xfrm>
              <a:custGeom>
                <a:avLst/>
                <a:gdLst>
                  <a:gd name="connsiteX0" fmla="*/ 5807 w 10326"/>
                  <a:gd name="connsiteY0" fmla="*/ 355 h 2566"/>
                  <a:gd name="connsiteX1" fmla="*/ 0 w 10326"/>
                  <a:gd name="connsiteY1" fmla="*/ 424 h 2566"/>
                  <a:gd name="connsiteX2" fmla="*/ 5807 w 10326"/>
                  <a:gd name="connsiteY2" fmla="*/ 355 h 2566"/>
                </a:gdLst>
                <a:ahLst/>
                <a:cxnLst>
                  <a:cxn ang="0">
                    <a:pos x="connsiteX0" y="connsiteY0"/>
                  </a:cxn>
                  <a:cxn ang="0">
                    <a:pos x="connsiteX1" y="connsiteY1"/>
                  </a:cxn>
                  <a:cxn ang="0">
                    <a:pos x="connsiteX2" y="connsiteY2"/>
                  </a:cxn>
                </a:cxnLst>
                <a:rect l="l" t="t" r="r" b="b"/>
                <a:pathLst>
                  <a:path w="10326" h="2566">
                    <a:moveTo>
                      <a:pt x="5807" y="355"/>
                    </a:moveTo>
                    <a:cubicBezTo>
                      <a:pt x="2995" y="-143"/>
                      <a:pt x="394" y="-114"/>
                      <a:pt x="0" y="424"/>
                    </a:cubicBezTo>
                    <a:cubicBezTo>
                      <a:pt x="400" y="3281"/>
                      <a:pt x="18528" y="3303"/>
                      <a:pt x="5807" y="3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19" name="Freeform: Shape 618">
                <a:extLst>
                  <a:ext uri="{FF2B5EF4-FFF2-40B4-BE49-F238E27FC236}">
                    <a16:creationId xmlns:a16="http://schemas.microsoft.com/office/drawing/2014/main" id="{01261A2A-0F0C-931F-8D5B-072764A14C18}"/>
                  </a:ext>
                </a:extLst>
              </p:cNvPr>
              <p:cNvSpPr/>
              <p:nvPr/>
            </p:nvSpPr>
            <p:spPr>
              <a:xfrm>
                <a:off x="3806646" y="6571675"/>
                <a:ext cx="9732" cy="3386"/>
              </a:xfrm>
              <a:custGeom>
                <a:avLst/>
                <a:gdLst>
                  <a:gd name="connsiteX0" fmla="*/ 5544 w 9732"/>
                  <a:gd name="connsiteY0" fmla="*/ 832 h 3386"/>
                  <a:gd name="connsiteX1" fmla="*/ 4184 w 9732"/>
                  <a:gd name="connsiteY1" fmla="*/ 2563 h 3386"/>
                  <a:gd name="connsiteX2" fmla="*/ 5544 w 9732"/>
                  <a:gd name="connsiteY2" fmla="*/ 832 h 3386"/>
                </a:gdLst>
                <a:ahLst/>
                <a:cxnLst>
                  <a:cxn ang="0">
                    <a:pos x="connsiteX0" y="connsiteY0"/>
                  </a:cxn>
                  <a:cxn ang="0">
                    <a:pos x="connsiteX1" y="connsiteY1"/>
                  </a:cxn>
                  <a:cxn ang="0">
                    <a:pos x="connsiteX2" y="connsiteY2"/>
                  </a:cxn>
                </a:cxnLst>
                <a:rect l="l" t="t" r="r" b="b"/>
                <a:pathLst>
                  <a:path w="9732" h="3386">
                    <a:moveTo>
                      <a:pt x="5544" y="832"/>
                    </a:moveTo>
                    <a:cubicBezTo>
                      <a:pt x="-193" y="-997"/>
                      <a:pt x="-2754" y="466"/>
                      <a:pt x="4184" y="2563"/>
                    </a:cubicBezTo>
                    <a:cubicBezTo>
                      <a:pt x="9934" y="4363"/>
                      <a:pt x="12483" y="2952"/>
                      <a:pt x="5544" y="8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0" name="Freeform: Shape 619">
                <a:extLst>
                  <a:ext uri="{FF2B5EF4-FFF2-40B4-BE49-F238E27FC236}">
                    <a16:creationId xmlns:a16="http://schemas.microsoft.com/office/drawing/2014/main" id="{B02CCB90-21F5-8DED-36FD-4DE2378E6014}"/>
                  </a:ext>
                </a:extLst>
              </p:cNvPr>
              <p:cNvSpPr/>
              <p:nvPr/>
            </p:nvSpPr>
            <p:spPr>
              <a:xfrm>
                <a:off x="3846663" y="6518124"/>
                <a:ext cx="9770" cy="4321"/>
              </a:xfrm>
              <a:custGeom>
                <a:avLst/>
                <a:gdLst>
                  <a:gd name="connsiteX0" fmla="*/ 5452 w 9770"/>
                  <a:gd name="connsiteY0" fmla="*/ 1285 h 4321"/>
                  <a:gd name="connsiteX1" fmla="*/ 0 w 9770"/>
                  <a:gd name="connsiteY1" fmla="*/ 198 h 4321"/>
                  <a:gd name="connsiteX2" fmla="*/ 5452 w 9770"/>
                  <a:gd name="connsiteY2" fmla="*/ 1285 h 4321"/>
                </a:gdLst>
                <a:ahLst/>
                <a:cxnLst>
                  <a:cxn ang="0">
                    <a:pos x="connsiteX0" y="connsiteY0"/>
                  </a:cxn>
                  <a:cxn ang="0">
                    <a:pos x="connsiteX1" y="connsiteY1"/>
                  </a:cxn>
                  <a:cxn ang="0">
                    <a:pos x="connsiteX2" y="connsiteY2"/>
                  </a:cxn>
                </a:cxnLst>
                <a:rect l="l" t="t" r="r" b="b"/>
                <a:pathLst>
                  <a:path w="9770" h="4321">
                    <a:moveTo>
                      <a:pt x="5452" y="1285"/>
                    </a:moveTo>
                    <a:cubicBezTo>
                      <a:pt x="2795" y="182"/>
                      <a:pt x="354" y="-305"/>
                      <a:pt x="0" y="198"/>
                    </a:cubicBezTo>
                    <a:cubicBezTo>
                      <a:pt x="154" y="3228"/>
                      <a:pt x="17648" y="7159"/>
                      <a:pt x="5452" y="128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1" name="Freeform: Shape 620">
                <a:extLst>
                  <a:ext uri="{FF2B5EF4-FFF2-40B4-BE49-F238E27FC236}">
                    <a16:creationId xmlns:a16="http://schemas.microsoft.com/office/drawing/2014/main" id="{B67D6A3A-D02E-D267-0195-82C0B3153034}"/>
                  </a:ext>
                </a:extLst>
              </p:cNvPr>
              <p:cNvSpPr/>
              <p:nvPr/>
            </p:nvSpPr>
            <p:spPr>
              <a:xfrm>
                <a:off x="3513073" y="7112894"/>
                <a:ext cx="12042" cy="4172"/>
              </a:xfrm>
              <a:custGeom>
                <a:avLst/>
                <a:gdLst>
                  <a:gd name="connsiteX0" fmla="*/ 6892 w 12042"/>
                  <a:gd name="connsiteY0" fmla="*/ 0 h 4172"/>
                  <a:gd name="connsiteX1" fmla="*/ 0 w 12042"/>
                  <a:gd name="connsiteY1" fmla="*/ 2052 h 4172"/>
                  <a:gd name="connsiteX2" fmla="*/ 6892 w 12042"/>
                  <a:gd name="connsiteY2" fmla="*/ 0 h 4172"/>
                </a:gdLst>
                <a:ahLst/>
                <a:cxnLst>
                  <a:cxn ang="0">
                    <a:pos x="connsiteX0" y="connsiteY0"/>
                  </a:cxn>
                  <a:cxn ang="0">
                    <a:pos x="connsiteX1" y="connsiteY1"/>
                  </a:cxn>
                  <a:cxn ang="0">
                    <a:pos x="connsiteX2" y="connsiteY2"/>
                  </a:cxn>
                </a:cxnLst>
                <a:rect l="l" t="t" r="r" b="b"/>
                <a:pathLst>
                  <a:path w="12042" h="4172">
                    <a:moveTo>
                      <a:pt x="6892" y="0"/>
                    </a:moveTo>
                    <a:cubicBezTo>
                      <a:pt x="3623" y="0"/>
                      <a:pt x="537" y="915"/>
                      <a:pt x="0" y="2052"/>
                    </a:cubicBezTo>
                    <a:cubicBezTo>
                      <a:pt x="389" y="7338"/>
                      <a:pt x="21517" y="1223"/>
                      <a:pt x="689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2" name="Freeform: Shape 621">
                <a:extLst>
                  <a:ext uri="{FF2B5EF4-FFF2-40B4-BE49-F238E27FC236}">
                    <a16:creationId xmlns:a16="http://schemas.microsoft.com/office/drawing/2014/main" id="{1842FE2F-BD91-52A8-CE61-A9C72A23E602}"/>
                  </a:ext>
                </a:extLst>
              </p:cNvPr>
              <p:cNvSpPr/>
              <p:nvPr/>
            </p:nvSpPr>
            <p:spPr>
              <a:xfrm>
                <a:off x="3387163" y="7378723"/>
                <a:ext cx="12639" cy="4735"/>
              </a:xfrm>
              <a:custGeom>
                <a:avLst/>
                <a:gdLst>
                  <a:gd name="connsiteX0" fmla="*/ 7415 w 12639"/>
                  <a:gd name="connsiteY0" fmla="*/ 16 h 4735"/>
                  <a:gd name="connsiteX1" fmla="*/ 5215 w 12639"/>
                  <a:gd name="connsiteY1" fmla="*/ 4719 h 4735"/>
                  <a:gd name="connsiteX2" fmla="*/ 7415 w 12639"/>
                  <a:gd name="connsiteY2" fmla="*/ 16 h 4735"/>
                </a:gdLst>
                <a:ahLst/>
                <a:cxnLst>
                  <a:cxn ang="0">
                    <a:pos x="connsiteX0" y="connsiteY0"/>
                  </a:cxn>
                  <a:cxn ang="0">
                    <a:pos x="connsiteX1" y="connsiteY1"/>
                  </a:cxn>
                  <a:cxn ang="0">
                    <a:pos x="connsiteX2" y="connsiteY2"/>
                  </a:cxn>
                </a:cxnLst>
                <a:rect l="l" t="t" r="r" b="b"/>
                <a:pathLst>
                  <a:path w="12639" h="4735">
                    <a:moveTo>
                      <a:pt x="7415" y="16"/>
                    </a:moveTo>
                    <a:cubicBezTo>
                      <a:pt x="695" y="-310"/>
                      <a:pt x="-4169" y="4428"/>
                      <a:pt x="5215" y="4719"/>
                    </a:cubicBezTo>
                    <a:cubicBezTo>
                      <a:pt x="11959" y="5045"/>
                      <a:pt x="16805" y="307"/>
                      <a:pt x="7415"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3" name="Freeform: Shape 622">
                <a:extLst>
                  <a:ext uri="{FF2B5EF4-FFF2-40B4-BE49-F238E27FC236}">
                    <a16:creationId xmlns:a16="http://schemas.microsoft.com/office/drawing/2014/main" id="{4D5E98DB-4929-9B6F-ADCB-EDF6BA30B45E}"/>
                  </a:ext>
                </a:extLst>
              </p:cNvPr>
              <p:cNvSpPr/>
              <p:nvPr/>
            </p:nvSpPr>
            <p:spPr>
              <a:xfrm>
                <a:off x="3623452" y="6880134"/>
                <a:ext cx="11273" cy="3671"/>
              </a:xfrm>
              <a:custGeom>
                <a:avLst/>
                <a:gdLst>
                  <a:gd name="connsiteX0" fmla="*/ 6395 w 11273"/>
                  <a:gd name="connsiteY0" fmla="*/ 0 h 3671"/>
                  <a:gd name="connsiteX1" fmla="*/ 0 w 11273"/>
                  <a:gd name="connsiteY1" fmla="*/ 1805 h 3671"/>
                  <a:gd name="connsiteX2" fmla="*/ 6395 w 11273"/>
                  <a:gd name="connsiteY2" fmla="*/ 0 h 3671"/>
                </a:gdLst>
                <a:ahLst/>
                <a:cxnLst>
                  <a:cxn ang="0">
                    <a:pos x="connsiteX0" y="connsiteY0"/>
                  </a:cxn>
                  <a:cxn ang="0">
                    <a:pos x="connsiteX1" y="connsiteY1"/>
                  </a:cxn>
                  <a:cxn ang="0">
                    <a:pos x="connsiteX2" y="connsiteY2"/>
                  </a:cxn>
                </a:cxnLst>
                <a:rect l="l" t="t" r="r" b="b"/>
                <a:pathLst>
                  <a:path w="11273" h="3671">
                    <a:moveTo>
                      <a:pt x="6395" y="0"/>
                    </a:moveTo>
                    <a:cubicBezTo>
                      <a:pt x="3332" y="0"/>
                      <a:pt x="469" y="806"/>
                      <a:pt x="0" y="1805"/>
                    </a:cubicBezTo>
                    <a:cubicBezTo>
                      <a:pt x="497" y="6452"/>
                      <a:pt x="20151" y="1091"/>
                      <a:pt x="639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4" name="Freeform: Shape 623">
                <a:extLst>
                  <a:ext uri="{FF2B5EF4-FFF2-40B4-BE49-F238E27FC236}">
                    <a16:creationId xmlns:a16="http://schemas.microsoft.com/office/drawing/2014/main" id="{22B21B17-46C6-E2DD-603E-00EBAD166B6C}"/>
                  </a:ext>
                </a:extLst>
              </p:cNvPr>
              <p:cNvSpPr/>
              <p:nvPr/>
            </p:nvSpPr>
            <p:spPr>
              <a:xfrm>
                <a:off x="3452020" y="7241264"/>
                <a:ext cx="12471" cy="4463"/>
              </a:xfrm>
              <a:custGeom>
                <a:avLst/>
                <a:gdLst>
                  <a:gd name="connsiteX0" fmla="*/ 7167 w 12471"/>
                  <a:gd name="connsiteY0" fmla="*/ 0 h 4463"/>
                  <a:gd name="connsiteX1" fmla="*/ 0 w 12471"/>
                  <a:gd name="connsiteY1" fmla="*/ 2195 h 4463"/>
                  <a:gd name="connsiteX2" fmla="*/ 7167 w 12471"/>
                  <a:gd name="connsiteY2" fmla="*/ 0 h 4463"/>
                </a:gdLst>
                <a:ahLst/>
                <a:cxnLst>
                  <a:cxn ang="0">
                    <a:pos x="connsiteX0" y="connsiteY0"/>
                  </a:cxn>
                  <a:cxn ang="0">
                    <a:pos x="connsiteX1" y="connsiteY1"/>
                  </a:cxn>
                  <a:cxn ang="0">
                    <a:pos x="connsiteX2" y="connsiteY2"/>
                  </a:cxn>
                </a:cxnLst>
                <a:rect l="l" t="t" r="r" b="b"/>
                <a:pathLst>
                  <a:path w="12471" h="4463">
                    <a:moveTo>
                      <a:pt x="7167" y="0"/>
                    </a:moveTo>
                    <a:cubicBezTo>
                      <a:pt x="3783" y="0"/>
                      <a:pt x="577" y="983"/>
                      <a:pt x="0" y="2195"/>
                    </a:cubicBezTo>
                    <a:cubicBezTo>
                      <a:pt x="343" y="7853"/>
                      <a:pt x="22277" y="1303"/>
                      <a:pt x="716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5" name="Freeform: Shape 624">
                <a:extLst>
                  <a:ext uri="{FF2B5EF4-FFF2-40B4-BE49-F238E27FC236}">
                    <a16:creationId xmlns:a16="http://schemas.microsoft.com/office/drawing/2014/main" id="{FD89EA0C-4043-2F52-84F6-BF74F05919BD}"/>
                  </a:ext>
                </a:extLst>
              </p:cNvPr>
              <p:cNvSpPr/>
              <p:nvPr/>
            </p:nvSpPr>
            <p:spPr>
              <a:xfrm>
                <a:off x="3884396" y="6457713"/>
                <a:ext cx="9193" cy="5178"/>
              </a:xfrm>
              <a:custGeom>
                <a:avLst/>
                <a:gdLst>
                  <a:gd name="connsiteX0" fmla="*/ 5192 w 9193"/>
                  <a:gd name="connsiteY0" fmla="*/ 1494 h 5178"/>
                  <a:gd name="connsiteX1" fmla="*/ 3998 w 9193"/>
                  <a:gd name="connsiteY1" fmla="*/ 3683 h 5178"/>
                  <a:gd name="connsiteX2" fmla="*/ 5192 w 9193"/>
                  <a:gd name="connsiteY2" fmla="*/ 1494 h 5178"/>
                </a:gdLst>
                <a:ahLst/>
                <a:cxnLst>
                  <a:cxn ang="0">
                    <a:pos x="connsiteX0" y="connsiteY0"/>
                  </a:cxn>
                  <a:cxn ang="0">
                    <a:pos x="connsiteX1" y="connsiteY1"/>
                  </a:cxn>
                  <a:cxn ang="0">
                    <a:pos x="connsiteX2" y="connsiteY2"/>
                  </a:cxn>
                </a:cxnLst>
                <a:rect l="l" t="t" r="r" b="b"/>
                <a:pathLst>
                  <a:path w="9193" h="5178">
                    <a:moveTo>
                      <a:pt x="5192" y="1494"/>
                    </a:moveTo>
                    <a:cubicBezTo>
                      <a:pt x="-797" y="-1609"/>
                      <a:pt x="-2135" y="614"/>
                      <a:pt x="3998" y="3683"/>
                    </a:cubicBezTo>
                    <a:cubicBezTo>
                      <a:pt x="9998" y="6781"/>
                      <a:pt x="11324" y="4580"/>
                      <a:pt x="5192" y="14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6" name="Freeform: Shape 625">
                <a:extLst>
                  <a:ext uri="{FF2B5EF4-FFF2-40B4-BE49-F238E27FC236}">
                    <a16:creationId xmlns:a16="http://schemas.microsoft.com/office/drawing/2014/main" id="{E5D0328A-A4A4-084C-CCBB-D9B7D8BB3B03}"/>
                  </a:ext>
                </a:extLst>
              </p:cNvPr>
              <p:cNvSpPr/>
              <p:nvPr/>
            </p:nvSpPr>
            <p:spPr>
              <a:xfrm>
                <a:off x="3570240" y="6992794"/>
                <a:ext cx="11640" cy="3909"/>
              </a:xfrm>
              <a:custGeom>
                <a:avLst/>
                <a:gdLst>
                  <a:gd name="connsiteX0" fmla="*/ 6635 w 11640"/>
                  <a:gd name="connsiteY0" fmla="*/ 0 h 3909"/>
                  <a:gd name="connsiteX1" fmla="*/ 0 w 11640"/>
                  <a:gd name="connsiteY1" fmla="*/ 1920 h 3909"/>
                  <a:gd name="connsiteX2" fmla="*/ 6635 w 11640"/>
                  <a:gd name="connsiteY2" fmla="*/ 0 h 3909"/>
                </a:gdLst>
                <a:ahLst/>
                <a:cxnLst>
                  <a:cxn ang="0">
                    <a:pos x="connsiteX0" y="connsiteY0"/>
                  </a:cxn>
                  <a:cxn ang="0">
                    <a:pos x="connsiteX1" y="connsiteY1"/>
                  </a:cxn>
                  <a:cxn ang="0">
                    <a:pos x="connsiteX2" y="connsiteY2"/>
                  </a:cxn>
                </a:cxnLst>
                <a:rect l="l" t="t" r="r" b="b"/>
                <a:pathLst>
                  <a:path w="11640" h="3909">
                    <a:moveTo>
                      <a:pt x="6635" y="0"/>
                    </a:moveTo>
                    <a:cubicBezTo>
                      <a:pt x="3475" y="0"/>
                      <a:pt x="503" y="857"/>
                      <a:pt x="0" y="1920"/>
                    </a:cubicBezTo>
                    <a:cubicBezTo>
                      <a:pt x="440" y="6874"/>
                      <a:pt x="20803" y="1154"/>
                      <a:pt x="663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7" name="Freeform: Shape 626">
                <a:extLst>
                  <a:ext uri="{FF2B5EF4-FFF2-40B4-BE49-F238E27FC236}">
                    <a16:creationId xmlns:a16="http://schemas.microsoft.com/office/drawing/2014/main" id="{97C43287-C76F-BF82-C59D-E9828440ED4F}"/>
                  </a:ext>
                </a:extLst>
              </p:cNvPr>
              <p:cNvSpPr/>
              <p:nvPr/>
            </p:nvSpPr>
            <p:spPr>
              <a:xfrm>
                <a:off x="4151947" y="6137511"/>
                <a:ext cx="7675" cy="3971"/>
              </a:xfrm>
              <a:custGeom>
                <a:avLst/>
                <a:gdLst>
                  <a:gd name="connsiteX0" fmla="*/ 4206 w 7675"/>
                  <a:gd name="connsiteY0" fmla="*/ 1256 h 3971"/>
                  <a:gd name="connsiteX1" fmla="*/ 0 w 7675"/>
                  <a:gd name="connsiteY1" fmla="*/ 3879 h 3971"/>
                  <a:gd name="connsiteX2" fmla="*/ 4206 w 7675"/>
                  <a:gd name="connsiteY2" fmla="*/ 1256 h 3971"/>
                </a:gdLst>
                <a:ahLst/>
                <a:cxnLst>
                  <a:cxn ang="0">
                    <a:pos x="connsiteX0" y="connsiteY0"/>
                  </a:cxn>
                  <a:cxn ang="0">
                    <a:pos x="connsiteX1" y="connsiteY1"/>
                  </a:cxn>
                  <a:cxn ang="0">
                    <a:pos x="connsiteX2" y="connsiteY2"/>
                  </a:cxn>
                </a:cxnLst>
                <a:rect l="l" t="t" r="r" b="b"/>
                <a:pathLst>
                  <a:path w="7675" h="3971">
                    <a:moveTo>
                      <a:pt x="4206" y="1256"/>
                    </a:moveTo>
                    <a:cubicBezTo>
                      <a:pt x="2109" y="2279"/>
                      <a:pt x="223" y="3451"/>
                      <a:pt x="0" y="3879"/>
                    </a:cubicBezTo>
                    <a:cubicBezTo>
                      <a:pt x="989" y="4897"/>
                      <a:pt x="13625" y="-2967"/>
                      <a:pt x="4206" y="125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8" name="Freeform: Shape 627">
                <a:extLst>
                  <a:ext uri="{FF2B5EF4-FFF2-40B4-BE49-F238E27FC236}">
                    <a16:creationId xmlns:a16="http://schemas.microsoft.com/office/drawing/2014/main" id="{B0AF4C92-9EFE-6C7F-930D-7E57F16DF0F5}"/>
                  </a:ext>
                </a:extLst>
              </p:cNvPr>
              <p:cNvSpPr/>
              <p:nvPr/>
            </p:nvSpPr>
            <p:spPr>
              <a:xfrm>
                <a:off x="4175830" y="6091666"/>
                <a:ext cx="7514" cy="4077"/>
              </a:xfrm>
              <a:custGeom>
                <a:avLst/>
                <a:gdLst>
                  <a:gd name="connsiteX0" fmla="*/ 4109 w 7514"/>
                  <a:gd name="connsiteY0" fmla="*/ 1341 h 4077"/>
                  <a:gd name="connsiteX1" fmla="*/ 0 w 7514"/>
                  <a:gd name="connsiteY1" fmla="*/ 4004 h 4077"/>
                  <a:gd name="connsiteX2" fmla="*/ 4109 w 7514"/>
                  <a:gd name="connsiteY2" fmla="*/ 1341 h 4077"/>
                </a:gdLst>
                <a:ahLst/>
                <a:cxnLst>
                  <a:cxn ang="0">
                    <a:pos x="connsiteX0" y="connsiteY0"/>
                  </a:cxn>
                  <a:cxn ang="0">
                    <a:pos x="connsiteX1" y="connsiteY1"/>
                  </a:cxn>
                  <a:cxn ang="0">
                    <a:pos x="connsiteX2" y="connsiteY2"/>
                  </a:cxn>
                </a:cxnLst>
                <a:rect l="l" t="t" r="r" b="b"/>
                <a:pathLst>
                  <a:path w="7514" h="4077">
                    <a:moveTo>
                      <a:pt x="4109" y="1341"/>
                    </a:moveTo>
                    <a:cubicBezTo>
                      <a:pt x="2052" y="2399"/>
                      <a:pt x="217" y="3593"/>
                      <a:pt x="0" y="4004"/>
                    </a:cubicBezTo>
                    <a:cubicBezTo>
                      <a:pt x="989" y="4913"/>
                      <a:pt x="13339" y="-3077"/>
                      <a:pt x="4109" y="13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29" name="Freeform: Shape 628">
                <a:extLst>
                  <a:ext uri="{FF2B5EF4-FFF2-40B4-BE49-F238E27FC236}">
                    <a16:creationId xmlns:a16="http://schemas.microsoft.com/office/drawing/2014/main" id="{B754B253-F8F9-5ED8-21E2-A3E8090E4199}"/>
                  </a:ext>
                </a:extLst>
              </p:cNvPr>
              <p:cNvSpPr/>
              <p:nvPr/>
            </p:nvSpPr>
            <p:spPr>
              <a:xfrm>
                <a:off x="4127087" y="6185690"/>
                <a:ext cx="7848" cy="3891"/>
              </a:xfrm>
              <a:custGeom>
                <a:avLst/>
                <a:gdLst>
                  <a:gd name="connsiteX0" fmla="*/ 4303 w 7848"/>
                  <a:gd name="connsiteY0" fmla="*/ 1162 h 3891"/>
                  <a:gd name="connsiteX1" fmla="*/ 0 w 7848"/>
                  <a:gd name="connsiteY1" fmla="*/ 3769 h 3891"/>
                  <a:gd name="connsiteX2" fmla="*/ 4303 w 7848"/>
                  <a:gd name="connsiteY2" fmla="*/ 1162 h 3891"/>
                </a:gdLst>
                <a:ahLst/>
                <a:cxnLst>
                  <a:cxn ang="0">
                    <a:pos x="connsiteX0" y="connsiteY0"/>
                  </a:cxn>
                  <a:cxn ang="0">
                    <a:pos x="connsiteX1" y="connsiteY1"/>
                  </a:cxn>
                  <a:cxn ang="0">
                    <a:pos x="connsiteX2" y="connsiteY2"/>
                  </a:cxn>
                </a:cxnLst>
                <a:rect l="l" t="t" r="r" b="b"/>
                <a:pathLst>
                  <a:path w="7848" h="3891">
                    <a:moveTo>
                      <a:pt x="4303" y="1162"/>
                    </a:moveTo>
                    <a:cubicBezTo>
                      <a:pt x="2160" y="2145"/>
                      <a:pt x="229" y="3311"/>
                      <a:pt x="0" y="3769"/>
                    </a:cubicBezTo>
                    <a:cubicBezTo>
                      <a:pt x="1006" y="4946"/>
                      <a:pt x="13933" y="-2861"/>
                      <a:pt x="4303" y="116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0" name="Freeform: Shape 629">
                <a:extLst>
                  <a:ext uri="{FF2B5EF4-FFF2-40B4-BE49-F238E27FC236}">
                    <a16:creationId xmlns:a16="http://schemas.microsoft.com/office/drawing/2014/main" id="{A6E32A50-EB70-91B7-5ACD-9ED70EE4764E}"/>
                  </a:ext>
                </a:extLst>
              </p:cNvPr>
              <p:cNvSpPr/>
              <p:nvPr/>
            </p:nvSpPr>
            <p:spPr>
              <a:xfrm>
                <a:off x="3919158" y="6404960"/>
                <a:ext cx="9408" cy="4229"/>
              </a:xfrm>
              <a:custGeom>
                <a:avLst/>
                <a:gdLst>
                  <a:gd name="connsiteX0" fmla="*/ 5132 w 9408"/>
                  <a:gd name="connsiteY0" fmla="*/ 2046 h 4229"/>
                  <a:gd name="connsiteX1" fmla="*/ 0 w 9408"/>
                  <a:gd name="connsiteY1" fmla="*/ 0 h 4229"/>
                  <a:gd name="connsiteX2" fmla="*/ 5132 w 9408"/>
                  <a:gd name="connsiteY2" fmla="*/ 2046 h 4229"/>
                </a:gdLst>
                <a:ahLst/>
                <a:cxnLst>
                  <a:cxn ang="0">
                    <a:pos x="connsiteX0" y="connsiteY0"/>
                  </a:cxn>
                  <a:cxn ang="0">
                    <a:pos x="connsiteX1" y="connsiteY1"/>
                  </a:cxn>
                  <a:cxn ang="0">
                    <a:pos x="connsiteX2" y="connsiteY2"/>
                  </a:cxn>
                </a:cxnLst>
                <a:rect l="l" t="t" r="r" b="b"/>
                <a:pathLst>
                  <a:path w="9408" h="4229">
                    <a:moveTo>
                      <a:pt x="5132" y="2046"/>
                    </a:moveTo>
                    <a:cubicBezTo>
                      <a:pt x="2606" y="920"/>
                      <a:pt x="309" y="-6"/>
                      <a:pt x="0" y="0"/>
                    </a:cubicBezTo>
                    <a:cubicBezTo>
                      <a:pt x="411" y="857"/>
                      <a:pt x="17013" y="7624"/>
                      <a:pt x="5132" y="20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1" name="Freeform: Shape 630">
                <a:extLst>
                  <a:ext uri="{FF2B5EF4-FFF2-40B4-BE49-F238E27FC236}">
                    <a16:creationId xmlns:a16="http://schemas.microsoft.com/office/drawing/2014/main" id="{9CFAE9AB-2E78-73BF-65DD-6BD9DD9DE333}"/>
                  </a:ext>
                </a:extLst>
              </p:cNvPr>
              <p:cNvSpPr/>
              <p:nvPr/>
            </p:nvSpPr>
            <p:spPr>
              <a:xfrm>
                <a:off x="4198621" y="6046919"/>
                <a:ext cx="7358" cy="4180"/>
              </a:xfrm>
              <a:custGeom>
                <a:avLst/>
                <a:gdLst>
                  <a:gd name="connsiteX0" fmla="*/ 4012 w 7358"/>
                  <a:gd name="connsiteY0" fmla="*/ 1402 h 4180"/>
                  <a:gd name="connsiteX1" fmla="*/ 0 w 7358"/>
                  <a:gd name="connsiteY1" fmla="*/ 4117 h 4180"/>
                  <a:gd name="connsiteX2" fmla="*/ 4012 w 7358"/>
                  <a:gd name="connsiteY2" fmla="*/ 1402 h 4180"/>
                </a:gdLst>
                <a:ahLst/>
                <a:cxnLst>
                  <a:cxn ang="0">
                    <a:pos x="connsiteX0" y="connsiteY0"/>
                  </a:cxn>
                  <a:cxn ang="0">
                    <a:pos x="connsiteX1" y="connsiteY1"/>
                  </a:cxn>
                  <a:cxn ang="0">
                    <a:pos x="connsiteX2" y="connsiteY2"/>
                  </a:cxn>
                </a:cxnLst>
                <a:rect l="l" t="t" r="r" b="b"/>
                <a:pathLst>
                  <a:path w="7358" h="4180">
                    <a:moveTo>
                      <a:pt x="4012" y="1402"/>
                    </a:moveTo>
                    <a:cubicBezTo>
                      <a:pt x="2000" y="2494"/>
                      <a:pt x="200" y="3711"/>
                      <a:pt x="0" y="4117"/>
                    </a:cubicBezTo>
                    <a:cubicBezTo>
                      <a:pt x="994" y="4974"/>
                      <a:pt x="13065" y="-3169"/>
                      <a:pt x="4012" y="14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2" name="Freeform: Shape 631">
                <a:extLst>
                  <a:ext uri="{FF2B5EF4-FFF2-40B4-BE49-F238E27FC236}">
                    <a16:creationId xmlns:a16="http://schemas.microsoft.com/office/drawing/2014/main" id="{41072748-01EB-2829-D3BD-58BDDDEDC474}"/>
                  </a:ext>
                </a:extLst>
              </p:cNvPr>
              <p:cNvSpPr/>
              <p:nvPr/>
            </p:nvSpPr>
            <p:spPr>
              <a:xfrm>
                <a:off x="4101375" y="6237448"/>
                <a:ext cx="8016" cy="3857"/>
              </a:xfrm>
              <a:custGeom>
                <a:avLst/>
                <a:gdLst>
                  <a:gd name="connsiteX0" fmla="*/ 4400 w 8016"/>
                  <a:gd name="connsiteY0" fmla="*/ 1073 h 3857"/>
                  <a:gd name="connsiteX1" fmla="*/ 0 w 8016"/>
                  <a:gd name="connsiteY1" fmla="*/ 3691 h 3857"/>
                  <a:gd name="connsiteX2" fmla="*/ 4400 w 8016"/>
                  <a:gd name="connsiteY2" fmla="*/ 1073 h 3857"/>
                </a:gdLst>
                <a:ahLst/>
                <a:cxnLst>
                  <a:cxn ang="0">
                    <a:pos x="connsiteX0" y="connsiteY0"/>
                  </a:cxn>
                  <a:cxn ang="0">
                    <a:pos x="connsiteX1" y="connsiteY1"/>
                  </a:cxn>
                  <a:cxn ang="0">
                    <a:pos x="connsiteX2" y="connsiteY2"/>
                  </a:cxn>
                </a:cxnLst>
                <a:rect l="l" t="t" r="r" b="b"/>
                <a:pathLst>
                  <a:path w="8016" h="3857">
                    <a:moveTo>
                      <a:pt x="4400" y="1073"/>
                    </a:moveTo>
                    <a:cubicBezTo>
                      <a:pt x="2206" y="2028"/>
                      <a:pt x="234" y="3205"/>
                      <a:pt x="0" y="3691"/>
                    </a:cubicBezTo>
                    <a:cubicBezTo>
                      <a:pt x="1017" y="5080"/>
                      <a:pt x="14230" y="-2778"/>
                      <a:pt x="4400" y="107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3" name="Freeform: Shape 632">
                <a:extLst>
                  <a:ext uri="{FF2B5EF4-FFF2-40B4-BE49-F238E27FC236}">
                    <a16:creationId xmlns:a16="http://schemas.microsoft.com/office/drawing/2014/main" id="{151869FE-46EE-B731-111D-3960A9727A9D}"/>
                  </a:ext>
                </a:extLst>
              </p:cNvPr>
              <p:cNvSpPr/>
              <p:nvPr/>
            </p:nvSpPr>
            <p:spPr>
              <a:xfrm>
                <a:off x="4015541" y="6351855"/>
                <a:ext cx="8603" cy="1450"/>
              </a:xfrm>
              <a:custGeom>
                <a:avLst/>
                <a:gdLst>
                  <a:gd name="connsiteX0" fmla="*/ 4761 w 8603"/>
                  <a:gd name="connsiteY0" fmla="*/ 287 h 1450"/>
                  <a:gd name="connsiteX1" fmla="*/ 0 w 8603"/>
                  <a:gd name="connsiteY1" fmla="*/ 1304 h 1450"/>
                  <a:gd name="connsiteX2" fmla="*/ 4761 w 8603"/>
                  <a:gd name="connsiteY2" fmla="*/ 287 h 1450"/>
                </a:gdLst>
                <a:ahLst/>
                <a:cxnLst>
                  <a:cxn ang="0">
                    <a:pos x="connsiteX0" y="connsiteY0"/>
                  </a:cxn>
                  <a:cxn ang="0">
                    <a:pos x="connsiteX1" y="connsiteY1"/>
                  </a:cxn>
                  <a:cxn ang="0">
                    <a:pos x="connsiteX2" y="connsiteY2"/>
                  </a:cxn>
                </a:cxnLst>
                <a:rect l="l" t="t" r="r" b="b"/>
                <a:pathLst>
                  <a:path w="8603" h="1450">
                    <a:moveTo>
                      <a:pt x="4761" y="287"/>
                    </a:moveTo>
                    <a:cubicBezTo>
                      <a:pt x="2412" y="619"/>
                      <a:pt x="280" y="1071"/>
                      <a:pt x="0" y="1304"/>
                    </a:cubicBezTo>
                    <a:cubicBezTo>
                      <a:pt x="794" y="2139"/>
                      <a:pt x="15345" y="-924"/>
                      <a:pt x="4761" y="2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4" name="Freeform: Shape 633">
                <a:extLst>
                  <a:ext uri="{FF2B5EF4-FFF2-40B4-BE49-F238E27FC236}">
                    <a16:creationId xmlns:a16="http://schemas.microsoft.com/office/drawing/2014/main" id="{5E7744C1-E6C7-F19F-BB69-DD233108F928}"/>
                  </a:ext>
                </a:extLst>
              </p:cNvPr>
              <p:cNvSpPr/>
              <p:nvPr/>
            </p:nvSpPr>
            <p:spPr>
              <a:xfrm>
                <a:off x="3952316" y="6427398"/>
                <a:ext cx="9025" cy="1203"/>
              </a:xfrm>
              <a:custGeom>
                <a:avLst/>
                <a:gdLst>
                  <a:gd name="connsiteX0" fmla="*/ 4989 w 9025"/>
                  <a:gd name="connsiteY0" fmla="*/ 783 h 1203"/>
                  <a:gd name="connsiteX1" fmla="*/ 0 w 9025"/>
                  <a:gd name="connsiteY1" fmla="*/ 22 h 1203"/>
                  <a:gd name="connsiteX2" fmla="*/ 4989 w 9025"/>
                  <a:gd name="connsiteY2" fmla="*/ 783 h 1203"/>
                </a:gdLst>
                <a:ahLst/>
                <a:cxnLst>
                  <a:cxn ang="0">
                    <a:pos x="connsiteX0" y="connsiteY0"/>
                  </a:cxn>
                  <a:cxn ang="0">
                    <a:pos x="connsiteX1" y="connsiteY1"/>
                  </a:cxn>
                  <a:cxn ang="0">
                    <a:pos x="connsiteX2" y="connsiteY2"/>
                  </a:cxn>
                </a:cxnLst>
                <a:rect l="l" t="t" r="r" b="b"/>
                <a:pathLst>
                  <a:path w="9025" h="1203">
                    <a:moveTo>
                      <a:pt x="4989" y="783"/>
                    </a:moveTo>
                    <a:cubicBezTo>
                      <a:pt x="2526" y="480"/>
                      <a:pt x="291" y="142"/>
                      <a:pt x="0" y="22"/>
                    </a:cubicBezTo>
                    <a:cubicBezTo>
                      <a:pt x="794" y="-252"/>
                      <a:pt x="16116" y="2143"/>
                      <a:pt x="4989" y="78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5" name="Freeform: Shape 634">
                <a:extLst>
                  <a:ext uri="{FF2B5EF4-FFF2-40B4-BE49-F238E27FC236}">
                    <a16:creationId xmlns:a16="http://schemas.microsoft.com/office/drawing/2014/main" id="{785FC410-EAF4-1E55-33A8-5387139DA38C}"/>
                  </a:ext>
                </a:extLst>
              </p:cNvPr>
              <p:cNvSpPr/>
              <p:nvPr/>
            </p:nvSpPr>
            <p:spPr>
              <a:xfrm>
                <a:off x="4045951" y="6327706"/>
                <a:ext cx="8395" cy="2503"/>
              </a:xfrm>
              <a:custGeom>
                <a:avLst/>
                <a:gdLst>
                  <a:gd name="connsiteX0" fmla="*/ 4640 w 8395"/>
                  <a:gd name="connsiteY0" fmla="*/ 867 h 2503"/>
                  <a:gd name="connsiteX1" fmla="*/ 0 w 8395"/>
                  <a:gd name="connsiteY1" fmla="*/ 2473 h 2503"/>
                  <a:gd name="connsiteX2" fmla="*/ 4640 w 8395"/>
                  <a:gd name="connsiteY2" fmla="*/ 867 h 2503"/>
                </a:gdLst>
                <a:ahLst/>
                <a:cxnLst>
                  <a:cxn ang="0">
                    <a:pos x="connsiteX0" y="connsiteY0"/>
                  </a:cxn>
                  <a:cxn ang="0">
                    <a:pos x="connsiteX1" y="connsiteY1"/>
                  </a:cxn>
                  <a:cxn ang="0">
                    <a:pos x="connsiteX2" y="connsiteY2"/>
                  </a:cxn>
                </a:cxnLst>
                <a:rect l="l" t="t" r="r" b="b"/>
                <a:pathLst>
                  <a:path w="8395" h="2503">
                    <a:moveTo>
                      <a:pt x="4640" y="867"/>
                    </a:moveTo>
                    <a:cubicBezTo>
                      <a:pt x="2349" y="1530"/>
                      <a:pt x="274" y="2250"/>
                      <a:pt x="0" y="2473"/>
                    </a:cubicBezTo>
                    <a:cubicBezTo>
                      <a:pt x="834" y="2930"/>
                      <a:pt x="14956" y="-1916"/>
                      <a:pt x="4640" y="8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6" name="Freeform: Shape 635">
                <a:extLst>
                  <a:ext uri="{FF2B5EF4-FFF2-40B4-BE49-F238E27FC236}">
                    <a16:creationId xmlns:a16="http://schemas.microsoft.com/office/drawing/2014/main" id="{696B2B8D-62D5-8C1C-374C-DBC59022E285}"/>
                  </a:ext>
                </a:extLst>
              </p:cNvPr>
              <p:cNvSpPr/>
              <p:nvPr/>
            </p:nvSpPr>
            <p:spPr>
              <a:xfrm>
                <a:off x="3984006" y="6389049"/>
                <a:ext cx="8817" cy="1778"/>
              </a:xfrm>
              <a:custGeom>
                <a:avLst/>
                <a:gdLst>
                  <a:gd name="connsiteX0" fmla="*/ 4881 w 8817"/>
                  <a:gd name="connsiteY0" fmla="*/ 0 h 1778"/>
                  <a:gd name="connsiteX1" fmla="*/ 0 w 8817"/>
                  <a:gd name="connsiteY1" fmla="*/ 961 h 1778"/>
                  <a:gd name="connsiteX2" fmla="*/ 4881 w 8817"/>
                  <a:gd name="connsiteY2" fmla="*/ 0 h 1778"/>
                </a:gdLst>
                <a:ahLst/>
                <a:cxnLst>
                  <a:cxn ang="0">
                    <a:pos x="connsiteX0" y="connsiteY0"/>
                  </a:cxn>
                  <a:cxn ang="0">
                    <a:pos x="connsiteX1" y="connsiteY1"/>
                  </a:cxn>
                  <a:cxn ang="0">
                    <a:pos x="connsiteX2" y="connsiteY2"/>
                  </a:cxn>
                </a:cxnLst>
                <a:rect l="l" t="t" r="r" b="b"/>
                <a:pathLst>
                  <a:path w="8817" h="1778">
                    <a:moveTo>
                      <a:pt x="4881" y="0"/>
                    </a:moveTo>
                    <a:cubicBezTo>
                      <a:pt x="2475" y="57"/>
                      <a:pt x="292" y="480"/>
                      <a:pt x="0" y="961"/>
                    </a:cubicBezTo>
                    <a:cubicBezTo>
                      <a:pt x="709" y="3144"/>
                      <a:pt x="15762" y="297"/>
                      <a:pt x="488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7" name="Freeform: Shape 636">
                <a:extLst>
                  <a:ext uri="{FF2B5EF4-FFF2-40B4-BE49-F238E27FC236}">
                    <a16:creationId xmlns:a16="http://schemas.microsoft.com/office/drawing/2014/main" id="{22AD5C65-B033-00D6-6BB5-6FB8B6130ACD}"/>
                  </a:ext>
                </a:extLst>
              </p:cNvPr>
              <p:cNvSpPr/>
              <p:nvPr/>
            </p:nvSpPr>
            <p:spPr>
              <a:xfrm>
                <a:off x="4074714" y="6292685"/>
                <a:ext cx="8195" cy="3623"/>
              </a:xfrm>
              <a:custGeom>
                <a:avLst/>
                <a:gdLst>
                  <a:gd name="connsiteX0" fmla="*/ 4515 w 8195"/>
                  <a:gd name="connsiteY0" fmla="*/ 1049 h 3623"/>
                  <a:gd name="connsiteX1" fmla="*/ 0 w 8195"/>
                  <a:gd name="connsiteY1" fmla="*/ 3495 h 3623"/>
                  <a:gd name="connsiteX2" fmla="*/ 4515 w 8195"/>
                  <a:gd name="connsiteY2" fmla="*/ 1049 h 3623"/>
                </a:gdLst>
                <a:ahLst/>
                <a:cxnLst>
                  <a:cxn ang="0">
                    <a:pos x="connsiteX0" y="connsiteY0"/>
                  </a:cxn>
                  <a:cxn ang="0">
                    <a:pos x="connsiteX1" y="connsiteY1"/>
                  </a:cxn>
                  <a:cxn ang="0">
                    <a:pos x="connsiteX2" y="connsiteY2"/>
                  </a:cxn>
                </a:cxnLst>
                <a:rect l="l" t="t" r="r" b="b"/>
                <a:pathLst>
                  <a:path w="8195" h="3623">
                    <a:moveTo>
                      <a:pt x="4515" y="1049"/>
                    </a:moveTo>
                    <a:cubicBezTo>
                      <a:pt x="2275" y="1964"/>
                      <a:pt x="251" y="3061"/>
                      <a:pt x="0" y="3495"/>
                    </a:cubicBezTo>
                    <a:cubicBezTo>
                      <a:pt x="977" y="4667"/>
                      <a:pt x="14556" y="-2637"/>
                      <a:pt x="4515" y="10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8" name="Freeform: Shape 637">
                <a:extLst>
                  <a:ext uri="{FF2B5EF4-FFF2-40B4-BE49-F238E27FC236}">
                    <a16:creationId xmlns:a16="http://schemas.microsoft.com/office/drawing/2014/main" id="{E54A9E1C-7438-ADA1-2D16-76704F2D8188}"/>
                  </a:ext>
                </a:extLst>
              </p:cNvPr>
              <p:cNvSpPr/>
              <p:nvPr/>
            </p:nvSpPr>
            <p:spPr>
              <a:xfrm>
                <a:off x="3318861" y="7526070"/>
                <a:ext cx="12400" cy="5197"/>
              </a:xfrm>
              <a:custGeom>
                <a:avLst/>
                <a:gdLst>
                  <a:gd name="connsiteX0" fmla="*/ 7360 w 12400"/>
                  <a:gd name="connsiteY0" fmla="*/ 76 h 5197"/>
                  <a:gd name="connsiteX1" fmla="*/ 5040 w 12400"/>
                  <a:gd name="connsiteY1" fmla="*/ 5122 h 5197"/>
                  <a:gd name="connsiteX2" fmla="*/ 7360 w 12400"/>
                  <a:gd name="connsiteY2" fmla="*/ 76 h 5197"/>
                </a:gdLst>
                <a:ahLst/>
                <a:cxnLst>
                  <a:cxn ang="0">
                    <a:pos x="connsiteX0" y="connsiteY0"/>
                  </a:cxn>
                  <a:cxn ang="0">
                    <a:pos x="connsiteX1" y="connsiteY1"/>
                  </a:cxn>
                  <a:cxn ang="0">
                    <a:pos x="connsiteX2" y="connsiteY2"/>
                  </a:cxn>
                </a:cxnLst>
                <a:rect l="l" t="t" r="r" b="b"/>
                <a:pathLst>
                  <a:path w="12400" h="5197">
                    <a:moveTo>
                      <a:pt x="7360" y="76"/>
                    </a:moveTo>
                    <a:cubicBezTo>
                      <a:pt x="1136" y="-730"/>
                      <a:pt x="-4356" y="5162"/>
                      <a:pt x="5040" y="5122"/>
                    </a:cubicBezTo>
                    <a:cubicBezTo>
                      <a:pt x="11269" y="5928"/>
                      <a:pt x="16755" y="30"/>
                      <a:pt x="7360" y="7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39" name="Freeform: Shape 638">
                <a:extLst>
                  <a:ext uri="{FF2B5EF4-FFF2-40B4-BE49-F238E27FC236}">
                    <a16:creationId xmlns:a16="http://schemas.microsoft.com/office/drawing/2014/main" id="{06ECDED0-A158-A950-F423-497B83F80ED3}"/>
                  </a:ext>
                </a:extLst>
              </p:cNvPr>
              <p:cNvSpPr/>
              <p:nvPr/>
            </p:nvSpPr>
            <p:spPr>
              <a:xfrm>
                <a:off x="4024657" y="6104119"/>
                <a:ext cx="6699" cy="3060"/>
              </a:xfrm>
              <a:custGeom>
                <a:avLst/>
                <a:gdLst>
                  <a:gd name="connsiteX0" fmla="*/ 3881 w 6699"/>
                  <a:gd name="connsiteY0" fmla="*/ 763 h 3060"/>
                  <a:gd name="connsiteX1" fmla="*/ 657 w 6699"/>
                  <a:gd name="connsiteY1" fmla="*/ 3049 h 3060"/>
                  <a:gd name="connsiteX2" fmla="*/ 3881 w 6699"/>
                  <a:gd name="connsiteY2" fmla="*/ 763 h 3060"/>
                </a:gdLst>
                <a:ahLst/>
                <a:cxnLst>
                  <a:cxn ang="0">
                    <a:pos x="connsiteX0" y="connsiteY0"/>
                  </a:cxn>
                  <a:cxn ang="0">
                    <a:pos x="connsiteX1" y="connsiteY1"/>
                  </a:cxn>
                  <a:cxn ang="0">
                    <a:pos x="connsiteX2" y="connsiteY2"/>
                  </a:cxn>
                </a:cxnLst>
                <a:rect l="l" t="t" r="r" b="b"/>
                <a:pathLst>
                  <a:path w="6699" h="3060">
                    <a:moveTo>
                      <a:pt x="3881" y="763"/>
                    </a:moveTo>
                    <a:cubicBezTo>
                      <a:pt x="3006" y="1089"/>
                      <a:pt x="-1709" y="3232"/>
                      <a:pt x="657" y="3049"/>
                    </a:cubicBezTo>
                    <a:cubicBezTo>
                      <a:pt x="3172" y="2786"/>
                      <a:pt x="10773" y="-1768"/>
                      <a:pt x="3881" y="7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0" name="Freeform: Shape 639">
                <a:extLst>
                  <a:ext uri="{FF2B5EF4-FFF2-40B4-BE49-F238E27FC236}">
                    <a16:creationId xmlns:a16="http://schemas.microsoft.com/office/drawing/2014/main" id="{50C83DB9-F12C-98F7-5320-3CAC9793066E}"/>
                  </a:ext>
                </a:extLst>
              </p:cNvPr>
              <p:cNvSpPr/>
              <p:nvPr/>
            </p:nvSpPr>
            <p:spPr>
              <a:xfrm>
                <a:off x="3377747" y="6772909"/>
                <a:ext cx="10971" cy="3571"/>
              </a:xfrm>
              <a:custGeom>
                <a:avLst/>
                <a:gdLst>
                  <a:gd name="connsiteX0" fmla="*/ 6321 w 10971"/>
                  <a:gd name="connsiteY0" fmla="*/ 0 h 3571"/>
                  <a:gd name="connsiteX1" fmla="*/ 0 w 10971"/>
                  <a:gd name="connsiteY1" fmla="*/ 1738 h 3571"/>
                  <a:gd name="connsiteX2" fmla="*/ 6321 w 10971"/>
                  <a:gd name="connsiteY2" fmla="*/ 0 h 3571"/>
                </a:gdLst>
                <a:ahLst/>
                <a:cxnLst>
                  <a:cxn ang="0">
                    <a:pos x="connsiteX0" y="connsiteY0"/>
                  </a:cxn>
                  <a:cxn ang="0">
                    <a:pos x="connsiteX1" y="connsiteY1"/>
                  </a:cxn>
                  <a:cxn ang="0">
                    <a:pos x="connsiteX2" y="connsiteY2"/>
                  </a:cxn>
                </a:cxnLst>
                <a:rect l="l" t="t" r="r" b="b"/>
                <a:pathLst>
                  <a:path w="10971" h="3571">
                    <a:moveTo>
                      <a:pt x="6321" y="0"/>
                    </a:moveTo>
                    <a:cubicBezTo>
                      <a:pt x="3338" y="-11"/>
                      <a:pt x="509" y="766"/>
                      <a:pt x="0" y="1738"/>
                    </a:cubicBezTo>
                    <a:cubicBezTo>
                      <a:pt x="291" y="6275"/>
                      <a:pt x="19585" y="1097"/>
                      <a:pt x="632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1" name="Freeform: Shape 640">
                <a:extLst>
                  <a:ext uri="{FF2B5EF4-FFF2-40B4-BE49-F238E27FC236}">
                    <a16:creationId xmlns:a16="http://schemas.microsoft.com/office/drawing/2014/main" id="{FA4720EA-20D8-99EC-28F3-3120346B47AC}"/>
                  </a:ext>
                </a:extLst>
              </p:cNvPr>
              <p:cNvSpPr/>
              <p:nvPr/>
            </p:nvSpPr>
            <p:spPr>
              <a:xfrm>
                <a:off x="3432794" y="6672591"/>
                <a:ext cx="10656" cy="3204"/>
              </a:xfrm>
              <a:custGeom>
                <a:avLst/>
                <a:gdLst>
                  <a:gd name="connsiteX0" fmla="*/ 6132 w 10656"/>
                  <a:gd name="connsiteY0" fmla="*/ 20 h 3204"/>
                  <a:gd name="connsiteX1" fmla="*/ 0 w 10656"/>
                  <a:gd name="connsiteY1" fmla="*/ 1351 h 3204"/>
                  <a:gd name="connsiteX2" fmla="*/ 6132 w 10656"/>
                  <a:gd name="connsiteY2" fmla="*/ 20 h 3204"/>
                </a:gdLst>
                <a:ahLst/>
                <a:cxnLst>
                  <a:cxn ang="0">
                    <a:pos x="connsiteX0" y="connsiteY0"/>
                  </a:cxn>
                  <a:cxn ang="0">
                    <a:pos x="connsiteX1" y="connsiteY1"/>
                  </a:cxn>
                  <a:cxn ang="0">
                    <a:pos x="connsiteX2" y="connsiteY2"/>
                  </a:cxn>
                </a:cxnLst>
                <a:rect l="l" t="t" r="r" b="b"/>
                <a:pathLst>
                  <a:path w="10656" h="3204">
                    <a:moveTo>
                      <a:pt x="6132" y="20"/>
                    </a:moveTo>
                    <a:cubicBezTo>
                      <a:pt x="3235" y="-118"/>
                      <a:pt x="492" y="482"/>
                      <a:pt x="0" y="1351"/>
                    </a:cubicBezTo>
                    <a:cubicBezTo>
                      <a:pt x="246" y="5511"/>
                      <a:pt x="19042" y="1591"/>
                      <a:pt x="6132"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2" name="Freeform: Shape 641">
                <a:extLst>
                  <a:ext uri="{FF2B5EF4-FFF2-40B4-BE49-F238E27FC236}">
                    <a16:creationId xmlns:a16="http://schemas.microsoft.com/office/drawing/2014/main" id="{EF898F94-788A-3080-AAF8-2D92C4237709}"/>
                  </a:ext>
                </a:extLst>
              </p:cNvPr>
              <p:cNvSpPr/>
              <p:nvPr/>
            </p:nvSpPr>
            <p:spPr>
              <a:xfrm>
                <a:off x="3319869" y="6880120"/>
                <a:ext cx="11064" cy="3640"/>
              </a:xfrm>
              <a:custGeom>
                <a:avLst/>
                <a:gdLst>
                  <a:gd name="connsiteX0" fmla="*/ 6529 w 11064"/>
                  <a:gd name="connsiteY0" fmla="*/ 14 h 3640"/>
                  <a:gd name="connsiteX1" fmla="*/ 4540 w 11064"/>
                  <a:gd name="connsiteY1" fmla="*/ 3626 h 3640"/>
                  <a:gd name="connsiteX2" fmla="*/ 6529 w 11064"/>
                  <a:gd name="connsiteY2" fmla="*/ 14 h 3640"/>
                </a:gdLst>
                <a:ahLst/>
                <a:cxnLst>
                  <a:cxn ang="0">
                    <a:pos x="connsiteX0" y="connsiteY0"/>
                  </a:cxn>
                  <a:cxn ang="0">
                    <a:pos x="connsiteX1" y="connsiteY1"/>
                  </a:cxn>
                  <a:cxn ang="0">
                    <a:pos x="connsiteX2" y="connsiteY2"/>
                  </a:cxn>
                </a:cxnLst>
                <a:rect l="l" t="t" r="r" b="b"/>
                <a:pathLst>
                  <a:path w="11064" h="3640">
                    <a:moveTo>
                      <a:pt x="6529" y="14"/>
                    </a:moveTo>
                    <a:cubicBezTo>
                      <a:pt x="751" y="-254"/>
                      <a:pt x="-3736" y="3375"/>
                      <a:pt x="4540" y="3626"/>
                    </a:cubicBezTo>
                    <a:cubicBezTo>
                      <a:pt x="10312" y="3894"/>
                      <a:pt x="14798" y="265"/>
                      <a:pt x="6529" y="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3" name="Freeform: Shape 642">
                <a:extLst>
                  <a:ext uri="{FF2B5EF4-FFF2-40B4-BE49-F238E27FC236}">
                    <a16:creationId xmlns:a16="http://schemas.microsoft.com/office/drawing/2014/main" id="{131C4546-DA84-4DC6-0EB2-C4BE0570156B}"/>
                  </a:ext>
                </a:extLst>
              </p:cNvPr>
              <p:cNvSpPr/>
              <p:nvPr/>
            </p:nvSpPr>
            <p:spPr>
              <a:xfrm>
                <a:off x="3583447" y="6417178"/>
                <a:ext cx="9782" cy="3853"/>
              </a:xfrm>
              <a:custGeom>
                <a:avLst/>
                <a:gdLst>
                  <a:gd name="connsiteX0" fmla="*/ 5572 w 9782"/>
                  <a:gd name="connsiteY0" fmla="*/ 675 h 3853"/>
                  <a:gd name="connsiteX1" fmla="*/ 0 w 9782"/>
                  <a:gd name="connsiteY1" fmla="*/ 498 h 3853"/>
                  <a:gd name="connsiteX2" fmla="*/ 5572 w 9782"/>
                  <a:gd name="connsiteY2" fmla="*/ 675 h 3853"/>
                </a:gdLst>
                <a:ahLst/>
                <a:cxnLst>
                  <a:cxn ang="0">
                    <a:pos x="connsiteX0" y="connsiteY0"/>
                  </a:cxn>
                  <a:cxn ang="0">
                    <a:pos x="connsiteX1" y="connsiteY1"/>
                  </a:cxn>
                  <a:cxn ang="0">
                    <a:pos x="connsiteX2" y="connsiteY2"/>
                  </a:cxn>
                </a:cxnLst>
                <a:rect l="l" t="t" r="r" b="b"/>
                <a:pathLst>
                  <a:path w="9782" h="3853">
                    <a:moveTo>
                      <a:pt x="5572" y="675"/>
                    </a:moveTo>
                    <a:cubicBezTo>
                      <a:pt x="2915" y="-154"/>
                      <a:pt x="417" y="-227"/>
                      <a:pt x="0" y="498"/>
                    </a:cubicBezTo>
                    <a:cubicBezTo>
                      <a:pt x="0" y="4407"/>
                      <a:pt x="17614" y="5436"/>
                      <a:pt x="5572" y="6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4" name="Freeform: Shape 643">
                <a:extLst>
                  <a:ext uri="{FF2B5EF4-FFF2-40B4-BE49-F238E27FC236}">
                    <a16:creationId xmlns:a16="http://schemas.microsoft.com/office/drawing/2014/main" id="{90562393-9343-4B0E-B674-ADD7940219A9}"/>
                  </a:ext>
                </a:extLst>
              </p:cNvPr>
              <p:cNvSpPr/>
              <p:nvPr/>
            </p:nvSpPr>
            <p:spPr>
              <a:xfrm>
                <a:off x="3535933" y="6497626"/>
                <a:ext cx="10057" cy="3361"/>
              </a:xfrm>
              <a:custGeom>
                <a:avLst/>
                <a:gdLst>
                  <a:gd name="connsiteX0" fmla="*/ 5755 w 10057"/>
                  <a:gd name="connsiteY0" fmla="*/ 380 h 3361"/>
                  <a:gd name="connsiteX1" fmla="*/ 0 w 10057"/>
                  <a:gd name="connsiteY1" fmla="*/ 654 h 3361"/>
                  <a:gd name="connsiteX2" fmla="*/ 5755 w 10057"/>
                  <a:gd name="connsiteY2" fmla="*/ 380 h 3361"/>
                </a:gdLst>
                <a:ahLst/>
                <a:cxnLst>
                  <a:cxn ang="0">
                    <a:pos x="connsiteX0" y="connsiteY0"/>
                  </a:cxn>
                  <a:cxn ang="0">
                    <a:pos x="connsiteX1" y="connsiteY1"/>
                  </a:cxn>
                  <a:cxn ang="0">
                    <a:pos x="connsiteX2" y="connsiteY2"/>
                  </a:cxn>
                </a:cxnLst>
                <a:rect l="l" t="t" r="r" b="b"/>
                <a:pathLst>
                  <a:path w="10057" h="3361">
                    <a:moveTo>
                      <a:pt x="5755" y="380"/>
                    </a:moveTo>
                    <a:cubicBezTo>
                      <a:pt x="3017" y="-220"/>
                      <a:pt x="446" y="-95"/>
                      <a:pt x="0" y="654"/>
                    </a:cubicBezTo>
                    <a:cubicBezTo>
                      <a:pt x="69" y="4552"/>
                      <a:pt x="18059" y="4049"/>
                      <a:pt x="5755" y="38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5" name="Freeform: Shape 644">
                <a:extLst>
                  <a:ext uri="{FF2B5EF4-FFF2-40B4-BE49-F238E27FC236}">
                    <a16:creationId xmlns:a16="http://schemas.microsoft.com/office/drawing/2014/main" id="{7CA91C53-C3C1-0A49-2474-916ACF264571}"/>
                  </a:ext>
                </a:extLst>
              </p:cNvPr>
              <p:cNvSpPr/>
              <p:nvPr/>
            </p:nvSpPr>
            <p:spPr>
              <a:xfrm>
                <a:off x="3485618" y="6581821"/>
                <a:ext cx="10350" cy="3093"/>
              </a:xfrm>
              <a:custGeom>
                <a:avLst/>
                <a:gdLst>
                  <a:gd name="connsiteX0" fmla="*/ 5944 w 10350"/>
                  <a:gd name="connsiteY0" fmla="*/ 132 h 3093"/>
                  <a:gd name="connsiteX1" fmla="*/ 0 w 10350"/>
                  <a:gd name="connsiteY1" fmla="*/ 943 h 3093"/>
                  <a:gd name="connsiteX2" fmla="*/ 5944 w 10350"/>
                  <a:gd name="connsiteY2" fmla="*/ 132 h 3093"/>
                </a:gdLst>
                <a:ahLst/>
                <a:cxnLst>
                  <a:cxn ang="0">
                    <a:pos x="connsiteX0" y="connsiteY0"/>
                  </a:cxn>
                  <a:cxn ang="0">
                    <a:pos x="connsiteX1" y="connsiteY1"/>
                  </a:cxn>
                  <a:cxn ang="0">
                    <a:pos x="connsiteX2" y="connsiteY2"/>
                  </a:cxn>
                </a:cxnLst>
                <a:rect l="l" t="t" r="r" b="b"/>
                <a:pathLst>
                  <a:path w="10350" h="3093">
                    <a:moveTo>
                      <a:pt x="5944" y="132"/>
                    </a:moveTo>
                    <a:cubicBezTo>
                      <a:pt x="3126" y="-217"/>
                      <a:pt x="469" y="150"/>
                      <a:pt x="0" y="943"/>
                    </a:cubicBezTo>
                    <a:cubicBezTo>
                      <a:pt x="160" y="4904"/>
                      <a:pt x="18534" y="2646"/>
                      <a:pt x="5944" y="1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6" name="Freeform: Shape 645">
                <a:extLst>
                  <a:ext uri="{FF2B5EF4-FFF2-40B4-BE49-F238E27FC236}">
                    <a16:creationId xmlns:a16="http://schemas.microsoft.com/office/drawing/2014/main" id="{019E4085-C191-4EB8-EF54-BDEC7A1956F9}"/>
                  </a:ext>
                </a:extLst>
              </p:cNvPr>
              <p:cNvSpPr/>
              <p:nvPr/>
            </p:nvSpPr>
            <p:spPr>
              <a:xfrm>
                <a:off x="3256941" y="6992778"/>
                <a:ext cx="11448" cy="3872"/>
              </a:xfrm>
              <a:custGeom>
                <a:avLst/>
                <a:gdLst>
                  <a:gd name="connsiteX0" fmla="*/ 6804 w 11448"/>
                  <a:gd name="connsiteY0" fmla="*/ 16 h 3872"/>
                  <a:gd name="connsiteX1" fmla="*/ 4649 w 11448"/>
                  <a:gd name="connsiteY1" fmla="*/ 3856 h 3872"/>
                  <a:gd name="connsiteX2" fmla="*/ 6804 w 11448"/>
                  <a:gd name="connsiteY2" fmla="*/ 16 h 3872"/>
                </a:gdLst>
                <a:ahLst/>
                <a:cxnLst>
                  <a:cxn ang="0">
                    <a:pos x="connsiteX0" y="connsiteY0"/>
                  </a:cxn>
                  <a:cxn ang="0">
                    <a:pos x="connsiteX1" y="connsiteY1"/>
                  </a:cxn>
                  <a:cxn ang="0">
                    <a:pos x="connsiteX2" y="connsiteY2"/>
                  </a:cxn>
                </a:cxnLst>
                <a:rect l="l" t="t" r="r" b="b"/>
                <a:pathLst>
                  <a:path w="11448" h="3872">
                    <a:moveTo>
                      <a:pt x="6804" y="16"/>
                    </a:moveTo>
                    <a:cubicBezTo>
                      <a:pt x="895" y="-276"/>
                      <a:pt x="-3923" y="3581"/>
                      <a:pt x="4649" y="3856"/>
                    </a:cubicBezTo>
                    <a:cubicBezTo>
                      <a:pt x="10559" y="4153"/>
                      <a:pt x="15365" y="295"/>
                      <a:pt x="6804"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7" name="Freeform: Shape 646">
                <a:extLst>
                  <a:ext uri="{FF2B5EF4-FFF2-40B4-BE49-F238E27FC236}">
                    <a16:creationId xmlns:a16="http://schemas.microsoft.com/office/drawing/2014/main" id="{37C3B6E2-1DC3-86F9-57B2-9AE2B5CA7815}"/>
                  </a:ext>
                </a:extLst>
              </p:cNvPr>
              <p:cNvSpPr/>
              <p:nvPr/>
            </p:nvSpPr>
            <p:spPr>
              <a:xfrm>
                <a:off x="3040101" y="7378719"/>
                <a:ext cx="12735" cy="4743"/>
              </a:xfrm>
              <a:custGeom>
                <a:avLst/>
                <a:gdLst>
                  <a:gd name="connsiteX0" fmla="*/ 7668 w 12735"/>
                  <a:gd name="connsiteY0" fmla="*/ 20 h 4743"/>
                  <a:gd name="connsiteX1" fmla="*/ 5073 w 12735"/>
                  <a:gd name="connsiteY1" fmla="*/ 4724 h 4743"/>
                  <a:gd name="connsiteX2" fmla="*/ 7668 w 12735"/>
                  <a:gd name="connsiteY2" fmla="*/ 20 h 4743"/>
                </a:gdLst>
                <a:ahLst/>
                <a:cxnLst>
                  <a:cxn ang="0">
                    <a:pos x="connsiteX0" y="connsiteY0"/>
                  </a:cxn>
                  <a:cxn ang="0">
                    <a:pos x="connsiteX1" y="connsiteY1"/>
                  </a:cxn>
                  <a:cxn ang="0">
                    <a:pos x="connsiteX2" y="connsiteY2"/>
                  </a:cxn>
                </a:cxnLst>
                <a:rect l="l" t="t" r="r" b="b"/>
                <a:pathLst>
                  <a:path w="12735" h="4743">
                    <a:moveTo>
                      <a:pt x="7668" y="20"/>
                    </a:moveTo>
                    <a:cubicBezTo>
                      <a:pt x="1210" y="-346"/>
                      <a:pt x="-4460" y="4369"/>
                      <a:pt x="5073" y="4724"/>
                    </a:cubicBezTo>
                    <a:cubicBezTo>
                      <a:pt x="11531" y="5084"/>
                      <a:pt x="17189" y="375"/>
                      <a:pt x="7668"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8" name="Freeform: Shape 647">
                <a:extLst>
                  <a:ext uri="{FF2B5EF4-FFF2-40B4-BE49-F238E27FC236}">
                    <a16:creationId xmlns:a16="http://schemas.microsoft.com/office/drawing/2014/main" id="{3A1F5487-373C-0B72-4CD7-1A803AA10A84}"/>
                  </a:ext>
                </a:extLst>
              </p:cNvPr>
              <p:cNvSpPr/>
              <p:nvPr/>
            </p:nvSpPr>
            <p:spPr>
              <a:xfrm>
                <a:off x="3116788" y="7241246"/>
                <a:ext cx="12285" cy="4426"/>
              </a:xfrm>
              <a:custGeom>
                <a:avLst/>
                <a:gdLst>
                  <a:gd name="connsiteX0" fmla="*/ 7373 w 12285"/>
                  <a:gd name="connsiteY0" fmla="*/ 18 h 4426"/>
                  <a:gd name="connsiteX1" fmla="*/ 4921 w 12285"/>
                  <a:gd name="connsiteY1" fmla="*/ 4408 h 4426"/>
                  <a:gd name="connsiteX2" fmla="*/ 7373 w 12285"/>
                  <a:gd name="connsiteY2" fmla="*/ 18 h 4426"/>
                </a:gdLst>
                <a:ahLst/>
                <a:cxnLst>
                  <a:cxn ang="0">
                    <a:pos x="connsiteX0" y="connsiteY0"/>
                  </a:cxn>
                  <a:cxn ang="0">
                    <a:pos x="connsiteX1" y="connsiteY1"/>
                  </a:cxn>
                  <a:cxn ang="0">
                    <a:pos x="connsiteX2" y="connsiteY2"/>
                  </a:cxn>
                </a:cxnLst>
                <a:rect l="l" t="t" r="r" b="b"/>
                <a:pathLst>
                  <a:path w="12285" h="4426">
                    <a:moveTo>
                      <a:pt x="7373" y="18"/>
                    </a:moveTo>
                    <a:cubicBezTo>
                      <a:pt x="1121" y="-319"/>
                      <a:pt x="-4285" y="4076"/>
                      <a:pt x="4921" y="4408"/>
                    </a:cubicBezTo>
                    <a:cubicBezTo>
                      <a:pt x="11168" y="4750"/>
                      <a:pt x="16563" y="350"/>
                      <a:pt x="7373"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49" name="Freeform: Shape 648">
                <a:extLst>
                  <a:ext uri="{FF2B5EF4-FFF2-40B4-BE49-F238E27FC236}">
                    <a16:creationId xmlns:a16="http://schemas.microsoft.com/office/drawing/2014/main" id="{B980F771-4761-D731-797C-CCDA3D534240}"/>
                  </a:ext>
                </a:extLst>
              </p:cNvPr>
              <p:cNvSpPr/>
              <p:nvPr/>
            </p:nvSpPr>
            <p:spPr>
              <a:xfrm>
                <a:off x="3189159" y="7112877"/>
                <a:ext cx="11855" cy="4137"/>
              </a:xfrm>
              <a:custGeom>
                <a:avLst/>
                <a:gdLst>
                  <a:gd name="connsiteX0" fmla="*/ 7085 w 11855"/>
                  <a:gd name="connsiteY0" fmla="*/ 17 h 4137"/>
                  <a:gd name="connsiteX1" fmla="*/ 4776 w 11855"/>
                  <a:gd name="connsiteY1" fmla="*/ 4121 h 4137"/>
                  <a:gd name="connsiteX2" fmla="*/ 7085 w 11855"/>
                  <a:gd name="connsiteY2" fmla="*/ 17 h 4137"/>
                </a:gdLst>
                <a:ahLst/>
                <a:cxnLst>
                  <a:cxn ang="0">
                    <a:pos x="connsiteX0" y="connsiteY0"/>
                  </a:cxn>
                  <a:cxn ang="0">
                    <a:pos x="connsiteX1" y="connsiteY1"/>
                  </a:cxn>
                  <a:cxn ang="0">
                    <a:pos x="connsiteX2" y="connsiteY2"/>
                  </a:cxn>
                </a:cxnLst>
                <a:rect l="l" t="t" r="r" b="b"/>
                <a:pathLst>
                  <a:path w="11855" h="4137">
                    <a:moveTo>
                      <a:pt x="7085" y="17"/>
                    </a:moveTo>
                    <a:cubicBezTo>
                      <a:pt x="1016" y="-297"/>
                      <a:pt x="-4105" y="3818"/>
                      <a:pt x="4776" y="4121"/>
                    </a:cubicBezTo>
                    <a:cubicBezTo>
                      <a:pt x="10840" y="4435"/>
                      <a:pt x="15955" y="321"/>
                      <a:pt x="7085"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0" name="Freeform: Shape 649">
                <a:extLst>
                  <a:ext uri="{FF2B5EF4-FFF2-40B4-BE49-F238E27FC236}">
                    <a16:creationId xmlns:a16="http://schemas.microsoft.com/office/drawing/2014/main" id="{AE12909C-7C20-DDBA-5F3A-47EAB1620042}"/>
                  </a:ext>
                </a:extLst>
              </p:cNvPr>
              <p:cNvSpPr/>
              <p:nvPr/>
            </p:nvSpPr>
            <p:spPr>
              <a:xfrm>
                <a:off x="3669121" y="6300971"/>
                <a:ext cx="9244" cy="3666"/>
              </a:xfrm>
              <a:custGeom>
                <a:avLst/>
                <a:gdLst>
                  <a:gd name="connsiteX0" fmla="*/ 5241 w 9244"/>
                  <a:gd name="connsiteY0" fmla="*/ 2845 h 3666"/>
                  <a:gd name="connsiteX1" fmla="*/ 0 w 9244"/>
                  <a:gd name="connsiteY1" fmla="*/ 273 h 3666"/>
                  <a:gd name="connsiteX2" fmla="*/ 5241 w 9244"/>
                  <a:gd name="connsiteY2" fmla="*/ 2845 h 3666"/>
                </a:gdLst>
                <a:ahLst/>
                <a:cxnLst>
                  <a:cxn ang="0">
                    <a:pos x="connsiteX0" y="connsiteY0"/>
                  </a:cxn>
                  <a:cxn ang="0">
                    <a:pos x="connsiteX1" y="connsiteY1"/>
                  </a:cxn>
                  <a:cxn ang="0">
                    <a:pos x="connsiteX2" y="connsiteY2"/>
                  </a:cxn>
                </a:cxnLst>
                <a:rect l="l" t="t" r="r" b="b"/>
                <a:pathLst>
                  <a:path w="9244" h="3666">
                    <a:moveTo>
                      <a:pt x="5241" y="2845"/>
                    </a:moveTo>
                    <a:cubicBezTo>
                      <a:pt x="2715" y="2005"/>
                      <a:pt x="371" y="845"/>
                      <a:pt x="0" y="273"/>
                    </a:cubicBezTo>
                    <a:cubicBezTo>
                      <a:pt x="817" y="-1504"/>
                      <a:pt x="16385" y="6102"/>
                      <a:pt x="5241" y="28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1" name="Freeform: Shape 650">
                <a:extLst>
                  <a:ext uri="{FF2B5EF4-FFF2-40B4-BE49-F238E27FC236}">
                    <a16:creationId xmlns:a16="http://schemas.microsoft.com/office/drawing/2014/main" id="{4DF53E18-AFD0-604E-6D07-DDAC459C0B3F}"/>
                  </a:ext>
                </a:extLst>
              </p:cNvPr>
              <p:cNvSpPr/>
              <p:nvPr/>
            </p:nvSpPr>
            <p:spPr>
              <a:xfrm>
                <a:off x="3884118" y="6324961"/>
                <a:ext cx="7825" cy="3007"/>
              </a:xfrm>
              <a:custGeom>
                <a:avLst/>
                <a:gdLst>
                  <a:gd name="connsiteX0" fmla="*/ 4419 w 7825"/>
                  <a:gd name="connsiteY0" fmla="*/ 652 h 3007"/>
                  <a:gd name="connsiteX1" fmla="*/ 3408 w 7825"/>
                  <a:gd name="connsiteY1" fmla="*/ 2367 h 3007"/>
                  <a:gd name="connsiteX2" fmla="*/ 4419 w 7825"/>
                  <a:gd name="connsiteY2" fmla="*/ 652 h 3007"/>
                </a:gdLst>
                <a:ahLst/>
                <a:cxnLst>
                  <a:cxn ang="0">
                    <a:pos x="connsiteX0" y="connsiteY0"/>
                  </a:cxn>
                  <a:cxn ang="0">
                    <a:pos x="connsiteX1" y="connsiteY1"/>
                  </a:cxn>
                  <a:cxn ang="0">
                    <a:pos x="connsiteX2" y="connsiteY2"/>
                  </a:cxn>
                </a:cxnLst>
                <a:rect l="l" t="t" r="r" b="b"/>
                <a:pathLst>
                  <a:path w="7825" h="3007">
                    <a:moveTo>
                      <a:pt x="4419" y="652"/>
                    </a:moveTo>
                    <a:cubicBezTo>
                      <a:pt x="430" y="1778"/>
                      <a:pt x="-2644" y="4144"/>
                      <a:pt x="3408" y="2367"/>
                    </a:cubicBezTo>
                    <a:cubicBezTo>
                      <a:pt x="7391" y="1229"/>
                      <a:pt x="10472" y="-1148"/>
                      <a:pt x="4419" y="65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2" name="Freeform: Shape 651">
                <a:extLst>
                  <a:ext uri="{FF2B5EF4-FFF2-40B4-BE49-F238E27FC236}">
                    <a16:creationId xmlns:a16="http://schemas.microsoft.com/office/drawing/2014/main" id="{9712C2FB-FE8D-4B8D-8ED9-5A095A6523FB}"/>
                  </a:ext>
                </a:extLst>
              </p:cNvPr>
              <p:cNvSpPr/>
              <p:nvPr/>
            </p:nvSpPr>
            <p:spPr>
              <a:xfrm>
                <a:off x="3914414" y="6275869"/>
                <a:ext cx="7855" cy="2989"/>
              </a:xfrm>
              <a:custGeom>
                <a:avLst/>
                <a:gdLst>
                  <a:gd name="connsiteX0" fmla="*/ 4383 w 7855"/>
                  <a:gd name="connsiteY0" fmla="*/ 750 h 2989"/>
                  <a:gd name="connsiteX1" fmla="*/ 0 w 7855"/>
                  <a:gd name="connsiteY1" fmla="*/ 2801 h 2989"/>
                  <a:gd name="connsiteX2" fmla="*/ 4383 w 7855"/>
                  <a:gd name="connsiteY2" fmla="*/ 750 h 2989"/>
                </a:gdLst>
                <a:ahLst/>
                <a:cxnLst>
                  <a:cxn ang="0">
                    <a:pos x="connsiteX0" y="connsiteY0"/>
                  </a:cxn>
                  <a:cxn ang="0">
                    <a:pos x="connsiteX1" y="connsiteY1"/>
                  </a:cxn>
                  <a:cxn ang="0">
                    <a:pos x="connsiteX2" y="connsiteY2"/>
                  </a:cxn>
                </a:cxnLst>
                <a:rect l="l" t="t" r="r" b="b"/>
                <a:pathLst>
                  <a:path w="7855" h="2989">
                    <a:moveTo>
                      <a:pt x="4383" y="750"/>
                    </a:moveTo>
                    <a:cubicBezTo>
                      <a:pt x="2235" y="1464"/>
                      <a:pt x="274" y="2379"/>
                      <a:pt x="0" y="2801"/>
                    </a:cubicBezTo>
                    <a:cubicBezTo>
                      <a:pt x="812" y="4128"/>
                      <a:pt x="13945" y="-2085"/>
                      <a:pt x="4383" y="7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3" name="Freeform: Shape 652">
                <a:extLst>
                  <a:ext uri="{FF2B5EF4-FFF2-40B4-BE49-F238E27FC236}">
                    <a16:creationId xmlns:a16="http://schemas.microsoft.com/office/drawing/2014/main" id="{81CA5C7E-E1B6-0ABD-9FF8-9EA96872D7C5}"/>
                  </a:ext>
                </a:extLst>
              </p:cNvPr>
              <p:cNvSpPr/>
              <p:nvPr/>
            </p:nvSpPr>
            <p:spPr>
              <a:xfrm>
                <a:off x="3999151" y="6147148"/>
                <a:ext cx="7361" cy="3173"/>
              </a:xfrm>
              <a:custGeom>
                <a:avLst/>
                <a:gdLst>
                  <a:gd name="connsiteX0" fmla="*/ 4080 w 7361"/>
                  <a:gd name="connsiteY0" fmla="*/ 928 h 3173"/>
                  <a:gd name="connsiteX1" fmla="*/ 0 w 7361"/>
                  <a:gd name="connsiteY1" fmla="*/ 3054 h 3173"/>
                  <a:gd name="connsiteX2" fmla="*/ 4080 w 7361"/>
                  <a:gd name="connsiteY2" fmla="*/ 928 h 3173"/>
                </a:gdLst>
                <a:ahLst/>
                <a:cxnLst>
                  <a:cxn ang="0">
                    <a:pos x="connsiteX0" y="connsiteY0"/>
                  </a:cxn>
                  <a:cxn ang="0">
                    <a:pos x="connsiteX1" y="connsiteY1"/>
                  </a:cxn>
                  <a:cxn ang="0">
                    <a:pos x="connsiteX2" y="connsiteY2"/>
                  </a:cxn>
                </a:cxnLst>
                <a:rect l="l" t="t" r="r" b="b"/>
                <a:pathLst>
                  <a:path w="7361" h="3173">
                    <a:moveTo>
                      <a:pt x="4080" y="928"/>
                    </a:moveTo>
                    <a:cubicBezTo>
                      <a:pt x="2063" y="1728"/>
                      <a:pt x="240" y="2671"/>
                      <a:pt x="0" y="3054"/>
                    </a:cubicBezTo>
                    <a:cubicBezTo>
                      <a:pt x="829" y="4117"/>
                      <a:pt x="13070" y="-2330"/>
                      <a:pt x="4080" y="9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4" name="Freeform: Shape 653">
                <a:extLst>
                  <a:ext uri="{FF2B5EF4-FFF2-40B4-BE49-F238E27FC236}">
                    <a16:creationId xmlns:a16="http://schemas.microsoft.com/office/drawing/2014/main" id="{8AEE7678-2C27-D9B0-1E4B-57D6B933E748}"/>
                  </a:ext>
                </a:extLst>
              </p:cNvPr>
              <p:cNvSpPr/>
              <p:nvPr/>
            </p:nvSpPr>
            <p:spPr>
              <a:xfrm>
                <a:off x="3852824" y="6376489"/>
                <a:ext cx="8198" cy="2662"/>
              </a:xfrm>
              <a:custGeom>
                <a:avLst/>
                <a:gdLst>
                  <a:gd name="connsiteX0" fmla="*/ 4589 w 8198"/>
                  <a:gd name="connsiteY0" fmla="*/ 782 h 2662"/>
                  <a:gd name="connsiteX1" fmla="*/ 0 w 8198"/>
                  <a:gd name="connsiteY1" fmla="*/ 2571 h 2662"/>
                  <a:gd name="connsiteX2" fmla="*/ 4589 w 8198"/>
                  <a:gd name="connsiteY2" fmla="*/ 782 h 2662"/>
                </a:gdLst>
                <a:ahLst/>
                <a:cxnLst>
                  <a:cxn ang="0">
                    <a:pos x="connsiteX0" y="connsiteY0"/>
                  </a:cxn>
                  <a:cxn ang="0">
                    <a:pos x="connsiteX1" y="connsiteY1"/>
                  </a:cxn>
                  <a:cxn ang="0">
                    <a:pos x="connsiteX2" y="connsiteY2"/>
                  </a:cxn>
                </a:cxnLst>
                <a:rect l="l" t="t" r="r" b="b"/>
                <a:pathLst>
                  <a:path w="8198" h="2662">
                    <a:moveTo>
                      <a:pt x="4589" y="782"/>
                    </a:moveTo>
                    <a:cubicBezTo>
                      <a:pt x="2349" y="1456"/>
                      <a:pt x="291" y="2257"/>
                      <a:pt x="0" y="2571"/>
                    </a:cubicBezTo>
                    <a:cubicBezTo>
                      <a:pt x="771" y="3417"/>
                      <a:pt x="14567" y="-1949"/>
                      <a:pt x="4589" y="7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5" name="Freeform: Shape 654">
                <a:extLst>
                  <a:ext uri="{FF2B5EF4-FFF2-40B4-BE49-F238E27FC236}">
                    <a16:creationId xmlns:a16="http://schemas.microsoft.com/office/drawing/2014/main" id="{4A2C7CEC-C3EE-AFDB-F8B1-38F31948AB51}"/>
                  </a:ext>
                </a:extLst>
              </p:cNvPr>
              <p:cNvSpPr/>
              <p:nvPr/>
            </p:nvSpPr>
            <p:spPr>
              <a:xfrm>
                <a:off x="3943858" y="6231167"/>
                <a:ext cx="7686" cy="3019"/>
              </a:xfrm>
              <a:custGeom>
                <a:avLst/>
                <a:gdLst>
                  <a:gd name="connsiteX0" fmla="*/ 4280 w 7686"/>
                  <a:gd name="connsiteY0" fmla="*/ 829 h 3019"/>
                  <a:gd name="connsiteX1" fmla="*/ 0 w 7686"/>
                  <a:gd name="connsiteY1" fmla="*/ 2875 h 3019"/>
                  <a:gd name="connsiteX2" fmla="*/ 4280 w 7686"/>
                  <a:gd name="connsiteY2" fmla="*/ 829 h 3019"/>
                </a:gdLst>
                <a:ahLst/>
                <a:cxnLst>
                  <a:cxn ang="0">
                    <a:pos x="connsiteX0" y="connsiteY0"/>
                  </a:cxn>
                  <a:cxn ang="0">
                    <a:pos x="connsiteX1" y="connsiteY1"/>
                  </a:cxn>
                  <a:cxn ang="0">
                    <a:pos x="connsiteX2" y="connsiteY2"/>
                  </a:cxn>
                </a:cxnLst>
                <a:rect l="l" t="t" r="r" b="b"/>
                <a:pathLst>
                  <a:path w="7686" h="3019">
                    <a:moveTo>
                      <a:pt x="4280" y="829"/>
                    </a:moveTo>
                    <a:cubicBezTo>
                      <a:pt x="2177" y="1572"/>
                      <a:pt x="263" y="2480"/>
                      <a:pt x="0" y="2875"/>
                    </a:cubicBezTo>
                    <a:cubicBezTo>
                      <a:pt x="812" y="4029"/>
                      <a:pt x="13647" y="-2172"/>
                      <a:pt x="4280" y="8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6" name="Freeform: Shape 655">
                <a:extLst>
                  <a:ext uri="{FF2B5EF4-FFF2-40B4-BE49-F238E27FC236}">
                    <a16:creationId xmlns:a16="http://schemas.microsoft.com/office/drawing/2014/main" id="{BCAB0002-54E2-CE98-85C3-73F55850A348}"/>
                  </a:ext>
                </a:extLst>
              </p:cNvPr>
              <p:cNvSpPr/>
              <p:nvPr/>
            </p:nvSpPr>
            <p:spPr>
              <a:xfrm>
                <a:off x="3819117" y="6388606"/>
                <a:ext cx="8390" cy="1796"/>
              </a:xfrm>
              <a:custGeom>
                <a:avLst/>
                <a:gdLst>
                  <a:gd name="connsiteX0" fmla="*/ 4721 w 8390"/>
                  <a:gd name="connsiteY0" fmla="*/ 981 h 1796"/>
                  <a:gd name="connsiteX1" fmla="*/ 0 w 8390"/>
                  <a:gd name="connsiteY1" fmla="*/ 1793 h 1796"/>
                  <a:gd name="connsiteX2" fmla="*/ 4721 w 8390"/>
                  <a:gd name="connsiteY2" fmla="*/ 981 h 1796"/>
                </a:gdLst>
                <a:ahLst/>
                <a:cxnLst>
                  <a:cxn ang="0">
                    <a:pos x="connsiteX0" y="connsiteY0"/>
                  </a:cxn>
                  <a:cxn ang="0">
                    <a:pos x="connsiteX1" y="connsiteY1"/>
                  </a:cxn>
                  <a:cxn ang="0">
                    <a:pos x="connsiteX2" y="connsiteY2"/>
                  </a:cxn>
                </a:cxnLst>
                <a:rect l="l" t="t" r="r" b="b"/>
                <a:pathLst>
                  <a:path w="8390" h="1796">
                    <a:moveTo>
                      <a:pt x="4721" y="981"/>
                    </a:moveTo>
                    <a:cubicBezTo>
                      <a:pt x="2429" y="1478"/>
                      <a:pt x="320" y="1838"/>
                      <a:pt x="0" y="1793"/>
                    </a:cubicBezTo>
                    <a:cubicBezTo>
                      <a:pt x="560" y="1158"/>
                      <a:pt x="14968" y="-1368"/>
                      <a:pt x="4721" y="9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7" name="Freeform: Shape 656">
                <a:extLst>
                  <a:ext uri="{FF2B5EF4-FFF2-40B4-BE49-F238E27FC236}">
                    <a16:creationId xmlns:a16="http://schemas.microsoft.com/office/drawing/2014/main" id="{423961CF-4338-DE36-DEE4-B11D6F9AD70C}"/>
                  </a:ext>
                </a:extLst>
              </p:cNvPr>
              <p:cNvSpPr/>
              <p:nvPr/>
            </p:nvSpPr>
            <p:spPr>
              <a:xfrm>
                <a:off x="3708834" y="6398300"/>
                <a:ext cx="9011" cy="2824"/>
              </a:xfrm>
              <a:custGeom>
                <a:avLst/>
                <a:gdLst>
                  <a:gd name="connsiteX0" fmla="*/ 5086 w 9011"/>
                  <a:gd name="connsiteY0" fmla="*/ 2820 h 2824"/>
                  <a:gd name="connsiteX1" fmla="*/ 0 w 9011"/>
                  <a:gd name="connsiteY1" fmla="*/ 1117 h 2824"/>
                  <a:gd name="connsiteX2" fmla="*/ 5086 w 9011"/>
                  <a:gd name="connsiteY2" fmla="*/ 2820 h 2824"/>
                </a:gdLst>
                <a:ahLst/>
                <a:cxnLst>
                  <a:cxn ang="0">
                    <a:pos x="connsiteX0" y="connsiteY0"/>
                  </a:cxn>
                  <a:cxn ang="0">
                    <a:pos x="connsiteX1" y="connsiteY1"/>
                  </a:cxn>
                  <a:cxn ang="0">
                    <a:pos x="connsiteX2" y="connsiteY2"/>
                  </a:cxn>
                </a:cxnLst>
                <a:rect l="l" t="t" r="r" b="b"/>
                <a:pathLst>
                  <a:path w="9011" h="2824">
                    <a:moveTo>
                      <a:pt x="5086" y="2820"/>
                    </a:moveTo>
                    <a:cubicBezTo>
                      <a:pt x="2629" y="2620"/>
                      <a:pt x="354" y="1871"/>
                      <a:pt x="0" y="1117"/>
                    </a:cubicBezTo>
                    <a:cubicBezTo>
                      <a:pt x="543" y="-2221"/>
                      <a:pt x="16082" y="3003"/>
                      <a:pt x="5086" y="28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8" name="Freeform: Shape 657">
                <a:extLst>
                  <a:ext uri="{FF2B5EF4-FFF2-40B4-BE49-F238E27FC236}">
                    <a16:creationId xmlns:a16="http://schemas.microsoft.com/office/drawing/2014/main" id="{FD618539-3548-EBB7-B732-FD85B5CA2079}"/>
                  </a:ext>
                </a:extLst>
              </p:cNvPr>
              <p:cNvSpPr/>
              <p:nvPr/>
            </p:nvSpPr>
            <p:spPr>
              <a:xfrm>
                <a:off x="3972176" y="6188908"/>
                <a:ext cx="7523" cy="3091"/>
              </a:xfrm>
              <a:custGeom>
                <a:avLst/>
                <a:gdLst>
                  <a:gd name="connsiteX0" fmla="*/ 4183 w 7523"/>
                  <a:gd name="connsiteY0" fmla="*/ 894 h 3091"/>
                  <a:gd name="connsiteX1" fmla="*/ 0 w 7523"/>
                  <a:gd name="connsiteY1" fmla="*/ 2969 h 3091"/>
                  <a:gd name="connsiteX2" fmla="*/ 4183 w 7523"/>
                  <a:gd name="connsiteY2" fmla="*/ 894 h 3091"/>
                </a:gdLst>
                <a:ahLst/>
                <a:cxnLst>
                  <a:cxn ang="0">
                    <a:pos x="connsiteX0" y="connsiteY0"/>
                  </a:cxn>
                  <a:cxn ang="0">
                    <a:pos x="connsiteX1" y="connsiteY1"/>
                  </a:cxn>
                  <a:cxn ang="0">
                    <a:pos x="connsiteX2" y="connsiteY2"/>
                  </a:cxn>
                </a:cxnLst>
                <a:rect l="l" t="t" r="r" b="b"/>
                <a:pathLst>
                  <a:path w="7523" h="3091">
                    <a:moveTo>
                      <a:pt x="4183" y="894"/>
                    </a:moveTo>
                    <a:cubicBezTo>
                      <a:pt x="2126" y="1665"/>
                      <a:pt x="251" y="2591"/>
                      <a:pt x="0" y="2969"/>
                    </a:cubicBezTo>
                    <a:cubicBezTo>
                      <a:pt x="817" y="4032"/>
                      <a:pt x="13356" y="-2261"/>
                      <a:pt x="4183" y="8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59" name="Freeform: Shape 658">
                <a:extLst>
                  <a:ext uri="{FF2B5EF4-FFF2-40B4-BE49-F238E27FC236}">
                    <a16:creationId xmlns:a16="http://schemas.microsoft.com/office/drawing/2014/main" id="{9A41D0EA-CA91-E950-34A8-838D1FEA2E84}"/>
                  </a:ext>
                </a:extLst>
              </p:cNvPr>
              <p:cNvSpPr/>
              <p:nvPr/>
            </p:nvSpPr>
            <p:spPr>
              <a:xfrm>
                <a:off x="3627953" y="6337685"/>
                <a:ext cx="9244" cy="4413"/>
              </a:xfrm>
              <a:custGeom>
                <a:avLst/>
                <a:gdLst>
                  <a:gd name="connsiteX0" fmla="*/ 5329 w 9244"/>
                  <a:gd name="connsiteY0" fmla="*/ 883 h 4413"/>
                  <a:gd name="connsiteX1" fmla="*/ 3917 w 9244"/>
                  <a:gd name="connsiteY1" fmla="*/ 3518 h 4413"/>
                  <a:gd name="connsiteX2" fmla="*/ 5329 w 9244"/>
                  <a:gd name="connsiteY2" fmla="*/ 883 h 4413"/>
                </a:gdLst>
                <a:ahLst/>
                <a:cxnLst>
                  <a:cxn ang="0">
                    <a:pos x="connsiteX0" y="connsiteY0"/>
                  </a:cxn>
                  <a:cxn ang="0">
                    <a:pos x="connsiteX1" y="connsiteY1"/>
                  </a:cxn>
                  <a:cxn ang="0">
                    <a:pos x="connsiteX2" y="connsiteY2"/>
                  </a:cxn>
                </a:cxnLst>
                <a:rect l="l" t="t" r="r" b="b"/>
                <a:pathLst>
                  <a:path w="9244" h="4413">
                    <a:moveTo>
                      <a:pt x="5329" y="883"/>
                    </a:moveTo>
                    <a:cubicBezTo>
                      <a:pt x="-449" y="-1380"/>
                      <a:pt x="-2403" y="1146"/>
                      <a:pt x="3917" y="3518"/>
                    </a:cubicBezTo>
                    <a:cubicBezTo>
                      <a:pt x="9713" y="5798"/>
                      <a:pt x="11633" y="3284"/>
                      <a:pt x="5329" y="88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0" name="Freeform: Shape 659">
                <a:extLst>
                  <a:ext uri="{FF2B5EF4-FFF2-40B4-BE49-F238E27FC236}">
                    <a16:creationId xmlns:a16="http://schemas.microsoft.com/office/drawing/2014/main" id="{544A9DAD-5303-A9B3-9CC0-D2C1FAED5EEA}"/>
                  </a:ext>
                </a:extLst>
              </p:cNvPr>
              <p:cNvSpPr/>
              <p:nvPr/>
            </p:nvSpPr>
            <p:spPr>
              <a:xfrm>
                <a:off x="3746385" y="6393843"/>
                <a:ext cx="8545" cy="1197"/>
              </a:xfrm>
              <a:custGeom>
                <a:avLst/>
                <a:gdLst>
                  <a:gd name="connsiteX0" fmla="*/ 4889 w 8545"/>
                  <a:gd name="connsiteY0" fmla="*/ 2 h 1197"/>
                  <a:gd name="connsiteX1" fmla="*/ 3660 w 8545"/>
                  <a:gd name="connsiteY1" fmla="*/ 1196 h 1197"/>
                  <a:gd name="connsiteX2" fmla="*/ 4889 w 8545"/>
                  <a:gd name="connsiteY2" fmla="*/ 2 h 1197"/>
                </a:gdLst>
                <a:ahLst/>
                <a:cxnLst>
                  <a:cxn ang="0">
                    <a:pos x="connsiteX0" y="connsiteY0"/>
                  </a:cxn>
                  <a:cxn ang="0">
                    <a:pos x="connsiteX1" y="connsiteY1"/>
                  </a:cxn>
                  <a:cxn ang="0">
                    <a:pos x="connsiteX2" y="connsiteY2"/>
                  </a:cxn>
                </a:cxnLst>
                <a:rect l="l" t="t" r="r" b="b"/>
                <a:pathLst>
                  <a:path w="8545" h="1197">
                    <a:moveTo>
                      <a:pt x="4889" y="2"/>
                    </a:moveTo>
                    <a:cubicBezTo>
                      <a:pt x="351" y="-49"/>
                      <a:pt x="-2786" y="1168"/>
                      <a:pt x="3660" y="1196"/>
                    </a:cubicBezTo>
                    <a:cubicBezTo>
                      <a:pt x="8186" y="1242"/>
                      <a:pt x="11335" y="-4"/>
                      <a:pt x="4889"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1" name="Freeform: Shape 660">
                <a:extLst>
                  <a:ext uri="{FF2B5EF4-FFF2-40B4-BE49-F238E27FC236}">
                    <a16:creationId xmlns:a16="http://schemas.microsoft.com/office/drawing/2014/main" id="{2C86E4C6-1A57-B159-B0DE-FEFC76C48194}"/>
                  </a:ext>
                </a:extLst>
              </p:cNvPr>
              <p:cNvSpPr/>
              <p:nvPr/>
            </p:nvSpPr>
            <p:spPr>
              <a:xfrm>
                <a:off x="3783307" y="6381335"/>
                <a:ext cx="8584" cy="824"/>
              </a:xfrm>
              <a:custGeom>
                <a:avLst/>
                <a:gdLst>
                  <a:gd name="connsiteX0" fmla="*/ 4846 w 8584"/>
                  <a:gd name="connsiteY0" fmla="*/ 484 h 824"/>
                  <a:gd name="connsiteX1" fmla="*/ 0 w 8584"/>
                  <a:gd name="connsiteY1" fmla="*/ 816 h 824"/>
                  <a:gd name="connsiteX2" fmla="*/ 4846 w 8584"/>
                  <a:gd name="connsiteY2" fmla="*/ 484 h 824"/>
                </a:gdLst>
                <a:ahLst/>
                <a:cxnLst>
                  <a:cxn ang="0">
                    <a:pos x="connsiteX0" y="connsiteY0"/>
                  </a:cxn>
                  <a:cxn ang="0">
                    <a:pos x="connsiteX1" y="connsiteY1"/>
                  </a:cxn>
                  <a:cxn ang="0">
                    <a:pos x="connsiteX2" y="connsiteY2"/>
                  </a:cxn>
                </a:cxnLst>
                <a:rect l="l" t="t" r="r" b="b"/>
                <a:pathLst>
                  <a:path w="8584" h="824">
                    <a:moveTo>
                      <a:pt x="4846" y="484"/>
                    </a:moveTo>
                    <a:cubicBezTo>
                      <a:pt x="2503" y="713"/>
                      <a:pt x="331" y="862"/>
                      <a:pt x="0" y="816"/>
                    </a:cubicBezTo>
                    <a:cubicBezTo>
                      <a:pt x="623" y="445"/>
                      <a:pt x="15282" y="-612"/>
                      <a:pt x="4846" y="48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2" name="Freeform: Shape 661">
                <a:extLst>
                  <a:ext uri="{FF2B5EF4-FFF2-40B4-BE49-F238E27FC236}">
                    <a16:creationId xmlns:a16="http://schemas.microsoft.com/office/drawing/2014/main" id="{FA049C9F-A583-8C5B-3F1C-2D19DE935EA3}"/>
                  </a:ext>
                </a:extLst>
              </p:cNvPr>
              <p:cNvSpPr/>
              <p:nvPr/>
            </p:nvSpPr>
            <p:spPr>
              <a:xfrm>
                <a:off x="2959692" y="7526065"/>
                <a:ext cx="12549" cy="5207"/>
              </a:xfrm>
              <a:custGeom>
                <a:avLst/>
                <a:gdLst>
                  <a:gd name="connsiteX0" fmla="*/ 7638 w 12549"/>
                  <a:gd name="connsiteY0" fmla="*/ 81 h 5207"/>
                  <a:gd name="connsiteX1" fmla="*/ 4918 w 12549"/>
                  <a:gd name="connsiteY1" fmla="*/ 5127 h 5207"/>
                  <a:gd name="connsiteX2" fmla="*/ 7638 w 12549"/>
                  <a:gd name="connsiteY2" fmla="*/ 81 h 5207"/>
                </a:gdLst>
                <a:ahLst/>
                <a:cxnLst>
                  <a:cxn ang="0">
                    <a:pos x="connsiteX0" y="connsiteY0"/>
                  </a:cxn>
                  <a:cxn ang="0">
                    <a:pos x="connsiteX1" y="connsiteY1"/>
                  </a:cxn>
                  <a:cxn ang="0">
                    <a:pos x="connsiteX2" y="connsiteY2"/>
                  </a:cxn>
                </a:cxnLst>
                <a:rect l="l" t="t" r="r" b="b"/>
                <a:pathLst>
                  <a:path w="12549" h="5207">
                    <a:moveTo>
                      <a:pt x="7638" y="81"/>
                    </a:moveTo>
                    <a:cubicBezTo>
                      <a:pt x="1689" y="-748"/>
                      <a:pt x="-4661" y="5076"/>
                      <a:pt x="4918" y="5127"/>
                    </a:cubicBezTo>
                    <a:cubicBezTo>
                      <a:pt x="10855" y="5955"/>
                      <a:pt x="17211" y="132"/>
                      <a:pt x="7638" y="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3" name="Freeform: Shape 662">
                <a:extLst>
                  <a:ext uri="{FF2B5EF4-FFF2-40B4-BE49-F238E27FC236}">
                    <a16:creationId xmlns:a16="http://schemas.microsoft.com/office/drawing/2014/main" id="{814EBD7B-5C16-FE32-F00A-449807106A26}"/>
                  </a:ext>
                </a:extLst>
              </p:cNvPr>
              <p:cNvSpPr/>
              <p:nvPr/>
            </p:nvSpPr>
            <p:spPr>
              <a:xfrm>
                <a:off x="3828937" y="6136652"/>
                <a:ext cx="6847" cy="1915"/>
              </a:xfrm>
              <a:custGeom>
                <a:avLst/>
                <a:gdLst>
                  <a:gd name="connsiteX0" fmla="*/ 3999 w 6847"/>
                  <a:gd name="connsiteY0" fmla="*/ 308 h 1915"/>
                  <a:gd name="connsiteX1" fmla="*/ 672 w 6847"/>
                  <a:gd name="connsiteY1" fmla="*/ 977 h 1915"/>
                  <a:gd name="connsiteX2" fmla="*/ 3999 w 6847"/>
                  <a:gd name="connsiteY2" fmla="*/ 308 h 1915"/>
                </a:gdLst>
                <a:ahLst/>
                <a:cxnLst>
                  <a:cxn ang="0">
                    <a:pos x="connsiteX0" y="connsiteY0"/>
                  </a:cxn>
                  <a:cxn ang="0">
                    <a:pos x="connsiteX1" y="connsiteY1"/>
                  </a:cxn>
                  <a:cxn ang="0">
                    <a:pos x="connsiteX2" y="connsiteY2"/>
                  </a:cxn>
                </a:cxnLst>
                <a:rect l="l" t="t" r="r" b="b"/>
                <a:pathLst>
                  <a:path w="6847" h="1915">
                    <a:moveTo>
                      <a:pt x="3999" y="308"/>
                    </a:moveTo>
                    <a:cubicBezTo>
                      <a:pt x="2970" y="23"/>
                      <a:pt x="-1722" y="-446"/>
                      <a:pt x="672" y="977"/>
                    </a:cubicBezTo>
                    <a:cubicBezTo>
                      <a:pt x="3113" y="2566"/>
                      <a:pt x="11039" y="2000"/>
                      <a:pt x="3999" y="3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4" name="Freeform: Shape 663">
                <a:extLst>
                  <a:ext uri="{FF2B5EF4-FFF2-40B4-BE49-F238E27FC236}">
                    <a16:creationId xmlns:a16="http://schemas.microsoft.com/office/drawing/2014/main" id="{22662C56-3922-DE80-63A2-9EF5B31B6B2A}"/>
                  </a:ext>
                </a:extLst>
              </p:cNvPr>
              <p:cNvSpPr/>
              <p:nvPr/>
            </p:nvSpPr>
            <p:spPr>
              <a:xfrm>
                <a:off x="3265304" y="6472053"/>
                <a:ext cx="9889" cy="3105"/>
              </a:xfrm>
              <a:custGeom>
                <a:avLst/>
                <a:gdLst>
                  <a:gd name="connsiteX0" fmla="*/ 5876 w 9889"/>
                  <a:gd name="connsiteY0" fmla="*/ 7 h 3105"/>
                  <a:gd name="connsiteX1" fmla="*/ 4013 w 9889"/>
                  <a:gd name="connsiteY1" fmla="*/ 3098 h 3105"/>
                  <a:gd name="connsiteX2" fmla="*/ 5876 w 9889"/>
                  <a:gd name="connsiteY2" fmla="*/ 7 h 3105"/>
                </a:gdLst>
                <a:ahLst/>
                <a:cxnLst>
                  <a:cxn ang="0">
                    <a:pos x="connsiteX0" y="connsiteY0"/>
                  </a:cxn>
                  <a:cxn ang="0">
                    <a:pos x="connsiteX1" y="connsiteY1"/>
                  </a:cxn>
                  <a:cxn ang="0">
                    <a:pos x="connsiteX2" y="connsiteY2"/>
                  </a:cxn>
                </a:cxnLst>
                <a:rect l="l" t="t" r="r" b="b"/>
                <a:pathLst>
                  <a:path w="9889" h="3105">
                    <a:moveTo>
                      <a:pt x="5876" y="7"/>
                    </a:moveTo>
                    <a:cubicBezTo>
                      <a:pt x="938" y="46"/>
                      <a:pt x="-3491" y="3281"/>
                      <a:pt x="4013" y="3098"/>
                    </a:cubicBezTo>
                    <a:cubicBezTo>
                      <a:pt x="8973" y="3075"/>
                      <a:pt x="13368" y="-165"/>
                      <a:pt x="5876" y="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5" name="Freeform: Shape 664">
                <a:extLst>
                  <a:ext uri="{FF2B5EF4-FFF2-40B4-BE49-F238E27FC236}">
                    <a16:creationId xmlns:a16="http://schemas.microsoft.com/office/drawing/2014/main" id="{EFB1C0C4-5DC8-574F-8140-26D06199C7BB}"/>
                  </a:ext>
                </a:extLst>
              </p:cNvPr>
              <p:cNvSpPr/>
              <p:nvPr/>
            </p:nvSpPr>
            <p:spPr>
              <a:xfrm>
                <a:off x="3082817" y="6773219"/>
                <a:ext cx="10793" cy="3557"/>
              </a:xfrm>
              <a:custGeom>
                <a:avLst/>
                <a:gdLst>
                  <a:gd name="connsiteX0" fmla="*/ 6460 w 10793"/>
                  <a:gd name="connsiteY0" fmla="*/ 21 h 3557"/>
                  <a:gd name="connsiteX1" fmla="*/ 4334 w 10793"/>
                  <a:gd name="connsiteY1" fmla="*/ 3537 h 3557"/>
                  <a:gd name="connsiteX2" fmla="*/ 6460 w 10793"/>
                  <a:gd name="connsiteY2" fmla="*/ 21 h 3557"/>
                </a:gdLst>
                <a:ahLst/>
                <a:cxnLst>
                  <a:cxn ang="0">
                    <a:pos x="connsiteX0" y="connsiteY0"/>
                  </a:cxn>
                  <a:cxn ang="0">
                    <a:pos x="connsiteX1" y="connsiteY1"/>
                  </a:cxn>
                  <a:cxn ang="0">
                    <a:pos x="connsiteX2" y="connsiteY2"/>
                  </a:cxn>
                </a:cxnLst>
                <a:rect l="l" t="t" r="r" b="b"/>
                <a:pathLst>
                  <a:path w="10793" h="3557">
                    <a:moveTo>
                      <a:pt x="6460" y="21"/>
                    </a:moveTo>
                    <a:cubicBezTo>
                      <a:pt x="968" y="-304"/>
                      <a:pt x="-3758" y="3205"/>
                      <a:pt x="4334" y="3537"/>
                    </a:cubicBezTo>
                    <a:cubicBezTo>
                      <a:pt x="9832" y="3856"/>
                      <a:pt x="14547" y="359"/>
                      <a:pt x="6460"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6" name="Freeform: Shape 665">
                <a:extLst>
                  <a:ext uri="{FF2B5EF4-FFF2-40B4-BE49-F238E27FC236}">
                    <a16:creationId xmlns:a16="http://schemas.microsoft.com/office/drawing/2014/main" id="{F1FE59E5-F44F-7AC9-A575-056A1F217B05}"/>
                  </a:ext>
                </a:extLst>
              </p:cNvPr>
              <p:cNvSpPr/>
              <p:nvPr/>
            </p:nvSpPr>
            <p:spPr>
              <a:xfrm>
                <a:off x="3016117" y="6880117"/>
                <a:ext cx="11164" cy="3645"/>
              </a:xfrm>
              <a:custGeom>
                <a:avLst/>
                <a:gdLst>
                  <a:gd name="connsiteX0" fmla="*/ 6729 w 11164"/>
                  <a:gd name="connsiteY0" fmla="*/ 17 h 3645"/>
                  <a:gd name="connsiteX1" fmla="*/ 4437 w 11164"/>
                  <a:gd name="connsiteY1" fmla="*/ 3629 h 3645"/>
                  <a:gd name="connsiteX2" fmla="*/ 6729 w 11164"/>
                  <a:gd name="connsiteY2" fmla="*/ 17 h 3645"/>
                </a:gdLst>
                <a:ahLst/>
                <a:cxnLst>
                  <a:cxn ang="0">
                    <a:pos x="connsiteX0" y="connsiteY0"/>
                  </a:cxn>
                  <a:cxn ang="0">
                    <a:pos x="connsiteX1" y="connsiteY1"/>
                  </a:cxn>
                  <a:cxn ang="0">
                    <a:pos x="connsiteX2" y="connsiteY2"/>
                  </a:cxn>
                </a:cxnLst>
                <a:rect l="l" t="t" r="r" b="b"/>
                <a:pathLst>
                  <a:path w="11164" h="3645">
                    <a:moveTo>
                      <a:pt x="6729" y="17"/>
                    </a:moveTo>
                    <a:cubicBezTo>
                      <a:pt x="1156" y="-280"/>
                      <a:pt x="-3964" y="3332"/>
                      <a:pt x="4437" y="3629"/>
                    </a:cubicBezTo>
                    <a:cubicBezTo>
                      <a:pt x="10015" y="3921"/>
                      <a:pt x="15124" y="308"/>
                      <a:pt x="6729"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7" name="Freeform: Shape 666">
                <a:extLst>
                  <a:ext uri="{FF2B5EF4-FFF2-40B4-BE49-F238E27FC236}">
                    <a16:creationId xmlns:a16="http://schemas.microsoft.com/office/drawing/2014/main" id="{6578C785-9387-3420-3FF8-D3198D360DAB}"/>
                  </a:ext>
                </a:extLst>
              </p:cNvPr>
              <p:cNvSpPr/>
              <p:nvPr/>
            </p:nvSpPr>
            <p:spPr>
              <a:xfrm>
                <a:off x="3146253" y="6668656"/>
                <a:ext cx="10469" cy="3441"/>
              </a:xfrm>
              <a:custGeom>
                <a:avLst/>
                <a:gdLst>
                  <a:gd name="connsiteX0" fmla="*/ 6260 w 10469"/>
                  <a:gd name="connsiteY0" fmla="*/ 23 h 3441"/>
                  <a:gd name="connsiteX1" fmla="*/ 4209 w 10469"/>
                  <a:gd name="connsiteY1" fmla="*/ 3418 h 3441"/>
                  <a:gd name="connsiteX2" fmla="*/ 6260 w 10469"/>
                  <a:gd name="connsiteY2" fmla="*/ 23 h 3441"/>
                </a:gdLst>
                <a:ahLst/>
                <a:cxnLst>
                  <a:cxn ang="0">
                    <a:pos x="connsiteX0" y="connsiteY0"/>
                  </a:cxn>
                  <a:cxn ang="0">
                    <a:pos x="connsiteX1" y="connsiteY1"/>
                  </a:cxn>
                  <a:cxn ang="0">
                    <a:pos x="connsiteX2" y="connsiteY2"/>
                  </a:cxn>
                </a:cxnLst>
                <a:rect l="l" t="t" r="r" b="b"/>
                <a:pathLst>
                  <a:path w="10469" h="3441">
                    <a:moveTo>
                      <a:pt x="6260" y="23"/>
                    </a:moveTo>
                    <a:cubicBezTo>
                      <a:pt x="917" y="-309"/>
                      <a:pt x="-3632" y="3063"/>
                      <a:pt x="4209" y="3418"/>
                    </a:cubicBezTo>
                    <a:cubicBezTo>
                      <a:pt x="9563" y="3755"/>
                      <a:pt x="14095" y="377"/>
                      <a:pt x="6260"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8" name="Freeform: Shape 667">
                <a:extLst>
                  <a:ext uri="{FF2B5EF4-FFF2-40B4-BE49-F238E27FC236}">
                    <a16:creationId xmlns:a16="http://schemas.microsoft.com/office/drawing/2014/main" id="{DB2E99EA-6D3E-B4FD-E3BB-C1D6F79C93C7}"/>
                  </a:ext>
                </a:extLst>
              </p:cNvPr>
              <p:cNvSpPr/>
              <p:nvPr/>
            </p:nvSpPr>
            <p:spPr>
              <a:xfrm>
                <a:off x="3207201" y="6568066"/>
                <a:ext cx="10174" cy="3265"/>
              </a:xfrm>
              <a:custGeom>
                <a:avLst/>
                <a:gdLst>
                  <a:gd name="connsiteX0" fmla="*/ 6068 w 10174"/>
                  <a:gd name="connsiteY0" fmla="*/ 6 h 3265"/>
                  <a:gd name="connsiteX1" fmla="*/ 4102 w 10174"/>
                  <a:gd name="connsiteY1" fmla="*/ 3258 h 3265"/>
                  <a:gd name="connsiteX2" fmla="*/ 6068 w 10174"/>
                  <a:gd name="connsiteY2" fmla="*/ 6 h 3265"/>
                </a:gdLst>
                <a:ahLst/>
                <a:cxnLst>
                  <a:cxn ang="0">
                    <a:pos x="connsiteX0" y="connsiteY0"/>
                  </a:cxn>
                  <a:cxn ang="0">
                    <a:pos x="connsiteX1" y="connsiteY1"/>
                  </a:cxn>
                  <a:cxn ang="0">
                    <a:pos x="connsiteX2" y="connsiteY2"/>
                  </a:cxn>
                </a:cxnLst>
                <a:rect l="l" t="t" r="r" b="b"/>
                <a:pathLst>
                  <a:path w="10174" h="3265">
                    <a:moveTo>
                      <a:pt x="6068" y="6"/>
                    </a:moveTo>
                    <a:cubicBezTo>
                      <a:pt x="925" y="-165"/>
                      <a:pt x="-3556" y="3126"/>
                      <a:pt x="4102" y="3258"/>
                    </a:cubicBezTo>
                    <a:cubicBezTo>
                      <a:pt x="9269" y="3447"/>
                      <a:pt x="13721" y="149"/>
                      <a:pt x="6068"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69" name="Freeform: Shape 668">
                <a:extLst>
                  <a:ext uri="{FF2B5EF4-FFF2-40B4-BE49-F238E27FC236}">
                    <a16:creationId xmlns:a16="http://schemas.microsoft.com/office/drawing/2014/main" id="{B56E0628-5E63-A565-E0B7-DC9C336142BF}"/>
                  </a:ext>
                </a:extLst>
              </p:cNvPr>
              <p:cNvSpPr/>
              <p:nvPr/>
            </p:nvSpPr>
            <p:spPr>
              <a:xfrm>
                <a:off x="2865245" y="7112874"/>
                <a:ext cx="11949" cy="4144"/>
              </a:xfrm>
              <a:custGeom>
                <a:avLst/>
                <a:gdLst>
                  <a:gd name="connsiteX0" fmla="*/ 7308 w 11949"/>
                  <a:gd name="connsiteY0" fmla="*/ 20 h 4144"/>
                  <a:gd name="connsiteX1" fmla="*/ 4645 w 11949"/>
                  <a:gd name="connsiteY1" fmla="*/ 4124 h 4144"/>
                  <a:gd name="connsiteX2" fmla="*/ 7308 w 11949"/>
                  <a:gd name="connsiteY2" fmla="*/ 20 h 4144"/>
                </a:gdLst>
                <a:ahLst/>
                <a:cxnLst>
                  <a:cxn ang="0">
                    <a:pos x="connsiteX0" y="connsiteY0"/>
                  </a:cxn>
                  <a:cxn ang="0">
                    <a:pos x="connsiteX1" y="connsiteY1"/>
                  </a:cxn>
                  <a:cxn ang="0">
                    <a:pos x="connsiteX2" y="connsiteY2"/>
                  </a:cxn>
                </a:cxnLst>
                <a:rect l="l" t="t" r="r" b="b"/>
                <a:pathLst>
                  <a:path w="11949" h="4144">
                    <a:moveTo>
                      <a:pt x="7308" y="20"/>
                    </a:moveTo>
                    <a:cubicBezTo>
                      <a:pt x="1490" y="-322"/>
                      <a:pt x="-4351" y="3764"/>
                      <a:pt x="4645" y="4124"/>
                    </a:cubicBezTo>
                    <a:cubicBezTo>
                      <a:pt x="10462" y="4467"/>
                      <a:pt x="16297" y="375"/>
                      <a:pt x="7308"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0" name="Freeform: Shape 669">
                <a:extLst>
                  <a:ext uri="{FF2B5EF4-FFF2-40B4-BE49-F238E27FC236}">
                    <a16:creationId xmlns:a16="http://schemas.microsoft.com/office/drawing/2014/main" id="{8EDFDB5C-45B1-DD90-FEF4-F4C0178D8928}"/>
                  </a:ext>
                </a:extLst>
              </p:cNvPr>
              <p:cNvSpPr/>
              <p:nvPr/>
            </p:nvSpPr>
            <p:spPr>
              <a:xfrm>
                <a:off x="2693228" y="7378715"/>
                <a:ext cx="12817" cy="4750"/>
              </a:xfrm>
              <a:custGeom>
                <a:avLst/>
                <a:gdLst>
                  <a:gd name="connsiteX0" fmla="*/ 7904 w 12817"/>
                  <a:gd name="connsiteY0" fmla="*/ 24 h 4750"/>
                  <a:gd name="connsiteX1" fmla="*/ 4915 w 12817"/>
                  <a:gd name="connsiteY1" fmla="*/ 4727 h 4750"/>
                  <a:gd name="connsiteX2" fmla="*/ 7904 w 12817"/>
                  <a:gd name="connsiteY2" fmla="*/ 24 h 4750"/>
                </a:gdLst>
                <a:ahLst/>
                <a:cxnLst>
                  <a:cxn ang="0">
                    <a:pos x="connsiteX0" y="connsiteY0"/>
                  </a:cxn>
                  <a:cxn ang="0">
                    <a:pos x="connsiteX1" y="connsiteY1"/>
                  </a:cxn>
                  <a:cxn ang="0">
                    <a:pos x="connsiteX2" y="connsiteY2"/>
                  </a:cxn>
                </a:cxnLst>
                <a:rect l="l" t="t" r="r" b="b"/>
                <a:pathLst>
                  <a:path w="12817" h="4750">
                    <a:moveTo>
                      <a:pt x="7904" y="24"/>
                    </a:moveTo>
                    <a:cubicBezTo>
                      <a:pt x="1732" y="-371"/>
                      <a:pt x="-4715" y="4310"/>
                      <a:pt x="4915" y="4727"/>
                    </a:cubicBezTo>
                    <a:cubicBezTo>
                      <a:pt x="11093" y="5121"/>
                      <a:pt x="17528" y="441"/>
                      <a:pt x="7904" y="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1" name="Freeform: Shape 670">
                <a:extLst>
                  <a:ext uri="{FF2B5EF4-FFF2-40B4-BE49-F238E27FC236}">
                    <a16:creationId xmlns:a16="http://schemas.microsoft.com/office/drawing/2014/main" id="{8D6843DA-5541-8F86-DCCA-901E93C866EB}"/>
                  </a:ext>
                </a:extLst>
              </p:cNvPr>
              <p:cNvSpPr/>
              <p:nvPr/>
            </p:nvSpPr>
            <p:spPr>
              <a:xfrm>
                <a:off x="2943517" y="6992775"/>
                <a:ext cx="11549" cy="3878"/>
              </a:xfrm>
              <a:custGeom>
                <a:avLst/>
                <a:gdLst>
                  <a:gd name="connsiteX0" fmla="*/ 7017 w 11549"/>
                  <a:gd name="connsiteY0" fmla="*/ 19 h 3878"/>
                  <a:gd name="connsiteX1" fmla="*/ 4531 w 11549"/>
                  <a:gd name="connsiteY1" fmla="*/ 3859 h 3878"/>
                  <a:gd name="connsiteX2" fmla="*/ 7017 w 11549"/>
                  <a:gd name="connsiteY2" fmla="*/ 19 h 3878"/>
                </a:gdLst>
                <a:ahLst/>
                <a:cxnLst>
                  <a:cxn ang="0">
                    <a:pos x="connsiteX0" y="connsiteY0"/>
                  </a:cxn>
                  <a:cxn ang="0">
                    <a:pos x="connsiteX1" y="connsiteY1"/>
                  </a:cxn>
                  <a:cxn ang="0">
                    <a:pos x="connsiteX2" y="connsiteY2"/>
                  </a:cxn>
                </a:cxnLst>
                <a:rect l="l" t="t" r="r" b="b"/>
                <a:pathLst>
                  <a:path w="11549" h="3878">
                    <a:moveTo>
                      <a:pt x="7017" y="19"/>
                    </a:moveTo>
                    <a:cubicBezTo>
                      <a:pt x="1337" y="-301"/>
                      <a:pt x="-4161" y="3534"/>
                      <a:pt x="4531" y="3859"/>
                    </a:cubicBezTo>
                    <a:cubicBezTo>
                      <a:pt x="10218" y="4179"/>
                      <a:pt x="15710" y="344"/>
                      <a:pt x="7017"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2" name="Freeform: Shape 671">
                <a:extLst>
                  <a:ext uri="{FF2B5EF4-FFF2-40B4-BE49-F238E27FC236}">
                    <a16:creationId xmlns:a16="http://schemas.microsoft.com/office/drawing/2014/main" id="{01628A42-CC78-1694-CF0F-520F1BBF28DE}"/>
                  </a:ext>
                </a:extLst>
              </p:cNvPr>
              <p:cNvSpPr/>
              <p:nvPr/>
            </p:nvSpPr>
            <p:spPr>
              <a:xfrm>
                <a:off x="3320152" y="6381257"/>
                <a:ext cx="9809" cy="3070"/>
              </a:xfrm>
              <a:custGeom>
                <a:avLst/>
                <a:gdLst>
                  <a:gd name="connsiteX0" fmla="*/ 5698 w 9809"/>
                  <a:gd name="connsiteY0" fmla="*/ 9 h 3070"/>
                  <a:gd name="connsiteX1" fmla="*/ 0 w 9809"/>
                  <a:gd name="connsiteY1" fmla="*/ 1923 h 3070"/>
                  <a:gd name="connsiteX2" fmla="*/ 5698 w 9809"/>
                  <a:gd name="connsiteY2" fmla="*/ 9 h 3070"/>
                </a:gdLst>
                <a:ahLst/>
                <a:cxnLst>
                  <a:cxn ang="0">
                    <a:pos x="connsiteX0" y="connsiteY0"/>
                  </a:cxn>
                  <a:cxn ang="0">
                    <a:pos x="connsiteX1" y="connsiteY1"/>
                  </a:cxn>
                  <a:cxn ang="0">
                    <a:pos x="connsiteX2" y="connsiteY2"/>
                  </a:cxn>
                </a:cxnLst>
                <a:rect l="l" t="t" r="r" b="b"/>
                <a:pathLst>
                  <a:path w="9809" h="3070">
                    <a:moveTo>
                      <a:pt x="5698" y="9"/>
                    </a:moveTo>
                    <a:cubicBezTo>
                      <a:pt x="3035" y="254"/>
                      <a:pt x="486" y="1117"/>
                      <a:pt x="0" y="1923"/>
                    </a:cubicBezTo>
                    <a:cubicBezTo>
                      <a:pt x="343" y="5432"/>
                      <a:pt x="17436" y="-249"/>
                      <a:pt x="5698"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3" name="Freeform: Shape 672">
                <a:extLst>
                  <a:ext uri="{FF2B5EF4-FFF2-40B4-BE49-F238E27FC236}">
                    <a16:creationId xmlns:a16="http://schemas.microsoft.com/office/drawing/2014/main" id="{1B6BB11D-89CC-AA8B-4781-83A4819FFD6F}"/>
                  </a:ext>
                </a:extLst>
              </p:cNvPr>
              <p:cNvSpPr/>
              <p:nvPr/>
            </p:nvSpPr>
            <p:spPr>
              <a:xfrm>
                <a:off x="2781690" y="7241242"/>
                <a:ext cx="12368" cy="4434"/>
              </a:xfrm>
              <a:custGeom>
                <a:avLst/>
                <a:gdLst>
                  <a:gd name="connsiteX0" fmla="*/ 7601 w 12368"/>
                  <a:gd name="connsiteY0" fmla="*/ 22 h 4434"/>
                  <a:gd name="connsiteX1" fmla="*/ 4766 w 12368"/>
                  <a:gd name="connsiteY1" fmla="*/ 4412 h 4434"/>
                  <a:gd name="connsiteX2" fmla="*/ 7601 w 12368"/>
                  <a:gd name="connsiteY2" fmla="*/ 22 h 4434"/>
                </a:gdLst>
                <a:ahLst/>
                <a:cxnLst>
                  <a:cxn ang="0">
                    <a:pos x="connsiteX0" y="connsiteY0"/>
                  </a:cxn>
                  <a:cxn ang="0">
                    <a:pos x="connsiteX1" y="connsiteY1"/>
                  </a:cxn>
                  <a:cxn ang="0">
                    <a:pos x="connsiteX2" y="connsiteY2"/>
                  </a:cxn>
                </a:cxnLst>
                <a:rect l="l" t="t" r="r" b="b"/>
                <a:pathLst>
                  <a:path w="12368" h="4434">
                    <a:moveTo>
                      <a:pt x="7601" y="22"/>
                    </a:moveTo>
                    <a:cubicBezTo>
                      <a:pt x="1623" y="-349"/>
                      <a:pt x="-4532" y="4023"/>
                      <a:pt x="4766" y="4412"/>
                    </a:cubicBezTo>
                    <a:cubicBezTo>
                      <a:pt x="10750" y="4783"/>
                      <a:pt x="16899" y="411"/>
                      <a:pt x="7601"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4" name="Freeform: Shape 673">
                <a:extLst>
                  <a:ext uri="{FF2B5EF4-FFF2-40B4-BE49-F238E27FC236}">
                    <a16:creationId xmlns:a16="http://schemas.microsoft.com/office/drawing/2014/main" id="{9160B094-94B0-D38A-5E61-9614510B17F7}"/>
                  </a:ext>
                </a:extLst>
              </p:cNvPr>
              <p:cNvSpPr/>
              <p:nvPr/>
            </p:nvSpPr>
            <p:spPr>
              <a:xfrm>
                <a:off x="3465920" y="6390790"/>
                <a:ext cx="8837" cy="3578"/>
              </a:xfrm>
              <a:custGeom>
                <a:avLst/>
                <a:gdLst>
                  <a:gd name="connsiteX0" fmla="*/ 5165 w 8837"/>
                  <a:gd name="connsiteY0" fmla="*/ 3569 h 3578"/>
                  <a:gd name="connsiteX1" fmla="*/ 3673 w 8837"/>
                  <a:gd name="connsiteY1" fmla="*/ 8 h 3578"/>
                  <a:gd name="connsiteX2" fmla="*/ 5165 w 8837"/>
                  <a:gd name="connsiteY2" fmla="*/ 3569 h 3578"/>
                </a:gdLst>
                <a:ahLst/>
                <a:cxnLst>
                  <a:cxn ang="0">
                    <a:pos x="connsiteX0" y="connsiteY0"/>
                  </a:cxn>
                  <a:cxn ang="0">
                    <a:pos x="connsiteX1" y="connsiteY1"/>
                  </a:cxn>
                  <a:cxn ang="0">
                    <a:pos x="connsiteX2" y="connsiteY2"/>
                  </a:cxn>
                </a:cxnLst>
                <a:rect l="l" t="t" r="r" b="b"/>
                <a:pathLst>
                  <a:path w="8837" h="3578">
                    <a:moveTo>
                      <a:pt x="5165" y="3569"/>
                    </a:moveTo>
                    <a:cubicBezTo>
                      <a:pt x="387" y="3786"/>
                      <a:pt x="-2859" y="214"/>
                      <a:pt x="3673" y="8"/>
                    </a:cubicBezTo>
                    <a:cubicBezTo>
                      <a:pt x="8416" y="-197"/>
                      <a:pt x="11720" y="3432"/>
                      <a:pt x="5165" y="356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5" name="Freeform: Shape 674">
                <a:extLst>
                  <a:ext uri="{FF2B5EF4-FFF2-40B4-BE49-F238E27FC236}">
                    <a16:creationId xmlns:a16="http://schemas.microsoft.com/office/drawing/2014/main" id="{998721E7-BD7A-BD8E-C51E-00669D72A178}"/>
                  </a:ext>
                </a:extLst>
              </p:cNvPr>
              <p:cNvSpPr/>
              <p:nvPr/>
            </p:nvSpPr>
            <p:spPr>
              <a:xfrm>
                <a:off x="3701799" y="6307600"/>
                <a:ext cx="7877" cy="1592"/>
              </a:xfrm>
              <a:custGeom>
                <a:avLst/>
                <a:gdLst>
                  <a:gd name="connsiteX0" fmla="*/ 4458 w 7877"/>
                  <a:gd name="connsiteY0" fmla="*/ 28 h 1592"/>
                  <a:gd name="connsiteX1" fmla="*/ 0 w 7877"/>
                  <a:gd name="connsiteY1" fmla="*/ 577 h 1592"/>
                  <a:gd name="connsiteX2" fmla="*/ 4458 w 7877"/>
                  <a:gd name="connsiteY2" fmla="*/ 28 h 1592"/>
                </a:gdLst>
                <a:ahLst/>
                <a:cxnLst>
                  <a:cxn ang="0">
                    <a:pos x="connsiteX0" y="connsiteY0"/>
                  </a:cxn>
                  <a:cxn ang="0">
                    <a:pos x="connsiteX1" y="connsiteY1"/>
                  </a:cxn>
                  <a:cxn ang="0">
                    <a:pos x="connsiteX2" y="connsiteY2"/>
                  </a:cxn>
                </a:cxnLst>
                <a:rect l="l" t="t" r="r" b="b"/>
                <a:pathLst>
                  <a:path w="7877" h="1592">
                    <a:moveTo>
                      <a:pt x="4458" y="28"/>
                    </a:moveTo>
                    <a:cubicBezTo>
                      <a:pt x="2309" y="-86"/>
                      <a:pt x="320" y="154"/>
                      <a:pt x="0" y="577"/>
                    </a:cubicBezTo>
                    <a:cubicBezTo>
                      <a:pt x="394" y="2691"/>
                      <a:pt x="14076" y="1000"/>
                      <a:pt x="4458" y="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6" name="Freeform: Shape 675">
                <a:extLst>
                  <a:ext uri="{FF2B5EF4-FFF2-40B4-BE49-F238E27FC236}">
                    <a16:creationId xmlns:a16="http://schemas.microsoft.com/office/drawing/2014/main" id="{F86FDC78-5255-1DA4-150F-5A4878B92967}"/>
                  </a:ext>
                </a:extLst>
              </p:cNvPr>
              <p:cNvSpPr/>
              <p:nvPr/>
            </p:nvSpPr>
            <p:spPr>
              <a:xfrm>
                <a:off x="3666795" y="6356110"/>
                <a:ext cx="8049" cy="1712"/>
              </a:xfrm>
              <a:custGeom>
                <a:avLst/>
                <a:gdLst>
                  <a:gd name="connsiteX0" fmla="*/ 4555 w 8049"/>
                  <a:gd name="connsiteY0" fmla="*/ 9 h 1712"/>
                  <a:gd name="connsiteX1" fmla="*/ 0 w 8049"/>
                  <a:gd name="connsiteY1" fmla="*/ 713 h 1712"/>
                  <a:gd name="connsiteX2" fmla="*/ 4555 w 8049"/>
                  <a:gd name="connsiteY2" fmla="*/ 9 h 1712"/>
                </a:gdLst>
                <a:ahLst/>
                <a:cxnLst>
                  <a:cxn ang="0">
                    <a:pos x="connsiteX0" y="connsiteY0"/>
                  </a:cxn>
                  <a:cxn ang="0">
                    <a:pos x="connsiteX1" y="connsiteY1"/>
                  </a:cxn>
                  <a:cxn ang="0">
                    <a:pos x="connsiteX2" y="connsiteY2"/>
                  </a:cxn>
                </a:cxnLst>
                <a:rect l="l" t="t" r="r" b="b"/>
                <a:pathLst>
                  <a:path w="8049" h="1712">
                    <a:moveTo>
                      <a:pt x="4555" y="9"/>
                    </a:moveTo>
                    <a:cubicBezTo>
                      <a:pt x="2360" y="-59"/>
                      <a:pt x="326" y="249"/>
                      <a:pt x="0" y="713"/>
                    </a:cubicBezTo>
                    <a:cubicBezTo>
                      <a:pt x="417" y="2964"/>
                      <a:pt x="14379" y="826"/>
                      <a:pt x="4555"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7" name="Freeform: Shape 676">
                <a:extLst>
                  <a:ext uri="{FF2B5EF4-FFF2-40B4-BE49-F238E27FC236}">
                    <a16:creationId xmlns:a16="http://schemas.microsoft.com/office/drawing/2014/main" id="{4968A2A9-252C-0FD3-3837-7EAB041B1731}"/>
                  </a:ext>
                </a:extLst>
              </p:cNvPr>
              <p:cNvSpPr/>
              <p:nvPr/>
            </p:nvSpPr>
            <p:spPr>
              <a:xfrm>
                <a:off x="3630950" y="6406709"/>
                <a:ext cx="8230" cy="1207"/>
              </a:xfrm>
              <a:custGeom>
                <a:avLst/>
                <a:gdLst>
                  <a:gd name="connsiteX0" fmla="*/ 4669 w 8230"/>
                  <a:gd name="connsiteY0" fmla="*/ 56 h 1207"/>
                  <a:gd name="connsiteX1" fmla="*/ 0 w 8230"/>
                  <a:gd name="connsiteY1" fmla="*/ 354 h 1207"/>
                  <a:gd name="connsiteX2" fmla="*/ 4669 w 8230"/>
                  <a:gd name="connsiteY2" fmla="*/ 56 h 1207"/>
                </a:gdLst>
                <a:ahLst/>
                <a:cxnLst>
                  <a:cxn ang="0">
                    <a:pos x="connsiteX0" y="connsiteY0"/>
                  </a:cxn>
                  <a:cxn ang="0">
                    <a:pos x="connsiteX1" y="connsiteY1"/>
                  </a:cxn>
                  <a:cxn ang="0">
                    <a:pos x="connsiteX2" y="connsiteY2"/>
                  </a:cxn>
                </a:cxnLst>
                <a:rect l="l" t="t" r="r" b="b"/>
                <a:pathLst>
                  <a:path w="8230" h="1207">
                    <a:moveTo>
                      <a:pt x="4669" y="56"/>
                    </a:moveTo>
                    <a:cubicBezTo>
                      <a:pt x="2423" y="-86"/>
                      <a:pt x="337" y="51"/>
                      <a:pt x="0" y="354"/>
                    </a:cubicBezTo>
                    <a:cubicBezTo>
                      <a:pt x="451" y="1897"/>
                      <a:pt x="14682" y="1068"/>
                      <a:pt x="4669" y="5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8" name="Freeform: Shape 677">
                <a:extLst>
                  <a:ext uri="{FF2B5EF4-FFF2-40B4-BE49-F238E27FC236}">
                    <a16:creationId xmlns:a16="http://schemas.microsoft.com/office/drawing/2014/main" id="{536F44F1-3C11-740B-1BDD-DCEFE1AD87CF}"/>
                  </a:ext>
                </a:extLst>
              </p:cNvPr>
              <p:cNvSpPr/>
              <p:nvPr/>
            </p:nvSpPr>
            <p:spPr>
              <a:xfrm>
                <a:off x="3371427" y="6296276"/>
                <a:ext cx="9349" cy="2817"/>
              </a:xfrm>
              <a:custGeom>
                <a:avLst/>
                <a:gdLst>
                  <a:gd name="connsiteX0" fmla="*/ 5486 w 9349"/>
                  <a:gd name="connsiteY0" fmla="*/ 53 h 2817"/>
                  <a:gd name="connsiteX1" fmla="*/ 3863 w 9349"/>
                  <a:gd name="connsiteY1" fmla="*/ 2756 h 2817"/>
                  <a:gd name="connsiteX2" fmla="*/ 5486 w 9349"/>
                  <a:gd name="connsiteY2" fmla="*/ 53 h 2817"/>
                </a:gdLst>
                <a:ahLst/>
                <a:cxnLst>
                  <a:cxn ang="0">
                    <a:pos x="connsiteX0" y="connsiteY0"/>
                  </a:cxn>
                  <a:cxn ang="0">
                    <a:pos x="connsiteX1" y="connsiteY1"/>
                  </a:cxn>
                  <a:cxn ang="0">
                    <a:pos x="connsiteX2" y="connsiteY2"/>
                  </a:cxn>
                </a:cxnLst>
                <a:rect l="l" t="t" r="r" b="b"/>
                <a:pathLst>
                  <a:path w="9349" h="2817">
                    <a:moveTo>
                      <a:pt x="5486" y="53"/>
                    </a:moveTo>
                    <a:cubicBezTo>
                      <a:pt x="822" y="316"/>
                      <a:pt x="-3287" y="3277"/>
                      <a:pt x="3863" y="2756"/>
                    </a:cubicBezTo>
                    <a:cubicBezTo>
                      <a:pt x="8549" y="2511"/>
                      <a:pt x="12624" y="-427"/>
                      <a:pt x="5486" y="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79" name="Freeform: Shape 678">
                <a:extLst>
                  <a:ext uri="{FF2B5EF4-FFF2-40B4-BE49-F238E27FC236}">
                    <a16:creationId xmlns:a16="http://schemas.microsoft.com/office/drawing/2014/main" id="{B0C89648-71A8-4309-F1EF-1D616E079FCB}"/>
                  </a:ext>
                </a:extLst>
              </p:cNvPr>
              <p:cNvSpPr/>
              <p:nvPr/>
            </p:nvSpPr>
            <p:spPr>
              <a:xfrm>
                <a:off x="3768547" y="6219878"/>
                <a:ext cx="7344" cy="1940"/>
              </a:xfrm>
              <a:custGeom>
                <a:avLst/>
                <a:gdLst>
                  <a:gd name="connsiteX0" fmla="*/ 4198 w 7344"/>
                  <a:gd name="connsiteY0" fmla="*/ 293 h 1940"/>
                  <a:gd name="connsiteX1" fmla="*/ 3147 w 7344"/>
                  <a:gd name="connsiteY1" fmla="*/ 1676 h 1940"/>
                  <a:gd name="connsiteX2" fmla="*/ 4198 w 7344"/>
                  <a:gd name="connsiteY2" fmla="*/ 293 h 1940"/>
                </a:gdLst>
                <a:ahLst/>
                <a:cxnLst>
                  <a:cxn ang="0">
                    <a:pos x="connsiteX0" y="connsiteY0"/>
                  </a:cxn>
                  <a:cxn ang="0">
                    <a:pos x="connsiteX1" y="connsiteY1"/>
                  </a:cxn>
                  <a:cxn ang="0">
                    <a:pos x="connsiteX2" y="connsiteY2"/>
                  </a:cxn>
                </a:cxnLst>
                <a:rect l="l" t="t" r="r" b="b"/>
                <a:pathLst>
                  <a:path w="7344" h="1940">
                    <a:moveTo>
                      <a:pt x="4198" y="293"/>
                    </a:moveTo>
                    <a:cubicBezTo>
                      <a:pt x="20" y="-570"/>
                      <a:pt x="-2197" y="648"/>
                      <a:pt x="3147" y="1676"/>
                    </a:cubicBezTo>
                    <a:cubicBezTo>
                      <a:pt x="7307" y="2482"/>
                      <a:pt x="9553" y="1282"/>
                      <a:pt x="4198" y="29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0" name="Freeform: Shape 679">
                <a:extLst>
                  <a:ext uri="{FF2B5EF4-FFF2-40B4-BE49-F238E27FC236}">
                    <a16:creationId xmlns:a16="http://schemas.microsoft.com/office/drawing/2014/main" id="{01B64F32-9354-1EA5-7E66-9B0E69A0099E}"/>
                  </a:ext>
                </a:extLst>
              </p:cNvPr>
              <p:cNvSpPr/>
              <p:nvPr/>
            </p:nvSpPr>
            <p:spPr>
              <a:xfrm>
                <a:off x="3735792" y="6262616"/>
                <a:ext cx="7714" cy="1636"/>
              </a:xfrm>
              <a:custGeom>
                <a:avLst/>
                <a:gdLst>
                  <a:gd name="connsiteX0" fmla="*/ 4355 w 7714"/>
                  <a:gd name="connsiteY0" fmla="*/ 121 h 1636"/>
                  <a:gd name="connsiteX1" fmla="*/ 0 w 7714"/>
                  <a:gd name="connsiteY1" fmla="*/ 400 h 1636"/>
                  <a:gd name="connsiteX2" fmla="*/ 4355 w 7714"/>
                  <a:gd name="connsiteY2" fmla="*/ 121 h 1636"/>
                </a:gdLst>
                <a:ahLst/>
                <a:cxnLst>
                  <a:cxn ang="0">
                    <a:pos x="connsiteX0" y="connsiteY0"/>
                  </a:cxn>
                  <a:cxn ang="0">
                    <a:pos x="connsiteX1" y="connsiteY1"/>
                  </a:cxn>
                  <a:cxn ang="0">
                    <a:pos x="connsiteX2" y="connsiteY2"/>
                  </a:cxn>
                </a:cxnLst>
                <a:rect l="l" t="t" r="r" b="b"/>
                <a:pathLst>
                  <a:path w="7714" h="1636">
                    <a:moveTo>
                      <a:pt x="4355" y="121"/>
                    </a:moveTo>
                    <a:cubicBezTo>
                      <a:pt x="2252" y="-114"/>
                      <a:pt x="303" y="1"/>
                      <a:pt x="0" y="400"/>
                    </a:cubicBezTo>
                    <a:cubicBezTo>
                      <a:pt x="331" y="2475"/>
                      <a:pt x="13813" y="1629"/>
                      <a:pt x="4355" y="1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1" name="Freeform: Shape 680">
                <a:extLst>
                  <a:ext uri="{FF2B5EF4-FFF2-40B4-BE49-F238E27FC236}">
                    <a16:creationId xmlns:a16="http://schemas.microsoft.com/office/drawing/2014/main" id="{273C02A6-B0DC-6BD5-811B-AC0AD26632D5}"/>
                  </a:ext>
                </a:extLst>
              </p:cNvPr>
              <p:cNvSpPr/>
              <p:nvPr/>
            </p:nvSpPr>
            <p:spPr>
              <a:xfrm>
                <a:off x="3419326" y="6263743"/>
                <a:ext cx="9073" cy="3005"/>
              </a:xfrm>
              <a:custGeom>
                <a:avLst/>
                <a:gdLst>
                  <a:gd name="connsiteX0" fmla="*/ 5319 w 9073"/>
                  <a:gd name="connsiteY0" fmla="*/ 2897 h 3005"/>
                  <a:gd name="connsiteX1" fmla="*/ 3758 w 9073"/>
                  <a:gd name="connsiteY1" fmla="*/ 119 h 3005"/>
                  <a:gd name="connsiteX2" fmla="*/ 5319 w 9073"/>
                  <a:gd name="connsiteY2" fmla="*/ 2897 h 3005"/>
                </a:gdLst>
                <a:ahLst/>
                <a:cxnLst>
                  <a:cxn ang="0">
                    <a:pos x="connsiteX0" y="connsiteY0"/>
                  </a:cxn>
                  <a:cxn ang="0">
                    <a:pos x="connsiteX1" y="connsiteY1"/>
                  </a:cxn>
                  <a:cxn ang="0">
                    <a:pos x="connsiteX2" y="connsiteY2"/>
                  </a:cxn>
                </a:cxnLst>
                <a:rect l="l" t="t" r="r" b="b"/>
                <a:pathLst>
                  <a:path w="9073" h="3005">
                    <a:moveTo>
                      <a:pt x="5319" y="2897"/>
                    </a:moveTo>
                    <a:cubicBezTo>
                      <a:pt x="341" y="3571"/>
                      <a:pt x="-2894" y="931"/>
                      <a:pt x="3758" y="119"/>
                    </a:cubicBezTo>
                    <a:cubicBezTo>
                      <a:pt x="8759" y="-589"/>
                      <a:pt x="11948" y="2068"/>
                      <a:pt x="5319" y="289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2" name="Freeform: Shape 681">
                <a:extLst>
                  <a:ext uri="{FF2B5EF4-FFF2-40B4-BE49-F238E27FC236}">
                    <a16:creationId xmlns:a16="http://schemas.microsoft.com/office/drawing/2014/main" id="{5E2EEB02-778D-B319-F6F7-12D4B2A9308E}"/>
                  </a:ext>
                </a:extLst>
              </p:cNvPr>
              <p:cNvSpPr/>
              <p:nvPr/>
            </p:nvSpPr>
            <p:spPr>
              <a:xfrm>
                <a:off x="3592511" y="6411103"/>
                <a:ext cx="8393" cy="687"/>
              </a:xfrm>
              <a:custGeom>
                <a:avLst/>
                <a:gdLst>
                  <a:gd name="connsiteX0" fmla="*/ 4801 w 8393"/>
                  <a:gd name="connsiteY0" fmla="*/ 635 h 687"/>
                  <a:gd name="connsiteX1" fmla="*/ 0 w 8393"/>
                  <a:gd name="connsiteY1" fmla="*/ 149 h 687"/>
                  <a:gd name="connsiteX2" fmla="*/ 4801 w 8393"/>
                  <a:gd name="connsiteY2" fmla="*/ 635 h 687"/>
                </a:gdLst>
                <a:ahLst/>
                <a:cxnLst>
                  <a:cxn ang="0">
                    <a:pos x="connsiteX0" y="connsiteY0"/>
                  </a:cxn>
                  <a:cxn ang="0">
                    <a:pos x="connsiteX1" y="connsiteY1"/>
                  </a:cxn>
                  <a:cxn ang="0">
                    <a:pos x="connsiteX2" y="connsiteY2"/>
                  </a:cxn>
                </a:cxnLst>
                <a:rect l="l" t="t" r="r" b="b"/>
                <a:pathLst>
                  <a:path w="8393" h="687">
                    <a:moveTo>
                      <a:pt x="4801" y="635"/>
                    </a:moveTo>
                    <a:cubicBezTo>
                      <a:pt x="2509" y="521"/>
                      <a:pt x="360" y="298"/>
                      <a:pt x="0" y="149"/>
                    </a:cubicBezTo>
                    <a:cubicBezTo>
                      <a:pt x="543" y="-451"/>
                      <a:pt x="14905" y="973"/>
                      <a:pt x="4801" y="6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3" name="Freeform: Shape 682">
                <a:extLst>
                  <a:ext uri="{FF2B5EF4-FFF2-40B4-BE49-F238E27FC236}">
                    <a16:creationId xmlns:a16="http://schemas.microsoft.com/office/drawing/2014/main" id="{9E77FF47-C6C9-1D32-DC8D-7DB37E317F57}"/>
                  </a:ext>
                </a:extLst>
              </p:cNvPr>
              <p:cNvSpPr/>
              <p:nvPr/>
            </p:nvSpPr>
            <p:spPr>
              <a:xfrm>
                <a:off x="3799675" y="6178280"/>
                <a:ext cx="7189" cy="2114"/>
              </a:xfrm>
              <a:custGeom>
                <a:avLst/>
                <a:gdLst>
                  <a:gd name="connsiteX0" fmla="*/ 4091 w 7189"/>
                  <a:gd name="connsiteY0" fmla="*/ 389 h 2114"/>
                  <a:gd name="connsiteX1" fmla="*/ 3096 w 7189"/>
                  <a:gd name="connsiteY1" fmla="*/ 1755 h 2114"/>
                  <a:gd name="connsiteX2" fmla="*/ 4091 w 7189"/>
                  <a:gd name="connsiteY2" fmla="*/ 389 h 2114"/>
                </a:gdLst>
                <a:ahLst/>
                <a:cxnLst>
                  <a:cxn ang="0">
                    <a:pos x="connsiteX0" y="connsiteY0"/>
                  </a:cxn>
                  <a:cxn ang="0">
                    <a:pos x="connsiteX1" y="connsiteY1"/>
                  </a:cxn>
                  <a:cxn ang="0">
                    <a:pos x="connsiteX2" y="connsiteY2"/>
                  </a:cxn>
                </a:cxnLst>
                <a:rect l="l" t="t" r="r" b="b"/>
                <a:pathLst>
                  <a:path w="7189" h="2114">
                    <a:moveTo>
                      <a:pt x="4091" y="389"/>
                    </a:moveTo>
                    <a:cubicBezTo>
                      <a:pt x="-81" y="-634"/>
                      <a:pt x="-2081" y="549"/>
                      <a:pt x="3096" y="1755"/>
                    </a:cubicBezTo>
                    <a:cubicBezTo>
                      <a:pt x="7251" y="2727"/>
                      <a:pt x="9286" y="1544"/>
                      <a:pt x="4091" y="38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4" name="Freeform: Shape 683">
                <a:extLst>
                  <a:ext uri="{FF2B5EF4-FFF2-40B4-BE49-F238E27FC236}">
                    <a16:creationId xmlns:a16="http://schemas.microsoft.com/office/drawing/2014/main" id="{B959C217-FED4-C180-0348-D6F5BEC70785}"/>
                  </a:ext>
                </a:extLst>
              </p:cNvPr>
              <p:cNvSpPr/>
              <p:nvPr/>
            </p:nvSpPr>
            <p:spPr>
              <a:xfrm>
                <a:off x="3551609" y="6390223"/>
                <a:ext cx="8574" cy="575"/>
              </a:xfrm>
              <a:custGeom>
                <a:avLst/>
                <a:gdLst>
                  <a:gd name="connsiteX0" fmla="*/ 4921 w 8574"/>
                  <a:gd name="connsiteY0" fmla="*/ 575 h 575"/>
                  <a:gd name="connsiteX1" fmla="*/ 0 w 8574"/>
                  <a:gd name="connsiteY1" fmla="*/ 255 h 575"/>
                  <a:gd name="connsiteX2" fmla="*/ 4921 w 8574"/>
                  <a:gd name="connsiteY2" fmla="*/ 575 h 575"/>
                </a:gdLst>
                <a:ahLst/>
                <a:cxnLst>
                  <a:cxn ang="0">
                    <a:pos x="connsiteX0" y="connsiteY0"/>
                  </a:cxn>
                  <a:cxn ang="0">
                    <a:pos x="connsiteX1" y="connsiteY1"/>
                  </a:cxn>
                  <a:cxn ang="0">
                    <a:pos x="connsiteX2" y="connsiteY2"/>
                  </a:cxn>
                </a:cxnLst>
                <a:rect l="l" t="t" r="r" b="b"/>
                <a:pathLst>
                  <a:path w="8574" h="575">
                    <a:moveTo>
                      <a:pt x="4921" y="575"/>
                    </a:moveTo>
                    <a:cubicBezTo>
                      <a:pt x="2583" y="552"/>
                      <a:pt x="377" y="409"/>
                      <a:pt x="0" y="255"/>
                    </a:cubicBezTo>
                    <a:cubicBezTo>
                      <a:pt x="515" y="-431"/>
                      <a:pt x="15225" y="473"/>
                      <a:pt x="4921" y="57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5" name="Freeform: Shape 684">
                <a:extLst>
                  <a:ext uri="{FF2B5EF4-FFF2-40B4-BE49-F238E27FC236}">
                    <a16:creationId xmlns:a16="http://schemas.microsoft.com/office/drawing/2014/main" id="{EC1A52AC-1C93-C22E-A4AC-F2B662111010}"/>
                  </a:ext>
                </a:extLst>
              </p:cNvPr>
              <p:cNvSpPr/>
              <p:nvPr/>
            </p:nvSpPr>
            <p:spPr>
              <a:xfrm>
                <a:off x="3509375" y="6393919"/>
                <a:ext cx="8774" cy="1117"/>
              </a:xfrm>
              <a:custGeom>
                <a:avLst/>
                <a:gdLst>
                  <a:gd name="connsiteX0" fmla="*/ 5029 w 8774"/>
                  <a:gd name="connsiteY0" fmla="*/ 0 h 1117"/>
                  <a:gd name="connsiteX1" fmla="*/ 0 w 8774"/>
                  <a:gd name="connsiteY1" fmla="*/ 577 h 1117"/>
                  <a:gd name="connsiteX2" fmla="*/ 5029 w 8774"/>
                  <a:gd name="connsiteY2" fmla="*/ 0 h 1117"/>
                </a:gdLst>
                <a:ahLst/>
                <a:cxnLst>
                  <a:cxn ang="0">
                    <a:pos x="connsiteX0" y="connsiteY0"/>
                  </a:cxn>
                  <a:cxn ang="0">
                    <a:pos x="connsiteX1" y="connsiteY1"/>
                  </a:cxn>
                  <a:cxn ang="0">
                    <a:pos x="connsiteX2" y="connsiteY2"/>
                  </a:cxn>
                </a:cxnLst>
                <a:rect l="l" t="t" r="r" b="b"/>
                <a:pathLst>
                  <a:path w="8774" h="1117">
                    <a:moveTo>
                      <a:pt x="5029" y="0"/>
                    </a:moveTo>
                    <a:cubicBezTo>
                      <a:pt x="2635" y="23"/>
                      <a:pt x="389" y="274"/>
                      <a:pt x="0" y="577"/>
                    </a:cubicBezTo>
                    <a:cubicBezTo>
                      <a:pt x="469" y="1995"/>
                      <a:pt x="15608" y="200"/>
                      <a:pt x="502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6" name="Freeform: Shape 685">
                <a:extLst>
                  <a:ext uri="{FF2B5EF4-FFF2-40B4-BE49-F238E27FC236}">
                    <a16:creationId xmlns:a16="http://schemas.microsoft.com/office/drawing/2014/main" id="{1A6B1338-30AB-C1D8-AB3E-8EAE70440B9D}"/>
                  </a:ext>
                </a:extLst>
              </p:cNvPr>
              <p:cNvSpPr/>
              <p:nvPr/>
            </p:nvSpPr>
            <p:spPr>
              <a:xfrm>
                <a:off x="2600313" y="7526146"/>
                <a:ext cx="13119" cy="5276"/>
              </a:xfrm>
              <a:custGeom>
                <a:avLst/>
                <a:gdLst>
                  <a:gd name="connsiteX0" fmla="*/ 8138 w 13119"/>
                  <a:gd name="connsiteY0" fmla="*/ 0 h 5276"/>
                  <a:gd name="connsiteX1" fmla="*/ 0 w 13119"/>
                  <a:gd name="connsiteY1" fmla="*/ 2521 h 5276"/>
                  <a:gd name="connsiteX2" fmla="*/ 8138 w 13119"/>
                  <a:gd name="connsiteY2" fmla="*/ 0 h 5276"/>
                </a:gdLst>
                <a:ahLst/>
                <a:cxnLst>
                  <a:cxn ang="0">
                    <a:pos x="connsiteX0" y="connsiteY0"/>
                  </a:cxn>
                  <a:cxn ang="0">
                    <a:pos x="connsiteX1" y="connsiteY1"/>
                  </a:cxn>
                  <a:cxn ang="0">
                    <a:pos x="connsiteX2" y="connsiteY2"/>
                  </a:cxn>
                </a:cxnLst>
                <a:rect l="l" t="t" r="r" b="b"/>
                <a:pathLst>
                  <a:path w="13119" h="5276">
                    <a:moveTo>
                      <a:pt x="8138" y="0"/>
                    </a:moveTo>
                    <a:cubicBezTo>
                      <a:pt x="5526" y="17"/>
                      <a:pt x="1434" y="634"/>
                      <a:pt x="0" y="2521"/>
                    </a:cubicBezTo>
                    <a:cubicBezTo>
                      <a:pt x="532" y="9538"/>
                      <a:pt x="22780" y="1069"/>
                      <a:pt x="813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7" name="Freeform: Shape 686">
                <a:extLst>
                  <a:ext uri="{FF2B5EF4-FFF2-40B4-BE49-F238E27FC236}">
                    <a16:creationId xmlns:a16="http://schemas.microsoft.com/office/drawing/2014/main" id="{2205AEBC-9A3C-70A8-5EF3-B9C6E11C0F79}"/>
                  </a:ext>
                </a:extLst>
              </p:cNvPr>
              <p:cNvSpPr/>
              <p:nvPr/>
            </p:nvSpPr>
            <p:spPr>
              <a:xfrm>
                <a:off x="3633631" y="6016357"/>
                <a:ext cx="6337" cy="5975"/>
              </a:xfrm>
              <a:custGeom>
                <a:avLst/>
                <a:gdLst>
                  <a:gd name="connsiteX0" fmla="*/ 3703 w 6337"/>
                  <a:gd name="connsiteY0" fmla="*/ 2361 h 5975"/>
                  <a:gd name="connsiteX1" fmla="*/ 2640 w 6337"/>
                  <a:gd name="connsiteY1" fmla="*/ 3641 h 5975"/>
                  <a:gd name="connsiteX2" fmla="*/ 3703 w 6337"/>
                  <a:gd name="connsiteY2" fmla="*/ 2361 h 5975"/>
                </a:gdLst>
                <a:ahLst/>
                <a:cxnLst>
                  <a:cxn ang="0">
                    <a:pos x="connsiteX0" y="connsiteY0"/>
                  </a:cxn>
                  <a:cxn ang="0">
                    <a:pos x="connsiteX1" y="connsiteY1"/>
                  </a:cxn>
                  <a:cxn ang="0">
                    <a:pos x="connsiteX2" y="connsiteY2"/>
                  </a:cxn>
                </a:cxnLst>
                <a:rect l="l" t="t" r="r" b="b"/>
                <a:pathLst>
                  <a:path w="6337" h="5975">
                    <a:moveTo>
                      <a:pt x="3703" y="2361"/>
                    </a:moveTo>
                    <a:cubicBezTo>
                      <a:pt x="-326" y="-1742"/>
                      <a:pt x="-1623" y="35"/>
                      <a:pt x="2640" y="3641"/>
                    </a:cubicBezTo>
                    <a:cubicBezTo>
                      <a:pt x="6658" y="7699"/>
                      <a:pt x="7961" y="5944"/>
                      <a:pt x="3703" y="236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8" name="Freeform: Shape 687">
                <a:extLst>
                  <a:ext uri="{FF2B5EF4-FFF2-40B4-BE49-F238E27FC236}">
                    <a16:creationId xmlns:a16="http://schemas.microsoft.com/office/drawing/2014/main" id="{D9088710-1136-36A3-37F7-55AB15C0F4CB}"/>
                  </a:ext>
                </a:extLst>
              </p:cNvPr>
              <p:cNvSpPr/>
              <p:nvPr/>
            </p:nvSpPr>
            <p:spPr>
              <a:xfrm>
                <a:off x="2860230" y="6675345"/>
                <a:ext cx="10546" cy="2995"/>
              </a:xfrm>
              <a:custGeom>
                <a:avLst/>
                <a:gdLst>
                  <a:gd name="connsiteX0" fmla="*/ 6437 w 10546"/>
                  <a:gd name="connsiteY0" fmla="*/ 4 h 2995"/>
                  <a:gd name="connsiteX1" fmla="*/ 4111 w 10546"/>
                  <a:gd name="connsiteY1" fmla="*/ 2992 h 2995"/>
                  <a:gd name="connsiteX2" fmla="*/ 6437 w 10546"/>
                  <a:gd name="connsiteY2" fmla="*/ 4 h 2995"/>
                </a:gdLst>
                <a:ahLst/>
                <a:cxnLst>
                  <a:cxn ang="0">
                    <a:pos x="connsiteX0" y="connsiteY0"/>
                  </a:cxn>
                  <a:cxn ang="0">
                    <a:pos x="connsiteX1" y="connsiteY1"/>
                  </a:cxn>
                  <a:cxn ang="0">
                    <a:pos x="connsiteX2" y="connsiteY2"/>
                  </a:cxn>
                </a:cxnLst>
                <a:rect l="l" t="t" r="r" b="b"/>
                <a:pathLst>
                  <a:path w="10546" h="2995">
                    <a:moveTo>
                      <a:pt x="6437" y="4"/>
                    </a:moveTo>
                    <a:cubicBezTo>
                      <a:pt x="1499" y="-3"/>
                      <a:pt x="-3953" y="3107"/>
                      <a:pt x="4111" y="2992"/>
                    </a:cubicBezTo>
                    <a:cubicBezTo>
                      <a:pt x="9054" y="3021"/>
                      <a:pt x="14495" y="-123"/>
                      <a:pt x="6437"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89" name="Freeform: Shape 688">
                <a:extLst>
                  <a:ext uri="{FF2B5EF4-FFF2-40B4-BE49-F238E27FC236}">
                    <a16:creationId xmlns:a16="http://schemas.microsoft.com/office/drawing/2014/main" id="{B0D18F01-74D4-804A-5769-F6B75A4AF511}"/>
                  </a:ext>
                </a:extLst>
              </p:cNvPr>
              <p:cNvSpPr/>
              <p:nvPr/>
            </p:nvSpPr>
            <p:spPr>
              <a:xfrm>
                <a:off x="2788112" y="6772858"/>
                <a:ext cx="11024" cy="3562"/>
              </a:xfrm>
              <a:custGeom>
                <a:avLst/>
                <a:gdLst>
                  <a:gd name="connsiteX0" fmla="*/ 6608 w 11024"/>
                  <a:gd name="connsiteY0" fmla="*/ 0 h 3562"/>
                  <a:gd name="connsiteX1" fmla="*/ 2 w 11024"/>
                  <a:gd name="connsiteY1" fmla="*/ 1771 h 3562"/>
                  <a:gd name="connsiteX2" fmla="*/ 6608 w 11024"/>
                  <a:gd name="connsiteY2" fmla="*/ 0 h 3562"/>
                </a:gdLst>
                <a:ahLst/>
                <a:cxnLst>
                  <a:cxn ang="0">
                    <a:pos x="connsiteX0" y="connsiteY0"/>
                  </a:cxn>
                  <a:cxn ang="0">
                    <a:pos x="connsiteX1" y="connsiteY1"/>
                  </a:cxn>
                  <a:cxn ang="0">
                    <a:pos x="connsiteX2" y="connsiteY2"/>
                  </a:cxn>
                </a:cxnLst>
                <a:rect l="l" t="t" r="r" b="b"/>
                <a:pathLst>
                  <a:path w="11024" h="3562">
                    <a:moveTo>
                      <a:pt x="6608" y="0"/>
                    </a:moveTo>
                    <a:cubicBezTo>
                      <a:pt x="3631" y="17"/>
                      <a:pt x="676" y="806"/>
                      <a:pt x="2" y="1771"/>
                    </a:cubicBezTo>
                    <a:cubicBezTo>
                      <a:pt x="-210" y="6292"/>
                      <a:pt x="19593" y="943"/>
                      <a:pt x="660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0" name="Freeform: Shape 689">
                <a:extLst>
                  <a:ext uri="{FF2B5EF4-FFF2-40B4-BE49-F238E27FC236}">
                    <a16:creationId xmlns:a16="http://schemas.microsoft.com/office/drawing/2014/main" id="{85252C05-AFF9-AC67-86BB-E62EE50BA4DC}"/>
                  </a:ext>
                </a:extLst>
              </p:cNvPr>
              <p:cNvSpPr/>
              <p:nvPr/>
            </p:nvSpPr>
            <p:spPr>
              <a:xfrm>
                <a:off x="2929194" y="6590515"/>
                <a:ext cx="10368" cy="2978"/>
              </a:xfrm>
              <a:custGeom>
                <a:avLst/>
                <a:gdLst>
                  <a:gd name="connsiteX0" fmla="*/ 6195 w 10368"/>
                  <a:gd name="connsiteY0" fmla="*/ 103 h 2978"/>
                  <a:gd name="connsiteX1" fmla="*/ 0 w 10368"/>
                  <a:gd name="connsiteY1" fmla="*/ 2097 h 2978"/>
                  <a:gd name="connsiteX2" fmla="*/ 6195 w 10368"/>
                  <a:gd name="connsiteY2" fmla="*/ 103 h 2978"/>
                </a:gdLst>
                <a:ahLst/>
                <a:cxnLst>
                  <a:cxn ang="0">
                    <a:pos x="connsiteX0" y="connsiteY0"/>
                  </a:cxn>
                  <a:cxn ang="0">
                    <a:pos x="connsiteX1" y="connsiteY1"/>
                  </a:cxn>
                  <a:cxn ang="0">
                    <a:pos x="connsiteX2" y="connsiteY2"/>
                  </a:cxn>
                </a:cxnLst>
                <a:rect l="l" t="t" r="r" b="b"/>
                <a:pathLst>
                  <a:path w="10368" h="2978">
                    <a:moveTo>
                      <a:pt x="6195" y="103"/>
                    </a:moveTo>
                    <a:cubicBezTo>
                      <a:pt x="3383" y="480"/>
                      <a:pt x="611" y="1372"/>
                      <a:pt x="0" y="2097"/>
                    </a:cubicBezTo>
                    <a:cubicBezTo>
                      <a:pt x="131" y="5166"/>
                      <a:pt x="18339" y="-846"/>
                      <a:pt x="6195" y="10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1" name="Freeform: Shape 690">
                <a:extLst>
                  <a:ext uri="{FF2B5EF4-FFF2-40B4-BE49-F238E27FC236}">
                    <a16:creationId xmlns:a16="http://schemas.microsoft.com/office/drawing/2014/main" id="{28D2AFDF-FBA2-8A25-9F48-49F9E50EAF13}"/>
                  </a:ext>
                </a:extLst>
              </p:cNvPr>
              <p:cNvSpPr/>
              <p:nvPr/>
            </p:nvSpPr>
            <p:spPr>
              <a:xfrm>
                <a:off x="2994699" y="6513358"/>
                <a:ext cx="10077" cy="3355"/>
              </a:xfrm>
              <a:custGeom>
                <a:avLst/>
                <a:gdLst>
                  <a:gd name="connsiteX0" fmla="*/ 6001 w 10077"/>
                  <a:gd name="connsiteY0" fmla="*/ 422 h 3355"/>
                  <a:gd name="connsiteX1" fmla="*/ 0 w 10077"/>
                  <a:gd name="connsiteY1" fmla="*/ 2799 h 3355"/>
                  <a:gd name="connsiteX2" fmla="*/ 6001 w 10077"/>
                  <a:gd name="connsiteY2" fmla="*/ 422 h 3355"/>
                </a:gdLst>
                <a:ahLst/>
                <a:cxnLst>
                  <a:cxn ang="0">
                    <a:pos x="connsiteX0" y="connsiteY0"/>
                  </a:cxn>
                  <a:cxn ang="0">
                    <a:pos x="connsiteX1" y="connsiteY1"/>
                  </a:cxn>
                  <a:cxn ang="0">
                    <a:pos x="connsiteX2" y="connsiteY2"/>
                  </a:cxn>
                </a:cxnLst>
                <a:rect l="l" t="t" r="r" b="b"/>
                <a:pathLst>
                  <a:path w="10077" h="3355">
                    <a:moveTo>
                      <a:pt x="6001" y="422"/>
                    </a:moveTo>
                    <a:cubicBezTo>
                      <a:pt x="3263" y="1056"/>
                      <a:pt x="577" y="2119"/>
                      <a:pt x="0" y="2799"/>
                    </a:cubicBezTo>
                    <a:cubicBezTo>
                      <a:pt x="286" y="5337"/>
                      <a:pt x="17791" y="-1756"/>
                      <a:pt x="6001" y="4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2" name="Freeform: Shape 691">
                <a:extLst>
                  <a:ext uri="{FF2B5EF4-FFF2-40B4-BE49-F238E27FC236}">
                    <a16:creationId xmlns:a16="http://schemas.microsoft.com/office/drawing/2014/main" id="{55BDB5B9-6F38-EC7F-D1DB-EDF7CB2FF895}"/>
                  </a:ext>
                </a:extLst>
              </p:cNvPr>
              <p:cNvSpPr/>
              <p:nvPr/>
            </p:nvSpPr>
            <p:spPr>
              <a:xfrm>
                <a:off x="2712038" y="6880134"/>
                <a:ext cx="11385" cy="3681"/>
              </a:xfrm>
              <a:custGeom>
                <a:avLst/>
                <a:gdLst>
                  <a:gd name="connsiteX0" fmla="*/ 6867 w 11385"/>
                  <a:gd name="connsiteY0" fmla="*/ 0 h 3681"/>
                  <a:gd name="connsiteX1" fmla="*/ 4 w 11385"/>
                  <a:gd name="connsiteY1" fmla="*/ 1805 h 3681"/>
                  <a:gd name="connsiteX2" fmla="*/ 6867 w 11385"/>
                  <a:gd name="connsiteY2" fmla="*/ 0 h 3681"/>
                </a:gdLst>
                <a:ahLst/>
                <a:cxnLst>
                  <a:cxn ang="0">
                    <a:pos x="connsiteX0" y="connsiteY0"/>
                  </a:cxn>
                  <a:cxn ang="0">
                    <a:pos x="connsiteX1" y="connsiteY1"/>
                  </a:cxn>
                  <a:cxn ang="0">
                    <a:pos x="connsiteX2" y="connsiteY2"/>
                  </a:cxn>
                </a:cxnLst>
                <a:rect l="l" t="t" r="r" b="b"/>
                <a:pathLst>
                  <a:path w="11385" h="3681">
                    <a:moveTo>
                      <a:pt x="6867" y="0"/>
                    </a:moveTo>
                    <a:cubicBezTo>
                      <a:pt x="3793" y="0"/>
                      <a:pt x="724" y="806"/>
                      <a:pt x="4" y="1805"/>
                    </a:cubicBezTo>
                    <a:cubicBezTo>
                      <a:pt x="-316" y="6498"/>
                      <a:pt x="20223" y="1034"/>
                      <a:pt x="686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3" name="Freeform: Shape 692">
                <a:extLst>
                  <a:ext uri="{FF2B5EF4-FFF2-40B4-BE49-F238E27FC236}">
                    <a16:creationId xmlns:a16="http://schemas.microsoft.com/office/drawing/2014/main" id="{64AB24A9-9E61-70E4-B720-AD31FD638DB9}"/>
                  </a:ext>
                </a:extLst>
              </p:cNvPr>
              <p:cNvSpPr/>
              <p:nvPr/>
            </p:nvSpPr>
            <p:spPr>
              <a:xfrm>
                <a:off x="2347131" y="7378712"/>
                <a:ext cx="12940" cy="4757"/>
              </a:xfrm>
              <a:custGeom>
                <a:avLst/>
                <a:gdLst>
                  <a:gd name="connsiteX0" fmla="*/ 8168 w 12940"/>
                  <a:gd name="connsiteY0" fmla="*/ 27 h 4757"/>
                  <a:gd name="connsiteX1" fmla="*/ 4774 w 12940"/>
                  <a:gd name="connsiteY1" fmla="*/ 4731 h 4757"/>
                  <a:gd name="connsiteX2" fmla="*/ 8168 w 12940"/>
                  <a:gd name="connsiteY2" fmla="*/ 27 h 4757"/>
                </a:gdLst>
                <a:ahLst/>
                <a:cxnLst>
                  <a:cxn ang="0">
                    <a:pos x="connsiteX0" y="connsiteY0"/>
                  </a:cxn>
                  <a:cxn ang="0">
                    <a:pos x="connsiteX1" y="connsiteY1"/>
                  </a:cxn>
                  <a:cxn ang="0">
                    <a:pos x="connsiteX2" y="connsiteY2"/>
                  </a:cxn>
                </a:cxnLst>
                <a:rect l="l" t="t" r="r" b="b"/>
                <a:pathLst>
                  <a:path w="12940" h="4757">
                    <a:moveTo>
                      <a:pt x="8168" y="27"/>
                    </a:moveTo>
                    <a:cubicBezTo>
                      <a:pt x="2259" y="-396"/>
                      <a:pt x="-4959" y="4256"/>
                      <a:pt x="4774" y="4731"/>
                    </a:cubicBezTo>
                    <a:cubicBezTo>
                      <a:pt x="10689" y="5153"/>
                      <a:pt x="17895" y="502"/>
                      <a:pt x="8168"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4" name="Freeform: Shape 693">
                <a:extLst>
                  <a:ext uri="{FF2B5EF4-FFF2-40B4-BE49-F238E27FC236}">
                    <a16:creationId xmlns:a16="http://schemas.microsoft.com/office/drawing/2014/main" id="{0D9414B8-4611-B84B-3961-A46094377AD3}"/>
                  </a:ext>
                </a:extLst>
              </p:cNvPr>
              <p:cNvSpPr/>
              <p:nvPr/>
            </p:nvSpPr>
            <p:spPr>
              <a:xfrm>
                <a:off x="3056593" y="6439175"/>
                <a:ext cx="9806" cy="3949"/>
              </a:xfrm>
              <a:custGeom>
                <a:avLst/>
                <a:gdLst>
                  <a:gd name="connsiteX0" fmla="*/ 5812 w 9806"/>
                  <a:gd name="connsiteY0" fmla="*/ 767 h 3949"/>
                  <a:gd name="connsiteX1" fmla="*/ 0 w 9806"/>
                  <a:gd name="connsiteY1" fmla="*/ 3562 h 3949"/>
                  <a:gd name="connsiteX2" fmla="*/ 5812 w 9806"/>
                  <a:gd name="connsiteY2" fmla="*/ 767 h 3949"/>
                </a:gdLst>
                <a:ahLst/>
                <a:cxnLst>
                  <a:cxn ang="0">
                    <a:pos x="connsiteX0" y="connsiteY0"/>
                  </a:cxn>
                  <a:cxn ang="0">
                    <a:pos x="connsiteX1" y="connsiteY1"/>
                  </a:cxn>
                  <a:cxn ang="0">
                    <a:pos x="connsiteX2" y="connsiteY2"/>
                  </a:cxn>
                </a:cxnLst>
                <a:rect l="l" t="t" r="r" b="b"/>
                <a:pathLst>
                  <a:path w="9806" h="3949">
                    <a:moveTo>
                      <a:pt x="5812" y="767"/>
                    </a:moveTo>
                    <a:cubicBezTo>
                      <a:pt x="3149" y="1635"/>
                      <a:pt x="549" y="2893"/>
                      <a:pt x="0" y="3562"/>
                    </a:cubicBezTo>
                    <a:cubicBezTo>
                      <a:pt x="417" y="5796"/>
                      <a:pt x="17294" y="-2485"/>
                      <a:pt x="5812" y="7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5" name="Freeform: Shape 694">
                <a:extLst>
                  <a:ext uri="{FF2B5EF4-FFF2-40B4-BE49-F238E27FC236}">
                    <a16:creationId xmlns:a16="http://schemas.microsoft.com/office/drawing/2014/main" id="{F89ED1C8-3FBF-2B46-3D15-D77531E294DA}"/>
                  </a:ext>
                </a:extLst>
              </p:cNvPr>
              <p:cNvSpPr/>
              <p:nvPr/>
            </p:nvSpPr>
            <p:spPr>
              <a:xfrm>
                <a:off x="2447404" y="7241264"/>
                <a:ext cx="12582" cy="4472"/>
              </a:xfrm>
              <a:custGeom>
                <a:avLst/>
                <a:gdLst>
                  <a:gd name="connsiteX0" fmla="*/ 7737 w 12582"/>
                  <a:gd name="connsiteY0" fmla="*/ 0 h 4472"/>
                  <a:gd name="connsiteX1" fmla="*/ 16 w 12582"/>
                  <a:gd name="connsiteY1" fmla="*/ 2195 h 4472"/>
                  <a:gd name="connsiteX2" fmla="*/ 7737 w 12582"/>
                  <a:gd name="connsiteY2" fmla="*/ 0 h 4472"/>
                </a:gdLst>
                <a:ahLst/>
                <a:cxnLst>
                  <a:cxn ang="0">
                    <a:pos x="connsiteX0" y="connsiteY0"/>
                  </a:cxn>
                  <a:cxn ang="0">
                    <a:pos x="connsiteX1" y="connsiteY1"/>
                  </a:cxn>
                  <a:cxn ang="0">
                    <a:pos x="connsiteX2" y="connsiteY2"/>
                  </a:cxn>
                </a:cxnLst>
                <a:rect l="l" t="t" r="r" b="b"/>
                <a:pathLst>
                  <a:path w="12582" h="4472">
                    <a:moveTo>
                      <a:pt x="7737" y="0"/>
                    </a:moveTo>
                    <a:cubicBezTo>
                      <a:pt x="4359" y="0"/>
                      <a:pt x="902" y="983"/>
                      <a:pt x="16" y="2195"/>
                    </a:cubicBezTo>
                    <a:cubicBezTo>
                      <a:pt x="-687" y="7898"/>
                      <a:pt x="22304" y="1246"/>
                      <a:pt x="773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6" name="Freeform: Shape 695">
                <a:extLst>
                  <a:ext uri="{FF2B5EF4-FFF2-40B4-BE49-F238E27FC236}">
                    <a16:creationId xmlns:a16="http://schemas.microsoft.com/office/drawing/2014/main" id="{0CCDB97A-8931-D75F-3496-9654230A445F}"/>
                  </a:ext>
                </a:extLst>
              </p:cNvPr>
              <p:cNvSpPr/>
              <p:nvPr/>
            </p:nvSpPr>
            <p:spPr>
              <a:xfrm>
                <a:off x="2629815" y="6992772"/>
                <a:ext cx="11640" cy="3884"/>
              </a:xfrm>
              <a:custGeom>
                <a:avLst/>
                <a:gdLst>
                  <a:gd name="connsiteX0" fmla="*/ 7223 w 11640"/>
                  <a:gd name="connsiteY0" fmla="*/ 22 h 3884"/>
                  <a:gd name="connsiteX1" fmla="*/ 4416 w 11640"/>
                  <a:gd name="connsiteY1" fmla="*/ 3862 h 3884"/>
                  <a:gd name="connsiteX2" fmla="*/ 7223 w 11640"/>
                  <a:gd name="connsiteY2" fmla="*/ 22 h 3884"/>
                </a:gdLst>
                <a:ahLst/>
                <a:cxnLst>
                  <a:cxn ang="0">
                    <a:pos x="connsiteX0" y="connsiteY0"/>
                  </a:cxn>
                  <a:cxn ang="0">
                    <a:pos x="connsiteX1" y="connsiteY1"/>
                  </a:cxn>
                  <a:cxn ang="0">
                    <a:pos x="connsiteX2" y="connsiteY2"/>
                  </a:cxn>
                </a:cxnLst>
                <a:rect l="l" t="t" r="r" b="b"/>
                <a:pathLst>
                  <a:path w="11640" h="3884">
                    <a:moveTo>
                      <a:pt x="7223" y="22"/>
                    </a:moveTo>
                    <a:cubicBezTo>
                      <a:pt x="1759" y="-321"/>
                      <a:pt x="-4368" y="3496"/>
                      <a:pt x="4416" y="3862"/>
                    </a:cubicBezTo>
                    <a:cubicBezTo>
                      <a:pt x="9886" y="4205"/>
                      <a:pt x="16006" y="393"/>
                      <a:pt x="7223"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7" name="Freeform: Shape 696">
                <a:extLst>
                  <a:ext uri="{FF2B5EF4-FFF2-40B4-BE49-F238E27FC236}">
                    <a16:creationId xmlns:a16="http://schemas.microsoft.com/office/drawing/2014/main" id="{826462C3-18B5-9AA5-F103-8F4017CC0E75}"/>
                  </a:ext>
                </a:extLst>
              </p:cNvPr>
              <p:cNvSpPr/>
              <p:nvPr/>
            </p:nvSpPr>
            <p:spPr>
              <a:xfrm>
                <a:off x="2541649" y="7112894"/>
                <a:ext cx="12159" cy="4181"/>
              </a:xfrm>
              <a:custGeom>
                <a:avLst/>
                <a:gdLst>
                  <a:gd name="connsiteX0" fmla="*/ 7435 w 12159"/>
                  <a:gd name="connsiteY0" fmla="*/ 0 h 4181"/>
                  <a:gd name="connsiteX1" fmla="*/ 11 w 12159"/>
                  <a:gd name="connsiteY1" fmla="*/ 2052 h 4181"/>
                  <a:gd name="connsiteX2" fmla="*/ 7435 w 12159"/>
                  <a:gd name="connsiteY2" fmla="*/ 0 h 4181"/>
                </a:gdLst>
                <a:ahLst/>
                <a:cxnLst>
                  <a:cxn ang="0">
                    <a:pos x="connsiteX0" y="connsiteY0"/>
                  </a:cxn>
                  <a:cxn ang="0">
                    <a:pos x="connsiteX1" y="connsiteY1"/>
                  </a:cxn>
                  <a:cxn ang="0">
                    <a:pos x="connsiteX2" y="connsiteY2"/>
                  </a:cxn>
                </a:cxnLst>
                <a:rect l="l" t="t" r="r" b="b"/>
                <a:pathLst>
                  <a:path w="12159" h="4181">
                    <a:moveTo>
                      <a:pt x="7435" y="0"/>
                    </a:moveTo>
                    <a:cubicBezTo>
                      <a:pt x="4166" y="0"/>
                      <a:pt x="840" y="915"/>
                      <a:pt x="11" y="2052"/>
                    </a:cubicBezTo>
                    <a:cubicBezTo>
                      <a:pt x="-566" y="7384"/>
                      <a:pt x="21568" y="1166"/>
                      <a:pt x="743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8" name="Freeform: Shape 697">
                <a:extLst>
                  <a:ext uri="{FF2B5EF4-FFF2-40B4-BE49-F238E27FC236}">
                    <a16:creationId xmlns:a16="http://schemas.microsoft.com/office/drawing/2014/main" id="{C4A1B86D-7DB0-14A3-618E-D0DA2E52343F}"/>
                  </a:ext>
                </a:extLst>
              </p:cNvPr>
              <p:cNvSpPr/>
              <p:nvPr/>
            </p:nvSpPr>
            <p:spPr>
              <a:xfrm>
                <a:off x="3169623" y="6323712"/>
                <a:ext cx="9312" cy="3537"/>
              </a:xfrm>
              <a:custGeom>
                <a:avLst/>
                <a:gdLst>
                  <a:gd name="connsiteX0" fmla="*/ 5465 w 9312"/>
                  <a:gd name="connsiteY0" fmla="*/ 2546 h 3537"/>
                  <a:gd name="connsiteX1" fmla="*/ 2 w 9312"/>
                  <a:gd name="connsiteY1" fmla="*/ 3352 h 3537"/>
                  <a:gd name="connsiteX2" fmla="*/ 5465 w 9312"/>
                  <a:gd name="connsiteY2" fmla="*/ 2546 h 3537"/>
                </a:gdLst>
                <a:ahLst/>
                <a:cxnLst>
                  <a:cxn ang="0">
                    <a:pos x="connsiteX0" y="connsiteY0"/>
                  </a:cxn>
                  <a:cxn ang="0">
                    <a:pos x="connsiteX1" y="connsiteY1"/>
                  </a:cxn>
                  <a:cxn ang="0">
                    <a:pos x="connsiteX2" y="connsiteY2"/>
                  </a:cxn>
                </a:cxnLst>
                <a:rect l="l" t="t" r="r" b="b"/>
                <a:pathLst>
                  <a:path w="9312" h="3537">
                    <a:moveTo>
                      <a:pt x="5465" y="2546"/>
                    </a:moveTo>
                    <a:cubicBezTo>
                      <a:pt x="2945" y="3432"/>
                      <a:pt x="499" y="3786"/>
                      <a:pt x="2" y="3352"/>
                    </a:cubicBezTo>
                    <a:cubicBezTo>
                      <a:pt x="-187" y="592"/>
                      <a:pt x="16672" y="-2163"/>
                      <a:pt x="5465" y="25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699" name="Freeform: Shape 698">
                <a:extLst>
                  <a:ext uri="{FF2B5EF4-FFF2-40B4-BE49-F238E27FC236}">
                    <a16:creationId xmlns:a16="http://schemas.microsoft.com/office/drawing/2014/main" id="{52BF3F94-A084-7BEF-A4E1-4F2BB3ED9599}"/>
                  </a:ext>
                </a:extLst>
              </p:cNvPr>
              <p:cNvSpPr/>
              <p:nvPr/>
            </p:nvSpPr>
            <p:spPr>
              <a:xfrm>
                <a:off x="3489480" y="6253823"/>
                <a:ext cx="7898" cy="3709"/>
              </a:xfrm>
              <a:custGeom>
                <a:avLst/>
                <a:gdLst>
                  <a:gd name="connsiteX0" fmla="*/ 4528 w 7898"/>
                  <a:gd name="connsiteY0" fmla="*/ 838 h 3709"/>
                  <a:gd name="connsiteX1" fmla="*/ 2 w 7898"/>
                  <a:gd name="connsiteY1" fmla="*/ 335 h 3709"/>
                  <a:gd name="connsiteX2" fmla="*/ 4528 w 7898"/>
                  <a:gd name="connsiteY2" fmla="*/ 838 h 3709"/>
                </a:gdLst>
                <a:ahLst/>
                <a:cxnLst>
                  <a:cxn ang="0">
                    <a:pos x="connsiteX0" y="connsiteY0"/>
                  </a:cxn>
                  <a:cxn ang="0">
                    <a:pos x="connsiteX1" y="connsiteY1"/>
                  </a:cxn>
                  <a:cxn ang="0">
                    <a:pos x="connsiteX2" y="connsiteY2"/>
                  </a:cxn>
                </a:cxnLst>
                <a:rect l="l" t="t" r="r" b="b"/>
                <a:pathLst>
                  <a:path w="7898" h="3709">
                    <a:moveTo>
                      <a:pt x="4528" y="838"/>
                    </a:moveTo>
                    <a:cubicBezTo>
                      <a:pt x="2385" y="-36"/>
                      <a:pt x="356" y="-265"/>
                      <a:pt x="2" y="335"/>
                    </a:cubicBezTo>
                    <a:cubicBezTo>
                      <a:pt x="-181" y="3673"/>
                      <a:pt x="14255" y="5645"/>
                      <a:pt x="4528" y="8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0" name="Freeform: Shape 699">
                <a:extLst>
                  <a:ext uri="{FF2B5EF4-FFF2-40B4-BE49-F238E27FC236}">
                    <a16:creationId xmlns:a16="http://schemas.microsoft.com/office/drawing/2014/main" id="{CCA4EDA7-C186-08E8-2EC1-7DF35784B112}"/>
                  </a:ext>
                </a:extLst>
              </p:cNvPr>
              <p:cNvSpPr/>
              <p:nvPr/>
            </p:nvSpPr>
            <p:spPr>
              <a:xfrm>
                <a:off x="3527900" y="6187000"/>
                <a:ext cx="7508" cy="4709"/>
              </a:xfrm>
              <a:custGeom>
                <a:avLst/>
                <a:gdLst>
                  <a:gd name="connsiteX0" fmla="*/ 4375 w 7508"/>
                  <a:gd name="connsiteY0" fmla="*/ 1265 h 4709"/>
                  <a:gd name="connsiteX1" fmla="*/ 3135 w 7508"/>
                  <a:gd name="connsiteY1" fmla="*/ 3465 h 4709"/>
                  <a:gd name="connsiteX2" fmla="*/ 4375 w 7508"/>
                  <a:gd name="connsiteY2" fmla="*/ 1265 h 4709"/>
                </a:gdLst>
                <a:ahLst/>
                <a:cxnLst>
                  <a:cxn ang="0">
                    <a:pos x="connsiteX0" y="connsiteY0"/>
                  </a:cxn>
                  <a:cxn ang="0">
                    <a:pos x="connsiteX1" y="connsiteY1"/>
                  </a:cxn>
                  <a:cxn ang="0">
                    <a:pos x="connsiteX2" y="connsiteY2"/>
                  </a:cxn>
                </a:cxnLst>
                <a:rect l="l" t="t" r="r" b="b"/>
                <a:pathLst>
                  <a:path w="7508" h="4709">
                    <a:moveTo>
                      <a:pt x="4375" y="1265"/>
                    </a:moveTo>
                    <a:cubicBezTo>
                      <a:pt x="-522" y="-1513"/>
                      <a:pt x="-1820" y="768"/>
                      <a:pt x="3135" y="3465"/>
                    </a:cubicBezTo>
                    <a:cubicBezTo>
                      <a:pt x="8027" y="6191"/>
                      <a:pt x="9330" y="3974"/>
                      <a:pt x="4375" y="126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1" name="Freeform: Shape 700">
                <a:extLst>
                  <a:ext uri="{FF2B5EF4-FFF2-40B4-BE49-F238E27FC236}">
                    <a16:creationId xmlns:a16="http://schemas.microsoft.com/office/drawing/2014/main" id="{B9AC172B-3C6C-7F75-DE01-FB52735E6840}"/>
                  </a:ext>
                </a:extLst>
              </p:cNvPr>
              <p:cNvSpPr/>
              <p:nvPr/>
            </p:nvSpPr>
            <p:spPr>
              <a:xfrm>
                <a:off x="3599959" y="6062702"/>
                <a:ext cx="7188" cy="6315"/>
              </a:xfrm>
              <a:custGeom>
                <a:avLst/>
                <a:gdLst>
                  <a:gd name="connsiteX0" fmla="*/ 4159 w 7188"/>
                  <a:gd name="connsiteY0" fmla="*/ 2289 h 6315"/>
                  <a:gd name="connsiteX1" fmla="*/ 3034 w 7188"/>
                  <a:gd name="connsiteY1" fmla="*/ 4049 h 6315"/>
                  <a:gd name="connsiteX2" fmla="*/ 4159 w 7188"/>
                  <a:gd name="connsiteY2" fmla="*/ 2289 h 6315"/>
                </a:gdLst>
                <a:ahLst/>
                <a:cxnLst>
                  <a:cxn ang="0">
                    <a:pos x="connsiteX0" y="connsiteY0"/>
                  </a:cxn>
                  <a:cxn ang="0">
                    <a:pos x="connsiteX1" y="connsiteY1"/>
                  </a:cxn>
                  <a:cxn ang="0">
                    <a:pos x="connsiteX2" y="connsiteY2"/>
                  </a:cxn>
                </a:cxnLst>
                <a:rect l="l" t="t" r="r" b="b"/>
                <a:pathLst>
                  <a:path w="7188" h="6315">
                    <a:moveTo>
                      <a:pt x="4159" y="2289"/>
                    </a:moveTo>
                    <a:cubicBezTo>
                      <a:pt x="-716" y="-1883"/>
                      <a:pt x="-1578" y="215"/>
                      <a:pt x="3034" y="4049"/>
                    </a:cubicBezTo>
                    <a:cubicBezTo>
                      <a:pt x="7903" y="8170"/>
                      <a:pt x="8766" y="6119"/>
                      <a:pt x="4159" y="228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2" name="Freeform: Shape 701">
                <a:extLst>
                  <a:ext uri="{FF2B5EF4-FFF2-40B4-BE49-F238E27FC236}">
                    <a16:creationId xmlns:a16="http://schemas.microsoft.com/office/drawing/2014/main" id="{5A1FC049-1AC4-7614-6A3B-4C1C02EFBF80}"/>
                  </a:ext>
                </a:extLst>
              </p:cNvPr>
              <p:cNvSpPr/>
              <p:nvPr/>
            </p:nvSpPr>
            <p:spPr>
              <a:xfrm>
                <a:off x="3564771" y="6121492"/>
                <a:ext cx="7347" cy="5611"/>
              </a:xfrm>
              <a:custGeom>
                <a:avLst/>
                <a:gdLst>
                  <a:gd name="connsiteX0" fmla="*/ 4269 w 7347"/>
                  <a:gd name="connsiteY0" fmla="*/ 1782 h 5611"/>
                  <a:gd name="connsiteX1" fmla="*/ 3081 w 7347"/>
                  <a:gd name="connsiteY1" fmla="*/ 3851 h 5611"/>
                  <a:gd name="connsiteX2" fmla="*/ 4269 w 7347"/>
                  <a:gd name="connsiteY2" fmla="*/ 1782 h 5611"/>
                </a:gdLst>
                <a:ahLst/>
                <a:cxnLst>
                  <a:cxn ang="0">
                    <a:pos x="connsiteX0" y="connsiteY0"/>
                  </a:cxn>
                  <a:cxn ang="0">
                    <a:pos x="connsiteX1" y="connsiteY1"/>
                  </a:cxn>
                  <a:cxn ang="0">
                    <a:pos x="connsiteX2" y="connsiteY2"/>
                  </a:cxn>
                </a:cxnLst>
                <a:rect l="l" t="t" r="r" b="b"/>
                <a:pathLst>
                  <a:path w="7347" h="5611">
                    <a:moveTo>
                      <a:pt x="4269" y="1782"/>
                    </a:moveTo>
                    <a:cubicBezTo>
                      <a:pt x="-686" y="-1778"/>
                      <a:pt x="-1646" y="564"/>
                      <a:pt x="3081" y="3851"/>
                    </a:cubicBezTo>
                    <a:cubicBezTo>
                      <a:pt x="8030" y="7360"/>
                      <a:pt x="8996" y="5074"/>
                      <a:pt x="4269" y="17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3" name="Freeform: Shape 702">
                <a:extLst>
                  <a:ext uri="{FF2B5EF4-FFF2-40B4-BE49-F238E27FC236}">
                    <a16:creationId xmlns:a16="http://schemas.microsoft.com/office/drawing/2014/main" id="{837792F7-5769-1468-FEF4-437D3FEF8010}"/>
                  </a:ext>
                </a:extLst>
              </p:cNvPr>
              <p:cNvSpPr/>
              <p:nvPr/>
            </p:nvSpPr>
            <p:spPr>
              <a:xfrm>
                <a:off x="3449785" y="6316608"/>
                <a:ext cx="8075" cy="2969"/>
              </a:xfrm>
              <a:custGeom>
                <a:avLst/>
                <a:gdLst>
                  <a:gd name="connsiteX0" fmla="*/ 4635 w 8075"/>
                  <a:gd name="connsiteY0" fmla="*/ 564 h 2969"/>
                  <a:gd name="connsiteX1" fmla="*/ 0 w 8075"/>
                  <a:gd name="connsiteY1" fmla="*/ 347 h 2969"/>
                  <a:gd name="connsiteX2" fmla="*/ 4635 w 8075"/>
                  <a:gd name="connsiteY2" fmla="*/ 564 h 2969"/>
                </a:gdLst>
                <a:ahLst/>
                <a:cxnLst>
                  <a:cxn ang="0">
                    <a:pos x="connsiteX0" y="connsiteY0"/>
                  </a:cxn>
                  <a:cxn ang="0">
                    <a:pos x="connsiteX1" y="connsiteY1"/>
                  </a:cxn>
                  <a:cxn ang="0">
                    <a:pos x="connsiteX2" y="connsiteY2"/>
                  </a:cxn>
                </a:cxnLst>
                <a:rect l="l" t="t" r="r" b="b"/>
                <a:pathLst>
                  <a:path w="8075" h="2969">
                    <a:moveTo>
                      <a:pt x="4635" y="564"/>
                    </a:moveTo>
                    <a:cubicBezTo>
                      <a:pt x="2440" y="-93"/>
                      <a:pt x="366" y="-190"/>
                      <a:pt x="0" y="347"/>
                    </a:cubicBezTo>
                    <a:cubicBezTo>
                      <a:pt x="-46" y="3308"/>
                      <a:pt x="14522" y="4256"/>
                      <a:pt x="4635" y="5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4" name="Freeform: Shape 703">
                <a:extLst>
                  <a:ext uri="{FF2B5EF4-FFF2-40B4-BE49-F238E27FC236}">
                    <a16:creationId xmlns:a16="http://schemas.microsoft.com/office/drawing/2014/main" id="{169E61C2-54D0-270A-721A-320D41CDF615}"/>
                  </a:ext>
                </a:extLst>
              </p:cNvPr>
              <p:cNvSpPr/>
              <p:nvPr/>
            </p:nvSpPr>
            <p:spPr>
              <a:xfrm>
                <a:off x="3272786" y="6393487"/>
                <a:ext cx="8789" cy="1268"/>
              </a:xfrm>
              <a:custGeom>
                <a:avLst/>
                <a:gdLst>
                  <a:gd name="connsiteX0" fmla="*/ 5121 w 8789"/>
                  <a:gd name="connsiteY0" fmla="*/ 2 h 1268"/>
                  <a:gd name="connsiteX1" fmla="*/ 0 w 8789"/>
                  <a:gd name="connsiteY1" fmla="*/ 568 h 1268"/>
                  <a:gd name="connsiteX2" fmla="*/ 5121 w 8789"/>
                  <a:gd name="connsiteY2" fmla="*/ 2 h 1268"/>
                </a:gdLst>
                <a:ahLst/>
                <a:cxnLst>
                  <a:cxn ang="0">
                    <a:pos x="connsiteX0" y="connsiteY0"/>
                  </a:cxn>
                  <a:cxn ang="0">
                    <a:pos x="connsiteX1" y="connsiteY1"/>
                  </a:cxn>
                  <a:cxn ang="0">
                    <a:pos x="connsiteX2" y="connsiteY2"/>
                  </a:cxn>
                </a:cxnLst>
                <a:rect l="l" t="t" r="r" b="b"/>
                <a:pathLst>
                  <a:path w="8789" h="1268">
                    <a:moveTo>
                      <a:pt x="5121" y="2"/>
                    </a:moveTo>
                    <a:cubicBezTo>
                      <a:pt x="2726" y="-26"/>
                      <a:pt x="434" y="225"/>
                      <a:pt x="0" y="568"/>
                    </a:cubicBezTo>
                    <a:cubicBezTo>
                      <a:pt x="297" y="2231"/>
                      <a:pt x="15613" y="471"/>
                      <a:pt x="5121" y="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5" name="Freeform: Shape 704">
                <a:extLst>
                  <a:ext uri="{FF2B5EF4-FFF2-40B4-BE49-F238E27FC236}">
                    <a16:creationId xmlns:a16="http://schemas.microsoft.com/office/drawing/2014/main" id="{4F5A0BF8-7BB0-2877-A7E1-46FB9518D5A1}"/>
                  </a:ext>
                </a:extLst>
              </p:cNvPr>
              <p:cNvSpPr/>
              <p:nvPr/>
            </p:nvSpPr>
            <p:spPr>
              <a:xfrm>
                <a:off x="3114692" y="6363240"/>
                <a:ext cx="9545" cy="4483"/>
              </a:xfrm>
              <a:custGeom>
                <a:avLst/>
                <a:gdLst>
                  <a:gd name="connsiteX0" fmla="*/ 5624 w 9545"/>
                  <a:gd name="connsiteY0" fmla="*/ 978 h 4483"/>
                  <a:gd name="connsiteX1" fmla="*/ 0 w 9545"/>
                  <a:gd name="connsiteY1" fmla="*/ 4132 h 4483"/>
                  <a:gd name="connsiteX2" fmla="*/ 5624 w 9545"/>
                  <a:gd name="connsiteY2" fmla="*/ 978 h 4483"/>
                </a:gdLst>
                <a:ahLst/>
                <a:cxnLst>
                  <a:cxn ang="0">
                    <a:pos x="connsiteX0" y="connsiteY0"/>
                  </a:cxn>
                  <a:cxn ang="0">
                    <a:pos x="connsiteX1" y="connsiteY1"/>
                  </a:cxn>
                  <a:cxn ang="0">
                    <a:pos x="connsiteX2" y="connsiteY2"/>
                  </a:cxn>
                </a:cxnLst>
                <a:rect l="l" t="t" r="r" b="b"/>
                <a:pathLst>
                  <a:path w="9545" h="4483">
                    <a:moveTo>
                      <a:pt x="5624" y="978"/>
                    </a:moveTo>
                    <a:cubicBezTo>
                      <a:pt x="3029" y="2007"/>
                      <a:pt x="514" y="3424"/>
                      <a:pt x="0" y="4132"/>
                    </a:cubicBezTo>
                    <a:cubicBezTo>
                      <a:pt x="526" y="6367"/>
                      <a:pt x="16825" y="-2948"/>
                      <a:pt x="5624" y="97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6" name="Freeform: Shape 705">
                <a:extLst>
                  <a:ext uri="{FF2B5EF4-FFF2-40B4-BE49-F238E27FC236}">
                    <a16:creationId xmlns:a16="http://schemas.microsoft.com/office/drawing/2014/main" id="{7DD55D77-B6A0-FC8B-C829-38FA7B141DF9}"/>
                  </a:ext>
                </a:extLst>
              </p:cNvPr>
              <p:cNvSpPr/>
              <p:nvPr/>
            </p:nvSpPr>
            <p:spPr>
              <a:xfrm>
                <a:off x="3223008" y="6403330"/>
                <a:ext cx="9057" cy="2308"/>
              </a:xfrm>
              <a:custGeom>
                <a:avLst/>
                <a:gdLst>
                  <a:gd name="connsiteX0" fmla="*/ 5303 w 9057"/>
                  <a:gd name="connsiteY0" fmla="*/ 2236 h 2308"/>
                  <a:gd name="connsiteX1" fmla="*/ 0 w 9057"/>
                  <a:gd name="connsiteY1" fmla="*/ 1579 h 2308"/>
                  <a:gd name="connsiteX2" fmla="*/ 5303 w 9057"/>
                  <a:gd name="connsiteY2" fmla="*/ 2236 h 2308"/>
                </a:gdLst>
                <a:ahLst/>
                <a:cxnLst>
                  <a:cxn ang="0">
                    <a:pos x="connsiteX0" y="connsiteY0"/>
                  </a:cxn>
                  <a:cxn ang="0">
                    <a:pos x="connsiteX1" y="connsiteY1"/>
                  </a:cxn>
                  <a:cxn ang="0">
                    <a:pos x="connsiteX2" y="connsiteY2"/>
                  </a:cxn>
                </a:cxnLst>
                <a:rect l="l" t="t" r="r" b="b"/>
                <a:pathLst>
                  <a:path w="9057" h="2308">
                    <a:moveTo>
                      <a:pt x="5303" y="2236"/>
                    </a:moveTo>
                    <a:cubicBezTo>
                      <a:pt x="2846" y="2453"/>
                      <a:pt x="474" y="2168"/>
                      <a:pt x="0" y="1579"/>
                    </a:cubicBezTo>
                    <a:cubicBezTo>
                      <a:pt x="29" y="-1479"/>
                      <a:pt x="16156" y="556"/>
                      <a:pt x="5303" y="22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7" name="Freeform: Shape 706">
                <a:extLst>
                  <a:ext uri="{FF2B5EF4-FFF2-40B4-BE49-F238E27FC236}">
                    <a16:creationId xmlns:a16="http://schemas.microsoft.com/office/drawing/2014/main" id="{F4A65550-92B1-9925-669E-16BE29B25075}"/>
                  </a:ext>
                </a:extLst>
              </p:cNvPr>
              <p:cNvSpPr/>
              <p:nvPr/>
            </p:nvSpPr>
            <p:spPr>
              <a:xfrm>
                <a:off x="3408974" y="6368781"/>
                <a:ext cx="8252" cy="2321"/>
              </a:xfrm>
              <a:custGeom>
                <a:avLst/>
                <a:gdLst>
                  <a:gd name="connsiteX0" fmla="*/ 4749 w 8252"/>
                  <a:gd name="connsiteY0" fmla="*/ 592 h 2321"/>
                  <a:gd name="connsiteX1" fmla="*/ 0 w 8252"/>
                  <a:gd name="connsiteY1" fmla="*/ 158 h 2321"/>
                  <a:gd name="connsiteX2" fmla="*/ 4749 w 8252"/>
                  <a:gd name="connsiteY2" fmla="*/ 592 h 2321"/>
                </a:gdLst>
                <a:ahLst/>
                <a:cxnLst>
                  <a:cxn ang="0">
                    <a:pos x="connsiteX0" y="connsiteY0"/>
                  </a:cxn>
                  <a:cxn ang="0">
                    <a:pos x="connsiteX1" y="connsiteY1"/>
                  </a:cxn>
                  <a:cxn ang="0">
                    <a:pos x="connsiteX2" y="connsiteY2"/>
                  </a:cxn>
                </a:cxnLst>
                <a:rect l="l" t="t" r="r" b="b"/>
                <a:pathLst>
                  <a:path w="8252" h="2321">
                    <a:moveTo>
                      <a:pt x="4749" y="592"/>
                    </a:moveTo>
                    <a:cubicBezTo>
                      <a:pt x="2503" y="26"/>
                      <a:pt x="383" y="-168"/>
                      <a:pt x="0" y="158"/>
                    </a:cubicBezTo>
                    <a:cubicBezTo>
                      <a:pt x="160" y="2146"/>
                      <a:pt x="14756" y="3621"/>
                      <a:pt x="4749" y="5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8" name="Freeform: Shape 707">
                <a:extLst>
                  <a:ext uri="{FF2B5EF4-FFF2-40B4-BE49-F238E27FC236}">
                    <a16:creationId xmlns:a16="http://schemas.microsoft.com/office/drawing/2014/main" id="{5F3A1666-CF36-437C-65F5-6A4E965DF192}"/>
                  </a:ext>
                </a:extLst>
              </p:cNvPr>
              <p:cNvSpPr/>
              <p:nvPr/>
            </p:nvSpPr>
            <p:spPr>
              <a:xfrm>
                <a:off x="3365854" y="6382997"/>
                <a:ext cx="8403" cy="1502"/>
              </a:xfrm>
              <a:custGeom>
                <a:avLst/>
                <a:gdLst>
                  <a:gd name="connsiteX0" fmla="*/ 4881 w 8403"/>
                  <a:gd name="connsiteY0" fmla="*/ 777 h 1502"/>
                  <a:gd name="connsiteX1" fmla="*/ 0 w 8403"/>
                  <a:gd name="connsiteY1" fmla="*/ 0 h 1502"/>
                  <a:gd name="connsiteX2" fmla="*/ 4881 w 8403"/>
                  <a:gd name="connsiteY2" fmla="*/ 777 h 1502"/>
                </a:gdLst>
                <a:ahLst/>
                <a:cxnLst>
                  <a:cxn ang="0">
                    <a:pos x="connsiteX0" y="connsiteY0"/>
                  </a:cxn>
                  <a:cxn ang="0">
                    <a:pos x="connsiteX1" y="connsiteY1"/>
                  </a:cxn>
                  <a:cxn ang="0">
                    <a:pos x="connsiteX2" y="connsiteY2"/>
                  </a:cxn>
                </a:cxnLst>
                <a:rect l="l" t="t" r="r" b="b"/>
                <a:pathLst>
                  <a:path w="8403" h="1502">
                    <a:moveTo>
                      <a:pt x="4881" y="777"/>
                    </a:moveTo>
                    <a:cubicBezTo>
                      <a:pt x="2589" y="360"/>
                      <a:pt x="406" y="11"/>
                      <a:pt x="0" y="0"/>
                    </a:cubicBezTo>
                    <a:cubicBezTo>
                      <a:pt x="440" y="354"/>
                      <a:pt x="14888" y="2646"/>
                      <a:pt x="4881" y="77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09" name="Freeform: Shape 708">
                <a:extLst>
                  <a:ext uri="{FF2B5EF4-FFF2-40B4-BE49-F238E27FC236}">
                    <a16:creationId xmlns:a16="http://schemas.microsoft.com/office/drawing/2014/main" id="{1C84F6C1-A707-DAC3-DC7D-914445A725DA}"/>
                  </a:ext>
                </a:extLst>
              </p:cNvPr>
              <p:cNvSpPr/>
              <p:nvPr/>
            </p:nvSpPr>
            <p:spPr>
              <a:xfrm>
                <a:off x="3320186" y="6378734"/>
                <a:ext cx="8581" cy="701"/>
              </a:xfrm>
              <a:custGeom>
                <a:avLst/>
                <a:gdLst>
                  <a:gd name="connsiteX0" fmla="*/ 5006 w 8581"/>
                  <a:gd name="connsiteY0" fmla="*/ 371 h 701"/>
                  <a:gd name="connsiteX1" fmla="*/ 0 w 8581"/>
                  <a:gd name="connsiteY1" fmla="*/ 0 h 701"/>
                  <a:gd name="connsiteX2" fmla="*/ 5006 w 8581"/>
                  <a:gd name="connsiteY2" fmla="*/ 371 h 701"/>
                </a:gdLst>
                <a:ahLst/>
                <a:cxnLst>
                  <a:cxn ang="0">
                    <a:pos x="connsiteX0" y="connsiteY0"/>
                  </a:cxn>
                  <a:cxn ang="0">
                    <a:pos x="connsiteX1" y="connsiteY1"/>
                  </a:cxn>
                  <a:cxn ang="0">
                    <a:pos x="connsiteX2" y="connsiteY2"/>
                  </a:cxn>
                </a:cxnLst>
                <a:rect l="l" t="t" r="r" b="b"/>
                <a:pathLst>
                  <a:path w="8581" h="701">
                    <a:moveTo>
                      <a:pt x="5006" y="371"/>
                    </a:moveTo>
                    <a:cubicBezTo>
                      <a:pt x="2663" y="177"/>
                      <a:pt x="429" y="6"/>
                      <a:pt x="0" y="0"/>
                    </a:cubicBezTo>
                    <a:cubicBezTo>
                      <a:pt x="457" y="165"/>
                      <a:pt x="15179" y="1229"/>
                      <a:pt x="5006" y="37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0" name="Freeform: Shape 709">
                <a:extLst>
                  <a:ext uri="{FF2B5EF4-FFF2-40B4-BE49-F238E27FC236}">
                    <a16:creationId xmlns:a16="http://schemas.microsoft.com/office/drawing/2014/main" id="{44AC3261-6138-6C31-44C4-0687EB8FAD0D}"/>
                  </a:ext>
                </a:extLst>
              </p:cNvPr>
              <p:cNvSpPr/>
              <p:nvPr/>
            </p:nvSpPr>
            <p:spPr>
              <a:xfrm>
                <a:off x="2241417" y="7526058"/>
                <a:ext cx="12896" cy="5222"/>
              </a:xfrm>
              <a:custGeom>
                <a:avLst/>
                <a:gdLst>
                  <a:gd name="connsiteX0" fmla="*/ 8241 w 12896"/>
                  <a:gd name="connsiteY0" fmla="*/ 88 h 5222"/>
                  <a:gd name="connsiteX1" fmla="*/ 4658 w 12896"/>
                  <a:gd name="connsiteY1" fmla="*/ 5134 h 5222"/>
                  <a:gd name="connsiteX2" fmla="*/ 8241 w 12896"/>
                  <a:gd name="connsiteY2" fmla="*/ 88 h 5222"/>
                </a:gdLst>
                <a:ahLst/>
                <a:cxnLst>
                  <a:cxn ang="0">
                    <a:pos x="connsiteX0" y="connsiteY0"/>
                  </a:cxn>
                  <a:cxn ang="0">
                    <a:pos x="connsiteX1" y="connsiteY1"/>
                  </a:cxn>
                  <a:cxn ang="0">
                    <a:pos x="connsiteX2" y="connsiteY2"/>
                  </a:cxn>
                </a:cxnLst>
                <a:rect l="l" t="t" r="r" b="b"/>
                <a:pathLst>
                  <a:path w="12896" h="5222">
                    <a:moveTo>
                      <a:pt x="8241" y="88"/>
                    </a:moveTo>
                    <a:cubicBezTo>
                      <a:pt x="2875" y="-769"/>
                      <a:pt x="-5223" y="4889"/>
                      <a:pt x="4658" y="5134"/>
                    </a:cubicBezTo>
                    <a:cubicBezTo>
                      <a:pt x="10024" y="5992"/>
                      <a:pt x="18117" y="334"/>
                      <a:pt x="8241" y="8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1" name="Freeform: Shape 710">
                <a:extLst>
                  <a:ext uri="{FF2B5EF4-FFF2-40B4-BE49-F238E27FC236}">
                    <a16:creationId xmlns:a16="http://schemas.microsoft.com/office/drawing/2014/main" id="{E07C1EFA-C9DF-7C2D-E8A9-39666DACB4DD}"/>
                  </a:ext>
                </a:extLst>
              </p:cNvPr>
              <p:cNvSpPr/>
              <p:nvPr/>
            </p:nvSpPr>
            <p:spPr>
              <a:xfrm>
                <a:off x="3437911" y="5801390"/>
                <a:ext cx="6789" cy="8097"/>
              </a:xfrm>
              <a:custGeom>
                <a:avLst/>
                <a:gdLst>
                  <a:gd name="connsiteX0" fmla="*/ 3810 w 6789"/>
                  <a:gd name="connsiteY0" fmla="*/ 3152 h 8097"/>
                  <a:gd name="connsiteX1" fmla="*/ 5319 w 6789"/>
                  <a:gd name="connsiteY1" fmla="*/ 7444 h 8097"/>
                  <a:gd name="connsiteX2" fmla="*/ 3810 w 6789"/>
                  <a:gd name="connsiteY2" fmla="*/ 3152 h 8097"/>
                </a:gdLst>
                <a:ahLst/>
                <a:cxnLst>
                  <a:cxn ang="0">
                    <a:pos x="connsiteX0" y="connsiteY0"/>
                  </a:cxn>
                  <a:cxn ang="0">
                    <a:pos x="connsiteX1" y="connsiteY1"/>
                  </a:cxn>
                  <a:cxn ang="0">
                    <a:pos x="connsiteX2" y="connsiteY2"/>
                  </a:cxn>
                </a:cxnLst>
                <a:rect l="l" t="t" r="r" b="b"/>
                <a:pathLst>
                  <a:path w="6789" h="8097">
                    <a:moveTo>
                      <a:pt x="3810" y="3152"/>
                    </a:moveTo>
                    <a:cubicBezTo>
                      <a:pt x="-3682" y="-5032"/>
                      <a:pt x="1547" y="5026"/>
                      <a:pt x="5319" y="7444"/>
                    </a:cubicBezTo>
                    <a:cubicBezTo>
                      <a:pt x="8896" y="10004"/>
                      <a:pt x="4970" y="4295"/>
                      <a:pt x="3810" y="315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2" name="Freeform: Shape 711">
                <a:extLst>
                  <a:ext uri="{FF2B5EF4-FFF2-40B4-BE49-F238E27FC236}">
                    <a16:creationId xmlns:a16="http://schemas.microsoft.com/office/drawing/2014/main" id="{3B345EF9-97A3-7480-8D80-B047BBC559F9}"/>
                  </a:ext>
                </a:extLst>
              </p:cNvPr>
              <p:cNvSpPr/>
              <p:nvPr/>
            </p:nvSpPr>
            <p:spPr>
              <a:xfrm>
                <a:off x="2493312" y="6775220"/>
                <a:ext cx="10955" cy="3183"/>
              </a:xfrm>
              <a:custGeom>
                <a:avLst/>
                <a:gdLst>
                  <a:gd name="connsiteX0" fmla="*/ 6840 w 10955"/>
                  <a:gd name="connsiteY0" fmla="*/ 14 h 3183"/>
                  <a:gd name="connsiteX1" fmla="*/ 4109 w 10955"/>
                  <a:gd name="connsiteY1" fmla="*/ 3169 h 3183"/>
                  <a:gd name="connsiteX2" fmla="*/ 6840 w 10955"/>
                  <a:gd name="connsiteY2" fmla="*/ 14 h 3183"/>
                </a:gdLst>
                <a:ahLst/>
                <a:cxnLst>
                  <a:cxn ang="0">
                    <a:pos x="connsiteX0" y="connsiteY0"/>
                  </a:cxn>
                  <a:cxn ang="0">
                    <a:pos x="connsiteX1" y="connsiteY1"/>
                  </a:cxn>
                  <a:cxn ang="0">
                    <a:pos x="connsiteX2" y="connsiteY2"/>
                  </a:cxn>
                </a:cxnLst>
                <a:rect l="l" t="t" r="r" b="b"/>
                <a:pathLst>
                  <a:path w="10955" h="3183">
                    <a:moveTo>
                      <a:pt x="6840" y="14"/>
                    </a:moveTo>
                    <a:cubicBezTo>
                      <a:pt x="1868" y="-237"/>
                      <a:pt x="-4207" y="2907"/>
                      <a:pt x="4109" y="3169"/>
                    </a:cubicBezTo>
                    <a:cubicBezTo>
                      <a:pt x="9098" y="3426"/>
                      <a:pt x="15161" y="261"/>
                      <a:pt x="6840" y="1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3" name="Freeform: Shape 712">
                <a:extLst>
                  <a:ext uri="{FF2B5EF4-FFF2-40B4-BE49-F238E27FC236}">
                    <a16:creationId xmlns:a16="http://schemas.microsoft.com/office/drawing/2014/main" id="{77323E98-FDC4-3185-15E4-140EB43E9560}"/>
                  </a:ext>
                </a:extLst>
              </p:cNvPr>
              <p:cNvSpPr/>
              <p:nvPr/>
            </p:nvSpPr>
            <p:spPr>
              <a:xfrm>
                <a:off x="2651182" y="6634739"/>
                <a:ext cx="10389" cy="2454"/>
              </a:xfrm>
              <a:custGeom>
                <a:avLst/>
                <a:gdLst>
                  <a:gd name="connsiteX0" fmla="*/ 6315 w 10389"/>
                  <a:gd name="connsiteY0" fmla="*/ 364 h 2454"/>
                  <a:gd name="connsiteX1" fmla="*/ 0 w 10389"/>
                  <a:gd name="connsiteY1" fmla="*/ 2095 h 2454"/>
                  <a:gd name="connsiteX2" fmla="*/ 6315 w 10389"/>
                  <a:gd name="connsiteY2" fmla="*/ 364 h 2454"/>
                </a:gdLst>
                <a:ahLst/>
                <a:cxnLst>
                  <a:cxn ang="0">
                    <a:pos x="connsiteX0" y="connsiteY0"/>
                  </a:cxn>
                  <a:cxn ang="0">
                    <a:pos x="connsiteX1" y="connsiteY1"/>
                  </a:cxn>
                  <a:cxn ang="0">
                    <a:pos x="connsiteX2" y="connsiteY2"/>
                  </a:cxn>
                </a:cxnLst>
                <a:rect l="l" t="t" r="r" b="b"/>
                <a:pathLst>
                  <a:path w="10389" h="2454">
                    <a:moveTo>
                      <a:pt x="6315" y="364"/>
                    </a:moveTo>
                    <a:cubicBezTo>
                      <a:pt x="3509" y="849"/>
                      <a:pt x="680" y="1627"/>
                      <a:pt x="0" y="2095"/>
                    </a:cubicBezTo>
                    <a:cubicBezTo>
                      <a:pt x="17" y="3833"/>
                      <a:pt x="18305" y="-1385"/>
                      <a:pt x="6315" y="36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4" name="Freeform: Shape 713">
                <a:extLst>
                  <a:ext uri="{FF2B5EF4-FFF2-40B4-BE49-F238E27FC236}">
                    <a16:creationId xmlns:a16="http://schemas.microsoft.com/office/drawing/2014/main" id="{013AFFD9-5C78-AAF2-4B05-424687E91FCD}"/>
                  </a:ext>
                </a:extLst>
              </p:cNvPr>
              <p:cNvSpPr/>
              <p:nvPr/>
            </p:nvSpPr>
            <p:spPr>
              <a:xfrm>
                <a:off x="2724100" y="6586115"/>
                <a:ext cx="10123" cy="3221"/>
              </a:xfrm>
              <a:custGeom>
                <a:avLst/>
                <a:gdLst>
                  <a:gd name="connsiteX0" fmla="*/ 6115 w 10123"/>
                  <a:gd name="connsiteY0" fmla="*/ 908 h 3221"/>
                  <a:gd name="connsiteX1" fmla="*/ 0 w 10123"/>
                  <a:gd name="connsiteY1" fmla="*/ 3092 h 3221"/>
                  <a:gd name="connsiteX2" fmla="*/ 6115 w 10123"/>
                  <a:gd name="connsiteY2" fmla="*/ 908 h 3221"/>
                </a:gdLst>
                <a:ahLst/>
                <a:cxnLst>
                  <a:cxn ang="0">
                    <a:pos x="connsiteX0" y="connsiteY0"/>
                  </a:cxn>
                  <a:cxn ang="0">
                    <a:pos x="connsiteX1" y="connsiteY1"/>
                  </a:cxn>
                  <a:cxn ang="0">
                    <a:pos x="connsiteX2" y="connsiteY2"/>
                  </a:cxn>
                </a:cxnLst>
                <a:rect l="l" t="t" r="r" b="b"/>
                <a:pathLst>
                  <a:path w="10123" h="3221">
                    <a:moveTo>
                      <a:pt x="6115" y="908"/>
                    </a:moveTo>
                    <a:cubicBezTo>
                      <a:pt x="3383" y="1703"/>
                      <a:pt x="646" y="2680"/>
                      <a:pt x="0" y="3092"/>
                    </a:cubicBezTo>
                    <a:cubicBezTo>
                      <a:pt x="120" y="4206"/>
                      <a:pt x="17842" y="-2326"/>
                      <a:pt x="6115" y="9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5" name="Freeform: Shape 714">
                <a:extLst>
                  <a:ext uri="{FF2B5EF4-FFF2-40B4-BE49-F238E27FC236}">
                    <a16:creationId xmlns:a16="http://schemas.microsoft.com/office/drawing/2014/main" id="{361C96A2-BAAD-5531-A95D-F05763713FF0}"/>
                  </a:ext>
                </a:extLst>
              </p:cNvPr>
              <p:cNvSpPr/>
              <p:nvPr/>
            </p:nvSpPr>
            <p:spPr>
              <a:xfrm>
                <a:off x="2793034" y="6538459"/>
                <a:ext cx="9767" cy="4091"/>
              </a:xfrm>
              <a:custGeom>
                <a:avLst/>
                <a:gdLst>
                  <a:gd name="connsiteX0" fmla="*/ 5921 w 9767"/>
                  <a:gd name="connsiteY0" fmla="*/ 1267 h 4091"/>
                  <a:gd name="connsiteX1" fmla="*/ 0 w 9767"/>
                  <a:gd name="connsiteY1" fmla="*/ 4038 h 4091"/>
                  <a:gd name="connsiteX2" fmla="*/ 5921 w 9767"/>
                  <a:gd name="connsiteY2" fmla="*/ 1267 h 4091"/>
                </a:gdLst>
                <a:ahLst/>
                <a:cxnLst>
                  <a:cxn ang="0">
                    <a:pos x="connsiteX0" y="connsiteY0"/>
                  </a:cxn>
                  <a:cxn ang="0">
                    <a:pos x="connsiteX1" y="connsiteY1"/>
                  </a:cxn>
                  <a:cxn ang="0">
                    <a:pos x="connsiteX2" y="connsiteY2"/>
                  </a:cxn>
                </a:cxnLst>
                <a:rect l="l" t="t" r="r" b="b"/>
                <a:pathLst>
                  <a:path w="9767" h="4091">
                    <a:moveTo>
                      <a:pt x="5921" y="1267"/>
                    </a:moveTo>
                    <a:cubicBezTo>
                      <a:pt x="3263" y="2347"/>
                      <a:pt x="611" y="3587"/>
                      <a:pt x="0" y="4038"/>
                    </a:cubicBezTo>
                    <a:cubicBezTo>
                      <a:pt x="434" y="4799"/>
                      <a:pt x="17088" y="-2957"/>
                      <a:pt x="5921" y="12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6" name="Freeform: Shape 715">
                <a:extLst>
                  <a:ext uri="{FF2B5EF4-FFF2-40B4-BE49-F238E27FC236}">
                    <a16:creationId xmlns:a16="http://schemas.microsoft.com/office/drawing/2014/main" id="{4C33A094-60EA-5818-5721-8DB4C6B2BA13}"/>
                  </a:ext>
                </a:extLst>
              </p:cNvPr>
              <p:cNvSpPr/>
              <p:nvPr/>
            </p:nvSpPr>
            <p:spPr>
              <a:xfrm>
                <a:off x="2574214" y="6694334"/>
                <a:ext cx="10601" cy="2333"/>
              </a:xfrm>
              <a:custGeom>
                <a:avLst/>
                <a:gdLst>
                  <a:gd name="connsiteX0" fmla="*/ 6599 w 10601"/>
                  <a:gd name="connsiteY0" fmla="*/ 34 h 2333"/>
                  <a:gd name="connsiteX1" fmla="*/ 3999 w 10601"/>
                  <a:gd name="connsiteY1" fmla="*/ 2303 h 2333"/>
                  <a:gd name="connsiteX2" fmla="*/ 6599 w 10601"/>
                  <a:gd name="connsiteY2" fmla="*/ 34 h 2333"/>
                </a:gdLst>
                <a:ahLst/>
                <a:cxnLst>
                  <a:cxn ang="0">
                    <a:pos x="connsiteX0" y="connsiteY0"/>
                  </a:cxn>
                  <a:cxn ang="0">
                    <a:pos x="connsiteX1" y="connsiteY1"/>
                  </a:cxn>
                  <a:cxn ang="0">
                    <a:pos x="connsiteX2" y="connsiteY2"/>
                  </a:cxn>
                </a:cxnLst>
                <a:rect l="l" t="t" r="r" b="b"/>
                <a:pathLst>
                  <a:path w="10601" h="2333">
                    <a:moveTo>
                      <a:pt x="6599" y="34"/>
                    </a:moveTo>
                    <a:cubicBezTo>
                      <a:pt x="1982" y="160"/>
                      <a:pt x="-4179" y="2634"/>
                      <a:pt x="3999" y="2303"/>
                    </a:cubicBezTo>
                    <a:cubicBezTo>
                      <a:pt x="8628" y="2194"/>
                      <a:pt x="14778" y="-320"/>
                      <a:pt x="6599" y="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7" name="Freeform: Shape 716">
                <a:extLst>
                  <a:ext uri="{FF2B5EF4-FFF2-40B4-BE49-F238E27FC236}">
                    <a16:creationId xmlns:a16="http://schemas.microsoft.com/office/drawing/2014/main" id="{4A1B1F26-E100-A803-3018-2AE9DCF227F8}"/>
                  </a:ext>
                </a:extLst>
              </p:cNvPr>
              <p:cNvSpPr/>
              <p:nvPr/>
            </p:nvSpPr>
            <p:spPr>
              <a:xfrm>
                <a:off x="2001193" y="7378739"/>
                <a:ext cx="13104" cy="4792"/>
              </a:xfrm>
              <a:custGeom>
                <a:avLst/>
                <a:gdLst>
                  <a:gd name="connsiteX0" fmla="*/ 8269 w 13104"/>
                  <a:gd name="connsiteY0" fmla="*/ 0 h 4792"/>
                  <a:gd name="connsiteX1" fmla="*/ 45 w 13104"/>
                  <a:gd name="connsiteY1" fmla="*/ 2349 h 4792"/>
                  <a:gd name="connsiteX2" fmla="*/ 8269 w 13104"/>
                  <a:gd name="connsiteY2" fmla="*/ 0 h 4792"/>
                </a:gdLst>
                <a:ahLst/>
                <a:cxnLst>
                  <a:cxn ang="0">
                    <a:pos x="connsiteX0" y="connsiteY0"/>
                  </a:cxn>
                  <a:cxn ang="0">
                    <a:pos x="connsiteX1" y="connsiteY1"/>
                  </a:cxn>
                  <a:cxn ang="0">
                    <a:pos x="connsiteX2" y="connsiteY2"/>
                  </a:cxn>
                </a:cxnLst>
                <a:rect l="l" t="t" r="r" b="b"/>
                <a:pathLst>
                  <a:path w="13104" h="4792">
                    <a:moveTo>
                      <a:pt x="8269" y="0"/>
                    </a:moveTo>
                    <a:cubicBezTo>
                      <a:pt x="4777" y="0"/>
                      <a:pt x="1096" y="1051"/>
                      <a:pt x="45" y="2349"/>
                    </a:cubicBezTo>
                    <a:cubicBezTo>
                      <a:pt x="-1178" y="8475"/>
                      <a:pt x="23151" y="1309"/>
                      <a:pt x="826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8" name="Freeform: Shape 717">
                <a:extLst>
                  <a:ext uri="{FF2B5EF4-FFF2-40B4-BE49-F238E27FC236}">
                    <a16:creationId xmlns:a16="http://schemas.microsoft.com/office/drawing/2014/main" id="{BC0B556A-A4AB-1363-AB2E-711182F9C9F5}"/>
                  </a:ext>
                </a:extLst>
              </p:cNvPr>
              <p:cNvSpPr/>
              <p:nvPr/>
            </p:nvSpPr>
            <p:spPr>
              <a:xfrm>
                <a:off x="2112902" y="7241235"/>
                <a:ext cx="12586" cy="4447"/>
              </a:xfrm>
              <a:custGeom>
                <a:avLst/>
                <a:gdLst>
                  <a:gd name="connsiteX0" fmla="*/ 8077 w 12586"/>
                  <a:gd name="connsiteY0" fmla="*/ 29 h 4447"/>
                  <a:gd name="connsiteX1" fmla="*/ 4505 w 12586"/>
                  <a:gd name="connsiteY1" fmla="*/ 4419 h 4447"/>
                  <a:gd name="connsiteX2" fmla="*/ 8077 w 12586"/>
                  <a:gd name="connsiteY2" fmla="*/ 29 h 4447"/>
                </a:gdLst>
                <a:ahLst/>
                <a:cxnLst>
                  <a:cxn ang="0">
                    <a:pos x="connsiteX0" y="connsiteY0"/>
                  </a:cxn>
                  <a:cxn ang="0">
                    <a:pos x="connsiteX1" y="connsiteY1"/>
                  </a:cxn>
                  <a:cxn ang="0">
                    <a:pos x="connsiteX2" y="connsiteY2"/>
                  </a:cxn>
                </a:cxnLst>
                <a:rect l="l" t="t" r="r" b="b"/>
                <a:pathLst>
                  <a:path w="12586" h="4447">
                    <a:moveTo>
                      <a:pt x="8077" y="29"/>
                    </a:moveTo>
                    <a:cubicBezTo>
                      <a:pt x="2585" y="-394"/>
                      <a:pt x="-4959" y="3927"/>
                      <a:pt x="4505" y="4419"/>
                    </a:cubicBezTo>
                    <a:cubicBezTo>
                      <a:pt x="10008" y="4841"/>
                      <a:pt x="17546" y="521"/>
                      <a:pt x="8077"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19" name="Freeform: Shape 718">
                <a:extLst>
                  <a:ext uri="{FF2B5EF4-FFF2-40B4-BE49-F238E27FC236}">
                    <a16:creationId xmlns:a16="http://schemas.microsoft.com/office/drawing/2014/main" id="{831628AE-C07C-CF31-4BEF-C99A4FDDE832}"/>
                  </a:ext>
                </a:extLst>
              </p:cNvPr>
              <p:cNvSpPr/>
              <p:nvPr/>
            </p:nvSpPr>
            <p:spPr>
              <a:xfrm>
                <a:off x="2316107" y="6992770"/>
                <a:ext cx="11733" cy="3889"/>
              </a:xfrm>
              <a:custGeom>
                <a:avLst/>
                <a:gdLst>
                  <a:gd name="connsiteX0" fmla="*/ 7428 w 11733"/>
                  <a:gd name="connsiteY0" fmla="*/ 24 h 3889"/>
                  <a:gd name="connsiteX1" fmla="*/ 4302 w 11733"/>
                  <a:gd name="connsiteY1" fmla="*/ 3865 h 3889"/>
                  <a:gd name="connsiteX2" fmla="*/ 7428 w 11733"/>
                  <a:gd name="connsiteY2" fmla="*/ 24 h 3889"/>
                </a:gdLst>
                <a:ahLst/>
                <a:cxnLst>
                  <a:cxn ang="0">
                    <a:pos x="connsiteX0" y="connsiteY0"/>
                  </a:cxn>
                  <a:cxn ang="0">
                    <a:pos x="connsiteX1" y="connsiteY1"/>
                  </a:cxn>
                  <a:cxn ang="0">
                    <a:pos x="connsiteX2" y="connsiteY2"/>
                  </a:cxn>
                </a:cxnLst>
                <a:rect l="l" t="t" r="r" b="b"/>
                <a:pathLst>
                  <a:path w="11733" h="3889">
                    <a:moveTo>
                      <a:pt x="7428" y="24"/>
                    </a:moveTo>
                    <a:cubicBezTo>
                      <a:pt x="2182" y="-337"/>
                      <a:pt x="-4556" y="3453"/>
                      <a:pt x="4302" y="3865"/>
                    </a:cubicBezTo>
                    <a:cubicBezTo>
                      <a:pt x="9560" y="4230"/>
                      <a:pt x="16287" y="435"/>
                      <a:pt x="7428" y="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0" name="Freeform: Shape 719">
                <a:extLst>
                  <a:ext uri="{FF2B5EF4-FFF2-40B4-BE49-F238E27FC236}">
                    <a16:creationId xmlns:a16="http://schemas.microsoft.com/office/drawing/2014/main" id="{90B1873B-5EAE-09F9-89C8-BF60C79176C1}"/>
                  </a:ext>
                </a:extLst>
              </p:cNvPr>
              <p:cNvSpPr/>
              <p:nvPr/>
            </p:nvSpPr>
            <p:spPr>
              <a:xfrm>
                <a:off x="2217860" y="7112868"/>
                <a:ext cx="12149" cy="4156"/>
              </a:xfrm>
              <a:custGeom>
                <a:avLst/>
                <a:gdLst>
                  <a:gd name="connsiteX0" fmla="*/ 7744 w 12149"/>
                  <a:gd name="connsiteY0" fmla="*/ 26 h 4156"/>
                  <a:gd name="connsiteX1" fmla="*/ 4400 w 12149"/>
                  <a:gd name="connsiteY1" fmla="*/ 4130 h 4156"/>
                  <a:gd name="connsiteX2" fmla="*/ 7744 w 12149"/>
                  <a:gd name="connsiteY2" fmla="*/ 26 h 4156"/>
                </a:gdLst>
                <a:ahLst/>
                <a:cxnLst>
                  <a:cxn ang="0">
                    <a:pos x="connsiteX0" y="connsiteY0"/>
                  </a:cxn>
                  <a:cxn ang="0">
                    <a:pos x="connsiteX1" y="connsiteY1"/>
                  </a:cxn>
                  <a:cxn ang="0">
                    <a:pos x="connsiteX2" y="connsiteY2"/>
                  </a:cxn>
                </a:cxnLst>
                <a:rect l="l" t="t" r="r" b="b"/>
                <a:pathLst>
                  <a:path w="12149" h="4156">
                    <a:moveTo>
                      <a:pt x="7744" y="26"/>
                    </a:moveTo>
                    <a:cubicBezTo>
                      <a:pt x="2383" y="-362"/>
                      <a:pt x="-4755" y="3678"/>
                      <a:pt x="4400" y="4130"/>
                    </a:cubicBezTo>
                    <a:cubicBezTo>
                      <a:pt x="9772" y="4518"/>
                      <a:pt x="16905" y="478"/>
                      <a:pt x="7744" y="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1" name="Freeform: Shape 720">
                <a:extLst>
                  <a:ext uri="{FF2B5EF4-FFF2-40B4-BE49-F238E27FC236}">
                    <a16:creationId xmlns:a16="http://schemas.microsoft.com/office/drawing/2014/main" id="{F7AD5B32-FF41-FEDC-EB27-65B462B90114}"/>
                  </a:ext>
                </a:extLst>
              </p:cNvPr>
              <p:cNvSpPr/>
              <p:nvPr/>
            </p:nvSpPr>
            <p:spPr>
              <a:xfrm>
                <a:off x="2857985" y="6481267"/>
                <a:ext cx="9574" cy="5063"/>
              </a:xfrm>
              <a:custGeom>
                <a:avLst/>
                <a:gdLst>
                  <a:gd name="connsiteX0" fmla="*/ 5732 w 9574"/>
                  <a:gd name="connsiteY0" fmla="*/ 1543 h 5063"/>
                  <a:gd name="connsiteX1" fmla="*/ 0 w 9574"/>
                  <a:gd name="connsiteY1" fmla="*/ 4938 h 5063"/>
                  <a:gd name="connsiteX2" fmla="*/ 5732 w 9574"/>
                  <a:gd name="connsiteY2" fmla="*/ 1543 h 5063"/>
                </a:gdLst>
                <a:ahLst/>
                <a:cxnLst>
                  <a:cxn ang="0">
                    <a:pos x="connsiteX0" y="connsiteY0"/>
                  </a:cxn>
                  <a:cxn ang="0">
                    <a:pos x="connsiteX1" y="connsiteY1"/>
                  </a:cxn>
                  <a:cxn ang="0">
                    <a:pos x="connsiteX2" y="connsiteY2"/>
                  </a:cxn>
                </a:cxnLst>
                <a:rect l="l" t="t" r="r" b="b"/>
                <a:pathLst>
                  <a:path w="9574" h="5063">
                    <a:moveTo>
                      <a:pt x="5732" y="1543"/>
                    </a:moveTo>
                    <a:cubicBezTo>
                      <a:pt x="3143" y="2829"/>
                      <a:pt x="577" y="4349"/>
                      <a:pt x="0" y="4938"/>
                    </a:cubicBezTo>
                    <a:cubicBezTo>
                      <a:pt x="326" y="6281"/>
                      <a:pt x="16854" y="-3721"/>
                      <a:pt x="5732" y="15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2" name="Freeform: Shape 721">
                <a:extLst>
                  <a:ext uri="{FF2B5EF4-FFF2-40B4-BE49-F238E27FC236}">
                    <a16:creationId xmlns:a16="http://schemas.microsoft.com/office/drawing/2014/main" id="{628BA0ED-3E93-598A-CACB-FB09931D2944}"/>
                  </a:ext>
                </a:extLst>
              </p:cNvPr>
              <p:cNvSpPr/>
              <p:nvPr/>
            </p:nvSpPr>
            <p:spPr>
              <a:xfrm>
                <a:off x="2407922" y="6880134"/>
                <a:ext cx="11431" cy="3683"/>
              </a:xfrm>
              <a:custGeom>
                <a:avLst/>
                <a:gdLst>
                  <a:gd name="connsiteX0" fmla="*/ 7031 w 11431"/>
                  <a:gd name="connsiteY0" fmla="*/ 0 h 3683"/>
                  <a:gd name="connsiteX1" fmla="*/ 13 w 11431"/>
                  <a:gd name="connsiteY1" fmla="*/ 1805 h 3683"/>
                  <a:gd name="connsiteX2" fmla="*/ 7031 w 11431"/>
                  <a:gd name="connsiteY2" fmla="*/ 0 h 3683"/>
                </a:gdLst>
                <a:ahLst/>
                <a:cxnLst>
                  <a:cxn ang="0">
                    <a:pos x="connsiteX0" y="connsiteY0"/>
                  </a:cxn>
                  <a:cxn ang="0">
                    <a:pos x="connsiteX1" y="connsiteY1"/>
                  </a:cxn>
                  <a:cxn ang="0">
                    <a:pos x="connsiteX2" y="connsiteY2"/>
                  </a:cxn>
                </a:cxnLst>
                <a:rect l="l" t="t" r="r" b="b"/>
                <a:pathLst>
                  <a:path w="11431" h="3683">
                    <a:moveTo>
                      <a:pt x="7031" y="0"/>
                    </a:moveTo>
                    <a:cubicBezTo>
                      <a:pt x="3962" y="0"/>
                      <a:pt x="818" y="806"/>
                      <a:pt x="13" y="1805"/>
                    </a:cubicBezTo>
                    <a:cubicBezTo>
                      <a:pt x="-582" y="6509"/>
                      <a:pt x="20249" y="1017"/>
                      <a:pt x="703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3" name="Freeform: Shape 722">
                <a:extLst>
                  <a:ext uri="{FF2B5EF4-FFF2-40B4-BE49-F238E27FC236}">
                    <a16:creationId xmlns:a16="http://schemas.microsoft.com/office/drawing/2014/main" id="{0978DFB7-0AC6-00F9-83AE-4C8359B7FB58}"/>
                  </a:ext>
                </a:extLst>
              </p:cNvPr>
              <p:cNvSpPr/>
              <p:nvPr/>
            </p:nvSpPr>
            <p:spPr>
              <a:xfrm>
                <a:off x="3232769" y="6238628"/>
                <a:ext cx="8097" cy="3874"/>
              </a:xfrm>
              <a:custGeom>
                <a:avLst/>
                <a:gdLst>
                  <a:gd name="connsiteX0" fmla="*/ 4715 w 8097"/>
                  <a:gd name="connsiteY0" fmla="*/ 718 h 3874"/>
                  <a:gd name="connsiteX1" fmla="*/ 6 w 8097"/>
                  <a:gd name="connsiteY1" fmla="*/ 472 h 3874"/>
                  <a:gd name="connsiteX2" fmla="*/ 4715 w 8097"/>
                  <a:gd name="connsiteY2" fmla="*/ 718 h 3874"/>
                </a:gdLst>
                <a:ahLst/>
                <a:cxnLst>
                  <a:cxn ang="0">
                    <a:pos x="connsiteX0" y="connsiteY0"/>
                  </a:cxn>
                  <a:cxn ang="0">
                    <a:pos x="connsiteX1" y="connsiteY1"/>
                  </a:cxn>
                  <a:cxn ang="0">
                    <a:pos x="connsiteX2" y="connsiteY2"/>
                  </a:cxn>
                </a:cxnLst>
                <a:rect l="l" t="t" r="r" b="b"/>
                <a:pathLst>
                  <a:path w="8097" h="3874">
                    <a:moveTo>
                      <a:pt x="4715" y="718"/>
                    </a:moveTo>
                    <a:cubicBezTo>
                      <a:pt x="2526" y="-134"/>
                      <a:pt x="417" y="-242"/>
                      <a:pt x="6" y="472"/>
                    </a:cubicBezTo>
                    <a:cubicBezTo>
                      <a:pt x="-337" y="4341"/>
                      <a:pt x="14591" y="5535"/>
                      <a:pt x="4715" y="7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4" name="Freeform: Shape 723">
                <a:extLst>
                  <a:ext uri="{FF2B5EF4-FFF2-40B4-BE49-F238E27FC236}">
                    <a16:creationId xmlns:a16="http://schemas.microsoft.com/office/drawing/2014/main" id="{7E7F34B4-742C-B699-0F4E-377A56D2D2AE}"/>
                  </a:ext>
                </a:extLst>
              </p:cNvPr>
              <p:cNvSpPr/>
              <p:nvPr/>
            </p:nvSpPr>
            <p:spPr>
              <a:xfrm>
                <a:off x="3319936" y="6050620"/>
                <a:ext cx="7535" cy="6277"/>
              </a:xfrm>
              <a:custGeom>
                <a:avLst/>
                <a:gdLst>
                  <a:gd name="connsiteX0" fmla="*/ 4456 w 7535"/>
                  <a:gd name="connsiteY0" fmla="*/ 1473 h 6277"/>
                  <a:gd name="connsiteX1" fmla="*/ 3073 w 7535"/>
                  <a:gd name="connsiteY1" fmla="*/ 4811 h 6277"/>
                  <a:gd name="connsiteX2" fmla="*/ 4456 w 7535"/>
                  <a:gd name="connsiteY2" fmla="*/ 1473 h 6277"/>
                </a:gdLst>
                <a:ahLst/>
                <a:cxnLst>
                  <a:cxn ang="0">
                    <a:pos x="connsiteX0" y="connsiteY0"/>
                  </a:cxn>
                  <a:cxn ang="0">
                    <a:pos x="connsiteX1" y="connsiteY1"/>
                  </a:cxn>
                  <a:cxn ang="0">
                    <a:pos x="connsiteX2" y="connsiteY2"/>
                  </a:cxn>
                </a:cxnLst>
                <a:rect l="l" t="t" r="r" b="b"/>
                <a:pathLst>
                  <a:path w="7535" h="6277">
                    <a:moveTo>
                      <a:pt x="4456" y="1473"/>
                    </a:moveTo>
                    <a:cubicBezTo>
                      <a:pt x="-893" y="-2202"/>
                      <a:pt x="-1516" y="1794"/>
                      <a:pt x="3073" y="4811"/>
                    </a:cubicBezTo>
                    <a:cubicBezTo>
                      <a:pt x="8440" y="8457"/>
                      <a:pt x="9045" y="4525"/>
                      <a:pt x="4456" y="147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5" name="Freeform: Shape 724">
                <a:extLst>
                  <a:ext uri="{FF2B5EF4-FFF2-40B4-BE49-F238E27FC236}">
                    <a16:creationId xmlns:a16="http://schemas.microsoft.com/office/drawing/2014/main" id="{614363BA-3E5D-0155-CE9F-6AEC70987FF6}"/>
                  </a:ext>
                </a:extLst>
              </p:cNvPr>
              <p:cNvSpPr/>
              <p:nvPr/>
            </p:nvSpPr>
            <p:spPr>
              <a:xfrm>
                <a:off x="3277183" y="6150401"/>
                <a:ext cx="7705" cy="5159"/>
              </a:xfrm>
              <a:custGeom>
                <a:avLst/>
                <a:gdLst>
                  <a:gd name="connsiteX0" fmla="*/ 4569 w 7705"/>
                  <a:gd name="connsiteY0" fmla="*/ 1008 h 5159"/>
                  <a:gd name="connsiteX1" fmla="*/ 3135 w 7705"/>
                  <a:gd name="connsiteY1" fmla="*/ 4156 h 5159"/>
                  <a:gd name="connsiteX2" fmla="*/ 4569 w 7705"/>
                  <a:gd name="connsiteY2" fmla="*/ 1008 h 5159"/>
                </a:gdLst>
                <a:ahLst/>
                <a:cxnLst>
                  <a:cxn ang="0">
                    <a:pos x="connsiteX0" y="connsiteY0"/>
                  </a:cxn>
                  <a:cxn ang="0">
                    <a:pos x="connsiteX1" y="connsiteY1"/>
                  </a:cxn>
                  <a:cxn ang="0">
                    <a:pos x="connsiteX2" y="connsiteY2"/>
                  </a:cxn>
                </a:cxnLst>
                <a:rect l="l" t="t" r="r" b="b"/>
                <a:pathLst>
                  <a:path w="7705" h="5159">
                    <a:moveTo>
                      <a:pt x="4569" y="1008"/>
                    </a:moveTo>
                    <a:cubicBezTo>
                      <a:pt x="-557" y="-1708"/>
                      <a:pt x="-1831" y="1653"/>
                      <a:pt x="3135" y="4156"/>
                    </a:cubicBezTo>
                    <a:cubicBezTo>
                      <a:pt x="8273" y="6848"/>
                      <a:pt x="9530" y="3545"/>
                      <a:pt x="4569" y="100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6" name="Freeform: Shape 725">
                <a:extLst>
                  <a:ext uri="{FF2B5EF4-FFF2-40B4-BE49-F238E27FC236}">
                    <a16:creationId xmlns:a16="http://schemas.microsoft.com/office/drawing/2014/main" id="{B5F692FE-2D47-04F5-7621-83F528DCB29C}"/>
                  </a:ext>
                </a:extLst>
              </p:cNvPr>
              <p:cNvSpPr/>
              <p:nvPr/>
            </p:nvSpPr>
            <p:spPr>
              <a:xfrm>
                <a:off x="3400137" y="5863900"/>
                <a:ext cx="7400" cy="8151"/>
              </a:xfrm>
              <a:custGeom>
                <a:avLst/>
                <a:gdLst>
                  <a:gd name="connsiteX0" fmla="*/ 4322 w 7400"/>
                  <a:gd name="connsiteY0" fmla="*/ 2896 h 8151"/>
                  <a:gd name="connsiteX1" fmla="*/ 7345 w 7400"/>
                  <a:gd name="connsiteY1" fmla="*/ 8040 h 8151"/>
                  <a:gd name="connsiteX2" fmla="*/ 4322 w 7400"/>
                  <a:gd name="connsiteY2" fmla="*/ 2896 h 8151"/>
                </a:gdLst>
                <a:ahLst/>
                <a:cxnLst>
                  <a:cxn ang="0">
                    <a:pos x="connsiteX0" y="connsiteY0"/>
                  </a:cxn>
                  <a:cxn ang="0">
                    <a:pos x="connsiteX1" y="connsiteY1"/>
                  </a:cxn>
                  <a:cxn ang="0">
                    <a:pos x="connsiteX2" y="connsiteY2"/>
                  </a:cxn>
                </a:cxnLst>
                <a:rect l="l" t="t" r="r" b="b"/>
                <a:pathLst>
                  <a:path w="7400" h="8151">
                    <a:moveTo>
                      <a:pt x="4322" y="2896"/>
                    </a:moveTo>
                    <a:cubicBezTo>
                      <a:pt x="-5571" y="-6346"/>
                      <a:pt x="4179" y="9628"/>
                      <a:pt x="7345" y="8040"/>
                    </a:cubicBezTo>
                    <a:cubicBezTo>
                      <a:pt x="7694" y="7342"/>
                      <a:pt x="6340" y="5039"/>
                      <a:pt x="4322" y="28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7" name="Freeform: Shape 726">
                <a:extLst>
                  <a:ext uri="{FF2B5EF4-FFF2-40B4-BE49-F238E27FC236}">
                    <a16:creationId xmlns:a16="http://schemas.microsoft.com/office/drawing/2014/main" id="{78166FB0-53CE-9D37-8FBF-659CEBCBAC58}"/>
                  </a:ext>
                </a:extLst>
              </p:cNvPr>
              <p:cNvSpPr/>
              <p:nvPr/>
            </p:nvSpPr>
            <p:spPr>
              <a:xfrm>
                <a:off x="3360977" y="5951185"/>
                <a:ext cx="7372" cy="7282"/>
              </a:xfrm>
              <a:custGeom>
                <a:avLst/>
                <a:gdLst>
                  <a:gd name="connsiteX0" fmla="*/ 4345 w 7372"/>
                  <a:gd name="connsiteY0" fmla="*/ 2079 h 7282"/>
                  <a:gd name="connsiteX1" fmla="*/ 3025 w 7372"/>
                  <a:gd name="connsiteY1" fmla="*/ 5211 h 7282"/>
                  <a:gd name="connsiteX2" fmla="*/ 4345 w 7372"/>
                  <a:gd name="connsiteY2" fmla="*/ 2079 h 7282"/>
                </a:gdLst>
                <a:ahLst/>
                <a:cxnLst>
                  <a:cxn ang="0">
                    <a:pos x="connsiteX0" y="connsiteY0"/>
                  </a:cxn>
                  <a:cxn ang="0">
                    <a:pos x="connsiteX1" y="connsiteY1"/>
                  </a:cxn>
                  <a:cxn ang="0">
                    <a:pos x="connsiteX2" y="connsiteY2"/>
                  </a:cxn>
                </a:cxnLst>
                <a:rect l="l" t="t" r="r" b="b"/>
                <a:pathLst>
                  <a:path w="7372" h="7282">
                    <a:moveTo>
                      <a:pt x="4345" y="2079"/>
                    </a:moveTo>
                    <a:cubicBezTo>
                      <a:pt x="-1049" y="-2596"/>
                      <a:pt x="-1341" y="1570"/>
                      <a:pt x="3025" y="5211"/>
                    </a:cubicBezTo>
                    <a:cubicBezTo>
                      <a:pt x="8432" y="9857"/>
                      <a:pt x="8706" y="5748"/>
                      <a:pt x="4345" y="207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8" name="Freeform: Shape 727">
                <a:extLst>
                  <a:ext uri="{FF2B5EF4-FFF2-40B4-BE49-F238E27FC236}">
                    <a16:creationId xmlns:a16="http://schemas.microsoft.com/office/drawing/2014/main" id="{F01AB1AA-8000-6931-7634-24A60D76EA8A}"/>
                  </a:ext>
                </a:extLst>
              </p:cNvPr>
              <p:cNvSpPr/>
              <p:nvPr/>
            </p:nvSpPr>
            <p:spPr>
              <a:xfrm>
                <a:off x="3139043" y="6335206"/>
                <a:ext cx="8437" cy="1970"/>
              </a:xfrm>
              <a:custGeom>
                <a:avLst/>
                <a:gdLst>
                  <a:gd name="connsiteX0" fmla="*/ 4961 w 8437"/>
                  <a:gd name="connsiteY0" fmla="*/ 643 h 1970"/>
                  <a:gd name="connsiteX1" fmla="*/ 0 w 8437"/>
                  <a:gd name="connsiteY1" fmla="*/ 66 h 1970"/>
                  <a:gd name="connsiteX2" fmla="*/ 4961 w 8437"/>
                  <a:gd name="connsiteY2" fmla="*/ 643 h 1970"/>
                </a:gdLst>
                <a:ahLst/>
                <a:cxnLst>
                  <a:cxn ang="0">
                    <a:pos x="connsiteX0" y="connsiteY0"/>
                  </a:cxn>
                  <a:cxn ang="0">
                    <a:pos x="connsiteX1" y="connsiteY1"/>
                  </a:cxn>
                  <a:cxn ang="0">
                    <a:pos x="connsiteX2" y="connsiteY2"/>
                  </a:cxn>
                </a:cxnLst>
                <a:rect l="l" t="t" r="r" b="b"/>
                <a:pathLst>
                  <a:path w="8437" h="1970">
                    <a:moveTo>
                      <a:pt x="4961" y="643"/>
                    </a:moveTo>
                    <a:cubicBezTo>
                      <a:pt x="2669" y="122"/>
                      <a:pt x="451" y="-129"/>
                      <a:pt x="0" y="66"/>
                    </a:cubicBezTo>
                    <a:cubicBezTo>
                      <a:pt x="114" y="1488"/>
                      <a:pt x="15002" y="3226"/>
                      <a:pt x="4961" y="6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29" name="Freeform: Shape 728">
                <a:extLst>
                  <a:ext uri="{FF2B5EF4-FFF2-40B4-BE49-F238E27FC236}">
                    <a16:creationId xmlns:a16="http://schemas.microsoft.com/office/drawing/2014/main" id="{243054DF-CEF0-ABB2-1F62-66B13EE270B1}"/>
                  </a:ext>
                </a:extLst>
              </p:cNvPr>
              <p:cNvSpPr/>
              <p:nvPr/>
            </p:nvSpPr>
            <p:spPr>
              <a:xfrm>
                <a:off x="3035796" y="6389668"/>
                <a:ext cx="8836" cy="1700"/>
              </a:xfrm>
              <a:custGeom>
                <a:avLst/>
                <a:gdLst>
                  <a:gd name="connsiteX0" fmla="*/ 5224 w 8836"/>
                  <a:gd name="connsiteY0" fmla="*/ 4 h 1700"/>
                  <a:gd name="connsiteX1" fmla="*/ 0 w 8836"/>
                  <a:gd name="connsiteY1" fmla="*/ 753 h 1700"/>
                  <a:gd name="connsiteX2" fmla="*/ 5224 w 8836"/>
                  <a:gd name="connsiteY2" fmla="*/ 4 h 1700"/>
                </a:gdLst>
                <a:ahLst/>
                <a:cxnLst>
                  <a:cxn ang="0">
                    <a:pos x="connsiteX0" y="connsiteY0"/>
                  </a:cxn>
                  <a:cxn ang="0">
                    <a:pos x="connsiteX1" y="connsiteY1"/>
                  </a:cxn>
                  <a:cxn ang="0">
                    <a:pos x="connsiteX2" y="connsiteY2"/>
                  </a:cxn>
                </a:cxnLst>
                <a:rect l="l" t="t" r="r" b="b"/>
                <a:pathLst>
                  <a:path w="8836" h="1700">
                    <a:moveTo>
                      <a:pt x="5224" y="4"/>
                    </a:moveTo>
                    <a:cubicBezTo>
                      <a:pt x="2829" y="-41"/>
                      <a:pt x="491" y="290"/>
                      <a:pt x="0" y="753"/>
                    </a:cubicBezTo>
                    <a:cubicBezTo>
                      <a:pt x="103" y="2982"/>
                      <a:pt x="15688" y="667"/>
                      <a:pt x="5224"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0" name="Freeform: Shape 729">
                <a:extLst>
                  <a:ext uri="{FF2B5EF4-FFF2-40B4-BE49-F238E27FC236}">
                    <a16:creationId xmlns:a16="http://schemas.microsoft.com/office/drawing/2014/main" id="{5ABFD1ED-FF37-46E2-0A51-76BD10FE0211}"/>
                  </a:ext>
                </a:extLst>
              </p:cNvPr>
              <p:cNvSpPr/>
              <p:nvPr/>
            </p:nvSpPr>
            <p:spPr>
              <a:xfrm>
                <a:off x="2979818" y="6431764"/>
                <a:ext cx="9038" cy="1119"/>
              </a:xfrm>
              <a:custGeom>
                <a:avLst/>
                <a:gdLst>
                  <a:gd name="connsiteX0" fmla="*/ 5412 w 9038"/>
                  <a:gd name="connsiteY0" fmla="*/ 520 h 1119"/>
                  <a:gd name="connsiteX1" fmla="*/ 0 w 9038"/>
                  <a:gd name="connsiteY1" fmla="*/ 1120 h 1119"/>
                  <a:gd name="connsiteX2" fmla="*/ 5412 w 9038"/>
                  <a:gd name="connsiteY2" fmla="*/ 520 h 1119"/>
                </a:gdLst>
                <a:ahLst/>
                <a:cxnLst>
                  <a:cxn ang="0">
                    <a:pos x="connsiteX0" y="connsiteY0"/>
                  </a:cxn>
                  <a:cxn ang="0">
                    <a:pos x="connsiteX1" y="connsiteY1"/>
                  </a:cxn>
                  <a:cxn ang="0">
                    <a:pos x="connsiteX2" y="connsiteY2"/>
                  </a:cxn>
                </a:cxnLst>
                <a:rect l="l" t="t" r="r" b="b"/>
                <a:pathLst>
                  <a:path w="9038" h="1119">
                    <a:moveTo>
                      <a:pt x="5412" y="520"/>
                    </a:moveTo>
                    <a:cubicBezTo>
                      <a:pt x="2955" y="817"/>
                      <a:pt x="531" y="1091"/>
                      <a:pt x="0" y="1120"/>
                    </a:cubicBezTo>
                    <a:cubicBezTo>
                      <a:pt x="274" y="857"/>
                      <a:pt x="15922" y="-835"/>
                      <a:pt x="5412" y="5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1" name="Freeform: Shape 730">
                <a:extLst>
                  <a:ext uri="{FF2B5EF4-FFF2-40B4-BE49-F238E27FC236}">
                    <a16:creationId xmlns:a16="http://schemas.microsoft.com/office/drawing/2014/main" id="{20E287DA-16A3-69C9-9B24-0A3B8DE0ECB0}"/>
                  </a:ext>
                </a:extLst>
              </p:cNvPr>
              <p:cNvSpPr/>
              <p:nvPr/>
            </p:nvSpPr>
            <p:spPr>
              <a:xfrm>
                <a:off x="3186969" y="6302992"/>
                <a:ext cx="8267" cy="2928"/>
              </a:xfrm>
              <a:custGeom>
                <a:avLst/>
                <a:gdLst>
                  <a:gd name="connsiteX0" fmla="*/ 4824 w 8267"/>
                  <a:gd name="connsiteY0" fmla="*/ 726 h 2928"/>
                  <a:gd name="connsiteX1" fmla="*/ 0 w 8267"/>
                  <a:gd name="connsiteY1" fmla="*/ 212 h 2928"/>
                  <a:gd name="connsiteX2" fmla="*/ 4824 w 8267"/>
                  <a:gd name="connsiteY2" fmla="*/ 726 h 2928"/>
                </a:gdLst>
                <a:ahLst/>
                <a:cxnLst>
                  <a:cxn ang="0">
                    <a:pos x="connsiteX0" y="connsiteY0"/>
                  </a:cxn>
                  <a:cxn ang="0">
                    <a:pos x="connsiteX1" y="connsiteY1"/>
                  </a:cxn>
                  <a:cxn ang="0">
                    <a:pos x="connsiteX2" y="connsiteY2"/>
                  </a:cxn>
                </a:cxnLst>
                <a:rect l="l" t="t" r="r" b="b"/>
                <a:pathLst>
                  <a:path w="8267" h="2928">
                    <a:moveTo>
                      <a:pt x="4824" y="726"/>
                    </a:moveTo>
                    <a:cubicBezTo>
                      <a:pt x="2584" y="18"/>
                      <a:pt x="423" y="-211"/>
                      <a:pt x="0" y="212"/>
                    </a:cubicBezTo>
                    <a:cubicBezTo>
                      <a:pt x="-91" y="2761"/>
                      <a:pt x="14802" y="4539"/>
                      <a:pt x="4824" y="7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2" name="Freeform: Shape 731">
                <a:extLst>
                  <a:ext uri="{FF2B5EF4-FFF2-40B4-BE49-F238E27FC236}">
                    <a16:creationId xmlns:a16="http://schemas.microsoft.com/office/drawing/2014/main" id="{41349E9B-1A66-E1C7-521D-B3870F7123E4}"/>
                  </a:ext>
                </a:extLst>
              </p:cNvPr>
              <p:cNvSpPr/>
              <p:nvPr/>
            </p:nvSpPr>
            <p:spPr>
              <a:xfrm>
                <a:off x="3088488" y="6355518"/>
                <a:ext cx="8621" cy="1158"/>
              </a:xfrm>
              <a:custGeom>
                <a:avLst/>
                <a:gdLst>
                  <a:gd name="connsiteX0" fmla="*/ 5092 w 8621"/>
                  <a:gd name="connsiteY0" fmla="*/ 219 h 1158"/>
                  <a:gd name="connsiteX1" fmla="*/ 0 w 8621"/>
                  <a:gd name="connsiteY1" fmla="*/ 138 h 1158"/>
                  <a:gd name="connsiteX2" fmla="*/ 5092 w 8621"/>
                  <a:gd name="connsiteY2" fmla="*/ 219 h 1158"/>
                </a:gdLst>
                <a:ahLst/>
                <a:cxnLst>
                  <a:cxn ang="0">
                    <a:pos x="connsiteX0" y="connsiteY0"/>
                  </a:cxn>
                  <a:cxn ang="0">
                    <a:pos x="connsiteX1" y="connsiteY1"/>
                  </a:cxn>
                  <a:cxn ang="0">
                    <a:pos x="connsiteX2" y="connsiteY2"/>
                  </a:cxn>
                </a:cxnLst>
                <a:rect l="l" t="t" r="r" b="b"/>
                <a:pathLst>
                  <a:path w="8621" h="1158">
                    <a:moveTo>
                      <a:pt x="5092" y="219"/>
                    </a:moveTo>
                    <a:cubicBezTo>
                      <a:pt x="2755" y="-39"/>
                      <a:pt x="469" y="-73"/>
                      <a:pt x="0" y="138"/>
                    </a:cubicBezTo>
                    <a:cubicBezTo>
                      <a:pt x="171" y="1384"/>
                      <a:pt x="15288" y="1579"/>
                      <a:pt x="5092" y="2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3" name="Freeform: Shape 732">
                <a:extLst>
                  <a:ext uri="{FF2B5EF4-FFF2-40B4-BE49-F238E27FC236}">
                    <a16:creationId xmlns:a16="http://schemas.microsoft.com/office/drawing/2014/main" id="{2DF4C871-1A98-EB05-97F3-42D05EAC9F2D}"/>
                  </a:ext>
                </a:extLst>
              </p:cNvPr>
              <p:cNvSpPr/>
              <p:nvPr/>
            </p:nvSpPr>
            <p:spPr>
              <a:xfrm>
                <a:off x="2919839" y="6425823"/>
                <a:ext cx="9308" cy="4049"/>
              </a:xfrm>
              <a:custGeom>
                <a:avLst/>
                <a:gdLst>
                  <a:gd name="connsiteX0" fmla="*/ 5578 w 9308"/>
                  <a:gd name="connsiteY0" fmla="*/ 1826 h 4049"/>
                  <a:gd name="connsiteX1" fmla="*/ 0 w 9308"/>
                  <a:gd name="connsiteY1" fmla="*/ 4049 h 4049"/>
                  <a:gd name="connsiteX2" fmla="*/ 5578 w 9308"/>
                  <a:gd name="connsiteY2" fmla="*/ 1826 h 4049"/>
                </a:gdLst>
                <a:ahLst/>
                <a:cxnLst>
                  <a:cxn ang="0">
                    <a:pos x="connsiteX0" y="connsiteY0"/>
                  </a:cxn>
                  <a:cxn ang="0">
                    <a:pos x="connsiteX1" y="connsiteY1"/>
                  </a:cxn>
                  <a:cxn ang="0">
                    <a:pos x="connsiteX2" y="connsiteY2"/>
                  </a:cxn>
                </a:cxnLst>
                <a:rect l="l" t="t" r="r" b="b"/>
                <a:pathLst>
                  <a:path w="9308" h="4049">
                    <a:moveTo>
                      <a:pt x="5578" y="1826"/>
                    </a:moveTo>
                    <a:cubicBezTo>
                      <a:pt x="3058" y="2923"/>
                      <a:pt x="560" y="3906"/>
                      <a:pt x="0" y="4049"/>
                    </a:cubicBezTo>
                    <a:cubicBezTo>
                      <a:pt x="132" y="3466"/>
                      <a:pt x="16442" y="-3112"/>
                      <a:pt x="5578" y="18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4" name="Freeform: Shape 733">
                <a:extLst>
                  <a:ext uri="{FF2B5EF4-FFF2-40B4-BE49-F238E27FC236}">
                    <a16:creationId xmlns:a16="http://schemas.microsoft.com/office/drawing/2014/main" id="{5B48C54D-896A-C1F5-CF9A-90799DC0F1A7}"/>
                  </a:ext>
                </a:extLst>
              </p:cNvPr>
              <p:cNvSpPr/>
              <p:nvPr/>
            </p:nvSpPr>
            <p:spPr>
              <a:xfrm>
                <a:off x="1882297" y="7526055"/>
                <a:ext cx="13081" cy="5228"/>
              </a:xfrm>
              <a:custGeom>
                <a:avLst/>
                <a:gdLst>
                  <a:gd name="connsiteX0" fmla="*/ 8556 w 13081"/>
                  <a:gd name="connsiteY0" fmla="*/ 91 h 5228"/>
                  <a:gd name="connsiteX1" fmla="*/ 4521 w 13081"/>
                  <a:gd name="connsiteY1" fmla="*/ 5137 h 5228"/>
                  <a:gd name="connsiteX2" fmla="*/ 8556 w 13081"/>
                  <a:gd name="connsiteY2" fmla="*/ 91 h 5228"/>
                </a:gdLst>
                <a:ahLst/>
                <a:cxnLst>
                  <a:cxn ang="0">
                    <a:pos x="connsiteX0" y="connsiteY0"/>
                  </a:cxn>
                  <a:cxn ang="0">
                    <a:pos x="connsiteX1" y="connsiteY1"/>
                  </a:cxn>
                  <a:cxn ang="0">
                    <a:pos x="connsiteX2" y="connsiteY2"/>
                  </a:cxn>
                </a:cxnLst>
                <a:rect l="l" t="t" r="r" b="b"/>
                <a:pathLst>
                  <a:path w="13081" h="5228">
                    <a:moveTo>
                      <a:pt x="8556" y="91"/>
                    </a:moveTo>
                    <a:cubicBezTo>
                      <a:pt x="3464" y="-772"/>
                      <a:pt x="-5457" y="4800"/>
                      <a:pt x="4521" y="5137"/>
                    </a:cubicBezTo>
                    <a:cubicBezTo>
                      <a:pt x="9613" y="6006"/>
                      <a:pt x="18546" y="428"/>
                      <a:pt x="8556" y="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5" name="Freeform: Shape 734">
                <a:extLst>
                  <a:ext uri="{FF2B5EF4-FFF2-40B4-BE49-F238E27FC236}">
                    <a16:creationId xmlns:a16="http://schemas.microsoft.com/office/drawing/2014/main" id="{02B61BCF-EE82-E4AB-9E06-2C1F624FCA5D}"/>
                  </a:ext>
                </a:extLst>
              </p:cNvPr>
              <p:cNvSpPr/>
              <p:nvPr/>
            </p:nvSpPr>
            <p:spPr>
              <a:xfrm>
                <a:off x="3242222" y="5587464"/>
                <a:ext cx="6827" cy="6631"/>
              </a:xfrm>
              <a:custGeom>
                <a:avLst/>
                <a:gdLst>
                  <a:gd name="connsiteX0" fmla="*/ 3897 w 6827"/>
                  <a:gd name="connsiteY0" fmla="*/ 2326 h 6631"/>
                  <a:gd name="connsiteX1" fmla="*/ 5292 w 6827"/>
                  <a:gd name="connsiteY1" fmla="*/ 6241 h 6631"/>
                  <a:gd name="connsiteX2" fmla="*/ 3897 w 6827"/>
                  <a:gd name="connsiteY2" fmla="*/ 2326 h 6631"/>
                </a:gdLst>
                <a:ahLst/>
                <a:cxnLst>
                  <a:cxn ang="0">
                    <a:pos x="connsiteX0" y="connsiteY0"/>
                  </a:cxn>
                  <a:cxn ang="0">
                    <a:pos x="connsiteX1" y="connsiteY1"/>
                  </a:cxn>
                  <a:cxn ang="0">
                    <a:pos x="connsiteX2" y="connsiteY2"/>
                  </a:cxn>
                </a:cxnLst>
                <a:rect l="l" t="t" r="r" b="b"/>
                <a:pathLst>
                  <a:path w="6827" h="6631">
                    <a:moveTo>
                      <a:pt x="3897" y="2326"/>
                    </a:moveTo>
                    <a:cubicBezTo>
                      <a:pt x="-3567" y="-4069"/>
                      <a:pt x="1280" y="4572"/>
                      <a:pt x="5292" y="6241"/>
                    </a:cubicBezTo>
                    <a:cubicBezTo>
                      <a:pt x="8904" y="8001"/>
                      <a:pt x="5183" y="3303"/>
                      <a:pt x="3897" y="23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6" name="Freeform: Shape 735">
                <a:extLst>
                  <a:ext uri="{FF2B5EF4-FFF2-40B4-BE49-F238E27FC236}">
                    <a16:creationId xmlns:a16="http://schemas.microsoft.com/office/drawing/2014/main" id="{898C7F9F-2579-8E86-5968-54BABA35EA0A}"/>
                  </a:ext>
                </a:extLst>
              </p:cNvPr>
              <p:cNvSpPr/>
              <p:nvPr/>
            </p:nvSpPr>
            <p:spPr>
              <a:xfrm>
                <a:off x="2198669" y="6777624"/>
                <a:ext cx="11094" cy="2888"/>
              </a:xfrm>
              <a:custGeom>
                <a:avLst/>
                <a:gdLst>
                  <a:gd name="connsiteX0" fmla="*/ 6926 w 11094"/>
                  <a:gd name="connsiteY0" fmla="*/ 0 h 2888"/>
                  <a:gd name="connsiteX1" fmla="*/ 17 w 11094"/>
                  <a:gd name="connsiteY1" fmla="*/ 1429 h 2888"/>
                  <a:gd name="connsiteX2" fmla="*/ 6926 w 11094"/>
                  <a:gd name="connsiteY2" fmla="*/ 0 h 2888"/>
                </a:gdLst>
                <a:ahLst/>
                <a:cxnLst>
                  <a:cxn ang="0">
                    <a:pos x="connsiteX0" y="connsiteY0"/>
                  </a:cxn>
                  <a:cxn ang="0">
                    <a:pos x="connsiteX1" y="connsiteY1"/>
                  </a:cxn>
                  <a:cxn ang="0">
                    <a:pos x="connsiteX2" y="connsiteY2"/>
                  </a:cxn>
                </a:cxnLst>
                <a:rect l="l" t="t" r="r" b="b"/>
                <a:pathLst>
                  <a:path w="11094" h="2888">
                    <a:moveTo>
                      <a:pt x="6926" y="0"/>
                    </a:moveTo>
                    <a:cubicBezTo>
                      <a:pt x="3948" y="17"/>
                      <a:pt x="857" y="652"/>
                      <a:pt x="17" y="1429"/>
                    </a:cubicBezTo>
                    <a:cubicBezTo>
                      <a:pt x="-658" y="5137"/>
                      <a:pt x="19573" y="691"/>
                      <a:pt x="692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7" name="Freeform: Shape 736">
                <a:extLst>
                  <a:ext uri="{FF2B5EF4-FFF2-40B4-BE49-F238E27FC236}">
                    <a16:creationId xmlns:a16="http://schemas.microsoft.com/office/drawing/2014/main" id="{985FA78A-71D6-A31C-607A-7597174AD93C}"/>
                  </a:ext>
                </a:extLst>
              </p:cNvPr>
              <p:cNvSpPr/>
              <p:nvPr/>
            </p:nvSpPr>
            <p:spPr>
              <a:xfrm>
                <a:off x="2288291" y="6713439"/>
                <a:ext cx="10742" cy="1661"/>
              </a:xfrm>
              <a:custGeom>
                <a:avLst/>
                <a:gdLst>
                  <a:gd name="connsiteX0" fmla="*/ 6675 w 10742"/>
                  <a:gd name="connsiteY0" fmla="*/ 22 h 1661"/>
                  <a:gd name="connsiteX1" fmla="*/ 6 w 10742"/>
                  <a:gd name="connsiteY1" fmla="*/ 1057 h 1661"/>
                  <a:gd name="connsiteX2" fmla="*/ 6675 w 10742"/>
                  <a:gd name="connsiteY2" fmla="*/ 22 h 1661"/>
                </a:gdLst>
                <a:ahLst/>
                <a:cxnLst>
                  <a:cxn ang="0">
                    <a:pos x="connsiteX0" y="connsiteY0"/>
                  </a:cxn>
                  <a:cxn ang="0">
                    <a:pos x="connsiteX1" y="connsiteY1"/>
                  </a:cxn>
                  <a:cxn ang="0">
                    <a:pos x="connsiteX2" y="connsiteY2"/>
                  </a:cxn>
                </a:cxnLst>
                <a:rect l="l" t="t" r="r" b="b"/>
                <a:pathLst>
                  <a:path w="10742" h="1661">
                    <a:moveTo>
                      <a:pt x="6675" y="22"/>
                    </a:moveTo>
                    <a:cubicBezTo>
                      <a:pt x="3783" y="176"/>
                      <a:pt x="800" y="634"/>
                      <a:pt x="6" y="1057"/>
                    </a:cubicBezTo>
                    <a:cubicBezTo>
                      <a:pt x="-377" y="2971"/>
                      <a:pt x="18905" y="-298"/>
                      <a:pt x="6675"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8" name="Freeform: Shape 737">
                <a:extLst>
                  <a:ext uri="{FF2B5EF4-FFF2-40B4-BE49-F238E27FC236}">
                    <a16:creationId xmlns:a16="http://schemas.microsoft.com/office/drawing/2014/main" id="{77C7A59A-9056-F651-AD5D-60273635FEC3}"/>
                  </a:ext>
                </a:extLst>
              </p:cNvPr>
              <p:cNvSpPr/>
              <p:nvPr/>
            </p:nvSpPr>
            <p:spPr>
              <a:xfrm>
                <a:off x="2373169" y="6679290"/>
                <a:ext cx="10487" cy="1573"/>
              </a:xfrm>
              <a:custGeom>
                <a:avLst/>
                <a:gdLst>
                  <a:gd name="connsiteX0" fmla="*/ 6448 w 10487"/>
                  <a:gd name="connsiteY0" fmla="*/ 424 h 1573"/>
                  <a:gd name="connsiteX1" fmla="*/ 1 w 10487"/>
                  <a:gd name="connsiteY1" fmla="*/ 1493 h 1573"/>
                  <a:gd name="connsiteX2" fmla="*/ 6448 w 10487"/>
                  <a:gd name="connsiteY2" fmla="*/ 424 h 1573"/>
                </a:gdLst>
                <a:ahLst/>
                <a:cxnLst>
                  <a:cxn ang="0">
                    <a:pos x="connsiteX0" y="connsiteY0"/>
                  </a:cxn>
                  <a:cxn ang="0">
                    <a:pos x="connsiteX1" y="connsiteY1"/>
                  </a:cxn>
                  <a:cxn ang="0">
                    <a:pos x="connsiteX2" y="connsiteY2"/>
                  </a:cxn>
                </a:cxnLst>
                <a:rect l="l" t="t" r="r" b="b"/>
                <a:pathLst>
                  <a:path w="10487" h="1573">
                    <a:moveTo>
                      <a:pt x="6448" y="424"/>
                    </a:moveTo>
                    <a:cubicBezTo>
                      <a:pt x="3636" y="801"/>
                      <a:pt x="756" y="1276"/>
                      <a:pt x="1" y="1493"/>
                    </a:cubicBezTo>
                    <a:cubicBezTo>
                      <a:pt x="-176" y="2116"/>
                      <a:pt x="18466" y="-1125"/>
                      <a:pt x="6448" y="42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39" name="Freeform: Shape 738">
                <a:extLst>
                  <a:ext uri="{FF2B5EF4-FFF2-40B4-BE49-F238E27FC236}">
                    <a16:creationId xmlns:a16="http://schemas.microsoft.com/office/drawing/2014/main" id="{E75EA054-E4EC-5A8B-5197-E0680B737132}"/>
                  </a:ext>
                </a:extLst>
              </p:cNvPr>
              <p:cNvSpPr/>
              <p:nvPr/>
            </p:nvSpPr>
            <p:spPr>
              <a:xfrm>
                <a:off x="2529470" y="6638549"/>
                <a:ext cx="9809" cy="3217"/>
              </a:xfrm>
              <a:custGeom>
                <a:avLst/>
                <a:gdLst>
                  <a:gd name="connsiteX0" fmla="*/ 6041 w 9809"/>
                  <a:gd name="connsiteY0" fmla="*/ 1212 h 3217"/>
                  <a:gd name="connsiteX1" fmla="*/ 0 w 9809"/>
                  <a:gd name="connsiteY1" fmla="*/ 3217 h 3217"/>
                  <a:gd name="connsiteX2" fmla="*/ 6041 w 9809"/>
                  <a:gd name="connsiteY2" fmla="*/ 1212 h 3217"/>
                </a:gdLst>
                <a:ahLst/>
                <a:cxnLst>
                  <a:cxn ang="0">
                    <a:pos x="connsiteX0" y="connsiteY0"/>
                  </a:cxn>
                  <a:cxn ang="0">
                    <a:pos x="connsiteX1" y="connsiteY1"/>
                  </a:cxn>
                  <a:cxn ang="0">
                    <a:pos x="connsiteX2" y="connsiteY2"/>
                  </a:cxn>
                </a:cxnLst>
                <a:rect l="l" t="t" r="r" b="b"/>
                <a:pathLst>
                  <a:path w="9809" h="3217">
                    <a:moveTo>
                      <a:pt x="6041" y="1212"/>
                    </a:moveTo>
                    <a:cubicBezTo>
                      <a:pt x="3378" y="2086"/>
                      <a:pt x="674" y="2984"/>
                      <a:pt x="0" y="3217"/>
                    </a:cubicBezTo>
                    <a:cubicBezTo>
                      <a:pt x="417" y="3195"/>
                      <a:pt x="17071" y="-2394"/>
                      <a:pt x="6041" y="121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0" name="Freeform: Shape 739">
                <a:extLst>
                  <a:ext uri="{FF2B5EF4-FFF2-40B4-BE49-F238E27FC236}">
                    <a16:creationId xmlns:a16="http://schemas.microsoft.com/office/drawing/2014/main" id="{D807E32C-73D3-3318-0B87-19A913F10318}"/>
                  </a:ext>
                </a:extLst>
              </p:cNvPr>
              <p:cNvSpPr/>
              <p:nvPr/>
            </p:nvSpPr>
            <p:spPr>
              <a:xfrm>
                <a:off x="2453485" y="6659514"/>
                <a:ext cx="10258" cy="2370"/>
              </a:xfrm>
              <a:custGeom>
                <a:avLst/>
                <a:gdLst>
                  <a:gd name="connsiteX0" fmla="*/ 6251 w 10258"/>
                  <a:gd name="connsiteY0" fmla="*/ 941 h 2370"/>
                  <a:gd name="connsiteX1" fmla="*/ 10 w 10258"/>
                  <a:gd name="connsiteY1" fmla="*/ 2369 h 2370"/>
                  <a:gd name="connsiteX2" fmla="*/ 6251 w 10258"/>
                  <a:gd name="connsiteY2" fmla="*/ 941 h 2370"/>
                </a:gdLst>
                <a:ahLst/>
                <a:cxnLst>
                  <a:cxn ang="0">
                    <a:pos x="connsiteX0" y="connsiteY0"/>
                  </a:cxn>
                  <a:cxn ang="0">
                    <a:pos x="connsiteX1" y="connsiteY1"/>
                  </a:cxn>
                  <a:cxn ang="0">
                    <a:pos x="connsiteX2" y="connsiteY2"/>
                  </a:cxn>
                </a:cxnLst>
                <a:rect l="l" t="t" r="r" b="b"/>
                <a:pathLst>
                  <a:path w="10258" h="2370">
                    <a:moveTo>
                      <a:pt x="6251" y="941"/>
                    </a:moveTo>
                    <a:cubicBezTo>
                      <a:pt x="3513" y="1581"/>
                      <a:pt x="724" y="2215"/>
                      <a:pt x="10" y="2369"/>
                    </a:cubicBezTo>
                    <a:cubicBezTo>
                      <a:pt x="-493" y="2461"/>
                      <a:pt x="18224" y="-1848"/>
                      <a:pt x="6251" y="9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1" name="Freeform: Shape 740">
                <a:extLst>
                  <a:ext uri="{FF2B5EF4-FFF2-40B4-BE49-F238E27FC236}">
                    <a16:creationId xmlns:a16="http://schemas.microsoft.com/office/drawing/2014/main" id="{14BE329D-3E1B-FD20-DBB5-8292F000234A}"/>
                  </a:ext>
                </a:extLst>
              </p:cNvPr>
              <p:cNvSpPr/>
              <p:nvPr/>
            </p:nvSpPr>
            <p:spPr>
              <a:xfrm>
                <a:off x="1654924" y="7378705"/>
                <a:ext cx="13201" cy="4772"/>
              </a:xfrm>
              <a:custGeom>
                <a:avLst/>
                <a:gdLst>
                  <a:gd name="connsiteX0" fmla="*/ 8707 w 13201"/>
                  <a:gd name="connsiteY0" fmla="*/ 34 h 4772"/>
                  <a:gd name="connsiteX1" fmla="*/ 4500 w 13201"/>
                  <a:gd name="connsiteY1" fmla="*/ 4738 h 4772"/>
                  <a:gd name="connsiteX2" fmla="*/ 8707 w 13201"/>
                  <a:gd name="connsiteY2" fmla="*/ 34 h 4772"/>
                </a:gdLst>
                <a:ahLst/>
                <a:cxnLst>
                  <a:cxn ang="0">
                    <a:pos x="connsiteX0" y="connsiteY0"/>
                  </a:cxn>
                  <a:cxn ang="0">
                    <a:pos x="connsiteX1" y="connsiteY1"/>
                  </a:cxn>
                  <a:cxn ang="0">
                    <a:pos x="connsiteX2" y="connsiteY2"/>
                  </a:cxn>
                </a:cxnLst>
                <a:rect l="l" t="t" r="r" b="b"/>
                <a:pathLst>
                  <a:path w="13201" h="4772">
                    <a:moveTo>
                      <a:pt x="8707" y="34"/>
                    </a:moveTo>
                    <a:cubicBezTo>
                      <a:pt x="3300" y="-440"/>
                      <a:pt x="-5375" y="4149"/>
                      <a:pt x="4500" y="4738"/>
                    </a:cubicBezTo>
                    <a:cubicBezTo>
                      <a:pt x="9907" y="5212"/>
                      <a:pt x="18571" y="617"/>
                      <a:pt x="8707" y="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2" name="Freeform: Shape 741">
                <a:extLst>
                  <a:ext uri="{FF2B5EF4-FFF2-40B4-BE49-F238E27FC236}">
                    <a16:creationId xmlns:a16="http://schemas.microsoft.com/office/drawing/2014/main" id="{6056ADF7-DF43-9835-979D-9CE242D88A15}"/>
                  </a:ext>
                </a:extLst>
              </p:cNvPr>
              <p:cNvSpPr/>
              <p:nvPr/>
            </p:nvSpPr>
            <p:spPr>
              <a:xfrm>
                <a:off x="1778503" y="7241233"/>
                <a:ext cx="12707" cy="4452"/>
              </a:xfrm>
              <a:custGeom>
                <a:avLst/>
                <a:gdLst>
                  <a:gd name="connsiteX0" fmla="*/ 8326 w 12707"/>
                  <a:gd name="connsiteY0" fmla="*/ 32 h 4452"/>
                  <a:gd name="connsiteX1" fmla="*/ 4388 w 12707"/>
                  <a:gd name="connsiteY1" fmla="*/ 4421 h 4452"/>
                  <a:gd name="connsiteX2" fmla="*/ 8326 w 12707"/>
                  <a:gd name="connsiteY2" fmla="*/ 32 h 4452"/>
                </a:gdLst>
                <a:ahLst/>
                <a:cxnLst>
                  <a:cxn ang="0">
                    <a:pos x="connsiteX0" y="connsiteY0"/>
                  </a:cxn>
                  <a:cxn ang="0">
                    <a:pos x="connsiteX1" y="connsiteY1"/>
                  </a:cxn>
                  <a:cxn ang="0">
                    <a:pos x="connsiteX2" y="connsiteY2"/>
                  </a:cxn>
                </a:cxnLst>
                <a:rect l="l" t="t" r="r" b="b"/>
                <a:pathLst>
                  <a:path w="12707" h="4452">
                    <a:moveTo>
                      <a:pt x="8326" y="32"/>
                    </a:moveTo>
                    <a:cubicBezTo>
                      <a:pt x="3051" y="-409"/>
                      <a:pt x="-5145" y="3884"/>
                      <a:pt x="4388" y="4421"/>
                    </a:cubicBezTo>
                    <a:cubicBezTo>
                      <a:pt x="9657" y="4861"/>
                      <a:pt x="17847" y="569"/>
                      <a:pt x="8326" y="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3" name="Freeform: Shape 742">
                <a:extLst>
                  <a:ext uri="{FF2B5EF4-FFF2-40B4-BE49-F238E27FC236}">
                    <a16:creationId xmlns:a16="http://schemas.microsoft.com/office/drawing/2014/main" id="{FA613893-97B8-808E-3CCC-EAEFD5169D03}"/>
                  </a:ext>
                </a:extLst>
              </p:cNvPr>
              <p:cNvSpPr/>
              <p:nvPr/>
            </p:nvSpPr>
            <p:spPr>
              <a:xfrm>
                <a:off x="1894161" y="7112864"/>
                <a:ext cx="12258" cy="4162"/>
              </a:xfrm>
              <a:custGeom>
                <a:avLst/>
                <a:gdLst>
                  <a:gd name="connsiteX0" fmla="*/ 7974 w 12258"/>
                  <a:gd name="connsiteY0" fmla="*/ 29 h 4162"/>
                  <a:gd name="connsiteX1" fmla="*/ 4287 w 12258"/>
                  <a:gd name="connsiteY1" fmla="*/ 4133 h 4162"/>
                  <a:gd name="connsiteX2" fmla="*/ 7974 w 12258"/>
                  <a:gd name="connsiteY2" fmla="*/ 29 h 4162"/>
                </a:gdLst>
                <a:ahLst/>
                <a:cxnLst>
                  <a:cxn ang="0">
                    <a:pos x="connsiteX0" y="connsiteY0"/>
                  </a:cxn>
                  <a:cxn ang="0">
                    <a:pos x="connsiteX1" y="connsiteY1"/>
                  </a:cxn>
                  <a:cxn ang="0">
                    <a:pos x="connsiteX2" y="connsiteY2"/>
                  </a:cxn>
                </a:cxnLst>
                <a:rect l="l" t="t" r="r" b="b"/>
                <a:pathLst>
                  <a:path w="12258" h="4162">
                    <a:moveTo>
                      <a:pt x="7974" y="29"/>
                    </a:moveTo>
                    <a:cubicBezTo>
                      <a:pt x="2819" y="-381"/>
                      <a:pt x="-4931" y="3636"/>
                      <a:pt x="4287" y="4133"/>
                    </a:cubicBezTo>
                    <a:cubicBezTo>
                      <a:pt x="9442" y="4545"/>
                      <a:pt x="17186" y="521"/>
                      <a:pt x="7974"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4" name="Freeform: Shape 743">
                <a:extLst>
                  <a:ext uri="{FF2B5EF4-FFF2-40B4-BE49-F238E27FC236}">
                    <a16:creationId xmlns:a16="http://schemas.microsoft.com/office/drawing/2014/main" id="{4F74D7A0-4E87-C78B-D4EC-79EA3C431E66}"/>
                  </a:ext>
                </a:extLst>
              </p:cNvPr>
              <p:cNvSpPr/>
              <p:nvPr/>
            </p:nvSpPr>
            <p:spPr>
              <a:xfrm>
                <a:off x="2002538" y="6992794"/>
                <a:ext cx="11869" cy="3920"/>
              </a:xfrm>
              <a:custGeom>
                <a:avLst/>
                <a:gdLst>
                  <a:gd name="connsiteX0" fmla="*/ 7501 w 11869"/>
                  <a:gd name="connsiteY0" fmla="*/ 0 h 3920"/>
                  <a:gd name="connsiteX1" fmla="*/ 37 w 11869"/>
                  <a:gd name="connsiteY1" fmla="*/ 1920 h 3920"/>
                  <a:gd name="connsiteX2" fmla="*/ 7501 w 11869"/>
                  <a:gd name="connsiteY2" fmla="*/ 0 h 3920"/>
                </a:gdLst>
                <a:ahLst/>
                <a:cxnLst>
                  <a:cxn ang="0">
                    <a:pos x="connsiteX0" y="connsiteY0"/>
                  </a:cxn>
                  <a:cxn ang="0">
                    <a:pos x="connsiteX1" y="connsiteY1"/>
                  </a:cxn>
                  <a:cxn ang="0">
                    <a:pos x="connsiteX2" y="connsiteY2"/>
                  </a:cxn>
                </a:cxnLst>
                <a:rect l="l" t="t" r="r" b="b"/>
                <a:pathLst>
                  <a:path w="11869" h="3920">
                    <a:moveTo>
                      <a:pt x="7501" y="0"/>
                    </a:moveTo>
                    <a:cubicBezTo>
                      <a:pt x="4329" y="0"/>
                      <a:pt x="992" y="857"/>
                      <a:pt x="37" y="1920"/>
                    </a:cubicBezTo>
                    <a:cubicBezTo>
                      <a:pt x="-1020" y="6938"/>
                      <a:pt x="20943" y="1062"/>
                      <a:pt x="750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5" name="Freeform: Shape 744">
                <a:extLst>
                  <a:ext uri="{FF2B5EF4-FFF2-40B4-BE49-F238E27FC236}">
                    <a16:creationId xmlns:a16="http://schemas.microsoft.com/office/drawing/2014/main" id="{080DA854-FF04-94DE-E2E1-70AAEA266A6F}"/>
                  </a:ext>
                </a:extLst>
              </p:cNvPr>
              <p:cNvSpPr/>
              <p:nvPr/>
            </p:nvSpPr>
            <p:spPr>
              <a:xfrm>
                <a:off x="2103682" y="6880109"/>
                <a:ext cx="11433" cy="3661"/>
              </a:xfrm>
              <a:custGeom>
                <a:avLst/>
                <a:gdLst>
                  <a:gd name="connsiteX0" fmla="*/ 7336 w 11433"/>
                  <a:gd name="connsiteY0" fmla="*/ 25 h 3661"/>
                  <a:gd name="connsiteX1" fmla="*/ 4107 w 11433"/>
                  <a:gd name="connsiteY1" fmla="*/ 3636 h 3661"/>
                  <a:gd name="connsiteX2" fmla="*/ 7336 w 11433"/>
                  <a:gd name="connsiteY2" fmla="*/ 25 h 3661"/>
                </a:gdLst>
                <a:ahLst/>
                <a:cxnLst>
                  <a:cxn ang="0">
                    <a:pos x="connsiteX0" y="connsiteY0"/>
                  </a:cxn>
                  <a:cxn ang="0">
                    <a:pos x="connsiteX1" y="connsiteY1"/>
                  </a:cxn>
                  <a:cxn ang="0">
                    <a:pos x="connsiteX2" y="connsiteY2"/>
                  </a:cxn>
                </a:cxnLst>
                <a:rect l="l" t="t" r="r" b="b"/>
                <a:pathLst>
                  <a:path w="11433" h="3661">
                    <a:moveTo>
                      <a:pt x="7336" y="25"/>
                    </a:moveTo>
                    <a:cubicBezTo>
                      <a:pt x="2387" y="-330"/>
                      <a:pt x="-4534" y="3219"/>
                      <a:pt x="4107" y="3636"/>
                    </a:cubicBezTo>
                    <a:cubicBezTo>
                      <a:pt x="9050" y="3991"/>
                      <a:pt x="15960" y="442"/>
                      <a:pt x="7336" y="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6" name="Freeform: Shape 745">
                <a:extLst>
                  <a:ext uri="{FF2B5EF4-FFF2-40B4-BE49-F238E27FC236}">
                    <a16:creationId xmlns:a16="http://schemas.microsoft.com/office/drawing/2014/main" id="{50487DCE-29CE-EBA3-682C-F2D9FE7F7042}"/>
                  </a:ext>
                </a:extLst>
              </p:cNvPr>
              <p:cNvSpPr/>
              <p:nvPr/>
            </p:nvSpPr>
            <p:spPr>
              <a:xfrm>
                <a:off x="2911865" y="6287480"/>
                <a:ext cx="8483" cy="2061"/>
              </a:xfrm>
              <a:custGeom>
                <a:avLst/>
                <a:gdLst>
                  <a:gd name="connsiteX0" fmla="*/ 5059 w 8483"/>
                  <a:gd name="connsiteY0" fmla="*/ 317 h 2061"/>
                  <a:gd name="connsiteX1" fmla="*/ 1 w 8483"/>
                  <a:gd name="connsiteY1" fmla="*/ 305 h 2061"/>
                  <a:gd name="connsiteX2" fmla="*/ 5059 w 8483"/>
                  <a:gd name="connsiteY2" fmla="*/ 317 h 2061"/>
                </a:gdLst>
                <a:ahLst/>
                <a:cxnLst>
                  <a:cxn ang="0">
                    <a:pos x="connsiteX0" y="connsiteY0"/>
                  </a:cxn>
                  <a:cxn ang="0">
                    <a:pos x="connsiteX1" y="connsiteY1"/>
                  </a:cxn>
                  <a:cxn ang="0">
                    <a:pos x="connsiteX2" y="connsiteY2"/>
                  </a:cxn>
                </a:cxnLst>
                <a:rect l="l" t="t" r="r" b="b"/>
                <a:pathLst>
                  <a:path w="8483" h="2061">
                    <a:moveTo>
                      <a:pt x="5059" y="317"/>
                    </a:moveTo>
                    <a:cubicBezTo>
                      <a:pt x="2761" y="-100"/>
                      <a:pt x="498" y="-107"/>
                      <a:pt x="1" y="305"/>
                    </a:cubicBezTo>
                    <a:cubicBezTo>
                      <a:pt x="-136" y="2608"/>
                      <a:pt x="15094" y="2682"/>
                      <a:pt x="5059" y="3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7" name="Freeform: Shape 746">
                <a:extLst>
                  <a:ext uri="{FF2B5EF4-FFF2-40B4-BE49-F238E27FC236}">
                    <a16:creationId xmlns:a16="http://schemas.microsoft.com/office/drawing/2014/main" id="{8AC25A32-B6A6-3522-0306-4E821F09A6BA}"/>
                  </a:ext>
                </a:extLst>
              </p:cNvPr>
              <p:cNvSpPr/>
              <p:nvPr/>
            </p:nvSpPr>
            <p:spPr>
              <a:xfrm>
                <a:off x="3157184" y="5781514"/>
                <a:ext cx="7406" cy="6798"/>
              </a:xfrm>
              <a:custGeom>
                <a:avLst/>
                <a:gdLst>
                  <a:gd name="connsiteX0" fmla="*/ 4433 w 7406"/>
                  <a:gd name="connsiteY0" fmla="*/ 1300 h 6798"/>
                  <a:gd name="connsiteX1" fmla="*/ 2976 w 7406"/>
                  <a:gd name="connsiteY1" fmla="*/ 5495 h 6798"/>
                  <a:gd name="connsiteX2" fmla="*/ 4433 w 7406"/>
                  <a:gd name="connsiteY2" fmla="*/ 1300 h 6798"/>
                </a:gdLst>
                <a:ahLst/>
                <a:cxnLst>
                  <a:cxn ang="0">
                    <a:pos x="connsiteX0" y="connsiteY0"/>
                  </a:cxn>
                  <a:cxn ang="0">
                    <a:pos x="connsiteX1" y="connsiteY1"/>
                  </a:cxn>
                  <a:cxn ang="0">
                    <a:pos x="connsiteX2" y="connsiteY2"/>
                  </a:cxn>
                </a:cxnLst>
                <a:rect l="l" t="t" r="r" b="b"/>
                <a:pathLst>
                  <a:path w="7406" h="6798">
                    <a:moveTo>
                      <a:pt x="4433" y="1300"/>
                    </a:moveTo>
                    <a:cubicBezTo>
                      <a:pt x="-1019" y="-2398"/>
                      <a:pt x="-1368" y="2683"/>
                      <a:pt x="2976" y="5495"/>
                    </a:cubicBezTo>
                    <a:cubicBezTo>
                      <a:pt x="8439" y="9192"/>
                      <a:pt x="8759" y="4140"/>
                      <a:pt x="4433" y="130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8" name="Freeform: Shape 747">
                <a:extLst>
                  <a:ext uri="{FF2B5EF4-FFF2-40B4-BE49-F238E27FC236}">
                    <a16:creationId xmlns:a16="http://schemas.microsoft.com/office/drawing/2014/main" id="{64AD1632-9A31-E5E4-3D8D-1C1DE11367C9}"/>
                  </a:ext>
                </a:extLst>
              </p:cNvPr>
              <p:cNvSpPr/>
              <p:nvPr/>
            </p:nvSpPr>
            <p:spPr>
              <a:xfrm>
                <a:off x="3111943" y="5914719"/>
                <a:ext cx="7693" cy="6252"/>
              </a:xfrm>
              <a:custGeom>
                <a:avLst/>
                <a:gdLst>
                  <a:gd name="connsiteX0" fmla="*/ 4578 w 7693"/>
                  <a:gd name="connsiteY0" fmla="*/ 831 h 6252"/>
                  <a:gd name="connsiteX1" fmla="*/ 7618 w 7693"/>
                  <a:gd name="connsiteY1" fmla="*/ 5197 h 6252"/>
                  <a:gd name="connsiteX2" fmla="*/ 4578 w 7693"/>
                  <a:gd name="connsiteY2" fmla="*/ 831 h 6252"/>
                </a:gdLst>
                <a:ahLst/>
                <a:cxnLst>
                  <a:cxn ang="0">
                    <a:pos x="connsiteX0" y="connsiteY0"/>
                  </a:cxn>
                  <a:cxn ang="0">
                    <a:pos x="connsiteX1" y="connsiteY1"/>
                  </a:cxn>
                  <a:cxn ang="0">
                    <a:pos x="connsiteX2" y="connsiteY2"/>
                  </a:cxn>
                </a:cxnLst>
                <a:rect l="l" t="t" r="r" b="b"/>
                <a:pathLst>
                  <a:path w="7693" h="6252">
                    <a:moveTo>
                      <a:pt x="4578" y="831"/>
                    </a:moveTo>
                    <a:cubicBezTo>
                      <a:pt x="-5686" y="-3375"/>
                      <a:pt x="4006" y="9998"/>
                      <a:pt x="7618" y="5197"/>
                    </a:cubicBezTo>
                    <a:cubicBezTo>
                      <a:pt x="8035" y="3968"/>
                      <a:pt x="6675" y="2008"/>
                      <a:pt x="4578" y="8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49" name="Freeform: Shape 748">
                <a:extLst>
                  <a:ext uri="{FF2B5EF4-FFF2-40B4-BE49-F238E27FC236}">
                    <a16:creationId xmlns:a16="http://schemas.microsoft.com/office/drawing/2014/main" id="{8806F2DF-1443-4998-A8EB-5AFF967D99EA}"/>
                  </a:ext>
                </a:extLst>
              </p:cNvPr>
              <p:cNvSpPr/>
              <p:nvPr/>
            </p:nvSpPr>
            <p:spPr>
              <a:xfrm>
                <a:off x="3015755" y="6160894"/>
                <a:ext cx="8125" cy="3865"/>
              </a:xfrm>
              <a:custGeom>
                <a:avLst/>
                <a:gdLst>
                  <a:gd name="connsiteX0" fmla="*/ 4805 w 8125"/>
                  <a:gd name="connsiteY0" fmla="*/ 390 h 3865"/>
                  <a:gd name="connsiteX1" fmla="*/ 10 w 8125"/>
                  <a:gd name="connsiteY1" fmla="*/ 819 h 3865"/>
                  <a:gd name="connsiteX2" fmla="*/ 4805 w 8125"/>
                  <a:gd name="connsiteY2" fmla="*/ 390 h 3865"/>
                </a:gdLst>
                <a:ahLst/>
                <a:cxnLst>
                  <a:cxn ang="0">
                    <a:pos x="connsiteX0" y="connsiteY0"/>
                  </a:cxn>
                  <a:cxn ang="0">
                    <a:pos x="connsiteX1" y="connsiteY1"/>
                  </a:cxn>
                  <a:cxn ang="0">
                    <a:pos x="connsiteX2" y="connsiteY2"/>
                  </a:cxn>
                </a:cxnLst>
                <a:rect l="l" t="t" r="r" b="b"/>
                <a:pathLst>
                  <a:path w="8125" h="3865">
                    <a:moveTo>
                      <a:pt x="4805" y="390"/>
                    </a:moveTo>
                    <a:cubicBezTo>
                      <a:pt x="2610" y="-268"/>
                      <a:pt x="467" y="-73"/>
                      <a:pt x="10" y="819"/>
                    </a:cubicBezTo>
                    <a:cubicBezTo>
                      <a:pt x="-436" y="5402"/>
                      <a:pt x="14600" y="4448"/>
                      <a:pt x="4805" y="39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0" name="Freeform: Shape 749">
                <a:extLst>
                  <a:ext uri="{FF2B5EF4-FFF2-40B4-BE49-F238E27FC236}">
                    <a16:creationId xmlns:a16="http://schemas.microsoft.com/office/drawing/2014/main" id="{2ED32CF4-5992-2209-21A2-20BB6E0EC6C7}"/>
                  </a:ext>
                </a:extLst>
              </p:cNvPr>
              <p:cNvSpPr/>
              <p:nvPr/>
            </p:nvSpPr>
            <p:spPr>
              <a:xfrm>
                <a:off x="3064838" y="6047286"/>
                <a:ext cx="7747" cy="5282"/>
              </a:xfrm>
              <a:custGeom>
                <a:avLst/>
                <a:gdLst>
                  <a:gd name="connsiteX0" fmla="*/ 4665 w 7747"/>
                  <a:gd name="connsiteY0" fmla="*/ 566 h 5282"/>
                  <a:gd name="connsiteX1" fmla="*/ 3082 w 7747"/>
                  <a:gd name="connsiteY1" fmla="*/ 4716 h 5282"/>
                  <a:gd name="connsiteX2" fmla="*/ 4665 w 7747"/>
                  <a:gd name="connsiteY2" fmla="*/ 566 h 5282"/>
                </a:gdLst>
                <a:ahLst/>
                <a:cxnLst>
                  <a:cxn ang="0">
                    <a:pos x="connsiteX0" y="connsiteY0"/>
                  </a:cxn>
                  <a:cxn ang="0">
                    <a:pos x="connsiteX1" y="connsiteY1"/>
                  </a:cxn>
                  <a:cxn ang="0">
                    <a:pos x="connsiteX2" y="connsiteY2"/>
                  </a:cxn>
                </a:cxnLst>
                <a:rect l="l" t="t" r="r" b="b"/>
                <a:pathLst>
                  <a:path w="7747" h="5282">
                    <a:moveTo>
                      <a:pt x="4665" y="566"/>
                    </a:moveTo>
                    <a:cubicBezTo>
                      <a:pt x="-404" y="-1536"/>
                      <a:pt x="-1941" y="2750"/>
                      <a:pt x="3082" y="4716"/>
                    </a:cubicBezTo>
                    <a:cubicBezTo>
                      <a:pt x="8174" y="6813"/>
                      <a:pt x="9672" y="2561"/>
                      <a:pt x="4665" y="56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1" name="Freeform: Shape 750">
                <a:extLst>
                  <a:ext uri="{FF2B5EF4-FFF2-40B4-BE49-F238E27FC236}">
                    <a16:creationId xmlns:a16="http://schemas.microsoft.com/office/drawing/2014/main" id="{80B01596-C3CE-A720-6674-E7C714D024A9}"/>
                  </a:ext>
                </a:extLst>
              </p:cNvPr>
              <p:cNvSpPr/>
              <p:nvPr/>
            </p:nvSpPr>
            <p:spPr>
              <a:xfrm>
                <a:off x="3200432" y="5666151"/>
                <a:ext cx="7400" cy="7086"/>
              </a:xfrm>
              <a:custGeom>
                <a:avLst/>
                <a:gdLst>
                  <a:gd name="connsiteX0" fmla="*/ 4380 w 7400"/>
                  <a:gd name="connsiteY0" fmla="*/ 1934 h 7086"/>
                  <a:gd name="connsiteX1" fmla="*/ 7334 w 7400"/>
                  <a:gd name="connsiteY1" fmla="*/ 6718 h 7086"/>
                  <a:gd name="connsiteX2" fmla="*/ 4380 w 7400"/>
                  <a:gd name="connsiteY2" fmla="*/ 1934 h 7086"/>
                </a:gdLst>
                <a:ahLst/>
                <a:cxnLst>
                  <a:cxn ang="0">
                    <a:pos x="connsiteX0" y="connsiteY0"/>
                  </a:cxn>
                  <a:cxn ang="0">
                    <a:pos x="connsiteX1" y="connsiteY1"/>
                  </a:cxn>
                  <a:cxn ang="0">
                    <a:pos x="connsiteX2" y="connsiteY2"/>
                  </a:cxn>
                </a:cxnLst>
                <a:rect l="l" t="t" r="r" b="b"/>
                <a:pathLst>
                  <a:path w="7400" h="7086">
                    <a:moveTo>
                      <a:pt x="4380" y="1934"/>
                    </a:moveTo>
                    <a:cubicBezTo>
                      <a:pt x="-5490" y="-5106"/>
                      <a:pt x="3928" y="9552"/>
                      <a:pt x="7334" y="6718"/>
                    </a:cubicBezTo>
                    <a:cubicBezTo>
                      <a:pt x="7717" y="5803"/>
                      <a:pt x="6391" y="3660"/>
                      <a:pt x="4380" y="193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2" name="Freeform: Shape 751">
                <a:extLst>
                  <a:ext uri="{FF2B5EF4-FFF2-40B4-BE49-F238E27FC236}">
                    <a16:creationId xmlns:a16="http://schemas.microsoft.com/office/drawing/2014/main" id="{45DF4DEE-280C-0817-1891-7CEA16DF03FF}"/>
                  </a:ext>
                </a:extLst>
              </p:cNvPr>
              <p:cNvSpPr/>
              <p:nvPr/>
            </p:nvSpPr>
            <p:spPr>
              <a:xfrm>
                <a:off x="2601273" y="6600484"/>
                <a:ext cx="9581" cy="4023"/>
              </a:xfrm>
              <a:custGeom>
                <a:avLst/>
                <a:gdLst>
                  <a:gd name="connsiteX0" fmla="*/ 5846 w 9581"/>
                  <a:gd name="connsiteY0" fmla="*/ 1220 h 4023"/>
                  <a:gd name="connsiteX1" fmla="*/ 0 w 9581"/>
                  <a:gd name="connsiteY1" fmla="*/ 3935 h 4023"/>
                  <a:gd name="connsiteX2" fmla="*/ 5846 w 9581"/>
                  <a:gd name="connsiteY2" fmla="*/ 1220 h 4023"/>
                </a:gdLst>
                <a:ahLst/>
                <a:cxnLst>
                  <a:cxn ang="0">
                    <a:pos x="connsiteX0" y="connsiteY0"/>
                  </a:cxn>
                  <a:cxn ang="0">
                    <a:pos x="connsiteX1" y="connsiteY1"/>
                  </a:cxn>
                  <a:cxn ang="0">
                    <a:pos x="connsiteX2" y="connsiteY2"/>
                  </a:cxn>
                </a:cxnLst>
                <a:rect l="l" t="t" r="r" b="b"/>
                <a:pathLst>
                  <a:path w="9581" h="4023">
                    <a:moveTo>
                      <a:pt x="5846" y="1220"/>
                    </a:moveTo>
                    <a:cubicBezTo>
                      <a:pt x="3252" y="2254"/>
                      <a:pt x="634" y="3466"/>
                      <a:pt x="0" y="3935"/>
                    </a:cubicBezTo>
                    <a:cubicBezTo>
                      <a:pt x="103" y="4935"/>
                      <a:pt x="16831" y="-2935"/>
                      <a:pt x="5846" y="12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3" name="Freeform: Shape 752">
                <a:extLst>
                  <a:ext uri="{FF2B5EF4-FFF2-40B4-BE49-F238E27FC236}">
                    <a16:creationId xmlns:a16="http://schemas.microsoft.com/office/drawing/2014/main" id="{C96730A2-C5DE-73AC-AEB6-2E471F5C94EC}"/>
                  </a:ext>
                </a:extLst>
              </p:cNvPr>
              <p:cNvSpPr/>
              <p:nvPr/>
            </p:nvSpPr>
            <p:spPr>
              <a:xfrm>
                <a:off x="2856139" y="6332208"/>
                <a:ext cx="8684" cy="1696"/>
              </a:xfrm>
              <a:custGeom>
                <a:avLst/>
                <a:gdLst>
                  <a:gd name="connsiteX0" fmla="*/ 5201 w 8684"/>
                  <a:gd name="connsiteY0" fmla="*/ 80 h 1696"/>
                  <a:gd name="connsiteX1" fmla="*/ 0 w 8684"/>
                  <a:gd name="connsiteY1" fmla="*/ 503 h 1696"/>
                  <a:gd name="connsiteX2" fmla="*/ 5201 w 8684"/>
                  <a:gd name="connsiteY2" fmla="*/ 80 h 1696"/>
                </a:gdLst>
                <a:ahLst/>
                <a:cxnLst>
                  <a:cxn ang="0">
                    <a:pos x="connsiteX0" y="connsiteY0"/>
                  </a:cxn>
                  <a:cxn ang="0">
                    <a:pos x="connsiteX1" y="connsiteY1"/>
                  </a:cxn>
                  <a:cxn ang="0">
                    <a:pos x="connsiteX2" y="connsiteY2"/>
                  </a:cxn>
                </a:cxnLst>
                <a:rect l="l" t="t" r="r" b="b"/>
                <a:pathLst>
                  <a:path w="8684" h="1696">
                    <a:moveTo>
                      <a:pt x="5201" y="80"/>
                    </a:moveTo>
                    <a:cubicBezTo>
                      <a:pt x="2846" y="-120"/>
                      <a:pt x="520" y="68"/>
                      <a:pt x="0" y="503"/>
                    </a:cubicBezTo>
                    <a:cubicBezTo>
                      <a:pt x="-74" y="2715"/>
                      <a:pt x="15408" y="1423"/>
                      <a:pt x="5201" y="8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4" name="Freeform: Shape 753">
                <a:extLst>
                  <a:ext uri="{FF2B5EF4-FFF2-40B4-BE49-F238E27FC236}">
                    <a16:creationId xmlns:a16="http://schemas.microsoft.com/office/drawing/2014/main" id="{0688E970-C69D-273B-145B-17E2C4EABCEC}"/>
                  </a:ext>
                </a:extLst>
              </p:cNvPr>
              <p:cNvSpPr/>
              <p:nvPr/>
            </p:nvSpPr>
            <p:spPr>
              <a:xfrm>
                <a:off x="2964875" y="6237427"/>
                <a:ext cx="8136" cy="2824"/>
              </a:xfrm>
              <a:custGeom>
                <a:avLst/>
                <a:gdLst>
                  <a:gd name="connsiteX0" fmla="*/ 4919 w 8136"/>
                  <a:gd name="connsiteY0" fmla="*/ 467 h 2824"/>
                  <a:gd name="connsiteX1" fmla="*/ 3216 w 8136"/>
                  <a:gd name="connsiteY1" fmla="*/ 2352 h 2824"/>
                  <a:gd name="connsiteX2" fmla="*/ 4919 w 8136"/>
                  <a:gd name="connsiteY2" fmla="*/ 467 h 2824"/>
                </a:gdLst>
                <a:ahLst/>
                <a:cxnLst>
                  <a:cxn ang="0">
                    <a:pos x="connsiteX0" y="connsiteY0"/>
                  </a:cxn>
                  <a:cxn ang="0">
                    <a:pos x="connsiteX1" y="connsiteY1"/>
                  </a:cxn>
                  <a:cxn ang="0">
                    <a:pos x="connsiteX2" y="connsiteY2"/>
                  </a:cxn>
                </a:cxnLst>
                <a:rect l="l" t="t" r="r" b="b"/>
                <a:pathLst>
                  <a:path w="8136" h="2824">
                    <a:moveTo>
                      <a:pt x="4919" y="467"/>
                    </a:moveTo>
                    <a:cubicBezTo>
                      <a:pt x="570" y="-796"/>
                      <a:pt x="-2711" y="730"/>
                      <a:pt x="3216" y="2352"/>
                    </a:cubicBezTo>
                    <a:cubicBezTo>
                      <a:pt x="7582" y="3621"/>
                      <a:pt x="10839" y="2107"/>
                      <a:pt x="4919" y="46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5" name="Freeform: Shape 754">
                <a:extLst>
                  <a:ext uri="{FF2B5EF4-FFF2-40B4-BE49-F238E27FC236}">
                    <a16:creationId xmlns:a16="http://schemas.microsoft.com/office/drawing/2014/main" id="{2D50EA28-03A7-7BC6-AD72-EFC6503AA961}"/>
                  </a:ext>
                </a:extLst>
              </p:cNvPr>
              <p:cNvSpPr/>
              <p:nvPr/>
            </p:nvSpPr>
            <p:spPr>
              <a:xfrm>
                <a:off x="2735820" y="6459059"/>
                <a:ext cx="9038" cy="2417"/>
              </a:xfrm>
              <a:custGeom>
                <a:avLst/>
                <a:gdLst>
                  <a:gd name="connsiteX0" fmla="*/ 5585 w 9038"/>
                  <a:gd name="connsiteY0" fmla="*/ 39 h 2417"/>
                  <a:gd name="connsiteX1" fmla="*/ 3459 w 9038"/>
                  <a:gd name="connsiteY1" fmla="*/ 2371 h 2417"/>
                  <a:gd name="connsiteX2" fmla="*/ 5585 w 9038"/>
                  <a:gd name="connsiteY2" fmla="*/ 39 h 2417"/>
                </a:gdLst>
                <a:ahLst/>
                <a:cxnLst>
                  <a:cxn ang="0">
                    <a:pos x="connsiteX0" y="connsiteY0"/>
                  </a:cxn>
                  <a:cxn ang="0">
                    <a:pos x="connsiteX1" y="connsiteY1"/>
                  </a:cxn>
                  <a:cxn ang="0">
                    <a:pos x="connsiteX2" y="connsiteY2"/>
                  </a:cxn>
                </a:cxnLst>
                <a:rect l="l" t="t" r="r" b="b"/>
                <a:pathLst>
                  <a:path w="9038" h="2417">
                    <a:moveTo>
                      <a:pt x="5585" y="39"/>
                    </a:moveTo>
                    <a:cubicBezTo>
                      <a:pt x="1544" y="171"/>
                      <a:pt x="-3508" y="2794"/>
                      <a:pt x="3459" y="2371"/>
                    </a:cubicBezTo>
                    <a:cubicBezTo>
                      <a:pt x="7488" y="2183"/>
                      <a:pt x="12546" y="-344"/>
                      <a:pt x="5585" y="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6" name="Freeform: Shape 755">
                <a:extLst>
                  <a:ext uri="{FF2B5EF4-FFF2-40B4-BE49-F238E27FC236}">
                    <a16:creationId xmlns:a16="http://schemas.microsoft.com/office/drawing/2014/main" id="{57CC10BF-46B0-1DEF-CB53-17633F8BB757}"/>
                  </a:ext>
                </a:extLst>
              </p:cNvPr>
              <p:cNvSpPr/>
              <p:nvPr/>
            </p:nvSpPr>
            <p:spPr>
              <a:xfrm>
                <a:off x="2797874" y="6385831"/>
                <a:ext cx="8902" cy="2133"/>
              </a:xfrm>
              <a:custGeom>
                <a:avLst/>
                <a:gdLst>
                  <a:gd name="connsiteX0" fmla="*/ 5344 w 8902"/>
                  <a:gd name="connsiteY0" fmla="*/ 1 h 2133"/>
                  <a:gd name="connsiteX1" fmla="*/ 0 w 8902"/>
                  <a:gd name="connsiteY1" fmla="*/ 996 h 2133"/>
                  <a:gd name="connsiteX2" fmla="*/ 5344 w 8902"/>
                  <a:gd name="connsiteY2" fmla="*/ 1 h 2133"/>
                </a:gdLst>
                <a:ahLst/>
                <a:cxnLst>
                  <a:cxn ang="0">
                    <a:pos x="connsiteX0" y="connsiteY0"/>
                  </a:cxn>
                  <a:cxn ang="0">
                    <a:pos x="connsiteX1" y="connsiteY1"/>
                  </a:cxn>
                  <a:cxn ang="0">
                    <a:pos x="connsiteX2" y="connsiteY2"/>
                  </a:cxn>
                </a:cxnLst>
                <a:rect l="l" t="t" r="r" b="b"/>
                <a:pathLst>
                  <a:path w="8902" h="2133">
                    <a:moveTo>
                      <a:pt x="5344" y="1"/>
                    </a:moveTo>
                    <a:cubicBezTo>
                      <a:pt x="2932" y="-27"/>
                      <a:pt x="538" y="418"/>
                      <a:pt x="0" y="996"/>
                    </a:cubicBezTo>
                    <a:cubicBezTo>
                      <a:pt x="-102" y="3756"/>
                      <a:pt x="15791" y="716"/>
                      <a:pt x="5344"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7" name="Freeform: Shape 756">
                <a:extLst>
                  <a:ext uri="{FF2B5EF4-FFF2-40B4-BE49-F238E27FC236}">
                    <a16:creationId xmlns:a16="http://schemas.microsoft.com/office/drawing/2014/main" id="{EC2A5D2F-8C02-E3AB-E2B8-1B08841DABF4}"/>
                  </a:ext>
                </a:extLst>
              </p:cNvPr>
              <p:cNvSpPr/>
              <p:nvPr/>
            </p:nvSpPr>
            <p:spPr>
              <a:xfrm>
                <a:off x="2669807" y="6528477"/>
                <a:ext cx="9350" cy="4084"/>
              </a:xfrm>
              <a:custGeom>
                <a:avLst/>
                <a:gdLst>
                  <a:gd name="connsiteX0" fmla="*/ 5692 w 9350"/>
                  <a:gd name="connsiteY0" fmla="*/ 818 h 4084"/>
                  <a:gd name="connsiteX1" fmla="*/ 0 w 9350"/>
                  <a:gd name="connsiteY1" fmla="*/ 3687 h 4084"/>
                  <a:gd name="connsiteX2" fmla="*/ 5692 w 9350"/>
                  <a:gd name="connsiteY2" fmla="*/ 818 h 4084"/>
                </a:gdLst>
                <a:ahLst/>
                <a:cxnLst>
                  <a:cxn ang="0">
                    <a:pos x="connsiteX0" y="connsiteY0"/>
                  </a:cxn>
                  <a:cxn ang="0">
                    <a:pos x="connsiteX1" y="connsiteY1"/>
                  </a:cxn>
                  <a:cxn ang="0">
                    <a:pos x="connsiteX2" y="connsiteY2"/>
                  </a:cxn>
                </a:cxnLst>
                <a:rect l="l" t="t" r="r" b="b"/>
                <a:pathLst>
                  <a:path w="9350" h="4084">
                    <a:moveTo>
                      <a:pt x="5692" y="818"/>
                    </a:moveTo>
                    <a:cubicBezTo>
                      <a:pt x="3166" y="1710"/>
                      <a:pt x="617" y="2990"/>
                      <a:pt x="0" y="3687"/>
                    </a:cubicBezTo>
                    <a:cubicBezTo>
                      <a:pt x="69" y="5991"/>
                      <a:pt x="16448" y="-2610"/>
                      <a:pt x="5692" y="8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8" name="Freeform: Shape 757">
                <a:extLst>
                  <a:ext uri="{FF2B5EF4-FFF2-40B4-BE49-F238E27FC236}">
                    <a16:creationId xmlns:a16="http://schemas.microsoft.com/office/drawing/2014/main" id="{9FFAD452-8ADF-29F6-A6FA-5B7799151221}"/>
                  </a:ext>
                </a:extLst>
              </p:cNvPr>
              <p:cNvSpPr/>
              <p:nvPr/>
            </p:nvSpPr>
            <p:spPr>
              <a:xfrm>
                <a:off x="1523091" y="7526146"/>
                <a:ext cx="13351" cy="5198"/>
              </a:xfrm>
              <a:custGeom>
                <a:avLst/>
                <a:gdLst>
                  <a:gd name="connsiteX0" fmla="*/ 8969 w 13351"/>
                  <a:gd name="connsiteY0" fmla="*/ 0 h 5198"/>
                  <a:gd name="connsiteX1" fmla="*/ 482 w 13351"/>
                  <a:gd name="connsiteY1" fmla="*/ 4303 h 5198"/>
                  <a:gd name="connsiteX2" fmla="*/ 8969 w 13351"/>
                  <a:gd name="connsiteY2" fmla="*/ 0 h 5198"/>
                </a:gdLst>
                <a:ahLst/>
                <a:cxnLst>
                  <a:cxn ang="0">
                    <a:pos x="connsiteX0" y="connsiteY0"/>
                  </a:cxn>
                  <a:cxn ang="0">
                    <a:pos x="connsiteX1" y="connsiteY1"/>
                  </a:cxn>
                  <a:cxn ang="0">
                    <a:pos x="connsiteX2" y="connsiteY2"/>
                  </a:cxn>
                </a:cxnLst>
                <a:rect l="l" t="t" r="r" b="b"/>
                <a:pathLst>
                  <a:path w="13351" h="5198">
                    <a:moveTo>
                      <a:pt x="8969" y="0"/>
                    </a:moveTo>
                    <a:cubicBezTo>
                      <a:pt x="6580" y="6"/>
                      <a:pt x="-2124" y="1046"/>
                      <a:pt x="482" y="4303"/>
                    </a:cubicBezTo>
                    <a:cubicBezTo>
                      <a:pt x="4442" y="7504"/>
                      <a:pt x="21170" y="1183"/>
                      <a:pt x="896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59" name="Freeform: Shape 758">
                <a:extLst>
                  <a:ext uri="{FF2B5EF4-FFF2-40B4-BE49-F238E27FC236}">
                    <a16:creationId xmlns:a16="http://schemas.microsoft.com/office/drawing/2014/main" id="{174548C7-392C-7296-C053-A154D3298305}"/>
                  </a:ext>
                </a:extLst>
              </p:cNvPr>
              <p:cNvSpPr/>
              <p:nvPr/>
            </p:nvSpPr>
            <p:spPr>
              <a:xfrm>
                <a:off x="3046216" y="5469512"/>
                <a:ext cx="6972" cy="2209"/>
              </a:xfrm>
              <a:custGeom>
                <a:avLst/>
                <a:gdLst>
                  <a:gd name="connsiteX0" fmla="*/ 4296 w 6972"/>
                  <a:gd name="connsiteY0" fmla="*/ 274 h 2209"/>
                  <a:gd name="connsiteX1" fmla="*/ 507 w 6972"/>
                  <a:gd name="connsiteY1" fmla="*/ 1206 h 2209"/>
                  <a:gd name="connsiteX2" fmla="*/ 4296 w 6972"/>
                  <a:gd name="connsiteY2" fmla="*/ 274 h 2209"/>
                </a:gdLst>
                <a:ahLst/>
                <a:cxnLst>
                  <a:cxn ang="0">
                    <a:pos x="connsiteX0" y="connsiteY0"/>
                  </a:cxn>
                  <a:cxn ang="0">
                    <a:pos x="connsiteX1" y="connsiteY1"/>
                  </a:cxn>
                  <a:cxn ang="0">
                    <a:pos x="connsiteX2" y="connsiteY2"/>
                  </a:cxn>
                </a:cxnLst>
                <a:rect l="l" t="t" r="r" b="b"/>
                <a:pathLst>
                  <a:path w="6972" h="2209">
                    <a:moveTo>
                      <a:pt x="4296" y="274"/>
                    </a:moveTo>
                    <a:cubicBezTo>
                      <a:pt x="3222" y="-35"/>
                      <a:pt x="-1545" y="-418"/>
                      <a:pt x="507" y="1206"/>
                    </a:cubicBezTo>
                    <a:cubicBezTo>
                      <a:pt x="2810" y="2994"/>
                      <a:pt x="11211" y="2211"/>
                      <a:pt x="4296" y="27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0" name="Freeform: Shape 759">
                <a:extLst>
                  <a:ext uri="{FF2B5EF4-FFF2-40B4-BE49-F238E27FC236}">
                    <a16:creationId xmlns:a16="http://schemas.microsoft.com/office/drawing/2014/main" id="{6F58A25B-58C8-491F-EBE3-86D4348BBE12}"/>
                  </a:ext>
                </a:extLst>
              </p:cNvPr>
              <p:cNvSpPr/>
              <p:nvPr/>
            </p:nvSpPr>
            <p:spPr>
              <a:xfrm>
                <a:off x="2095035" y="6702624"/>
                <a:ext cx="10414" cy="243"/>
              </a:xfrm>
              <a:custGeom>
                <a:avLst/>
                <a:gdLst>
                  <a:gd name="connsiteX0" fmla="*/ 6696 w 10414"/>
                  <a:gd name="connsiteY0" fmla="*/ 36 h 243"/>
                  <a:gd name="connsiteX1" fmla="*/ 3724 w 10414"/>
                  <a:gd name="connsiteY1" fmla="*/ 219 h 243"/>
                  <a:gd name="connsiteX2" fmla="*/ 6696 w 10414"/>
                  <a:gd name="connsiteY2" fmla="*/ 36 h 243"/>
                </a:gdLst>
                <a:ahLst/>
                <a:cxnLst>
                  <a:cxn ang="0">
                    <a:pos x="connsiteX0" y="connsiteY0"/>
                  </a:cxn>
                  <a:cxn ang="0">
                    <a:pos x="connsiteX1" y="connsiteY1"/>
                  </a:cxn>
                  <a:cxn ang="0">
                    <a:pos x="connsiteX2" y="connsiteY2"/>
                  </a:cxn>
                </a:cxnLst>
                <a:rect l="l" t="t" r="r" b="b"/>
                <a:pathLst>
                  <a:path w="10414" h="243">
                    <a:moveTo>
                      <a:pt x="6696" y="36"/>
                    </a:moveTo>
                    <a:cubicBezTo>
                      <a:pt x="2655" y="88"/>
                      <a:pt x="-4368" y="317"/>
                      <a:pt x="3724" y="219"/>
                    </a:cubicBezTo>
                    <a:cubicBezTo>
                      <a:pt x="7765" y="168"/>
                      <a:pt x="14777" y="-95"/>
                      <a:pt x="6696" y="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1" name="Freeform: Shape 760">
                <a:extLst>
                  <a:ext uri="{FF2B5EF4-FFF2-40B4-BE49-F238E27FC236}">
                    <a16:creationId xmlns:a16="http://schemas.microsoft.com/office/drawing/2014/main" id="{CF0A0E79-D492-711C-9DB1-FFB2AA65BF1E}"/>
                  </a:ext>
                </a:extLst>
              </p:cNvPr>
              <p:cNvSpPr/>
              <p:nvPr/>
            </p:nvSpPr>
            <p:spPr>
              <a:xfrm>
                <a:off x="1903791" y="6777262"/>
                <a:ext cx="11139" cy="2854"/>
              </a:xfrm>
              <a:custGeom>
                <a:avLst/>
                <a:gdLst>
                  <a:gd name="connsiteX0" fmla="*/ 7241 w 11139"/>
                  <a:gd name="connsiteY0" fmla="*/ 31 h 2854"/>
                  <a:gd name="connsiteX1" fmla="*/ 3904 w 11139"/>
                  <a:gd name="connsiteY1" fmla="*/ 2825 h 2854"/>
                  <a:gd name="connsiteX2" fmla="*/ 7241 w 11139"/>
                  <a:gd name="connsiteY2" fmla="*/ 31 h 2854"/>
                </a:gdLst>
                <a:ahLst/>
                <a:cxnLst>
                  <a:cxn ang="0">
                    <a:pos x="connsiteX0" y="connsiteY0"/>
                  </a:cxn>
                  <a:cxn ang="0">
                    <a:pos x="connsiteX1" y="connsiteY1"/>
                  </a:cxn>
                  <a:cxn ang="0">
                    <a:pos x="connsiteX2" y="connsiteY2"/>
                  </a:cxn>
                </a:cxnLst>
                <a:rect l="l" t="t" r="r" b="b"/>
                <a:pathLst>
                  <a:path w="11139" h="2854">
                    <a:moveTo>
                      <a:pt x="7241" y="31"/>
                    </a:moveTo>
                    <a:cubicBezTo>
                      <a:pt x="2686" y="-318"/>
                      <a:pt x="-4549" y="2385"/>
                      <a:pt x="3904" y="2825"/>
                    </a:cubicBezTo>
                    <a:cubicBezTo>
                      <a:pt x="8447" y="3163"/>
                      <a:pt x="15688" y="459"/>
                      <a:pt x="7241" y="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2" name="Freeform: Shape 761">
                <a:extLst>
                  <a:ext uri="{FF2B5EF4-FFF2-40B4-BE49-F238E27FC236}">
                    <a16:creationId xmlns:a16="http://schemas.microsoft.com/office/drawing/2014/main" id="{EAE258BA-07BB-C20C-960E-8450416F96CB}"/>
                  </a:ext>
                </a:extLst>
              </p:cNvPr>
              <p:cNvSpPr/>
              <p:nvPr/>
            </p:nvSpPr>
            <p:spPr>
              <a:xfrm>
                <a:off x="2265906" y="6698880"/>
                <a:ext cx="9797" cy="976"/>
              </a:xfrm>
              <a:custGeom>
                <a:avLst/>
                <a:gdLst>
                  <a:gd name="connsiteX0" fmla="*/ 6155 w 9797"/>
                  <a:gd name="connsiteY0" fmla="*/ 305 h 976"/>
                  <a:gd name="connsiteX1" fmla="*/ 0 w 9797"/>
                  <a:gd name="connsiteY1" fmla="*/ 963 h 976"/>
                  <a:gd name="connsiteX2" fmla="*/ 6155 w 9797"/>
                  <a:gd name="connsiteY2" fmla="*/ 305 h 976"/>
                </a:gdLst>
                <a:ahLst/>
                <a:cxnLst>
                  <a:cxn ang="0">
                    <a:pos x="connsiteX0" y="connsiteY0"/>
                  </a:cxn>
                  <a:cxn ang="0">
                    <a:pos x="connsiteX1" y="connsiteY1"/>
                  </a:cxn>
                  <a:cxn ang="0">
                    <a:pos x="connsiteX2" y="connsiteY2"/>
                  </a:cxn>
                </a:cxnLst>
                <a:rect l="l" t="t" r="r" b="b"/>
                <a:pathLst>
                  <a:path w="9797" h="976">
                    <a:moveTo>
                      <a:pt x="6155" y="305"/>
                    </a:moveTo>
                    <a:cubicBezTo>
                      <a:pt x="3492" y="562"/>
                      <a:pt x="737" y="848"/>
                      <a:pt x="0" y="963"/>
                    </a:cubicBezTo>
                    <a:cubicBezTo>
                      <a:pt x="6" y="1156"/>
                      <a:pt x="17059" y="-712"/>
                      <a:pt x="6155" y="30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3" name="Freeform: Shape 762">
                <a:extLst>
                  <a:ext uri="{FF2B5EF4-FFF2-40B4-BE49-F238E27FC236}">
                    <a16:creationId xmlns:a16="http://schemas.microsoft.com/office/drawing/2014/main" id="{3145FFC5-1EDA-37D8-2B74-F7969375C3DE}"/>
                  </a:ext>
                </a:extLst>
              </p:cNvPr>
              <p:cNvSpPr/>
              <p:nvPr/>
            </p:nvSpPr>
            <p:spPr>
              <a:xfrm>
                <a:off x="2182795" y="6702424"/>
                <a:ext cx="10105" cy="575"/>
              </a:xfrm>
              <a:custGeom>
                <a:avLst/>
                <a:gdLst>
                  <a:gd name="connsiteX0" fmla="*/ 6461 w 10105"/>
                  <a:gd name="connsiteY0" fmla="*/ 327 h 575"/>
                  <a:gd name="connsiteX1" fmla="*/ 3649 w 10105"/>
                  <a:gd name="connsiteY1" fmla="*/ 264 h 575"/>
                  <a:gd name="connsiteX2" fmla="*/ 6461 w 10105"/>
                  <a:gd name="connsiteY2" fmla="*/ 327 h 575"/>
                </a:gdLst>
                <a:ahLst/>
                <a:cxnLst>
                  <a:cxn ang="0">
                    <a:pos x="connsiteX0" y="connsiteY0"/>
                  </a:cxn>
                  <a:cxn ang="0">
                    <a:pos x="connsiteX1" y="connsiteY1"/>
                  </a:cxn>
                  <a:cxn ang="0">
                    <a:pos x="connsiteX2" y="connsiteY2"/>
                  </a:cxn>
                </a:cxnLst>
                <a:rect l="l" t="t" r="r" b="b"/>
                <a:pathLst>
                  <a:path w="10105" h="575">
                    <a:moveTo>
                      <a:pt x="6461" y="327"/>
                    </a:moveTo>
                    <a:cubicBezTo>
                      <a:pt x="2466" y="590"/>
                      <a:pt x="-4203" y="744"/>
                      <a:pt x="3649" y="264"/>
                    </a:cubicBezTo>
                    <a:cubicBezTo>
                      <a:pt x="7644" y="1"/>
                      <a:pt x="14302" y="-193"/>
                      <a:pt x="6461" y="3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4" name="Freeform: Shape 763">
                <a:extLst>
                  <a:ext uri="{FF2B5EF4-FFF2-40B4-BE49-F238E27FC236}">
                    <a16:creationId xmlns:a16="http://schemas.microsoft.com/office/drawing/2014/main" id="{F2A74728-F8E3-4D17-D49D-B00F66539CA6}"/>
                  </a:ext>
                </a:extLst>
              </p:cNvPr>
              <p:cNvSpPr/>
              <p:nvPr/>
            </p:nvSpPr>
            <p:spPr>
              <a:xfrm>
                <a:off x="1799685" y="6880134"/>
                <a:ext cx="11550" cy="3686"/>
              </a:xfrm>
              <a:custGeom>
                <a:avLst/>
                <a:gdLst>
                  <a:gd name="connsiteX0" fmla="*/ 7386 w 11550"/>
                  <a:gd name="connsiteY0" fmla="*/ 0 h 3686"/>
                  <a:gd name="connsiteX1" fmla="*/ 48 w 11550"/>
                  <a:gd name="connsiteY1" fmla="*/ 1805 h 3686"/>
                  <a:gd name="connsiteX2" fmla="*/ 7386 w 11550"/>
                  <a:gd name="connsiteY2" fmla="*/ 0 h 3686"/>
                </a:gdLst>
                <a:ahLst/>
                <a:cxnLst>
                  <a:cxn ang="0">
                    <a:pos x="connsiteX0" y="connsiteY0"/>
                  </a:cxn>
                  <a:cxn ang="0">
                    <a:pos x="connsiteX1" y="connsiteY1"/>
                  </a:cxn>
                  <a:cxn ang="0">
                    <a:pos x="connsiteX2" y="connsiteY2"/>
                  </a:cxn>
                </a:cxnLst>
                <a:rect l="l" t="t" r="r" b="b"/>
                <a:pathLst>
                  <a:path w="11550" h="3686">
                    <a:moveTo>
                      <a:pt x="7386" y="0"/>
                    </a:moveTo>
                    <a:cubicBezTo>
                      <a:pt x="4311" y="0"/>
                      <a:pt x="1031" y="806"/>
                      <a:pt x="48" y="1805"/>
                    </a:cubicBezTo>
                    <a:cubicBezTo>
                      <a:pt x="-1141" y="6532"/>
                      <a:pt x="20330" y="983"/>
                      <a:pt x="738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5" name="Freeform: Shape 764">
                <a:extLst>
                  <a:ext uri="{FF2B5EF4-FFF2-40B4-BE49-F238E27FC236}">
                    <a16:creationId xmlns:a16="http://schemas.microsoft.com/office/drawing/2014/main" id="{C0704A67-8879-B0E3-C934-E41558D7287D}"/>
                  </a:ext>
                </a:extLst>
              </p:cNvPr>
              <p:cNvSpPr/>
              <p:nvPr/>
            </p:nvSpPr>
            <p:spPr>
              <a:xfrm>
                <a:off x="1444091" y="7241230"/>
                <a:ext cx="12837" cy="4459"/>
              </a:xfrm>
              <a:custGeom>
                <a:avLst/>
                <a:gdLst>
                  <a:gd name="connsiteX0" fmla="*/ 8575 w 12837"/>
                  <a:gd name="connsiteY0" fmla="*/ 35 h 4459"/>
                  <a:gd name="connsiteX1" fmla="*/ 4266 w 12837"/>
                  <a:gd name="connsiteY1" fmla="*/ 4424 h 4459"/>
                  <a:gd name="connsiteX2" fmla="*/ 8575 w 12837"/>
                  <a:gd name="connsiteY2" fmla="*/ 35 h 4459"/>
                </a:gdLst>
                <a:ahLst/>
                <a:cxnLst>
                  <a:cxn ang="0">
                    <a:pos x="connsiteX0" y="connsiteY0"/>
                  </a:cxn>
                  <a:cxn ang="0">
                    <a:pos x="connsiteX1" y="connsiteY1"/>
                  </a:cxn>
                  <a:cxn ang="0">
                    <a:pos x="connsiteX2" y="connsiteY2"/>
                  </a:cxn>
                </a:cxnLst>
                <a:rect l="l" t="t" r="r" b="b"/>
                <a:pathLst>
                  <a:path w="12837" h="4459">
                    <a:moveTo>
                      <a:pt x="8575" y="35"/>
                    </a:moveTo>
                    <a:cubicBezTo>
                      <a:pt x="3523" y="-428"/>
                      <a:pt x="-5312" y="3841"/>
                      <a:pt x="4266" y="4424"/>
                    </a:cubicBezTo>
                    <a:cubicBezTo>
                      <a:pt x="9324" y="4887"/>
                      <a:pt x="18142" y="618"/>
                      <a:pt x="8575"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6" name="Freeform: Shape 765">
                <a:extLst>
                  <a:ext uri="{FF2B5EF4-FFF2-40B4-BE49-F238E27FC236}">
                    <a16:creationId xmlns:a16="http://schemas.microsoft.com/office/drawing/2014/main" id="{E7C26E76-0986-BF02-D9A9-8AED092C3CEB}"/>
                  </a:ext>
                </a:extLst>
              </p:cNvPr>
              <p:cNvSpPr/>
              <p:nvPr/>
            </p:nvSpPr>
            <p:spPr>
              <a:xfrm>
                <a:off x="1688677" y="6992764"/>
                <a:ext cx="11943" cy="3900"/>
              </a:xfrm>
              <a:custGeom>
                <a:avLst/>
                <a:gdLst>
                  <a:gd name="connsiteX0" fmla="*/ 7860 w 11943"/>
                  <a:gd name="connsiteY0" fmla="*/ 30 h 3900"/>
                  <a:gd name="connsiteX1" fmla="*/ 4088 w 11943"/>
                  <a:gd name="connsiteY1" fmla="*/ 3870 h 3900"/>
                  <a:gd name="connsiteX2" fmla="*/ 7860 w 11943"/>
                  <a:gd name="connsiteY2" fmla="*/ 30 h 3900"/>
                </a:gdLst>
                <a:ahLst/>
                <a:cxnLst>
                  <a:cxn ang="0">
                    <a:pos x="connsiteX0" y="connsiteY0"/>
                  </a:cxn>
                  <a:cxn ang="0">
                    <a:pos x="connsiteX1" y="connsiteY1"/>
                  </a:cxn>
                  <a:cxn ang="0">
                    <a:pos x="connsiteX2" y="connsiteY2"/>
                  </a:cxn>
                </a:cxnLst>
                <a:rect l="l" t="t" r="r" b="b"/>
                <a:pathLst>
                  <a:path w="11943" h="3900">
                    <a:moveTo>
                      <a:pt x="7860" y="30"/>
                    </a:moveTo>
                    <a:cubicBezTo>
                      <a:pt x="3008" y="-371"/>
                      <a:pt x="-4884" y="3384"/>
                      <a:pt x="4088" y="3870"/>
                    </a:cubicBezTo>
                    <a:cubicBezTo>
                      <a:pt x="8940" y="4270"/>
                      <a:pt x="16821" y="521"/>
                      <a:pt x="7860"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7" name="Freeform: Shape 766">
                <a:extLst>
                  <a:ext uri="{FF2B5EF4-FFF2-40B4-BE49-F238E27FC236}">
                    <a16:creationId xmlns:a16="http://schemas.microsoft.com/office/drawing/2014/main" id="{1481606D-B906-A0E4-C1E1-386C1E67EF44}"/>
                  </a:ext>
                </a:extLst>
              </p:cNvPr>
              <p:cNvSpPr/>
              <p:nvPr/>
            </p:nvSpPr>
            <p:spPr>
              <a:xfrm>
                <a:off x="1308812" y="7378701"/>
                <a:ext cx="13344" cy="4778"/>
              </a:xfrm>
              <a:custGeom>
                <a:avLst/>
                <a:gdLst>
                  <a:gd name="connsiteX0" fmla="*/ 8981 w 13344"/>
                  <a:gd name="connsiteY0" fmla="*/ 38 h 4778"/>
                  <a:gd name="connsiteX1" fmla="*/ 4369 w 13344"/>
                  <a:gd name="connsiteY1" fmla="*/ 4741 h 4778"/>
                  <a:gd name="connsiteX2" fmla="*/ 8981 w 13344"/>
                  <a:gd name="connsiteY2" fmla="*/ 38 h 4778"/>
                </a:gdLst>
                <a:ahLst/>
                <a:cxnLst>
                  <a:cxn ang="0">
                    <a:pos x="connsiteX0" y="connsiteY0"/>
                  </a:cxn>
                  <a:cxn ang="0">
                    <a:pos x="connsiteX1" y="connsiteY1"/>
                  </a:cxn>
                  <a:cxn ang="0">
                    <a:pos x="connsiteX2" y="connsiteY2"/>
                  </a:cxn>
                </a:cxnLst>
                <a:rect l="l" t="t" r="r" b="b"/>
                <a:pathLst>
                  <a:path w="13344" h="4778">
                    <a:moveTo>
                      <a:pt x="8981" y="38"/>
                    </a:moveTo>
                    <a:cubicBezTo>
                      <a:pt x="3814" y="-460"/>
                      <a:pt x="-5552" y="4106"/>
                      <a:pt x="4369" y="4741"/>
                    </a:cubicBezTo>
                    <a:cubicBezTo>
                      <a:pt x="9535" y="5238"/>
                      <a:pt x="18891" y="672"/>
                      <a:pt x="8981"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8" name="Freeform: Shape 767">
                <a:extLst>
                  <a:ext uri="{FF2B5EF4-FFF2-40B4-BE49-F238E27FC236}">
                    <a16:creationId xmlns:a16="http://schemas.microsoft.com/office/drawing/2014/main" id="{E74B9A11-28C0-94DE-06AB-0C8E62CD86A8}"/>
                  </a:ext>
                </a:extLst>
              </p:cNvPr>
              <p:cNvSpPr/>
              <p:nvPr/>
            </p:nvSpPr>
            <p:spPr>
              <a:xfrm>
                <a:off x="2344558" y="6670395"/>
                <a:ext cx="9633" cy="1876"/>
              </a:xfrm>
              <a:custGeom>
                <a:avLst/>
                <a:gdLst>
                  <a:gd name="connsiteX0" fmla="*/ 5964 w 9633"/>
                  <a:gd name="connsiteY0" fmla="*/ 130 h 1876"/>
                  <a:gd name="connsiteX1" fmla="*/ 3 w 9633"/>
                  <a:gd name="connsiteY1" fmla="*/ 1398 h 1876"/>
                  <a:gd name="connsiteX2" fmla="*/ 5964 w 9633"/>
                  <a:gd name="connsiteY2" fmla="*/ 130 h 1876"/>
                </a:gdLst>
                <a:ahLst/>
                <a:cxnLst>
                  <a:cxn ang="0">
                    <a:pos x="connsiteX0" y="connsiteY0"/>
                  </a:cxn>
                  <a:cxn ang="0">
                    <a:pos x="connsiteX1" y="connsiteY1"/>
                  </a:cxn>
                  <a:cxn ang="0">
                    <a:pos x="connsiteX2" y="connsiteY2"/>
                  </a:cxn>
                </a:cxnLst>
                <a:rect l="l" t="t" r="r" b="b"/>
                <a:pathLst>
                  <a:path w="9633" h="1876">
                    <a:moveTo>
                      <a:pt x="5964" y="130"/>
                    </a:moveTo>
                    <a:cubicBezTo>
                      <a:pt x="3369" y="404"/>
                      <a:pt x="700" y="964"/>
                      <a:pt x="3" y="1398"/>
                    </a:cubicBezTo>
                    <a:cubicBezTo>
                      <a:pt x="-271" y="3204"/>
                      <a:pt x="16954" y="-751"/>
                      <a:pt x="5964" y="1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69" name="Freeform: Shape 768">
                <a:extLst>
                  <a:ext uri="{FF2B5EF4-FFF2-40B4-BE49-F238E27FC236}">
                    <a16:creationId xmlns:a16="http://schemas.microsoft.com/office/drawing/2014/main" id="{158711CB-5441-1137-4F69-CB46F2D916E1}"/>
                  </a:ext>
                </a:extLst>
              </p:cNvPr>
              <p:cNvSpPr/>
              <p:nvPr/>
            </p:nvSpPr>
            <p:spPr>
              <a:xfrm>
                <a:off x="1570458" y="7112862"/>
                <a:ext cx="12374" cy="4167"/>
              </a:xfrm>
              <a:custGeom>
                <a:avLst/>
                <a:gdLst>
                  <a:gd name="connsiteX0" fmla="*/ 8201 w 12374"/>
                  <a:gd name="connsiteY0" fmla="*/ 32 h 4167"/>
                  <a:gd name="connsiteX1" fmla="*/ 4178 w 12374"/>
                  <a:gd name="connsiteY1" fmla="*/ 4136 h 4167"/>
                  <a:gd name="connsiteX2" fmla="*/ 8201 w 12374"/>
                  <a:gd name="connsiteY2" fmla="*/ 32 h 4167"/>
                </a:gdLst>
                <a:ahLst/>
                <a:cxnLst>
                  <a:cxn ang="0">
                    <a:pos x="connsiteX0" y="connsiteY0"/>
                  </a:cxn>
                  <a:cxn ang="0">
                    <a:pos x="connsiteX1" y="connsiteY1"/>
                  </a:cxn>
                  <a:cxn ang="0">
                    <a:pos x="connsiteX2" y="connsiteY2"/>
                  </a:cxn>
                </a:cxnLst>
                <a:rect l="l" t="t" r="r" b="b"/>
                <a:pathLst>
                  <a:path w="12374" h="4167">
                    <a:moveTo>
                      <a:pt x="8201" y="32"/>
                    </a:moveTo>
                    <a:cubicBezTo>
                      <a:pt x="3252" y="-396"/>
                      <a:pt x="-5092" y="3598"/>
                      <a:pt x="4178" y="4136"/>
                    </a:cubicBezTo>
                    <a:cubicBezTo>
                      <a:pt x="9127" y="4565"/>
                      <a:pt x="17460" y="564"/>
                      <a:pt x="8201" y="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0" name="Freeform: Shape 769">
                <a:extLst>
                  <a:ext uri="{FF2B5EF4-FFF2-40B4-BE49-F238E27FC236}">
                    <a16:creationId xmlns:a16="http://schemas.microsoft.com/office/drawing/2014/main" id="{C395D941-1803-82FC-8D8B-5BEAE4FC9B5D}"/>
                  </a:ext>
                </a:extLst>
              </p:cNvPr>
              <p:cNvSpPr/>
              <p:nvPr/>
            </p:nvSpPr>
            <p:spPr>
              <a:xfrm>
                <a:off x="2002290" y="6720356"/>
                <a:ext cx="10840" cy="1168"/>
              </a:xfrm>
              <a:custGeom>
                <a:avLst/>
                <a:gdLst>
                  <a:gd name="connsiteX0" fmla="*/ 6824 w 10840"/>
                  <a:gd name="connsiteY0" fmla="*/ 4 h 1168"/>
                  <a:gd name="connsiteX1" fmla="*/ 17 w 10840"/>
                  <a:gd name="connsiteY1" fmla="*/ 501 h 1168"/>
                  <a:gd name="connsiteX2" fmla="*/ 6824 w 10840"/>
                  <a:gd name="connsiteY2" fmla="*/ 4 h 1168"/>
                </a:gdLst>
                <a:ahLst/>
                <a:cxnLst>
                  <a:cxn ang="0">
                    <a:pos x="connsiteX0" y="connsiteY0"/>
                  </a:cxn>
                  <a:cxn ang="0">
                    <a:pos x="connsiteX1" y="connsiteY1"/>
                  </a:cxn>
                  <a:cxn ang="0">
                    <a:pos x="connsiteX2" y="connsiteY2"/>
                  </a:cxn>
                </a:cxnLst>
                <a:rect l="l" t="t" r="r" b="b"/>
                <a:pathLst>
                  <a:path w="10840" h="1168">
                    <a:moveTo>
                      <a:pt x="6824" y="4"/>
                    </a:moveTo>
                    <a:cubicBezTo>
                      <a:pt x="3932" y="-31"/>
                      <a:pt x="886" y="186"/>
                      <a:pt x="17" y="501"/>
                    </a:cubicBezTo>
                    <a:cubicBezTo>
                      <a:pt x="-657" y="2118"/>
                      <a:pt x="19071" y="329"/>
                      <a:pt x="6824"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1" name="Freeform: Shape 770">
                <a:extLst>
                  <a:ext uri="{FF2B5EF4-FFF2-40B4-BE49-F238E27FC236}">
                    <a16:creationId xmlns:a16="http://schemas.microsoft.com/office/drawing/2014/main" id="{07CA1614-C793-3BBE-BC45-128B50B40FCE}"/>
                  </a:ext>
                </a:extLst>
              </p:cNvPr>
              <p:cNvSpPr/>
              <p:nvPr/>
            </p:nvSpPr>
            <p:spPr>
              <a:xfrm>
                <a:off x="2852469" y="5993927"/>
                <a:ext cx="7833" cy="4851"/>
              </a:xfrm>
              <a:custGeom>
                <a:avLst/>
                <a:gdLst>
                  <a:gd name="connsiteX0" fmla="*/ 4785 w 7833"/>
                  <a:gd name="connsiteY0" fmla="*/ 39 h 4851"/>
                  <a:gd name="connsiteX1" fmla="*/ 3053 w 7833"/>
                  <a:gd name="connsiteY1" fmla="*/ 4811 h 4851"/>
                  <a:gd name="connsiteX2" fmla="*/ 4785 w 7833"/>
                  <a:gd name="connsiteY2" fmla="*/ 39 h 4851"/>
                </a:gdLst>
                <a:ahLst/>
                <a:cxnLst>
                  <a:cxn ang="0">
                    <a:pos x="connsiteX0" y="connsiteY0"/>
                  </a:cxn>
                  <a:cxn ang="0">
                    <a:pos x="connsiteX1" y="connsiteY1"/>
                  </a:cxn>
                  <a:cxn ang="0">
                    <a:pos x="connsiteX2" y="connsiteY2"/>
                  </a:cxn>
                </a:cxnLst>
                <a:rect l="l" t="t" r="r" b="b"/>
                <a:pathLst>
                  <a:path w="7833" h="4851">
                    <a:moveTo>
                      <a:pt x="4785" y="39"/>
                    </a:moveTo>
                    <a:cubicBezTo>
                      <a:pt x="556" y="-475"/>
                      <a:pt x="-2599" y="4268"/>
                      <a:pt x="3053" y="4811"/>
                    </a:cubicBezTo>
                    <a:cubicBezTo>
                      <a:pt x="7311" y="5337"/>
                      <a:pt x="10409" y="622"/>
                      <a:pt x="4785" y="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2" name="Freeform: Shape 771">
                <a:extLst>
                  <a:ext uri="{FF2B5EF4-FFF2-40B4-BE49-F238E27FC236}">
                    <a16:creationId xmlns:a16="http://schemas.microsoft.com/office/drawing/2014/main" id="{597719AA-F944-08DA-2B4B-CC8E428201F4}"/>
                  </a:ext>
                </a:extLst>
              </p:cNvPr>
              <p:cNvSpPr/>
              <p:nvPr/>
            </p:nvSpPr>
            <p:spPr>
              <a:xfrm>
                <a:off x="2904001" y="5839907"/>
                <a:ext cx="7818" cy="5312"/>
              </a:xfrm>
              <a:custGeom>
                <a:avLst/>
                <a:gdLst>
                  <a:gd name="connsiteX0" fmla="*/ 4642 w 7818"/>
                  <a:gd name="connsiteY0" fmla="*/ 39 h 5312"/>
                  <a:gd name="connsiteX1" fmla="*/ 7 w 7818"/>
                  <a:gd name="connsiteY1" fmla="*/ 2234 h 5312"/>
                  <a:gd name="connsiteX2" fmla="*/ 4642 w 7818"/>
                  <a:gd name="connsiteY2" fmla="*/ 39 h 5312"/>
                </a:gdLst>
                <a:ahLst/>
                <a:cxnLst>
                  <a:cxn ang="0">
                    <a:pos x="connsiteX0" y="connsiteY0"/>
                  </a:cxn>
                  <a:cxn ang="0">
                    <a:pos x="connsiteX1" y="connsiteY1"/>
                  </a:cxn>
                  <a:cxn ang="0">
                    <a:pos x="connsiteX2" y="connsiteY2"/>
                  </a:cxn>
                </a:cxnLst>
                <a:rect l="l" t="t" r="r" b="b"/>
                <a:pathLst>
                  <a:path w="7818" h="5312">
                    <a:moveTo>
                      <a:pt x="4642" y="39"/>
                    </a:moveTo>
                    <a:cubicBezTo>
                      <a:pt x="2539" y="-213"/>
                      <a:pt x="464" y="782"/>
                      <a:pt x="7" y="2234"/>
                    </a:cubicBezTo>
                    <a:cubicBezTo>
                      <a:pt x="-359" y="9155"/>
                      <a:pt x="14009" y="2605"/>
                      <a:pt x="4642" y="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3" name="Freeform: Shape 772">
                <a:extLst>
                  <a:ext uri="{FF2B5EF4-FFF2-40B4-BE49-F238E27FC236}">
                    <a16:creationId xmlns:a16="http://schemas.microsoft.com/office/drawing/2014/main" id="{D1B26F5F-9947-9FE0-06E9-600796F9AA65}"/>
                  </a:ext>
                </a:extLst>
              </p:cNvPr>
              <p:cNvSpPr/>
              <p:nvPr/>
            </p:nvSpPr>
            <p:spPr>
              <a:xfrm>
                <a:off x="2953366" y="5684447"/>
                <a:ext cx="7473" cy="5160"/>
              </a:xfrm>
              <a:custGeom>
                <a:avLst/>
                <a:gdLst>
                  <a:gd name="connsiteX0" fmla="*/ 4534 w 7473"/>
                  <a:gd name="connsiteY0" fmla="*/ 132 h 5160"/>
                  <a:gd name="connsiteX1" fmla="*/ 2940 w 7473"/>
                  <a:gd name="connsiteY1" fmla="*/ 5024 h 5160"/>
                  <a:gd name="connsiteX2" fmla="*/ 4534 w 7473"/>
                  <a:gd name="connsiteY2" fmla="*/ 132 h 5160"/>
                </a:gdLst>
                <a:ahLst/>
                <a:cxnLst>
                  <a:cxn ang="0">
                    <a:pos x="connsiteX0" y="connsiteY0"/>
                  </a:cxn>
                  <a:cxn ang="0">
                    <a:pos x="connsiteX1" y="connsiteY1"/>
                  </a:cxn>
                  <a:cxn ang="0">
                    <a:pos x="connsiteX2" y="connsiteY2"/>
                  </a:cxn>
                </a:cxnLst>
                <a:rect l="l" t="t" r="r" b="b"/>
                <a:pathLst>
                  <a:path w="7473" h="5160">
                    <a:moveTo>
                      <a:pt x="4534" y="132"/>
                    </a:moveTo>
                    <a:cubicBezTo>
                      <a:pt x="77" y="-857"/>
                      <a:pt x="-2192" y="4006"/>
                      <a:pt x="2940" y="5024"/>
                    </a:cubicBezTo>
                    <a:cubicBezTo>
                      <a:pt x="7438" y="6030"/>
                      <a:pt x="9638" y="1178"/>
                      <a:pt x="4534" y="13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4" name="Freeform: Shape 773">
                <a:extLst>
                  <a:ext uri="{FF2B5EF4-FFF2-40B4-BE49-F238E27FC236}">
                    <a16:creationId xmlns:a16="http://schemas.microsoft.com/office/drawing/2014/main" id="{9303D221-E8CE-CA69-F197-FA96223C66FA}"/>
                  </a:ext>
                </a:extLst>
              </p:cNvPr>
              <p:cNvSpPr/>
              <p:nvPr/>
            </p:nvSpPr>
            <p:spPr>
              <a:xfrm>
                <a:off x="2798745" y="6121617"/>
                <a:ext cx="8140" cy="3526"/>
              </a:xfrm>
              <a:custGeom>
                <a:avLst/>
                <a:gdLst>
                  <a:gd name="connsiteX0" fmla="*/ 4879 w 8140"/>
                  <a:gd name="connsiteY0" fmla="*/ 5 h 3526"/>
                  <a:gd name="connsiteX1" fmla="*/ 4 w 8140"/>
                  <a:gd name="connsiteY1" fmla="*/ 1622 h 3526"/>
                  <a:gd name="connsiteX2" fmla="*/ 4879 w 8140"/>
                  <a:gd name="connsiteY2" fmla="*/ 5 h 3526"/>
                </a:gdLst>
                <a:ahLst/>
                <a:cxnLst>
                  <a:cxn ang="0">
                    <a:pos x="connsiteX0" y="connsiteY0"/>
                  </a:cxn>
                  <a:cxn ang="0">
                    <a:pos x="connsiteX1" y="connsiteY1"/>
                  </a:cxn>
                  <a:cxn ang="0">
                    <a:pos x="connsiteX2" y="connsiteY2"/>
                  </a:cxn>
                </a:cxnLst>
                <a:rect l="l" t="t" r="r" b="b"/>
                <a:pathLst>
                  <a:path w="8140" h="3526">
                    <a:moveTo>
                      <a:pt x="4879" y="5"/>
                    </a:moveTo>
                    <a:cubicBezTo>
                      <a:pt x="2690" y="-69"/>
                      <a:pt x="507" y="662"/>
                      <a:pt x="4" y="1622"/>
                    </a:cubicBezTo>
                    <a:cubicBezTo>
                      <a:pt x="-276" y="6137"/>
                      <a:pt x="14509" y="1388"/>
                      <a:pt x="4879" y="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5" name="Freeform: Shape 774">
                <a:extLst>
                  <a:ext uri="{FF2B5EF4-FFF2-40B4-BE49-F238E27FC236}">
                    <a16:creationId xmlns:a16="http://schemas.microsoft.com/office/drawing/2014/main" id="{5F54F8B5-AE4F-FBED-84E0-DE8BE98239EC}"/>
                  </a:ext>
                </a:extLst>
              </p:cNvPr>
              <p:cNvSpPr/>
              <p:nvPr/>
            </p:nvSpPr>
            <p:spPr>
              <a:xfrm>
                <a:off x="2419379" y="6589677"/>
                <a:ext cx="9419" cy="3867"/>
              </a:xfrm>
              <a:custGeom>
                <a:avLst/>
                <a:gdLst>
                  <a:gd name="connsiteX0" fmla="*/ 5798 w 9419"/>
                  <a:gd name="connsiteY0" fmla="*/ 4 h 3867"/>
                  <a:gd name="connsiteX1" fmla="*/ 9 w 9419"/>
                  <a:gd name="connsiteY1" fmla="*/ 2329 h 3867"/>
                  <a:gd name="connsiteX2" fmla="*/ 5798 w 9419"/>
                  <a:gd name="connsiteY2" fmla="*/ 4 h 3867"/>
                </a:gdLst>
                <a:ahLst/>
                <a:cxnLst>
                  <a:cxn ang="0">
                    <a:pos x="connsiteX0" y="connsiteY0"/>
                  </a:cxn>
                  <a:cxn ang="0">
                    <a:pos x="connsiteX1" y="connsiteY1"/>
                  </a:cxn>
                  <a:cxn ang="0">
                    <a:pos x="connsiteX2" y="connsiteY2"/>
                  </a:cxn>
                </a:cxnLst>
                <a:rect l="l" t="t" r="r" b="b"/>
                <a:pathLst>
                  <a:path w="9419" h="3867">
                    <a:moveTo>
                      <a:pt x="5798" y="4"/>
                    </a:moveTo>
                    <a:cubicBezTo>
                      <a:pt x="3266" y="266"/>
                      <a:pt x="672" y="1300"/>
                      <a:pt x="9" y="2329"/>
                    </a:cubicBezTo>
                    <a:cubicBezTo>
                      <a:pt x="-443" y="6895"/>
                      <a:pt x="16668" y="-180"/>
                      <a:pt x="5798"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6" name="Freeform: Shape 775">
                <a:extLst>
                  <a:ext uri="{FF2B5EF4-FFF2-40B4-BE49-F238E27FC236}">
                    <a16:creationId xmlns:a16="http://schemas.microsoft.com/office/drawing/2014/main" id="{9F2A8967-D733-AAA3-C879-FFDE0AAF4A5A}"/>
                  </a:ext>
                </a:extLst>
              </p:cNvPr>
              <p:cNvSpPr/>
              <p:nvPr/>
            </p:nvSpPr>
            <p:spPr>
              <a:xfrm>
                <a:off x="2742666" y="6199944"/>
                <a:ext cx="8313" cy="2054"/>
              </a:xfrm>
              <a:custGeom>
                <a:avLst/>
                <a:gdLst>
                  <a:gd name="connsiteX0" fmla="*/ 5014 w 8313"/>
                  <a:gd name="connsiteY0" fmla="*/ 36 h 2054"/>
                  <a:gd name="connsiteX1" fmla="*/ 2 w 8313"/>
                  <a:gd name="connsiteY1" fmla="*/ 762 h 2054"/>
                  <a:gd name="connsiteX2" fmla="*/ 5014 w 8313"/>
                  <a:gd name="connsiteY2" fmla="*/ 36 h 2054"/>
                </a:gdLst>
                <a:ahLst/>
                <a:cxnLst>
                  <a:cxn ang="0">
                    <a:pos x="connsiteX0" y="connsiteY0"/>
                  </a:cxn>
                  <a:cxn ang="0">
                    <a:pos x="connsiteX1" y="connsiteY1"/>
                  </a:cxn>
                  <a:cxn ang="0">
                    <a:pos x="connsiteX2" y="connsiteY2"/>
                  </a:cxn>
                </a:cxnLst>
                <a:rect l="l" t="t" r="r" b="b"/>
                <a:pathLst>
                  <a:path w="8313" h="2054">
                    <a:moveTo>
                      <a:pt x="5014" y="36"/>
                    </a:moveTo>
                    <a:cubicBezTo>
                      <a:pt x="2768" y="-113"/>
                      <a:pt x="528" y="218"/>
                      <a:pt x="2" y="762"/>
                    </a:cubicBezTo>
                    <a:cubicBezTo>
                      <a:pt x="-187" y="3453"/>
                      <a:pt x="14752" y="1305"/>
                      <a:pt x="5014" y="3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7" name="Freeform: Shape 776">
                <a:extLst>
                  <a:ext uri="{FF2B5EF4-FFF2-40B4-BE49-F238E27FC236}">
                    <a16:creationId xmlns:a16="http://schemas.microsoft.com/office/drawing/2014/main" id="{E6A48013-F9D3-35EE-92C4-EA2A562944A4}"/>
                  </a:ext>
                </a:extLst>
              </p:cNvPr>
              <p:cNvSpPr/>
              <p:nvPr/>
            </p:nvSpPr>
            <p:spPr>
              <a:xfrm>
                <a:off x="2558459" y="6385346"/>
                <a:ext cx="8995" cy="2297"/>
              </a:xfrm>
              <a:custGeom>
                <a:avLst/>
                <a:gdLst>
                  <a:gd name="connsiteX0" fmla="*/ 5484 w 8995"/>
                  <a:gd name="connsiteY0" fmla="*/ 0 h 2297"/>
                  <a:gd name="connsiteX1" fmla="*/ 3 w 8995"/>
                  <a:gd name="connsiteY1" fmla="*/ 1166 h 2297"/>
                  <a:gd name="connsiteX2" fmla="*/ 5484 w 8995"/>
                  <a:gd name="connsiteY2" fmla="*/ 0 h 2297"/>
                </a:gdLst>
                <a:ahLst/>
                <a:cxnLst>
                  <a:cxn ang="0">
                    <a:pos x="connsiteX0" y="connsiteY0"/>
                  </a:cxn>
                  <a:cxn ang="0">
                    <a:pos x="connsiteX1" y="connsiteY1"/>
                  </a:cxn>
                  <a:cxn ang="0">
                    <a:pos x="connsiteX2" y="connsiteY2"/>
                  </a:cxn>
                </a:cxnLst>
                <a:rect l="l" t="t" r="r" b="b"/>
                <a:pathLst>
                  <a:path w="8995" h="2297">
                    <a:moveTo>
                      <a:pt x="5484" y="0"/>
                    </a:moveTo>
                    <a:cubicBezTo>
                      <a:pt x="3055" y="23"/>
                      <a:pt x="603" y="543"/>
                      <a:pt x="3" y="1166"/>
                    </a:cubicBezTo>
                    <a:cubicBezTo>
                      <a:pt x="-254" y="4075"/>
                      <a:pt x="15919" y="520"/>
                      <a:pt x="548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8" name="Freeform: Shape 777">
                <a:extLst>
                  <a:ext uri="{FF2B5EF4-FFF2-40B4-BE49-F238E27FC236}">
                    <a16:creationId xmlns:a16="http://schemas.microsoft.com/office/drawing/2014/main" id="{936EAEA1-DD1B-345F-ED02-11447DD2964E}"/>
                  </a:ext>
                </a:extLst>
              </p:cNvPr>
              <p:cNvSpPr/>
              <p:nvPr/>
            </p:nvSpPr>
            <p:spPr>
              <a:xfrm>
                <a:off x="3000727" y="5552677"/>
                <a:ext cx="7488" cy="3982"/>
              </a:xfrm>
              <a:custGeom>
                <a:avLst/>
                <a:gdLst>
                  <a:gd name="connsiteX0" fmla="*/ 4425 w 7488"/>
                  <a:gd name="connsiteY0" fmla="*/ 177 h 3982"/>
                  <a:gd name="connsiteX1" fmla="*/ 7 w 7488"/>
                  <a:gd name="connsiteY1" fmla="*/ 1223 h 3982"/>
                  <a:gd name="connsiteX2" fmla="*/ 4425 w 7488"/>
                  <a:gd name="connsiteY2" fmla="*/ 177 h 3982"/>
                </a:gdLst>
                <a:ahLst/>
                <a:cxnLst>
                  <a:cxn ang="0">
                    <a:pos x="connsiteX0" y="connsiteY0"/>
                  </a:cxn>
                  <a:cxn ang="0">
                    <a:pos x="connsiteX1" y="connsiteY1"/>
                  </a:cxn>
                  <a:cxn ang="0">
                    <a:pos x="connsiteX2" y="connsiteY2"/>
                  </a:cxn>
                </a:cxnLst>
                <a:rect l="l" t="t" r="r" b="b"/>
                <a:pathLst>
                  <a:path w="7488" h="3982">
                    <a:moveTo>
                      <a:pt x="4425" y="177"/>
                    </a:moveTo>
                    <a:cubicBezTo>
                      <a:pt x="2407" y="-286"/>
                      <a:pt x="430" y="194"/>
                      <a:pt x="7" y="1223"/>
                    </a:cubicBezTo>
                    <a:cubicBezTo>
                      <a:pt x="-359" y="6309"/>
                      <a:pt x="13443" y="3406"/>
                      <a:pt x="4425" y="17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79" name="Freeform: Shape 778">
                <a:extLst>
                  <a:ext uri="{FF2B5EF4-FFF2-40B4-BE49-F238E27FC236}">
                    <a16:creationId xmlns:a16="http://schemas.microsoft.com/office/drawing/2014/main" id="{A9FC59BC-206C-6E9E-83BB-C1C472D8A308}"/>
                  </a:ext>
                </a:extLst>
              </p:cNvPr>
              <p:cNvSpPr/>
              <p:nvPr/>
            </p:nvSpPr>
            <p:spPr>
              <a:xfrm>
                <a:off x="2490652" y="6470568"/>
                <a:ext cx="9157" cy="3773"/>
              </a:xfrm>
              <a:custGeom>
                <a:avLst/>
                <a:gdLst>
                  <a:gd name="connsiteX0" fmla="*/ 5728 w 9157"/>
                  <a:gd name="connsiteY0" fmla="*/ 23 h 3773"/>
                  <a:gd name="connsiteX1" fmla="*/ 3431 w 9157"/>
                  <a:gd name="connsiteY1" fmla="*/ 3755 h 3773"/>
                  <a:gd name="connsiteX2" fmla="*/ 5728 w 9157"/>
                  <a:gd name="connsiteY2" fmla="*/ 23 h 3773"/>
                </a:gdLst>
                <a:ahLst/>
                <a:cxnLst>
                  <a:cxn ang="0">
                    <a:pos x="connsiteX0" y="connsiteY0"/>
                  </a:cxn>
                  <a:cxn ang="0">
                    <a:pos x="connsiteX1" y="connsiteY1"/>
                  </a:cxn>
                  <a:cxn ang="0">
                    <a:pos x="connsiteX2" y="connsiteY2"/>
                  </a:cxn>
                </a:cxnLst>
                <a:rect l="l" t="t" r="r" b="b"/>
                <a:pathLst>
                  <a:path w="9157" h="3773">
                    <a:moveTo>
                      <a:pt x="5728" y="23"/>
                    </a:moveTo>
                    <a:cubicBezTo>
                      <a:pt x="1374" y="-326"/>
                      <a:pt x="-3410" y="3384"/>
                      <a:pt x="3431" y="3755"/>
                    </a:cubicBezTo>
                    <a:cubicBezTo>
                      <a:pt x="7769" y="4069"/>
                      <a:pt x="12575" y="389"/>
                      <a:pt x="5728"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0" name="Freeform: Shape 779">
                <a:extLst>
                  <a:ext uri="{FF2B5EF4-FFF2-40B4-BE49-F238E27FC236}">
                    <a16:creationId xmlns:a16="http://schemas.microsoft.com/office/drawing/2014/main" id="{889A369A-71AF-1AC0-5D8B-D4E6A9F54D5D}"/>
                  </a:ext>
                </a:extLst>
              </p:cNvPr>
              <p:cNvSpPr/>
              <p:nvPr/>
            </p:nvSpPr>
            <p:spPr>
              <a:xfrm>
                <a:off x="2684110" y="6259450"/>
                <a:ext cx="8532" cy="2040"/>
              </a:xfrm>
              <a:custGeom>
                <a:avLst/>
                <a:gdLst>
                  <a:gd name="connsiteX0" fmla="*/ 5163 w 8532"/>
                  <a:gd name="connsiteY0" fmla="*/ 23 h 2040"/>
                  <a:gd name="connsiteX1" fmla="*/ 2 w 8532"/>
                  <a:gd name="connsiteY1" fmla="*/ 801 h 2040"/>
                  <a:gd name="connsiteX2" fmla="*/ 5163 w 8532"/>
                  <a:gd name="connsiteY2" fmla="*/ 23 h 2040"/>
                </a:gdLst>
                <a:ahLst/>
                <a:cxnLst>
                  <a:cxn ang="0">
                    <a:pos x="connsiteX0" y="connsiteY0"/>
                  </a:cxn>
                  <a:cxn ang="0">
                    <a:pos x="connsiteX1" y="connsiteY1"/>
                  </a:cxn>
                  <a:cxn ang="0">
                    <a:pos x="connsiteX2" y="connsiteY2"/>
                  </a:cxn>
                </a:cxnLst>
                <a:rect l="l" t="t" r="r" b="b"/>
                <a:pathLst>
                  <a:path w="8532" h="2040">
                    <a:moveTo>
                      <a:pt x="5163" y="23"/>
                    </a:moveTo>
                    <a:cubicBezTo>
                      <a:pt x="2860" y="-97"/>
                      <a:pt x="551" y="258"/>
                      <a:pt x="2" y="801"/>
                    </a:cubicBezTo>
                    <a:cubicBezTo>
                      <a:pt x="-209" y="3486"/>
                      <a:pt x="15130" y="1137"/>
                      <a:pt x="5163"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1" name="Freeform: Shape 780">
                <a:extLst>
                  <a:ext uri="{FF2B5EF4-FFF2-40B4-BE49-F238E27FC236}">
                    <a16:creationId xmlns:a16="http://schemas.microsoft.com/office/drawing/2014/main" id="{02EA1691-0440-0295-CAB9-40CEE8E85B9E}"/>
                  </a:ext>
                </a:extLst>
              </p:cNvPr>
              <p:cNvSpPr/>
              <p:nvPr/>
            </p:nvSpPr>
            <p:spPr>
              <a:xfrm>
                <a:off x="2622765" y="6320383"/>
                <a:ext cx="8753" cy="2112"/>
              </a:xfrm>
              <a:custGeom>
                <a:avLst/>
                <a:gdLst>
                  <a:gd name="connsiteX0" fmla="*/ 5317 w 8753"/>
                  <a:gd name="connsiteY0" fmla="*/ 1 h 2112"/>
                  <a:gd name="connsiteX1" fmla="*/ 2 w 8753"/>
                  <a:gd name="connsiteY1" fmla="*/ 996 h 2112"/>
                  <a:gd name="connsiteX2" fmla="*/ 5317 w 8753"/>
                  <a:gd name="connsiteY2" fmla="*/ 1 h 2112"/>
                </a:gdLst>
                <a:ahLst/>
                <a:cxnLst>
                  <a:cxn ang="0">
                    <a:pos x="connsiteX0" y="connsiteY0"/>
                  </a:cxn>
                  <a:cxn ang="0">
                    <a:pos x="connsiteX1" y="connsiteY1"/>
                  </a:cxn>
                  <a:cxn ang="0">
                    <a:pos x="connsiteX2" y="connsiteY2"/>
                  </a:cxn>
                </a:cxnLst>
                <a:rect l="l" t="t" r="r" b="b"/>
                <a:pathLst>
                  <a:path w="8753" h="2112">
                    <a:moveTo>
                      <a:pt x="5317" y="1"/>
                    </a:moveTo>
                    <a:cubicBezTo>
                      <a:pt x="2951" y="-22"/>
                      <a:pt x="574" y="424"/>
                      <a:pt x="2" y="996"/>
                    </a:cubicBezTo>
                    <a:cubicBezTo>
                      <a:pt x="-221" y="3721"/>
                      <a:pt x="15501" y="687"/>
                      <a:pt x="5317" y="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2" name="Freeform: Shape 781">
                <a:extLst>
                  <a:ext uri="{FF2B5EF4-FFF2-40B4-BE49-F238E27FC236}">
                    <a16:creationId xmlns:a16="http://schemas.microsoft.com/office/drawing/2014/main" id="{C083F29A-7A7D-1D13-A79A-67132B0D56ED}"/>
                  </a:ext>
                </a:extLst>
              </p:cNvPr>
              <p:cNvSpPr/>
              <p:nvPr/>
            </p:nvSpPr>
            <p:spPr>
              <a:xfrm>
                <a:off x="1164051" y="7526052"/>
                <a:ext cx="13470" cy="5234"/>
              </a:xfrm>
              <a:custGeom>
                <a:avLst/>
                <a:gdLst>
                  <a:gd name="connsiteX0" fmla="*/ 9209 w 13470"/>
                  <a:gd name="connsiteY0" fmla="*/ 94 h 5234"/>
                  <a:gd name="connsiteX1" fmla="*/ 4265 w 13470"/>
                  <a:gd name="connsiteY1" fmla="*/ 5140 h 5234"/>
                  <a:gd name="connsiteX2" fmla="*/ 9209 w 13470"/>
                  <a:gd name="connsiteY2" fmla="*/ 94 h 5234"/>
                </a:gdLst>
                <a:ahLst/>
                <a:cxnLst>
                  <a:cxn ang="0">
                    <a:pos x="connsiteX0" y="connsiteY0"/>
                  </a:cxn>
                  <a:cxn ang="0">
                    <a:pos x="connsiteX1" y="connsiteY1"/>
                  </a:cxn>
                  <a:cxn ang="0">
                    <a:pos x="connsiteX2" y="connsiteY2"/>
                  </a:cxn>
                </a:cxnLst>
                <a:rect l="l" t="t" r="r" b="b"/>
                <a:pathLst>
                  <a:path w="13470" h="5234">
                    <a:moveTo>
                      <a:pt x="9209" y="94"/>
                    </a:moveTo>
                    <a:cubicBezTo>
                      <a:pt x="4614" y="-774"/>
                      <a:pt x="-5856" y="4626"/>
                      <a:pt x="4265" y="5140"/>
                    </a:cubicBezTo>
                    <a:cubicBezTo>
                      <a:pt x="8855" y="6010"/>
                      <a:pt x="19324" y="603"/>
                      <a:pt x="9209" y="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3" name="Freeform: Shape 782">
                <a:extLst>
                  <a:ext uri="{FF2B5EF4-FFF2-40B4-BE49-F238E27FC236}">
                    <a16:creationId xmlns:a16="http://schemas.microsoft.com/office/drawing/2014/main" id="{2BE82333-F250-9674-78E0-E4E9215C6AC8}"/>
                  </a:ext>
                </a:extLst>
              </p:cNvPr>
              <p:cNvSpPr/>
              <p:nvPr/>
            </p:nvSpPr>
            <p:spPr>
              <a:xfrm>
                <a:off x="2850844" y="5493968"/>
                <a:ext cx="6784" cy="3068"/>
              </a:xfrm>
              <a:custGeom>
                <a:avLst/>
                <a:gdLst>
                  <a:gd name="connsiteX0" fmla="*/ 4278 w 6784"/>
                  <a:gd name="connsiteY0" fmla="*/ 472 h 3068"/>
                  <a:gd name="connsiteX1" fmla="*/ 391 w 6784"/>
                  <a:gd name="connsiteY1" fmla="*/ 3067 h 3068"/>
                  <a:gd name="connsiteX2" fmla="*/ 4278 w 6784"/>
                  <a:gd name="connsiteY2" fmla="*/ 472 h 3068"/>
                </a:gdLst>
                <a:ahLst/>
                <a:cxnLst>
                  <a:cxn ang="0">
                    <a:pos x="connsiteX0" y="connsiteY0"/>
                  </a:cxn>
                  <a:cxn ang="0">
                    <a:pos x="connsiteX1" y="connsiteY1"/>
                  </a:cxn>
                  <a:cxn ang="0">
                    <a:pos x="connsiteX2" y="connsiteY2"/>
                  </a:cxn>
                </a:cxnLst>
                <a:rect l="l" t="t" r="r" b="b"/>
                <a:pathLst>
                  <a:path w="6784" h="3068">
                    <a:moveTo>
                      <a:pt x="4278" y="472"/>
                    </a:moveTo>
                    <a:cubicBezTo>
                      <a:pt x="3323" y="832"/>
                      <a:pt x="-1369" y="2621"/>
                      <a:pt x="391" y="3067"/>
                    </a:cubicBezTo>
                    <a:cubicBezTo>
                      <a:pt x="2666" y="3170"/>
                      <a:pt x="10856" y="-1460"/>
                      <a:pt x="4278" y="47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4" name="Freeform: Shape 783">
                <a:extLst>
                  <a:ext uri="{FF2B5EF4-FFF2-40B4-BE49-F238E27FC236}">
                    <a16:creationId xmlns:a16="http://schemas.microsoft.com/office/drawing/2014/main" id="{9F8A1552-5F21-356C-B40A-D18172FE17D2}"/>
                  </a:ext>
                </a:extLst>
              </p:cNvPr>
              <p:cNvSpPr/>
              <p:nvPr/>
            </p:nvSpPr>
            <p:spPr>
              <a:xfrm>
                <a:off x="1716059" y="6719062"/>
                <a:ext cx="10822" cy="1124"/>
              </a:xfrm>
              <a:custGeom>
                <a:avLst/>
                <a:gdLst>
                  <a:gd name="connsiteX0" fmla="*/ 6962 w 10822"/>
                  <a:gd name="connsiteY0" fmla="*/ 0 h 1124"/>
                  <a:gd name="connsiteX1" fmla="*/ 18 w 10822"/>
                  <a:gd name="connsiteY1" fmla="*/ 555 h 1124"/>
                  <a:gd name="connsiteX2" fmla="*/ 6962 w 10822"/>
                  <a:gd name="connsiteY2" fmla="*/ 0 h 1124"/>
                </a:gdLst>
                <a:ahLst/>
                <a:cxnLst>
                  <a:cxn ang="0">
                    <a:pos x="connsiteX0" y="connsiteY0"/>
                  </a:cxn>
                  <a:cxn ang="0">
                    <a:pos x="connsiteX1" y="connsiteY1"/>
                  </a:cxn>
                  <a:cxn ang="0">
                    <a:pos x="connsiteX2" y="connsiteY2"/>
                  </a:cxn>
                </a:cxnLst>
                <a:rect l="l" t="t" r="r" b="b"/>
                <a:pathLst>
                  <a:path w="10822" h="1124">
                    <a:moveTo>
                      <a:pt x="6962" y="0"/>
                    </a:moveTo>
                    <a:cubicBezTo>
                      <a:pt x="4076" y="0"/>
                      <a:pt x="967" y="246"/>
                      <a:pt x="18" y="555"/>
                    </a:cubicBezTo>
                    <a:cubicBezTo>
                      <a:pt x="-679" y="1978"/>
                      <a:pt x="18883" y="326"/>
                      <a:pt x="696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5" name="Freeform: Shape 784">
                <a:extLst>
                  <a:ext uri="{FF2B5EF4-FFF2-40B4-BE49-F238E27FC236}">
                    <a16:creationId xmlns:a16="http://schemas.microsoft.com/office/drawing/2014/main" id="{FC3C10C8-5D9C-3577-C5BB-C9963E197510}"/>
                  </a:ext>
                </a:extLst>
              </p:cNvPr>
              <p:cNvSpPr/>
              <p:nvPr/>
            </p:nvSpPr>
            <p:spPr>
              <a:xfrm>
                <a:off x="2002340" y="6703723"/>
                <a:ext cx="9892" cy="361"/>
              </a:xfrm>
              <a:custGeom>
                <a:avLst/>
                <a:gdLst>
                  <a:gd name="connsiteX0" fmla="*/ 6390 w 9892"/>
                  <a:gd name="connsiteY0" fmla="*/ 0 h 361"/>
                  <a:gd name="connsiteX1" fmla="*/ 3498 w 9892"/>
                  <a:gd name="connsiteY1" fmla="*/ 360 h 361"/>
                  <a:gd name="connsiteX2" fmla="*/ 6390 w 9892"/>
                  <a:gd name="connsiteY2" fmla="*/ 0 h 361"/>
                </a:gdLst>
                <a:ahLst/>
                <a:cxnLst>
                  <a:cxn ang="0">
                    <a:pos x="connsiteX0" y="connsiteY0"/>
                  </a:cxn>
                  <a:cxn ang="0">
                    <a:pos x="connsiteX1" y="connsiteY1"/>
                  </a:cxn>
                  <a:cxn ang="0">
                    <a:pos x="connsiteX2" y="connsiteY2"/>
                  </a:cxn>
                </a:cxnLst>
                <a:rect l="l" t="t" r="r" b="b"/>
                <a:pathLst>
                  <a:path w="9892" h="361">
                    <a:moveTo>
                      <a:pt x="6390" y="0"/>
                    </a:moveTo>
                    <a:cubicBezTo>
                      <a:pt x="2601" y="-5"/>
                      <a:pt x="-4165" y="383"/>
                      <a:pt x="3498" y="360"/>
                    </a:cubicBezTo>
                    <a:cubicBezTo>
                      <a:pt x="7293" y="371"/>
                      <a:pt x="14060" y="-11"/>
                      <a:pt x="639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6" name="Freeform: Shape 785">
                <a:extLst>
                  <a:ext uri="{FF2B5EF4-FFF2-40B4-BE49-F238E27FC236}">
                    <a16:creationId xmlns:a16="http://schemas.microsoft.com/office/drawing/2014/main" id="{378131B4-EB92-CD5C-ACB0-92D11DA01C23}"/>
                  </a:ext>
                </a:extLst>
              </p:cNvPr>
              <p:cNvSpPr/>
              <p:nvPr/>
            </p:nvSpPr>
            <p:spPr>
              <a:xfrm>
                <a:off x="1912134" y="6705286"/>
                <a:ext cx="10198" cy="153"/>
              </a:xfrm>
              <a:custGeom>
                <a:avLst/>
                <a:gdLst>
                  <a:gd name="connsiteX0" fmla="*/ 6625 w 10198"/>
                  <a:gd name="connsiteY0" fmla="*/ 145 h 153"/>
                  <a:gd name="connsiteX1" fmla="*/ 3568 w 10198"/>
                  <a:gd name="connsiteY1" fmla="*/ 8 h 153"/>
                  <a:gd name="connsiteX2" fmla="*/ 6625 w 10198"/>
                  <a:gd name="connsiteY2" fmla="*/ 145 h 153"/>
                </a:gdLst>
                <a:ahLst/>
                <a:cxnLst>
                  <a:cxn ang="0">
                    <a:pos x="connsiteX0" y="connsiteY0"/>
                  </a:cxn>
                  <a:cxn ang="0">
                    <a:pos x="connsiteX1" y="connsiteY1"/>
                  </a:cxn>
                  <a:cxn ang="0">
                    <a:pos x="connsiteX2" y="connsiteY2"/>
                  </a:cxn>
                </a:cxnLst>
                <a:rect l="l" t="t" r="r" b="b"/>
                <a:pathLst>
                  <a:path w="10198" h="153">
                    <a:moveTo>
                      <a:pt x="6625" y="145"/>
                    </a:moveTo>
                    <a:cubicBezTo>
                      <a:pt x="2791" y="186"/>
                      <a:pt x="-4325" y="77"/>
                      <a:pt x="3568" y="8"/>
                    </a:cubicBezTo>
                    <a:cubicBezTo>
                      <a:pt x="7414" y="-32"/>
                      <a:pt x="14523" y="82"/>
                      <a:pt x="6625" y="1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7" name="Freeform: Shape 786">
                <a:extLst>
                  <a:ext uri="{FF2B5EF4-FFF2-40B4-BE49-F238E27FC236}">
                    <a16:creationId xmlns:a16="http://schemas.microsoft.com/office/drawing/2014/main" id="{34637482-E1BF-497F-9C48-E4DE8D136D82}"/>
                  </a:ext>
                </a:extLst>
              </p:cNvPr>
              <p:cNvSpPr/>
              <p:nvPr/>
            </p:nvSpPr>
            <p:spPr>
              <a:xfrm>
                <a:off x="1495736" y="6880134"/>
                <a:ext cx="11611" cy="3688"/>
              </a:xfrm>
              <a:custGeom>
                <a:avLst/>
                <a:gdLst>
                  <a:gd name="connsiteX0" fmla="*/ 7554 w 11611"/>
                  <a:gd name="connsiteY0" fmla="*/ 0 h 3688"/>
                  <a:gd name="connsiteX1" fmla="*/ 73 w 11611"/>
                  <a:gd name="connsiteY1" fmla="*/ 1805 h 3688"/>
                  <a:gd name="connsiteX2" fmla="*/ 7554 w 11611"/>
                  <a:gd name="connsiteY2" fmla="*/ 0 h 3688"/>
                </a:gdLst>
                <a:ahLst/>
                <a:cxnLst>
                  <a:cxn ang="0">
                    <a:pos x="connsiteX0" y="connsiteY0"/>
                  </a:cxn>
                  <a:cxn ang="0">
                    <a:pos x="connsiteX1" y="connsiteY1"/>
                  </a:cxn>
                  <a:cxn ang="0">
                    <a:pos x="connsiteX2" y="connsiteY2"/>
                  </a:cxn>
                </a:cxnLst>
                <a:rect l="l" t="t" r="r" b="b"/>
                <a:pathLst>
                  <a:path w="11611" h="3688">
                    <a:moveTo>
                      <a:pt x="7554" y="0"/>
                    </a:moveTo>
                    <a:cubicBezTo>
                      <a:pt x="4491" y="0"/>
                      <a:pt x="1142" y="806"/>
                      <a:pt x="73" y="1805"/>
                    </a:cubicBezTo>
                    <a:cubicBezTo>
                      <a:pt x="-1413" y="6543"/>
                      <a:pt x="20373" y="966"/>
                      <a:pt x="755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8" name="Freeform: Shape 787">
                <a:extLst>
                  <a:ext uri="{FF2B5EF4-FFF2-40B4-BE49-F238E27FC236}">
                    <a16:creationId xmlns:a16="http://schemas.microsoft.com/office/drawing/2014/main" id="{90D7BD23-1A14-346A-051D-2EEF43062F0A}"/>
                  </a:ext>
                </a:extLst>
              </p:cNvPr>
              <p:cNvSpPr/>
              <p:nvPr/>
            </p:nvSpPr>
            <p:spPr>
              <a:xfrm>
                <a:off x="1816796" y="6702951"/>
                <a:ext cx="10518" cy="109"/>
              </a:xfrm>
              <a:custGeom>
                <a:avLst/>
                <a:gdLst>
                  <a:gd name="connsiteX0" fmla="*/ 6871 w 10518"/>
                  <a:gd name="connsiteY0" fmla="*/ 0 h 109"/>
                  <a:gd name="connsiteX1" fmla="*/ 3642 w 10518"/>
                  <a:gd name="connsiteY1" fmla="*/ 109 h 109"/>
                  <a:gd name="connsiteX2" fmla="*/ 6871 w 10518"/>
                  <a:gd name="connsiteY2" fmla="*/ 0 h 109"/>
                </a:gdLst>
                <a:ahLst/>
                <a:cxnLst>
                  <a:cxn ang="0">
                    <a:pos x="connsiteX0" y="connsiteY0"/>
                  </a:cxn>
                  <a:cxn ang="0">
                    <a:pos x="connsiteX1" y="connsiteY1"/>
                  </a:cxn>
                  <a:cxn ang="0">
                    <a:pos x="connsiteX2" y="connsiteY2"/>
                  </a:cxn>
                </a:cxnLst>
                <a:rect l="l" t="t" r="r" b="b"/>
                <a:pathLst>
                  <a:path w="10518" h="109">
                    <a:moveTo>
                      <a:pt x="6871" y="0"/>
                    </a:moveTo>
                    <a:cubicBezTo>
                      <a:pt x="2985" y="0"/>
                      <a:pt x="-4490" y="115"/>
                      <a:pt x="3642" y="109"/>
                    </a:cubicBezTo>
                    <a:cubicBezTo>
                      <a:pt x="7540" y="115"/>
                      <a:pt x="15010" y="-5"/>
                      <a:pt x="687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89" name="Freeform: Shape 788">
                <a:extLst>
                  <a:ext uri="{FF2B5EF4-FFF2-40B4-BE49-F238E27FC236}">
                    <a16:creationId xmlns:a16="http://schemas.microsoft.com/office/drawing/2014/main" id="{7C93E82E-D207-C666-3E14-C6ABDCE895DD}"/>
                  </a:ext>
                </a:extLst>
              </p:cNvPr>
              <p:cNvSpPr/>
              <p:nvPr/>
            </p:nvSpPr>
            <p:spPr>
              <a:xfrm>
                <a:off x="1608942" y="6776523"/>
                <a:ext cx="11236" cy="2918"/>
              </a:xfrm>
              <a:custGeom>
                <a:avLst/>
                <a:gdLst>
                  <a:gd name="connsiteX0" fmla="*/ 7431 w 11236"/>
                  <a:gd name="connsiteY0" fmla="*/ 26 h 2918"/>
                  <a:gd name="connsiteX1" fmla="*/ 3802 w 11236"/>
                  <a:gd name="connsiteY1" fmla="*/ 2895 h 2918"/>
                  <a:gd name="connsiteX2" fmla="*/ 7431 w 11236"/>
                  <a:gd name="connsiteY2" fmla="*/ 26 h 2918"/>
                </a:gdLst>
                <a:ahLst/>
                <a:cxnLst>
                  <a:cxn ang="0">
                    <a:pos x="connsiteX0" y="connsiteY0"/>
                  </a:cxn>
                  <a:cxn ang="0">
                    <a:pos x="connsiteX1" y="connsiteY1"/>
                  </a:cxn>
                  <a:cxn ang="0">
                    <a:pos x="connsiteX2" y="connsiteY2"/>
                  </a:cxn>
                </a:cxnLst>
                <a:rect l="l" t="t" r="r" b="b"/>
                <a:pathLst>
                  <a:path w="11236" h="2918">
                    <a:moveTo>
                      <a:pt x="7431" y="26"/>
                    </a:moveTo>
                    <a:cubicBezTo>
                      <a:pt x="3070" y="-299"/>
                      <a:pt x="-4685" y="2484"/>
                      <a:pt x="3802" y="2895"/>
                    </a:cubicBezTo>
                    <a:cubicBezTo>
                      <a:pt x="8168" y="3203"/>
                      <a:pt x="15924" y="409"/>
                      <a:pt x="7431" y="2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0" name="Freeform: Shape 789">
                <a:extLst>
                  <a:ext uri="{FF2B5EF4-FFF2-40B4-BE49-F238E27FC236}">
                    <a16:creationId xmlns:a16="http://schemas.microsoft.com/office/drawing/2014/main" id="{26CC5F0B-DC28-C4DB-F2AF-6660C7F3763D}"/>
                  </a:ext>
                </a:extLst>
              </p:cNvPr>
              <p:cNvSpPr/>
              <p:nvPr/>
            </p:nvSpPr>
            <p:spPr>
              <a:xfrm>
                <a:off x="962358" y="7378698"/>
                <a:ext cx="13499" cy="4785"/>
              </a:xfrm>
              <a:custGeom>
                <a:avLst/>
                <a:gdLst>
                  <a:gd name="connsiteX0" fmla="*/ 9255 w 13499"/>
                  <a:gd name="connsiteY0" fmla="*/ 41 h 4785"/>
                  <a:gd name="connsiteX1" fmla="*/ 4243 w 13499"/>
                  <a:gd name="connsiteY1" fmla="*/ 4745 h 4785"/>
                  <a:gd name="connsiteX2" fmla="*/ 9255 w 13499"/>
                  <a:gd name="connsiteY2" fmla="*/ 41 h 4785"/>
                </a:gdLst>
                <a:ahLst/>
                <a:cxnLst>
                  <a:cxn ang="0">
                    <a:pos x="connsiteX0" y="connsiteY0"/>
                  </a:cxn>
                  <a:cxn ang="0">
                    <a:pos x="connsiteX1" y="connsiteY1"/>
                  </a:cxn>
                  <a:cxn ang="0">
                    <a:pos x="connsiteX2" y="connsiteY2"/>
                  </a:cxn>
                </a:cxnLst>
                <a:rect l="l" t="t" r="r" b="b"/>
                <a:pathLst>
                  <a:path w="13499" h="4785">
                    <a:moveTo>
                      <a:pt x="9255" y="41"/>
                    </a:moveTo>
                    <a:cubicBezTo>
                      <a:pt x="4311" y="-479"/>
                      <a:pt x="-5707" y="4065"/>
                      <a:pt x="4243" y="4745"/>
                    </a:cubicBezTo>
                    <a:cubicBezTo>
                      <a:pt x="9198" y="5259"/>
                      <a:pt x="19205" y="722"/>
                      <a:pt x="9255" y="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1" name="Freeform: Shape 790">
                <a:extLst>
                  <a:ext uri="{FF2B5EF4-FFF2-40B4-BE49-F238E27FC236}">
                    <a16:creationId xmlns:a16="http://schemas.microsoft.com/office/drawing/2014/main" id="{53A8751D-2F1A-06F0-DE6A-AB552BFDCAD1}"/>
                  </a:ext>
                </a:extLst>
              </p:cNvPr>
              <p:cNvSpPr/>
              <p:nvPr/>
            </p:nvSpPr>
            <p:spPr>
              <a:xfrm>
                <a:off x="1375084" y="6992761"/>
                <a:ext cx="12050" cy="3905"/>
              </a:xfrm>
              <a:custGeom>
                <a:avLst/>
                <a:gdLst>
                  <a:gd name="connsiteX0" fmla="*/ 8071 w 12050"/>
                  <a:gd name="connsiteY0" fmla="*/ 33 h 3905"/>
                  <a:gd name="connsiteX1" fmla="*/ 3973 w 12050"/>
                  <a:gd name="connsiteY1" fmla="*/ 3873 h 3905"/>
                  <a:gd name="connsiteX2" fmla="*/ 8071 w 12050"/>
                  <a:gd name="connsiteY2" fmla="*/ 33 h 3905"/>
                </a:gdLst>
                <a:ahLst/>
                <a:cxnLst>
                  <a:cxn ang="0">
                    <a:pos x="connsiteX0" y="connsiteY0"/>
                  </a:cxn>
                  <a:cxn ang="0">
                    <a:pos x="connsiteX1" y="connsiteY1"/>
                  </a:cxn>
                  <a:cxn ang="0">
                    <a:pos x="connsiteX2" y="connsiteY2"/>
                  </a:cxn>
                </a:cxnLst>
                <a:rect l="l" t="t" r="r" b="b"/>
                <a:pathLst>
                  <a:path w="12050" h="3905">
                    <a:moveTo>
                      <a:pt x="8071" y="33"/>
                    </a:moveTo>
                    <a:cubicBezTo>
                      <a:pt x="3425" y="-385"/>
                      <a:pt x="-5022" y="3347"/>
                      <a:pt x="3973" y="3873"/>
                    </a:cubicBezTo>
                    <a:cubicBezTo>
                      <a:pt x="8637" y="4290"/>
                      <a:pt x="17072" y="558"/>
                      <a:pt x="8071" y="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2" name="Freeform: Shape 791">
                <a:extLst>
                  <a:ext uri="{FF2B5EF4-FFF2-40B4-BE49-F238E27FC236}">
                    <a16:creationId xmlns:a16="http://schemas.microsoft.com/office/drawing/2014/main" id="{A496C3E5-1C05-2D76-87C0-AECBFE2B2A32}"/>
                  </a:ext>
                </a:extLst>
              </p:cNvPr>
              <p:cNvSpPr/>
              <p:nvPr/>
            </p:nvSpPr>
            <p:spPr>
              <a:xfrm>
                <a:off x="1109376" y="7241227"/>
                <a:ext cx="12980" cy="4465"/>
              </a:xfrm>
              <a:custGeom>
                <a:avLst/>
                <a:gdLst>
                  <a:gd name="connsiteX0" fmla="*/ 8826 w 12980"/>
                  <a:gd name="connsiteY0" fmla="*/ 38 h 4465"/>
                  <a:gd name="connsiteX1" fmla="*/ 4145 w 12980"/>
                  <a:gd name="connsiteY1" fmla="*/ 4427 h 4465"/>
                  <a:gd name="connsiteX2" fmla="*/ 8826 w 12980"/>
                  <a:gd name="connsiteY2" fmla="*/ 38 h 4465"/>
                </a:gdLst>
                <a:ahLst/>
                <a:cxnLst>
                  <a:cxn ang="0">
                    <a:pos x="connsiteX0" y="connsiteY0"/>
                  </a:cxn>
                  <a:cxn ang="0">
                    <a:pos x="connsiteX1" y="connsiteY1"/>
                  </a:cxn>
                  <a:cxn ang="0">
                    <a:pos x="connsiteX2" y="connsiteY2"/>
                  </a:cxn>
                </a:cxnLst>
                <a:rect l="l" t="t" r="r" b="b"/>
                <a:pathLst>
                  <a:path w="12980" h="4465">
                    <a:moveTo>
                      <a:pt x="8826" y="38"/>
                    </a:moveTo>
                    <a:cubicBezTo>
                      <a:pt x="3991" y="-442"/>
                      <a:pt x="-5462" y="3798"/>
                      <a:pt x="4145" y="4427"/>
                    </a:cubicBezTo>
                    <a:cubicBezTo>
                      <a:pt x="9003" y="4907"/>
                      <a:pt x="18444" y="661"/>
                      <a:pt x="8826"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3" name="Freeform: Shape 792">
                <a:extLst>
                  <a:ext uri="{FF2B5EF4-FFF2-40B4-BE49-F238E27FC236}">
                    <a16:creationId xmlns:a16="http://schemas.microsoft.com/office/drawing/2014/main" id="{6CB0C166-2F3F-6915-05B7-138C2C1B9FBD}"/>
                  </a:ext>
                </a:extLst>
              </p:cNvPr>
              <p:cNvSpPr/>
              <p:nvPr/>
            </p:nvSpPr>
            <p:spPr>
              <a:xfrm>
                <a:off x="1246663" y="7112859"/>
                <a:ext cx="12493" cy="4173"/>
              </a:xfrm>
              <a:custGeom>
                <a:avLst/>
                <a:gdLst>
                  <a:gd name="connsiteX0" fmla="*/ 8431 w 12493"/>
                  <a:gd name="connsiteY0" fmla="*/ 35 h 4173"/>
                  <a:gd name="connsiteX1" fmla="*/ 4059 w 12493"/>
                  <a:gd name="connsiteY1" fmla="*/ 4138 h 4173"/>
                  <a:gd name="connsiteX2" fmla="*/ 8431 w 12493"/>
                  <a:gd name="connsiteY2" fmla="*/ 35 h 4173"/>
                </a:gdLst>
                <a:ahLst/>
                <a:cxnLst>
                  <a:cxn ang="0">
                    <a:pos x="connsiteX0" y="connsiteY0"/>
                  </a:cxn>
                  <a:cxn ang="0">
                    <a:pos x="connsiteX1" y="connsiteY1"/>
                  </a:cxn>
                  <a:cxn ang="0">
                    <a:pos x="connsiteX2" y="connsiteY2"/>
                  </a:cxn>
                </a:cxnLst>
                <a:rect l="l" t="t" r="r" b="b"/>
                <a:pathLst>
                  <a:path w="12493" h="4173">
                    <a:moveTo>
                      <a:pt x="8431" y="35"/>
                    </a:moveTo>
                    <a:cubicBezTo>
                      <a:pt x="3693" y="-411"/>
                      <a:pt x="-5234" y="3561"/>
                      <a:pt x="4059" y="4138"/>
                    </a:cubicBezTo>
                    <a:cubicBezTo>
                      <a:pt x="8808" y="4584"/>
                      <a:pt x="17729" y="607"/>
                      <a:pt x="8431"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4" name="Freeform: Shape 793">
                <a:extLst>
                  <a:ext uri="{FF2B5EF4-FFF2-40B4-BE49-F238E27FC236}">
                    <a16:creationId xmlns:a16="http://schemas.microsoft.com/office/drawing/2014/main" id="{E143CD5A-4D98-1FA4-FF6C-9F833ECF55C5}"/>
                  </a:ext>
                </a:extLst>
              </p:cNvPr>
              <p:cNvSpPr/>
              <p:nvPr/>
            </p:nvSpPr>
            <p:spPr>
              <a:xfrm>
                <a:off x="2696100" y="5849925"/>
                <a:ext cx="7810" cy="5041"/>
              </a:xfrm>
              <a:custGeom>
                <a:avLst/>
                <a:gdLst>
                  <a:gd name="connsiteX0" fmla="*/ 4706 w 7810"/>
                  <a:gd name="connsiteY0" fmla="*/ 0 h 5041"/>
                  <a:gd name="connsiteX1" fmla="*/ 2 w 7810"/>
                  <a:gd name="connsiteY1" fmla="*/ 3012 h 5041"/>
                  <a:gd name="connsiteX2" fmla="*/ 4706 w 7810"/>
                  <a:gd name="connsiteY2" fmla="*/ 0 h 5041"/>
                </a:gdLst>
                <a:ahLst/>
                <a:cxnLst>
                  <a:cxn ang="0">
                    <a:pos x="connsiteX0" y="connsiteY0"/>
                  </a:cxn>
                  <a:cxn ang="0">
                    <a:pos x="connsiteX1" y="connsiteY1"/>
                  </a:cxn>
                  <a:cxn ang="0">
                    <a:pos x="connsiteX2" y="connsiteY2"/>
                  </a:cxn>
                </a:cxnLst>
                <a:rect l="l" t="t" r="r" b="b"/>
                <a:pathLst>
                  <a:path w="7810" h="5041">
                    <a:moveTo>
                      <a:pt x="4706" y="0"/>
                    </a:moveTo>
                    <a:cubicBezTo>
                      <a:pt x="2609" y="315"/>
                      <a:pt x="505" y="1669"/>
                      <a:pt x="2" y="3012"/>
                    </a:cubicBezTo>
                    <a:cubicBezTo>
                      <a:pt x="-215" y="8962"/>
                      <a:pt x="13879" y="-74"/>
                      <a:pt x="470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5" name="Freeform: Shape 794">
                <a:extLst>
                  <a:ext uri="{FF2B5EF4-FFF2-40B4-BE49-F238E27FC236}">
                    <a16:creationId xmlns:a16="http://schemas.microsoft.com/office/drawing/2014/main" id="{808885B5-EC14-01B3-03B7-7F1A0B901636}"/>
                  </a:ext>
                </a:extLst>
              </p:cNvPr>
              <p:cNvSpPr/>
              <p:nvPr/>
            </p:nvSpPr>
            <p:spPr>
              <a:xfrm>
                <a:off x="2581528" y="6117048"/>
                <a:ext cx="8072" cy="3519"/>
              </a:xfrm>
              <a:custGeom>
                <a:avLst/>
                <a:gdLst>
                  <a:gd name="connsiteX0" fmla="*/ 5018 w 8072"/>
                  <a:gd name="connsiteY0" fmla="*/ 19 h 3519"/>
                  <a:gd name="connsiteX1" fmla="*/ 3052 w 8072"/>
                  <a:gd name="connsiteY1" fmla="*/ 3499 h 3519"/>
                  <a:gd name="connsiteX2" fmla="*/ 5018 w 8072"/>
                  <a:gd name="connsiteY2" fmla="*/ 19 h 3519"/>
                </a:gdLst>
                <a:ahLst/>
                <a:cxnLst>
                  <a:cxn ang="0">
                    <a:pos x="connsiteX0" y="connsiteY0"/>
                  </a:cxn>
                  <a:cxn ang="0">
                    <a:pos x="connsiteX1" y="connsiteY1"/>
                  </a:cxn>
                  <a:cxn ang="0">
                    <a:pos x="connsiteX2" y="connsiteY2"/>
                  </a:cxn>
                </a:cxnLst>
                <a:rect l="l" t="t" r="r" b="b"/>
                <a:pathLst>
                  <a:path w="8072" h="3519">
                    <a:moveTo>
                      <a:pt x="5018" y="19"/>
                    </a:moveTo>
                    <a:cubicBezTo>
                      <a:pt x="1120" y="-284"/>
                      <a:pt x="-2966" y="3162"/>
                      <a:pt x="3052" y="3499"/>
                    </a:cubicBezTo>
                    <a:cubicBezTo>
                      <a:pt x="6972" y="3813"/>
                      <a:pt x="11030" y="367"/>
                      <a:pt x="5018"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6" name="Freeform: Shape 795">
                <a:extLst>
                  <a:ext uri="{FF2B5EF4-FFF2-40B4-BE49-F238E27FC236}">
                    <a16:creationId xmlns:a16="http://schemas.microsoft.com/office/drawing/2014/main" id="{CEAB4ADE-C10A-C609-36C1-D3B6DB3212E5}"/>
                  </a:ext>
                </a:extLst>
              </p:cNvPr>
              <p:cNvSpPr/>
              <p:nvPr/>
            </p:nvSpPr>
            <p:spPr>
              <a:xfrm>
                <a:off x="2520459" y="6198214"/>
                <a:ext cx="8325" cy="1973"/>
              </a:xfrm>
              <a:custGeom>
                <a:avLst/>
                <a:gdLst>
                  <a:gd name="connsiteX0" fmla="*/ 5102 w 8325"/>
                  <a:gd name="connsiteY0" fmla="*/ 0 h 1973"/>
                  <a:gd name="connsiteX1" fmla="*/ 4 w 8325"/>
                  <a:gd name="connsiteY1" fmla="*/ 966 h 1973"/>
                  <a:gd name="connsiteX2" fmla="*/ 5102 w 8325"/>
                  <a:gd name="connsiteY2" fmla="*/ 0 h 1973"/>
                </a:gdLst>
                <a:ahLst/>
                <a:cxnLst>
                  <a:cxn ang="0">
                    <a:pos x="connsiteX0" y="connsiteY0"/>
                  </a:cxn>
                  <a:cxn ang="0">
                    <a:pos x="connsiteX1" y="connsiteY1"/>
                  </a:cxn>
                  <a:cxn ang="0">
                    <a:pos x="connsiteX2" y="connsiteY2"/>
                  </a:cxn>
                </a:cxnLst>
                <a:rect l="l" t="t" r="r" b="b"/>
                <a:pathLst>
                  <a:path w="8325" h="1973">
                    <a:moveTo>
                      <a:pt x="5102" y="0"/>
                    </a:moveTo>
                    <a:cubicBezTo>
                      <a:pt x="2861" y="0"/>
                      <a:pt x="581" y="428"/>
                      <a:pt x="4" y="966"/>
                    </a:cubicBezTo>
                    <a:cubicBezTo>
                      <a:pt x="-276" y="3497"/>
                      <a:pt x="14720" y="526"/>
                      <a:pt x="510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7" name="Freeform: Shape 796">
                <a:extLst>
                  <a:ext uri="{FF2B5EF4-FFF2-40B4-BE49-F238E27FC236}">
                    <a16:creationId xmlns:a16="http://schemas.microsoft.com/office/drawing/2014/main" id="{F8E7627A-1557-C43E-F7AA-30579D9843DB}"/>
                  </a:ext>
                </a:extLst>
              </p:cNvPr>
              <p:cNvSpPr/>
              <p:nvPr/>
            </p:nvSpPr>
            <p:spPr>
              <a:xfrm>
                <a:off x="2087939" y="6675034"/>
                <a:ext cx="9670" cy="1667"/>
              </a:xfrm>
              <a:custGeom>
                <a:avLst/>
                <a:gdLst>
                  <a:gd name="connsiteX0" fmla="*/ 6076 w 9670"/>
                  <a:gd name="connsiteY0" fmla="*/ 0 h 1667"/>
                  <a:gd name="connsiteX1" fmla="*/ 13 w 9670"/>
                  <a:gd name="connsiteY1" fmla="*/ 863 h 1667"/>
                  <a:gd name="connsiteX2" fmla="*/ 6076 w 9670"/>
                  <a:gd name="connsiteY2" fmla="*/ 0 h 1667"/>
                </a:gdLst>
                <a:ahLst/>
                <a:cxnLst>
                  <a:cxn ang="0">
                    <a:pos x="connsiteX0" y="connsiteY0"/>
                  </a:cxn>
                  <a:cxn ang="0">
                    <a:pos x="connsiteX1" y="connsiteY1"/>
                  </a:cxn>
                  <a:cxn ang="0">
                    <a:pos x="connsiteX2" y="connsiteY2"/>
                  </a:cxn>
                </a:cxnLst>
                <a:rect l="l" t="t" r="r" b="b"/>
                <a:pathLst>
                  <a:path w="9670" h="1667">
                    <a:moveTo>
                      <a:pt x="6076" y="0"/>
                    </a:moveTo>
                    <a:cubicBezTo>
                      <a:pt x="3487" y="29"/>
                      <a:pt x="773" y="417"/>
                      <a:pt x="13" y="863"/>
                    </a:cubicBezTo>
                    <a:cubicBezTo>
                      <a:pt x="-536" y="2977"/>
                      <a:pt x="17009" y="286"/>
                      <a:pt x="607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8" name="Freeform: Shape 797">
                <a:extLst>
                  <a:ext uri="{FF2B5EF4-FFF2-40B4-BE49-F238E27FC236}">
                    <a16:creationId xmlns:a16="http://schemas.microsoft.com/office/drawing/2014/main" id="{7A433907-D245-8ED6-8BE2-45B741FBABAB}"/>
                  </a:ext>
                </a:extLst>
              </p:cNvPr>
              <p:cNvSpPr/>
              <p:nvPr/>
            </p:nvSpPr>
            <p:spPr>
              <a:xfrm>
                <a:off x="2749840" y="5705210"/>
                <a:ext cx="7621" cy="4963"/>
              </a:xfrm>
              <a:custGeom>
                <a:avLst/>
                <a:gdLst>
                  <a:gd name="connsiteX0" fmla="*/ 4584 w 7621"/>
                  <a:gd name="connsiteY0" fmla="*/ 97 h 4963"/>
                  <a:gd name="connsiteX1" fmla="*/ 0 w 7621"/>
                  <a:gd name="connsiteY1" fmla="*/ 3360 h 4963"/>
                  <a:gd name="connsiteX2" fmla="*/ 4584 w 7621"/>
                  <a:gd name="connsiteY2" fmla="*/ 97 h 4963"/>
                </a:gdLst>
                <a:ahLst/>
                <a:cxnLst>
                  <a:cxn ang="0">
                    <a:pos x="connsiteX0" y="connsiteY0"/>
                  </a:cxn>
                  <a:cxn ang="0">
                    <a:pos x="connsiteX1" y="connsiteY1"/>
                  </a:cxn>
                  <a:cxn ang="0">
                    <a:pos x="connsiteX2" y="connsiteY2"/>
                  </a:cxn>
                </a:cxnLst>
                <a:rect l="l" t="t" r="r" b="b"/>
                <a:pathLst>
                  <a:path w="7621" h="4963">
                    <a:moveTo>
                      <a:pt x="4584" y="97"/>
                    </a:moveTo>
                    <a:cubicBezTo>
                      <a:pt x="2532" y="634"/>
                      <a:pt x="480" y="2097"/>
                      <a:pt x="0" y="3360"/>
                    </a:cubicBezTo>
                    <a:cubicBezTo>
                      <a:pt x="-51" y="8686"/>
                      <a:pt x="13499" y="-1063"/>
                      <a:pt x="4584" y="9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799" name="Freeform: Shape 798">
                <a:extLst>
                  <a:ext uri="{FF2B5EF4-FFF2-40B4-BE49-F238E27FC236}">
                    <a16:creationId xmlns:a16="http://schemas.microsoft.com/office/drawing/2014/main" id="{54F2E347-4848-FAF2-CFDF-118D5BE9E98D}"/>
                  </a:ext>
                </a:extLst>
              </p:cNvPr>
              <p:cNvSpPr/>
              <p:nvPr/>
            </p:nvSpPr>
            <p:spPr>
              <a:xfrm>
                <a:off x="2801355" y="5579786"/>
                <a:ext cx="7440" cy="4382"/>
              </a:xfrm>
              <a:custGeom>
                <a:avLst/>
                <a:gdLst>
                  <a:gd name="connsiteX0" fmla="*/ 4475 w 7440"/>
                  <a:gd name="connsiteY0" fmla="*/ 328 h 4382"/>
                  <a:gd name="connsiteX1" fmla="*/ 0 w 7440"/>
                  <a:gd name="connsiteY1" fmla="*/ 3391 h 4382"/>
                  <a:gd name="connsiteX2" fmla="*/ 4475 w 7440"/>
                  <a:gd name="connsiteY2" fmla="*/ 328 h 4382"/>
                </a:gdLst>
                <a:ahLst/>
                <a:cxnLst>
                  <a:cxn ang="0">
                    <a:pos x="connsiteX0" y="connsiteY0"/>
                  </a:cxn>
                  <a:cxn ang="0">
                    <a:pos x="connsiteX1" y="connsiteY1"/>
                  </a:cxn>
                  <a:cxn ang="0">
                    <a:pos x="connsiteX2" y="connsiteY2"/>
                  </a:cxn>
                </a:cxnLst>
                <a:rect l="l" t="t" r="r" b="b"/>
                <a:pathLst>
                  <a:path w="7440" h="4382">
                    <a:moveTo>
                      <a:pt x="4475" y="328"/>
                    </a:moveTo>
                    <a:cubicBezTo>
                      <a:pt x="2463" y="1019"/>
                      <a:pt x="463" y="2397"/>
                      <a:pt x="0" y="3391"/>
                    </a:cubicBezTo>
                    <a:cubicBezTo>
                      <a:pt x="120" y="7311"/>
                      <a:pt x="13122" y="-1804"/>
                      <a:pt x="4475" y="3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0" name="Freeform: Shape 799">
                <a:extLst>
                  <a:ext uri="{FF2B5EF4-FFF2-40B4-BE49-F238E27FC236}">
                    <a16:creationId xmlns:a16="http://schemas.microsoft.com/office/drawing/2014/main" id="{4011E4F1-4EAF-2CA9-62FD-4623FC811C23}"/>
                  </a:ext>
                </a:extLst>
              </p:cNvPr>
              <p:cNvSpPr/>
              <p:nvPr/>
            </p:nvSpPr>
            <p:spPr>
              <a:xfrm>
                <a:off x="2639989" y="5993871"/>
                <a:ext cx="7897" cy="4516"/>
              </a:xfrm>
              <a:custGeom>
                <a:avLst/>
                <a:gdLst>
                  <a:gd name="connsiteX0" fmla="*/ 4890 w 7897"/>
                  <a:gd name="connsiteY0" fmla="*/ 3 h 4516"/>
                  <a:gd name="connsiteX1" fmla="*/ 3004 w 7897"/>
                  <a:gd name="connsiteY1" fmla="*/ 4513 h 4516"/>
                  <a:gd name="connsiteX2" fmla="*/ 4890 w 7897"/>
                  <a:gd name="connsiteY2" fmla="*/ 3 h 4516"/>
                </a:gdLst>
                <a:ahLst/>
                <a:cxnLst>
                  <a:cxn ang="0">
                    <a:pos x="connsiteX0" y="connsiteY0"/>
                  </a:cxn>
                  <a:cxn ang="0">
                    <a:pos x="connsiteX1" y="connsiteY1"/>
                  </a:cxn>
                  <a:cxn ang="0">
                    <a:pos x="connsiteX2" y="connsiteY2"/>
                  </a:cxn>
                </a:cxnLst>
                <a:rect l="l" t="t" r="r" b="b"/>
                <a:pathLst>
                  <a:path w="7897" h="4516">
                    <a:moveTo>
                      <a:pt x="4890" y="3"/>
                    </a:moveTo>
                    <a:cubicBezTo>
                      <a:pt x="1038" y="-134"/>
                      <a:pt x="-2877" y="4432"/>
                      <a:pt x="3004" y="4513"/>
                    </a:cubicBezTo>
                    <a:cubicBezTo>
                      <a:pt x="6879" y="4672"/>
                      <a:pt x="10765" y="83"/>
                      <a:pt x="4890"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1" name="Freeform: Shape 800">
                <a:extLst>
                  <a:ext uri="{FF2B5EF4-FFF2-40B4-BE49-F238E27FC236}">
                    <a16:creationId xmlns:a16="http://schemas.microsoft.com/office/drawing/2014/main" id="{10415F46-2218-AB65-83CC-E9C4FC8E9806}"/>
                  </a:ext>
                </a:extLst>
              </p:cNvPr>
              <p:cNvSpPr/>
              <p:nvPr/>
            </p:nvSpPr>
            <p:spPr>
              <a:xfrm>
                <a:off x="2456170" y="6257913"/>
                <a:ext cx="8536" cy="2061"/>
              </a:xfrm>
              <a:custGeom>
                <a:avLst/>
                <a:gdLst>
                  <a:gd name="connsiteX0" fmla="*/ 5252 w 8536"/>
                  <a:gd name="connsiteY0" fmla="*/ 0 h 2061"/>
                  <a:gd name="connsiteX1" fmla="*/ 5 w 8536"/>
                  <a:gd name="connsiteY1" fmla="*/ 1005 h 2061"/>
                  <a:gd name="connsiteX2" fmla="*/ 5252 w 8536"/>
                  <a:gd name="connsiteY2" fmla="*/ 0 h 2061"/>
                </a:gdLst>
                <a:ahLst/>
                <a:cxnLst>
                  <a:cxn ang="0">
                    <a:pos x="connsiteX0" y="connsiteY0"/>
                  </a:cxn>
                  <a:cxn ang="0">
                    <a:pos x="connsiteX1" y="connsiteY1"/>
                  </a:cxn>
                  <a:cxn ang="0">
                    <a:pos x="connsiteX2" y="connsiteY2"/>
                  </a:cxn>
                </a:cxnLst>
                <a:rect l="l" t="t" r="r" b="b"/>
                <a:pathLst>
                  <a:path w="8536" h="2061">
                    <a:moveTo>
                      <a:pt x="5252" y="0"/>
                    </a:moveTo>
                    <a:cubicBezTo>
                      <a:pt x="2954" y="0"/>
                      <a:pt x="606" y="451"/>
                      <a:pt x="5" y="1005"/>
                    </a:cubicBezTo>
                    <a:cubicBezTo>
                      <a:pt x="-332" y="3657"/>
                      <a:pt x="15087" y="548"/>
                      <a:pt x="5252"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2" name="Freeform: Shape 801">
                <a:extLst>
                  <a:ext uri="{FF2B5EF4-FFF2-40B4-BE49-F238E27FC236}">
                    <a16:creationId xmlns:a16="http://schemas.microsoft.com/office/drawing/2014/main" id="{966A778F-6F2D-0C9B-F51D-3EBF86CB30A2}"/>
                  </a:ext>
                </a:extLst>
              </p:cNvPr>
              <p:cNvSpPr/>
              <p:nvPr/>
            </p:nvSpPr>
            <p:spPr>
              <a:xfrm>
                <a:off x="2168626" y="6594270"/>
                <a:ext cx="9406" cy="3829"/>
              </a:xfrm>
              <a:custGeom>
                <a:avLst/>
                <a:gdLst>
                  <a:gd name="connsiteX0" fmla="*/ 5994 w 9406"/>
                  <a:gd name="connsiteY0" fmla="*/ 17 h 3829"/>
                  <a:gd name="connsiteX1" fmla="*/ 3411 w 9406"/>
                  <a:gd name="connsiteY1" fmla="*/ 3812 h 3829"/>
                  <a:gd name="connsiteX2" fmla="*/ 5994 w 9406"/>
                  <a:gd name="connsiteY2" fmla="*/ 17 h 3829"/>
                </a:gdLst>
                <a:ahLst/>
                <a:cxnLst>
                  <a:cxn ang="0">
                    <a:pos x="connsiteX0" y="connsiteY0"/>
                  </a:cxn>
                  <a:cxn ang="0">
                    <a:pos x="connsiteX1" y="connsiteY1"/>
                  </a:cxn>
                  <a:cxn ang="0">
                    <a:pos x="connsiteX2" y="connsiteY2"/>
                  </a:cxn>
                </a:cxnLst>
                <a:rect l="l" t="t" r="r" b="b"/>
                <a:pathLst>
                  <a:path w="9406" h="3829">
                    <a:moveTo>
                      <a:pt x="5994" y="17"/>
                    </a:moveTo>
                    <a:cubicBezTo>
                      <a:pt x="1765" y="-281"/>
                      <a:pt x="-3641" y="3497"/>
                      <a:pt x="3411" y="3812"/>
                    </a:cubicBezTo>
                    <a:cubicBezTo>
                      <a:pt x="7657" y="4120"/>
                      <a:pt x="13041" y="354"/>
                      <a:pt x="5994"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3" name="Freeform: Shape 802">
                <a:extLst>
                  <a:ext uri="{FF2B5EF4-FFF2-40B4-BE49-F238E27FC236}">
                    <a16:creationId xmlns:a16="http://schemas.microsoft.com/office/drawing/2014/main" id="{72110452-793B-791A-217F-AF966F2B4CBF}"/>
                  </a:ext>
                </a:extLst>
              </p:cNvPr>
              <p:cNvSpPr/>
              <p:nvPr/>
            </p:nvSpPr>
            <p:spPr>
              <a:xfrm>
                <a:off x="2245042" y="6469628"/>
                <a:ext cx="9180" cy="3902"/>
              </a:xfrm>
              <a:custGeom>
                <a:avLst/>
                <a:gdLst>
                  <a:gd name="connsiteX0" fmla="*/ 5816 w 9180"/>
                  <a:gd name="connsiteY0" fmla="*/ 20 h 3902"/>
                  <a:gd name="connsiteX1" fmla="*/ 3358 w 9180"/>
                  <a:gd name="connsiteY1" fmla="*/ 3884 h 3902"/>
                  <a:gd name="connsiteX2" fmla="*/ 5816 w 9180"/>
                  <a:gd name="connsiteY2" fmla="*/ 20 h 3902"/>
                </a:gdLst>
                <a:ahLst/>
                <a:cxnLst>
                  <a:cxn ang="0">
                    <a:pos x="connsiteX0" y="connsiteY0"/>
                  </a:cxn>
                  <a:cxn ang="0">
                    <a:pos x="connsiteX1" y="connsiteY1"/>
                  </a:cxn>
                  <a:cxn ang="0">
                    <a:pos x="connsiteX2" y="connsiteY2"/>
                  </a:cxn>
                </a:cxnLst>
                <a:rect l="l" t="t" r="r" b="b"/>
                <a:pathLst>
                  <a:path w="9180" h="3902">
                    <a:moveTo>
                      <a:pt x="5816" y="20"/>
                    </a:moveTo>
                    <a:cubicBezTo>
                      <a:pt x="1586" y="-311"/>
                      <a:pt x="-3494" y="3512"/>
                      <a:pt x="3358" y="3884"/>
                    </a:cubicBezTo>
                    <a:cubicBezTo>
                      <a:pt x="7593" y="4204"/>
                      <a:pt x="12679" y="380"/>
                      <a:pt x="5816"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4" name="Freeform: Shape 803">
                <a:extLst>
                  <a:ext uri="{FF2B5EF4-FFF2-40B4-BE49-F238E27FC236}">
                    <a16:creationId xmlns:a16="http://schemas.microsoft.com/office/drawing/2014/main" id="{27574470-7CB2-0201-1D01-B768BB2D892F}"/>
                  </a:ext>
                </a:extLst>
              </p:cNvPr>
              <p:cNvSpPr/>
              <p:nvPr/>
            </p:nvSpPr>
            <p:spPr>
              <a:xfrm>
                <a:off x="2318343" y="6385952"/>
                <a:ext cx="8995" cy="2268"/>
              </a:xfrm>
              <a:custGeom>
                <a:avLst/>
                <a:gdLst>
                  <a:gd name="connsiteX0" fmla="*/ 5576 w 8995"/>
                  <a:gd name="connsiteY0" fmla="*/ 0 h 2268"/>
                  <a:gd name="connsiteX1" fmla="*/ 9 w 8995"/>
                  <a:gd name="connsiteY1" fmla="*/ 1109 h 2268"/>
                  <a:gd name="connsiteX2" fmla="*/ 5576 w 8995"/>
                  <a:gd name="connsiteY2" fmla="*/ 0 h 2268"/>
                </a:gdLst>
                <a:ahLst/>
                <a:cxnLst>
                  <a:cxn ang="0">
                    <a:pos x="connsiteX0" y="connsiteY0"/>
                  </a:cxn>
                  <a:cxn ang="0">
                    <a:pos x="connsiteX1" y="connsiteY1"/>
                  </a:cxn>
                  <a:cxn ang="0">
                    <a:pos x="connsiteX2" y="connsiteY2"/>
                  </a:cxn>
                </a:cxnLst>
                <a:rect l="l" t="t" r="r" b="b"/>
                <a:pathLst>
                  <a:path w="8995" h="2268">
                    <a:moveTo>
                      <a:pt x="5576" y="0"/>
                    </a:moveTo>
                    <a:cubicBezTo>
                      <a:pt x="3158" y="0"/>
                      <a:pt x="672" y="497"/>
                      <a:pt x="9" y="1109"/>
                    </a:cubicBezTo>
                    <a:cubicBezTo>
                      <a:pt x="-448" y="4023"/>
                      <a:pt x="15886" y="600"/>
                      <a:pt x="557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5" name="Freeform: Shape 804">
                <a:extLst>
                  <a:ext uri="{FF2B5EF4-FFF2-40B4-BE49-F238E27FC236}">
                    <a16:creationId xmlns:a16="http://schemas.microsoft.com/office/drawing/2014/main" id="{D833AB09-03FA-1B58-2FE1-9B70A2265604}"/>
                  </a:ext>
                </a:extLst>
              </p:cNvPr>
              <p:cNvSpPr/>
              <p:nvPr/>
            </p:nvSpPr>
            <p:spPr>
              <a:xfrm>
                <a:off x="2388879" y="6320418"/>
                <a:ext cx="8760" cy="2162"/>
              </a:xfrm>
              <a:custGeom>
                <a:avLst/>
                <a:gdLst>
                  <a:gd name="connsiteX0" fmla="*/ 5408 w 8760"/>
                  <a:gd name="connsiteY0" fmla="*/ 0 h 2162"/>
                  <a:gd name="connsiteX1" fmla="*/ 7 w 8760"/>
                  <a:gd name="connsiteY1" fmla="*/ 1057 h 2162"/>
                  <a:gd name="connsiteX2" fmla="*/ 5408 w 8760"/>
                  <a:gd name="connsiteY2" fmla="*/ 0 h 2162"/>
                </a:gdLst>
                <a:ahLst/>
                <a:cxnLst>
                  <a:cxn ang="0">
                    <a:pos x="connsiteX0" y="connsiteY0"/>
                  </a:cxn>
                  <a:cxn ang="0">
                    <a:pos x="connsiteX1" y="connsiteY1"/>
                  </a:cxn>
                  <a:cxn ang="0">
                    <a:pos x="connsiteX2" y="connsiteY2"/>
                  </a:cxn>
                </a:cxnLst>
                <a:rect l="l" t="t" r="r" b="b"/>
                <a:pathLst>
                  <a:path w="8760" h="2162">
                    <a:moveTo>
                      <a:pt x="5408" y="0"/>
                    </a:moveTo>
                    <a:cubicBezTo>
                      <a:pt x="3053" y="0"/>
                      <a:pt x="636" y="474"/>
                      <a:pt x="7" y="1057"/>
                    </a:cubicBezTo>
                    <a:cubicBezTo>
                      <a:pt x="-387" y="3834"/>
                      <a:pt x="15478" y="571"/>
                      <a:pt x="540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6" name="Freeform: Shape 805">
                <a:extLst>
                  <a:ext uri="{FF2B5EF4-FFF2-40B4-BE49-F238E27FC236}">
                    <a16:creationId xmlns:a16="http://schemas.microsoft.com/office/drawing/2014/main" id="{E0A16CD3-5979-03E4-1AD5-BD1D9863BFA5}"/>
                  </a:ext>
                </a:extLst>
              </p:cNvPr>
              <p:cNvSpPr/>
              <p:nvPr/>
            </p:nvSpPr>
            <p:spPr>
              <a:xfrm>
                <a:off x="804908" y="7526050"/>
                <a:ext cx="13659" cy="5235"/>
              </a:xfrm>
              <a:custGeom>
                <a:avLst/>
                <a:gdLst>
                  <a:gd name="connsiteX0" fmla="*/ 9519 w 13659"/>
                  <a:gd name="connsiteY0" fmla="*/ 95 h 5235"/>
                  <a:gd name="connsiteX1" fmla="*/ 4141 w 13659"/>
                  <a:gd name="connsiteY1" fmla="*/ 5141 h 5235"/>
                  <a:gd name="connsiteX2" fmla="*/ 9519 w 13659"/>
                  <a:gd name="connsiteY2" fmla="*/ 95 h 5235"/>
                </a:gdLst>
                <a:ahLst/>
                <a:cxnLst>
                  <a:cxn ang="0">
                    <a:pos x="connsiteX0" y="connsiteY0"/>
                  </a:cxn>
                  <a:cxn ang="0">
                    <a:pos x="connsiteX1" y="connsiteY1"/>
                  </a:cxn>
                  <a:cxn ang="0">
                    <a:pos x="connsiteX2" y="connsiteY2"/>
                  </a:cxn>
                </a:cxnLst>
                <a:rect l="l" t="t" r="r" b="b"/>
                <a:pathLst>
                  <a:path w="13659" h="5235">
                    <a:moveTo>
                      <a:pt x="9519" y="95"/>
                    </a:moveTo>
                    <a:cubicBezTo>
                      <a:pt x="5135" y="-773"/>
                      <a:pt x="-6003" y="4553"/>
                      <a:pt x="4141" y="5141"/>
                    </a:cubicBezTo>
                    <a:cubicBezTo>
                      <a:pt x="8524" y="6004"/>
                      <a:pt x="19663" y="684"/>
                      <a:pt x="9519" y="9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7" name="Freeform: Shape 806">
                <a:extLst>
                  <a:ext uri="{FF2B5EF4-FFF2-40B4-BE49-F238E27FC236}">
                    <a16:creationId xmlns:a16="http://schemas.microsoft.com/office/drawing/2014/main" id="{A687D9D1-33C9-059D-55B5-5E0EB55AEE26}"/>
                  </a:ext>
                </a:extLst>
              </p:cNvPr>
              <p:cNvSpPr/>
              <p:nvPr/>
            </p:nvSpPr>
            <p:spPr>
              <a:xfrm>
                <a:off x="2656005" y="5596472"/>
                <a:ext cx="6637" cy="4814"/>
              </a:xfrm>
              <a:custGeom>
                <a:avLst/>
                <a:gdLst>
                  <a:gd name="connsiteX0" fmla="*/ 4281 w 6637"/>
                  <a:gd name="connsiteY0" fmla="*/ 1296 h 4814"/>
                  <a:gd name="connsiteX1" fmla="*/ 292 w 6637"/>
                  <a:gd name="connsiteY1" fmla="*/ 4799 h 4814"/>
                  <a:gd name="connsiteX2" fmla="*/ 4281 w 6637"/>
                  <a:gd name="connsiteY2" fmla="*/ 1296 h 4814"/>
                </a:gdLst>
                <a:ahLst/>
                <a:cxnLst>
                  <a:cxn ang="0">
                    <a:pos x="connsiteX0" y="connsiteY0"/>
                  </a:cxn>
                  <a:cxn ang="0">
                    <a:pos x="connsiteX1" y="connsiteY1"/>
                  </a:cxn>
                  <a:cxn ang="0">
                    <a:pos x="connsiteX2" y="connsiteY2"/>
                  </a:cxn>
                </a:cxnLst>
                <a:rect l="l" t="t" r="r" b="b"/>
                <a:pathLst>
                  <a:path w="6637" h="4814">
                    <a:moveTo>
                      <a:pt x="4281" y="1296"/>
                    </a:moveTo>
                    <a:cubicBezTo>
                      <a:pt x="3366" y="1964"/>
                      <a:pt x="-1183" y="5062"/>
                      <a:pt x="292" y="4799"/>
                    </a:cubicBezTo>
                    <a:cubicBezTo>
                      <a:pt x="2463" y="3890"/>
                      <a:pt x="10596" y="-2751"/>
                      <a:pt x="4281" y="12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8" name="Freeform: Shape 807">
                <a:extLst>
                  <a:ext uri="{FF2B5EF4-FFF2-40B4-BE49-F238E27FC236}">
                    <a16:creationId xmlns:a16="http://schemas.microsoft.com/office/drawing/2014/main" id="{DED29851-E7E8-6351-4718-65F9BD75C936}"/>
                  </a:ext>
                </a:extLst>
              </p:cNvPr>
              <p:cNvSpPr/>
              <p:nvPr/>
            </p:nvSpPr>
            <p:spPr>
              <a:xfrm>
                <a:off x="1191821" y="6880134"/>
                <a:ext cx="11690" cy="3688"/>
              </a:xfrm>
              <a:custGeom>
                <a:avLst/>
                <a:gdLst>
                  <a:gd name="connsiteX0" fmla="*/ 7740 w 11690"/>
                  <a:gd name="connsiteY0" fmla="*/ 0 h 3688"/>
                  <a:gd name="connsiteX1" fmla="*/ 105 w 11690"/>
                  <a:gd name="connsiteY1" fmla="*/ 1805 h 3688"/>
                  <a:gd name="connsiteX2" fmla="*/ 7740 w 11690"/>
                  <a:gd name="connsiteY2" fmla="*/ 0 h 3688"/>
                </a:gdLst>
                <a:ahLst/>
                <a:cxnLst>
                  <a:cxn ang="0">
                    <a:pos x="connsiteX0" y="connsiteY0"/>
                  </a:cxn>
                  <a:cxn ang="0">
                    <a:pos x="connsiteX1" y="connsiteY1"/>
                  </a:cxn>
                  <a:cxn ang="0">
                    <a:pos x="connsiteX2" y="connsiteY2"/>
                  </a:cxn>
                </a:cxnLst>
                <a:rect l="l" t="t" r="r" b="b"/>
                <a:pathLst>
                  <a:path w="11690" h="3688">
                    <a:moveTo>
                      <a:pt x="7740" y="0"/>
                    </a:moveTo>
                    <a:cubicBezTo>
                      <a:pt x="4677" y="0"/>
                      <a:pt x="1254" y="806"/>
                      <a:pt x="105" y="1805"/>
                    </a:cubicBezTo>
                    <a:cubicBezTo>
                      <a:pt x="-1695" y="6549"/>
                      <a:pt x="20439" y="948"/>
                      <a:pt x="774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09" name="Freeform: Shape 808">
                <a:extLst>
                  <a:ext uri="{FF2B5EF4-FFF2-40B4-BE49-F238E27FC236}">
                    <a16:creationId xmlns:a16="http://schemas.microsoft.com/office/drawing/2014/main" id="{F1E3CD7A-5FD2-874A-D3FD-FC4FE603499D}"/>
                  </a:ext>
                </a:extLst>
              </p:cNvPr>
              <p:cNvSpPr/>
              <p:nvPr/>
            </p:nvSpPr>
            <p:spPr>
              <a:xfrm>
                <a:off x="1429539" y="6719452"/>
                <a:ext cx="10961" cy="1110"/>
              </a:xfrm>
              <a:custGeom>
                <a:avLst/>
                <a:gdLst>
                  <a:gd name="connsiteX0" fmla="*/ 7326 w 10961"/>
                  <a:gd name="connsiteY0" fmla="*/ 10 h 1110"/>
                  <a:gd name="connsiteX1" fmla="*/ 3628 w 10961"/>
                  <a:gd name="connsiteY1" fmla="*/ 1101 h 1110"/>
                  <a:gd name="connsiteX2" fmla="*/ 7326 w 10961"/>
                  <a:gd name="connsiteY2" fmla="*/ 10 h 1110"/>
                </a:gdLst>
                <a:ahLst/>
                <a:cxnLst>
                  <a:cxn ang="0">
                    <a:pos x="connsiteX0" y="connsiteY0"/>
                  </a:cxn>
                  <a:cxn ang="0">
                    <a:pos x="connsiteX1" y="connsiteY1"/>
                  </a:cxn>
                  <a:cxn ang="0">
                    <a:pos x="connsiteX2" y="connsiteY2"/>
                  </a:cxn>
                </a:cxnLst>
                <a:rect l="l" t="t" r="r" b="b"/>
                <a:pathLst>
                  <a:path w="10961" h="1110">
                    <a:moveTo>
                      <a:pt x="7326" y="10"/>
                    </a:moveTo>
                    <a:cubicBezTo>
                      <a:pt x="3474" y="-115"/>
                      <a:pt x="-4744" y="947"/>
                      <a:pt x="3628" y="1101"/>
                    </a:cubicBezTo>
                    <a:cubicBezTo>
                      <a:pt x="7492" y="1221"/>
                      <a:pt x="15710" y="147"/>
                      <a:pt x="7326" y="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0" name="Freeform: Shape 809">
                <a:extLst>
                  <a:ext uri="{FF2B5EF4-FFF2-40B4-BE49-F238E27FC236}">
                    <a16:creationId xmlns:a16="http://schemas.microsoft.com/office/drawing/2014/main" id="{21A821E2-48F2-22F6-2B35-D2D66C2FEE0E}"/>
                  </a:ext>
                </a:extLst>
              </p:cNvPr>
              <p:cNvSpPr/>
              <p:nvPr/>
            </p:nvSpPr>
            <p:spPr>
              <a:xfrm>
                <a:off x="1314059" y="6776510"/>
                <a:ext cx="11337" cy="2917"/>
              </a:xfrm>
              <a:custGeom>
                <a:avLst/>
                <a:gdLst>
                  <a:gd name="connsiteX0" fmla="*/ 7626 w 11337"/>
                  <a:gd name="connsiteY0" fmla="*/ 27 h 2917"/>
                  <a:gd name="connsiteX1" fmla="*/ 3706 w 11337"/>
                  <a:gd name="connsiteY1" fmla="*/ 2891 h 2917"/>
                  <a:gd name="connsiteX2" fmla="*/ 7626 w 11337"/>
                  <a:gd name="connsiteY2" fmla="*/ 27 h 2917"/>
                </a:gdLst>
                <a:ahLst/>
                <a:cxnLst>
                  <a:cxn ang="0">
                    <a:pos x="connsiteX0" y="connsiteY0"/>
                  </a:cxn>
                  <a:cxn ang="0">
                    <a:pos x="connsiteX1" y="connsiteY1"/>
                  </a:cxn>
                  <a:cxn ang="0">
                    <a:pos x="connsiteX2" y="connsiteY2"/>
                  </a:cxn>
                </a:cxnLst>
                <a:rect l="l" t="t" r="r" b="b"/>
                <a:pathLst>
                  <a:path w="11337" h="2917">
                    <a:moveTo>
                      <a:pt x="7626" y="27"/>
                    </a:moveTo>
                    <a:cubicBezTo>
                      <a:pt x="3437" y="-304"/>
                      <a:pt x="-4804" y="2462"/>
                      <a:pt x="3706" y="2891"/>
                    </a:cubicBezTo>
                    <a:cubicBezTo>
                      <a:pt x="7900" y="3216"/>
                      <a:pt x="16147" y="434"/>
                      <a:pt x="7626"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1" name="Freeform: Shape 810">
                <a:extLst>
                  <a:ext uri="{FF2B5EF4-FFF2-40B4-BE49-F238E27FC236}">
                    <a16:creationId xmlns:a16="http://schemas.microsoft.com/office/drawing/2014/main" id="{098C753F-963B-A5C4-5929-27D5E108E009}"/>
                  </a:ext>
                </a:extLst>
              </p:cNvPr>
              <p:cNvSpPr/>
              <p:nvPr/>
            </p:nvSpPr>
            <p:spPr>
              <a:xfrm>
                <a:off x="1641470" y="6707521"/>
                <a:ext cx="10300" cy="210"/>
              </a:xfrm>
              <a:custGeom>
                <a:avLst/>
                <a:gdLst>
                  <a:gd name="connsiteX0" fmla="*/ 6798 w 10300"/>
                  <a:gd name="connsiteY0" fmla="*/ 191 h 210"/>
                  <a:gd name="connsiteX1" fmla="*/ 3501 w 10300"/>
                  <a:gd name="connsiteY1" fmla="*/ 19 h 210"/>
                  <a:gd name="connsiteX2" fmla="*/ 6798 w 10300"/>
                  <a:gd name="connsiteY2" fmla="*/ 191 h 210"/>
                </a:gdLst>
                <a:ahLst/>
                <a:cxnLst>
                  <a:cxn ang="0">
                    <a:pos x="connsiteX0" y="connsiteY0"/>
                  </a:cxn>
                  <a:cxn ang="0">
                    <a:pos x="connsiteX1" y="connsiteY1"/>
                  </a:cxn>
                  <a:cxn ang="0">
                    <a:pos x="connsiteX2" y="connsiteY2"/>
                  </a:cxn>
                </a:cxnLst>
                <a:rect l="l" t="t" r="r" b="b"/>
                <a:pathLst>
                  <a:path w="10300" h="210">
                    <a:moveTo>
                      <a:pt x="6798" y="191"/>
                    </a:moveTo>
                    <a:cubicBezTo>
                      <a:pt x="3106" y="259"/>
                      <a:pt x="-4443" y="134"/>
                      <a:pt x="3501" y="19"/>
                    </a:cubicBezTo>
                    <a:cubicBezTo>
                      <a:pt x="7198" y="-49"/>
                      <a:pt x="14742" y="77"/>
                      <a:pt x="6798" y="1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2" name="Freeform: Shape 811">
                <a:extLst>
                  <a:ext uri="{FF2B5EF4-FFF2-40B4-BE49-F238E27FC236}">
                    <a16:creationId xmlns:a16="http://schemas.microsoft.com/office/drawing/2014/main" id="{9B2CAEC5-5724-5464-E772-B5AA650F0072}"/>
                  </a:ext>
                </a:extLst>
              </p:cNvPr>
              <p:cNvSpPr/>
              <p:nvPr/>
            </p:nvSpPr>
            <p:spPr>
              <a:xfrm>
                <a:off x="1538505" y="6704197"/>
                <a:ext cx="10644" cy="98"/>
              </a:xfrm>
              <a:custGeom>
                <a:avLst/>
                <a:gdLst>
                  <a:gd name="connsiteX0" fmla="*/ 7064 w 10644"/>
                  <a:gd name="connsiteY0" fmla="*/ 11 h 98"/>
                  <a:gd name="connsiteX1" fmla="*/ 3573 w 10644"/>
                  <a:gd name="connsiteY1" fmla="*/ 92 h 98"/>
                  <a:gd name="connsiteX2" fmla="*/ 7064 w 10644"/>
                  <a:gd name="connsiteY2" fmla="*/ 11 h 98"/>
                </a:gdLst>
                <a:ahLst/>
                <a:cxnLst>
                  <a:cxn ang="0">
                    <a:pos x="connsiteX0" y="connsiteY0"/>
                  </a:cxn>
                  <a:cxn ang="0">
                    <a:pos x="connsiteX1" y="connsiteY1"/>
                  </a:cxn>
                  <a:cxn ang="0">
                    <a:pos x="connsiteX2" y="connsiteY2"/>
                  </a:cxn>
                </a:cxnLst>
                <a:rect l="l" t="t" r="r" b="b"/>
                <a:pathLst>
                  <a:path w="10644" h="98">
                    <a:moveTo>
                      <a:pt x="7064" y="11"/>
                    </a:moveTo>
                    <a:cubicBezTo>
                      <a:pt x="3327" y="23"/>
                      <a:pt x="-4617" y="126"/>
                      <a:pt x="3573" y="92"/>
                    </a:cubicBezTo>
                    <a:cubicBezTo>
                      <a:pt x="7322" y="69"/>
                      <a:pt x="15265" y="-34"/>
                      <a:pt x="7064" y="1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3" name="Freeform: Shape 812">
                <a:extLst>
                  <a:ext uri="{FF2B5EF4-FFF2-40B4-BE49-F238E27FC236}">
                    <a16:creationId xmlns:a16="http://schemas.microsoft.com/office/drawing/2014/main" id="{E839A04D-A5C2-ADAC-4C9B-0540CEB43149}"/>
                  </a:ext>
                </a:extLst>
              </p:cNvPr>
              <p:cNvSpPr/>
              <p:nvPr/>
            </p:nvSpPr>
            <p:spPr>
              <a:xfrm>
                <a:off x="1738881" y="6706904"/>
                <a:ext cx="9984" cy="354"/>
              </a:xfrm>
              <a:custGeom>
                <a:avLst/>
                <a:gdLst>
                  <a:gd name="connsiteX0" fmla="*/ 6554 w 9984"/>
                  <a:gd name="connsiteY0" fmla="*/ 8 h 354"/>
                  <a:gd name="connsiteX1" fmla="*/ 3428 w 9984"/>
                  <a:gd name="connsiteY1" fmla="*/ 345 h 354"/>
                  <a:gd name="connsiteX2" fmla="*/ 6554 w 9984"/>
                  <a:gd name="connsiteY2" fmla="*/ 8 h 354"/>
                </a:gdLst>
                <a:ahLst/>
                <a:cxnLst>
                  <a:cxn ang="0">
                    <a:pos x="connsiteX0" y="connsiteY0"/>
                  </a:cxn>
                  <a:cxn ang="0">
                    <a:pos x="connsiteX1" y="connsiteY1"/>
                  </a:cxn>
                  <a:cxn ang="0">
                    <a:pos x="connsiteX2" y="connsiteY2"/>
                  </a:cxn>
                </a:cxnLst>
                <a:rect l="l" t="t" r="r" b="b"/>
                <a:pathLst>
                  <a:path w="9984" h="354">
                    <a:moveTo>
                      <a:pt x="6554" y="8"/>
                    </a:moveTo>
                    <a:cubicBezTo>
                      <a:pt x="2913" y="31"/>
                      <a:pt x="-4282" y="420"/>
                      <a:pt x="3428" y="345"/>
                    </a:cubicBezTo>
                    <a:cubicBezTo>
                      <a:pt x="7085" y="323"/>
                      <a:pt x="14263" y="-60"/>
                      <a:pt x="6554"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4" name="Freeform: Shape 813">
                <a:extLst>
                  <a:ext uri="{FF2B5EF4-FFF2-40B4-BE49-F238E27FC236}">
                    <a16:creationId xmlns:a16="http://schemas.microsoft.com/office/drawing/2014/main" id="{0C71504B-0EF7-60BC-FFB3-E3C26A374F95}"/>
                  </a:ext>
                </a:extLst>
              </p:cNvPr>
              <p:cNvSpPr/>
              <p:nvPr/>
            </p:nvSpPr>
            <p:spPr>
              <a:xfrm>
                <a:off x="615815" y="7378695"/>
                <a:ext cx="13652" cy="4791"/>
              </a:xfrm>
              <a:custGeom>
                <a:avLst/>
                <a:gdLst>
                  <a:gd name="connsiteX0" fmla="*/ 9531 w 13652"/>
                  <a:gd name="connsiteY0" fmla="*/ 44 h 4791"/>
                  <a:gd name="connsiteX1" fmla="*/ 4113 w 13652"/>
                  <a:gd name="connsiteY1" fmla="*/ 4748 h 4791"/>
                  <a:gd name="connsiteX2" fmla="*/ 9531 w 13652"/>
                  <a:gd name="connsiteY2" fmla="*/ 44 h 4791"/>
                </a:gdLst>
                <a:ahLst/>
                <a:cxnLst>
                  <a:cxn ang="0">
                    <a:pos x="connsiteX0" y="connsiteY0"/>
                  </a:cxn>
                  <a:cxn ang="0">
                    <a:pos x="connsiteX1" y="connsiteY1"/>
                  </a:cxn>
                  <a:cxn ang="0">
                    <a:pos x="connsiteX2" y="connsiteY2"/>
                  </a:cxn>
                </a:cxnLst>
                <a:rect l="l" t="t" r="r" b="b"/>
                <a:pathLst>
                  <a:path w="13652" h="4791">
                    <a:moveTo>
                      <a:pt x="9531" y="44"/>
                    </a:moveTo>
                    <a:cubicBezTo>
                      <a:pt x="4805" y="-493"/>
                      <a:pt x="-5842" y="4021"/>
                      <a:pt x="4113" y="4748"/>
                    </a:cubicBezTo>
                    <a:cubicBezTo>
                      <a:pt x="8857" y="5285"/>
                      <a:pt x="19498" y="770"/>
                      <a:pt x="9531" y="4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5" name="Freeform: Shape 814">
                <a:extLst>
                  <a:ext uri="{FF2B5EF4-FFF2-40B4-BE49-F238E27FC236}">
                    <a16:creationId xmlns:a16="http://schemas.microsoft.com/office/drawing/2014/main" id="{DA314B62-C7FE-BB56-9E43-A80A4E1E123F}"/>
                  </a:ext>
                </a:extLst>
              </p:cNvPr>
              <p:cNvSpPr/>
              <p:nvPr/>
            </p:nvSpPr>
            <p:spPr>
              <a:xfrm>
                <a:off x="1061521" y="6992759"/>
                <a:ext cx="12166" cy="3910"/>
              </a:xfrm>
              <a:custGeom>
                <a:avLst/>
                <a:gdLst>
                  <a:gd name="connsiteX0" fmla="*/ 8292 w 12166"/>
                  <a:gd name="connsiteY0" fmla="*/ 35 h 3910"/>
                  <a:gd name="connsiteX1" fmla="*/ 3868 w 12166"/>
                  <a:gd name="connsiteY1" fmla="*/ 3876 h 3910"/>
                  <a:gd name="connsiteX2" fmla="*/ 8292 w 12166"/>
                  <a:gd name="connsiteY2" fmla="*/ 35 h 3910"/>
                </a:gdLst>
                <a:ahLst/>
                <a:cxnLst>
                  <a:cxn ang="0">
                    <a:pos x="connsiteX0" y="connsiteY0"/>
                  </a:cxn>
                  <a:cxn ang="0">
                    <a:pos x="connsiteX1" y="connsiteY1"/>
                  </a:cxn>
                  <a:cxn ang="0">
                    <a:pos x="connsiteX2" y="connsiteY2"/>
                  </a:cxn>
                </a:cxnLst>
                <a:rect l="l" t="t" r="r" b="b"/>
                <a:pathLst>
                  <a:path w="12166" h="3910">
                    <a:moveTo>
                      <a:pt x="8292" y="35"/>
                    </a:moveTo>
                    <a:cubicBezTo>
                      <a:pt x="3846" y="-399"/>
                      <a:pt x="-5156" y="3316"/>
                      <a:pt x="3868" y="3876"/>
                    </a:cubicBezTo>
                    <a:cubicBezTo>
                      <a:pt x="8332" y="4310"/>
                      <a:pt x="17321" y="601"/>
                      <a:pt x="8292"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6" name="Freeform: Shape 815">
                <a:extLst>
                  <a:ext uri="{FF2B5EF4-FFF2-40B4-BE49-F238E27FC236}">
                    <a16:creationId xmlns:a16="http://schemas.microsoft.com/office/drawing/2014/main" id="{83820473-E476-6F6E-D8CB-071A9BD9FD21}"/>
                  </a:ext>
                </a:extLst>
              </p:cNvPr>
              <p:cNvSpPr/>
              <p:nvPr/>
            </p:nvSpPr>
            <p:spPr>
              <a:xfrm>
                <a:off x="922833" y="7112856"/>
                <a:ext cx="12625" cy="4178"/>
              </a:xfrm>
              <a:custGeom>
                <a:avLst/>
                <a:gdLst>
                  <a:gd name="connsiteX0" fmla="*/ 8672 w 12625"/>
                  <a:gd name="connsiteY0" fmla="*/ 38 h 4178"/>
                  <a:gd name="connsiteX1" fmla="*/ 3946 w 12625"/>
                  <a:gd name="connsiteY1" fmla="*/ 4141 h 4178"/>
                  <a:gd name="connsiteX2" fmla="*/ 8672 w 12625"/>
                  <a:gd name="connsiteY2" fmla="*/ 38 h 4178"/>
                </a:gdLst>
                <a:ahLst/>
                <a:cxnLst>
                  <a:cxn ang="0">
                    <a:pos x="connsiteX0" y="connsiteY0"/>
                  </a:cxn>
                  <a:cxn ang="0">
                    <a:pos x="connsiteX1" y="connsiteY1"/>
                  </a:cxn>
                  <a:cxn ang="0">
                    <a:pos x="connsiteX2" y="connsiteY2"/>
                  </a:cxn>
                </a:cxnLst>
                <a:rect l="l" t="t" r="r" b="b"/>
                <a:pathLst>
                  <a:path w="12625" h="4178">
                    <a:moveTo>
                      <a:pt x="8672" y="38"/>
                    </a:moveTo>
                    <a:cubicBezTo>
                      <a:pt x="4140" y="-425"/>
                      <a:pt x="-5370" y="3524"/>
                      <a:pt x="3946" y="4141"/>
                    </a:cubicBezTo>
                    <a:cubicBezTo>
                      <a:pt x="8495" y="4604"/>
                      <a:pt x="17999" y="649"/>
                      <a:pt x="8672" y="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7" name="Freeform: Shape 816">
                <a:extLst>
                  <a:ext uri="{FF2B5EF4-FFF2-40B4-BE49-F238E27FC236}">
                    <a16:creationId xmlns:a16="http://schemas.microsoft.com/office/drawing/2014/main" id="{513F6676-B2F0-3D7B-4ABE-153AAF2A7C88}"/>
                  </a:ext>
                </a:extLst>
              </p:cNvPr>
              <p:cNvSpPr/>
              <p:nvPr/>
            </p:nvSpPr>
            <p:spPr>
              <a:xfrm>
                <a:off x="774583" y="7241224"/>
                <a:ext cx="13118" cy="4470"/>
              </a:xfrm>
              <a:custGeom>
                <a:avLst/>
                <a:gdLst>
                  <a:gd name="connsiteX0" fmla="*/ 9086 w 13118"/>
                  <a:gd name="connsiteY0" fmla="*/ 41 h 4470"/>
                  <a:gd name="connsiteX1" fmla="*/ 4028 w 13118"/>
                  <a:gd name="connsiteY1" fmla="*/ 4430 h 4470"/>
                  <a:gd name="connsiteX2" fmla="*/ 9086 w 13118"/>
                  <a:gd name="connsiteY2" fmla="*/ 41 h 4470"/>
                </a:gdLst>
                <a:ahLst/>
                <a:cxnLst>
                  <a:cxn ang="0">
                    <a:pos x="connsiteX0" y="connsiteY0"/>
                  </a:cxn>
                  <a:cxn ang="0">
                    <a:pos x="connsiteX1" y="connsiteY1"/>
                  </a:cxn>
                  <a:cxn ang="0">
                    <a:pos x="connsiteX2" y="connsiteY2"/>
                  </a:cxn>
                </a:cxnLst>
                <a:rect l="l" t="t" r="r" b="b"/>
                <a:pathLst>
                  <a:path w="13118" h="4470">
                    <a:moveTo>
                      <a:pt x="9086" y="41"/>
                    </a:moveTo>
                    <a:cubicBezTo>
                      <a:pt x="4451" y="-457"/>
                      <a:pt x="-5596" y="3761"/>
                      <a:pt x="4028" y="4430"/>
                    </a:cubicBezTo>
                    <a:cubicBezTo>
                      <a:pt x="8674" y="4927"/>
                      <a:pt x="18716" y="703"/>
                      <a:pt x="9086" y="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8" name="Freeform: Shape 817">
                <a:extLst>
                  <a:ext uri="{FF2B5EF4-FFF2-40B4-BE49-F238E27FC236}">
                    <a16:creationId xmlns:a16="http://schemas.microsoft.com/office/drawing/2014/main" id="{52A75706-0B12-78E6-0B07-5D464DE96FA5}"/>
                  </a:ext>
                </a:extLst>
              </p:cNvPr>
              <p:cNvSpPr/>
              <p:nvPr/>
            </p:nvSpPr>
            <p:spPr>
              <a:xfrm>
                <a:off x="2079823" y="6385952"/>
                <a:ext cx="8976" cy="2270"/>
              </a:xfrm>
              <a:custGeom>
                <a:avLst/>
                <a:gdLst>
                  <a:gd name="connsiteX0" fmla="*/ 5654 w 8976"/>
                  <a:gd name="connsiteY0" fmla="*/ 0 h 2270"/>
                  <a:gd name="connsiteX1" fmla="*/ 19 w 8976"/>
                  <a:gd name="connsiteY1" fmla="*/ 1109 h 2270"/>
                  <a:gd name="connsiteX2" fmla="*/ 5654 w 8976"/>
                  <a:gd name="connsiteY2" fmla="*/ 0 h 2270"/>
                </a:gdLst>
                <a:ahLst/>
                <a:cxnLst>
                  <a:cxn ang="0">
                    <a:pos x="connsiteX0" y="connsiteY0"/>
                  </a:cxn>
                  <a:cxn ang="0">
                    <a:pos x="connsiteX1" y="connsiteY1"/>
                  </a:cxn>
                  <a:cxn ang="0">
                    <a:pos x="connsiteX2" y="connsiteY2"/>
                  </a:cxn>
                </a:cxnLst>
                <a:rect l="l" t="t" r="r" b="b"/>
                <a:pathLst>
                  <a:path w="8976" h="2270">
                    <a:moveTo>
                      <a:pt x="5654" y="0"/>
                    </a:moveTo>
                    <a:cubicBezTo>
                      <a:pt x="3254" y="0"/>
                      <a:pt x="728" y="497"/>
                      <a:pt x="19" y="1109"/>
                    </a:cubicBezTo>
                    <a:cubicBezTo>
                      <a:pt x="-633" y="4035"/>
                      <a:pt x="15815" y="583"/>
                      <a:pt x="565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19" name="Freeform: Shape 818">
                <a:extLst>
                  <a:ext uri="{FF2B5EF4-FFF2-40B4-BE49-F238E27FC236}">
                    <a16:creationId xmlns:a16="http://schemas.microsoft.com/office/drawing/2014/main" id="{3BE65795-5247-B51C-95CE-F91FDFBA3508}"/>
                  </a:ext>
                </a:extLst>
              </p:cNvPr>
              <p:cNvSpPr/>
              <p:nvPr/>
            </p:nvSpPr>
            <p:spPr>
              <a:xfrm>
                <a:off x="2546603" y="5780181"/>
                <a:ext cx="7565" cy="4970"/>
              </a:xfrm>
              <a:custGeom>
                <a:avLst/>
                <a:gdLst>
                  <a:gd name="connsiteX0" fmla="*/ 4721 w 7565"/>
                  <a:gd name="connsiteY0" fmla="*/ 627 h 4970"/>
                  <a:gd name="connsiteX1" fmla="*/ 2841 w 7565"/>
                  <a:gd name="connsiteY1" fmla="*/ 4348 h 4970"/>
                  <a:gd name="connsiteX2" fmla="*/ 4721 w 7565"/>
                  <a:gd name="connsiteY2" fmla="*/ 627 h 4970"/>
                </a:gdLst>
                <a:ahLst/>
                <a:cxnLst>
                  <a:cxn ang="0">
                    <a:pos x="connsiteX0" y="connsiteY0"/>
                  </a:cxn>
                  <a:cxn ang="0">
                    <a:pos x="connsiteX1" y="connsiteY1"/>
                  </a:cxn>
                  <a:cxn ang="0">
                    <a:pos x="connsiteX2" y="connsiteY2"/>
                  </a:cxn>
                </a:cxnLst>
                <a:rect l="l" t="t" r="r" b="b"/>
                <a:pathLst>
                  <a:path w="7565" h="4970">
                    <a:moveTo>
                      <a:pt x="4721" y="627"/>
                    </a:moveTo>
                    <a:cubicBezTo>
                      <a:pt x="1801" y="1673"/>
                      <a:pt x="-3183" y="6708"/>
                      <a:pt x="2841" y="4348"/>
                    </a:cubicBezTo>
                    <a:cubicBezTo>
                      <a:pt x="5778" y="3325"/>
                      <a:pt x="10745" y="-1750"/>
                      <a:pt x="4721" y="6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0" name="Freeform: Shape 819">
                <a:extLst>
                  <a:ext uri="{FF2B5EF4-FFF2-40B4-BE49-F238E27FC236}">
                    <a16:creationId xmlns:a16="http://schemas.microsoft.com/office/drawing/2014/main" id="{4E1A7B5E-EE14-7EC0-68A8-E45D981DB02E}"/>
                  </a:ext>
                </a:extLst>
              </p:cNvPr>
              <p:cNvSpPr/>
              <p:nvPr/>
            </p:nvSpPr>
            <p:spPr>
              <a:xfrm>
                <a:off x="2364382" y="6119942"/>
                <a:ext cx="8116" cy="3144"/>
              </a:xfrm>
              <a:custGeom>
                <a:avLst/>
                <a:gdLst>
                  <a:gd name="connsiteX0" fmla="*/ 5119 w 8116"/>
                  <a:gd name="connsiteY0" fmla="*/ 6 h 3144"/>
                  <a:gd name="connsiteX1" fmla="*/ 2993 w 8116"/>
                  <a:gd name="connsiteY1" fmla="*/ 3138 h 3144"/>
                  <a:gd name="connsiteX2" fmla="*/ 5119 w 8116"/>
                  <a:gd name="connsiteY2" fmla="*/ 6 h 3144"/>
                </a:gdLst>
                <a:ahLst/>
                <a:cxnLst>
                  <a:cxn ang="0">
                    <a:pos x="connsiteX0" y="connsiteY0"/>
                  </a:cxn>
                  <a:cxn ang="0">
                    <a:pos x="connsiteX1" y="connsiteY1"/>
                  </a:cxn>
                  <a:cxn ang="0">
                    <a:pos x="connsiteX2" y="connsiteY2"/>
                  </a:cxn>
                </a:cxnLst>
                <a:rect l="l" t="t" r="r" b="b"/>
                <a:pathLst>
                  <a:path w="8116" h="3144">
                    <a:moveTo>
                      <a:pt x="5119" y="6"/>
                    </a:moveTo>
                    <a:cubicBezTo>
                      <a:pt x="1450" y="-155"/>
                      <a:pt x="-3128" y="3000"/>
                      <a:pt x="2993" y="3138"/>
                    </a:cubicBezTo>
                    <a:cubicBezTo>
                      <a:pt x="6679" y="3315"/>
                      <a:pt x="11240" y="137"/>
                      <a:pt x="5119" y="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1" name="Freeform: Shape 820">
                <a:extLst>
                  <a:ext uri="{FF2B5EF4-FFF2-40B4-BE49-F238E27FC236}">
                    <a16:creationId xmlns:a16="http://schemas.microsoft.com/office/drawing/2014/main" id="{6DB918A5-D8A6-141E-C8DE-BAECA0B5DD06}"/>
                  </a:ext>
                </a:extLst>
              </p:cNvPr>
              <p:cNvSpPr/>
              <p:nvPr/>
            </p:nvSpPr>
            <p:spPr>
              <a:xfrm>
                <a:off x="2298314" y="6198199"/>
                <a:ext cx="8301" cy="1955"/>
              </a:xfrm>
              <a:custGeom>
                <a:avLst/>
                <a:gdLst>
                  <a:gd name="connsiteX0" fmla="*/ 5270 w 8301"/>
                  <a:gd name="connsiteY0" fmla="*/ 15 h 1955"/>
                  <a:gd name="connsiteX1" fmla="*/ 3030 w 8301"/>
                  <a:gd name="connsiteY1" fmla="*/ 1941 h 1955"/>
                  <a:gd name="connsiteX2" fmla="*/ 5270 w 8301"/>
                  <a:gd name="connsiteY2" fmla="*/ 15 h 1955"/>
                </a:gdLst>
                <a:ahLst/>
                <a:cxnLst>
                  <a:cxn ang="0">
                    <a:pos x="connsiteX0" y="connsiteY0"/>
                  </a:cxn>
                  <a:cxn ang="0">
                    <a:pos x="connsiteX1" y="connsiteY1"/>
                  </a:cxn>
                  <a:cxn ang="0">
                    <a:pos x="connsiteX2" y="connsiteY2"/>
                  </a:cxn>
                </a:cxnLst>
                <a:rect l="l" t="t" r="r" b="b"/>
                <a:pathLst>
                  <a:path w="8301" h="1955">
                    <a:moveTo>
                      <a:pt x="5270" y="15"/>
                    </a:moveTo>
                    <a:cubicBezTo>
                      <a:pt x="1715" y="-185"/>
                      <a:pt x="-3308" y="1712"/>
                      <a:pt x="3030" y="1941"/>
                    </a:cubicBezTo>
                    <a:cubicBezTo>
                      <a:pt x="6590" y="2140"/>
                      <a:pt x="11608" y="244"/>
                      <a:pt x="5270" y="1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2" name="Freeform: Shape 821">
                <a:extLst>
                  <a:ext uri="{FF2B5EF4-FFF2-40B4-BE49-F238E27FC236}">
                    <a16:creationId xmlns:a16="http://schemas.microsoft.com/office/drawing/2014/main" id="{0C109581-5CA1-2EE6-A428-0C3B48F71A2A}"/>
                  </a:ext>
                </a:extLst>
              </p:cNvPr>
              <p:cNvSpPr/>
              <p:nvPr/>
            </p:nvSpPr>
            <p:spPr>
              <a:xfrm>
                <a:off x="1831348" y="6678731"/>
                <a:ext cx="9722" cy="1665"/>
              </a:xfrm>
              <a:custGeom>
                <a:avLst/>
                <a:gdLst>
                  <a:gd name="connsiteX0" fmla="*/ 6195 w 9722"/>
                  <a:gd name="connsiteY0" fmla="*/ 0 h 1665"/>
                  <a:gd name="connsiteX1" fmla="*/ 23 w 9722"/>
                  <a:gd name="connsiteY1" fmla="*/ 897 h 1665"/>
                  <a:gd name="connsiteX2" fmla="*/ 6195 w 9722"/>
                  <a:gd name="connsiteY2" fmla="*/ 0 h 1665"/>
                </a:gdLst>
                <a:ahLst/>
                <a:cxnLst>
                  <a:cxn ang="0">
                    <a:pos x="connsiteX0" y="connsiteY0"/>
                  </a:cxn>
                  <a:cxn ang="0">
                    <a:pos x="connsiteX1" y="connsiteY1"/>
                  </a:cxn>
                  <a:cxn ang="0">
                    <a:pos x="connsiteX2" y="connsiteY2"/>
                  </a:cxn>
                </a:cxnLst>
                <a:rect l="l" t="t" r="r" b="b"/>
                <a:pathLst>
                  <a:path w="9722" h="1665">
                    <a:moveTo>
                      <a:pt x="6195" y="0"/>
                    </a:moveTo>
                    <a:cubicBezTo>
                      <a:pt x="3606" y="46"/>
                      <a:pt x="840" y="452"/>
                      <a:pt x="23" y="897"/>
                    </a:cubicBezTo>
                    <a:cubicBezTo>
                      <a:pt x="-726" y="2989"/>
                      <a:pt x="17065" y="160"/>
                      <a:pt x="6195"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3" name="Freeform: Shape 822">
                <a:extLst>
                  <a:ext uri="{FF2B5EF4-FFF2-40B4-BE49-F238E27FC236}">
                    <a16:creationId xmlns:a16="http://schemas.microsoft.com/office/drawing/2014/main" id="{A06A9177-CAAD-F52D-4824-CF7BBBCA57B4}"/>
                  </a:ext>
                </a:extLst>
              </p:cNvPr>
              <p:cNvSpPr/>
              <p:nvPr/>
            </p:nvSpPr>
            <p:spPr>
              <a:xfrm>
                <a:off x="2488361" y="5897272"/>
                <a:ext cx="7757" cy="4406"/>
              </a:xfrm>
              <a:custGeom>
                <a:avLst/>
                <a:gdLst>
                  <a:gd name="connsiteX0" fmla="*/ 4858 w 7757"/>
                  <a:gd name="connsiteY0" fmla="*/ 242 h 4406"/>
                  <a:gd name="connsiteX1" fmla="*/ 2898 w 7757"/>
                  <a:gd name="connsiteY1" fmla="*/ 4168 h 4406"/>
                  <a:gd name="connsiteX2" fmla="*/ 4858 w 7757"/>
                  <a:gd name="connsiteY2" fmla="*/ 242 h 4406"/>
                </a:gdLst>
                <a:ahLst/>
                <a:cxnLst>
                  <a:cxn ang="0">
                    <a:pos x="connsiteX0" y="connsiteY0"/>
                  </a:cxn>
                  <a:cxn ang="0">
                    <a:pos x="connsiteX1" y="connsiteY1"/>
                  </a:cxn>
                  <a:cxn ang="0">
                    <a:pos x="connsiteX2" y="connsiteY2"/>
                  </a:cxn>
                </a:cxnLst>
                <a:rect l="l" t="t" r="r" b="b"/>
                <a:pathLst>
                  <a:path w="7757" h="4406">
                    <a:moveTo>
                      <a:pt x="4858" y="242"/>
                    </a:moveTo>
                    <a:cubicBezTo>
                      <a:pt x="1686" y="842"/>
                      <a:pt x="-3171" y="5499"/>
                      <a:pt x="2898" y="4168"/>
                    </a:cubicBezTo>
                    <a:cubicBezTo>
                      <a:pt x="6087" y="3596"/>
                      <a:pt x="10922" y="-1107"/>
                      <a:pt x="4858" y="24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4" name="Freeform: Shape 823">
                <a:extLst>
                  <a:ext uri="{FF2B5EF4-FFF2-40B4-BE49-F238E27FC236}">
                    <a16:creationId xmlns:a16="http://schemas.microsoft.com/office/drawing/2014/main" id="{243347C7-82E9-4433-C43A-E919D2B07866}"/>
                  </a:ext>
                </a:extLst>
              </p:cNvPr>
              <p:cNvSpPr/>
              <p:nvPr/>
            </p:nvSpPr>
            <p:spPr>
              <a:xfrm>
                <a:off x="2427638" y="6014613"/>
                <a:ext cx="7941" cy="3800"/>
              </a:xfrm>
              <a:custGeom>
                <a:avLst/>
                <a:gdLst>
                  <a:gd name="connsiteX0" fmla="*/ 4991 w 7941"/>
                  <a:gd name="connsiteY0" fmla="*/ 35 h 3800"/>
                  <a:gd name="connsiteX1" fmla="*/ 2945 w 7941"/>
                  <a:gd name="connsiteY1" fmla="*/ 3767 h 3800"/>
                  <a:gd name="connsiteX2" fmla="*/ 4991 w 7941"/>
                  <a:gd name="connsiteY2" fmla="*/ 35 h 3800"/>
                </a:gdLst>
                <a:ahLst/>
                <a:cxnLst>
                  <a:cxn ang="0">
                    <a:pos x="connsiteX0" y="connsiteY0"/>
                  </a:cxn>
                  <a:cxn ang="0">
                    <a:pos x="connsiteX1" y="connsiteY1"/>
                  </a:cxn>
                  <a:cxn ang="0">
                    <a:pos x="connsiteX2" y="connsiteY2"/>
                  </a:cxn>
                </a:cxnLst>
                <a:rect l="l" t="t" r="r" b="b"/>
                <a:pathLst>
                  <a:path w="7941" h="3800">
                    <a:moveTo>
                      <a:pt x="4991" y="35"/>
                    </a:moveTo>
                    <a:cubicBezTo>
                      <a:pt x="1511" y="207"/>
                      <a:pt x="-3119" y="4207"/>
                      <a:pt x="2945" y="3767"/>
                    </a:cubicBezTo>
                    <a:cubicBezTo>
                      <a:pt x="6448" y="3624"/>
                      <a:pt x="11055" y="-416"/>
                      <a:pt x="4991"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5" name="Freeform: Shape 824">
                <a:extLst>
                  <a:ext uri="{FF2B5EF4-FFF2-40B4-BE49-F238E27FC236}">
                    <a16:creationId xmlns:a16="http://schemas.microsoft.com/office/drawing/2014/main" id="{7A9BCFBC-7A09-D0E4-7B74-4241E0B5ED97}"/>
                  </a:ext>
                </a:extLst>
              </p:cNvPr>
              <p:cNvSpPr/>
              <p:nvPr/>
            </p:nvSpPr>
            <p:spPr>
              <a:xfrm>
                <a:off x="2000717" y="6470267"/>
                <a:ext cx="9203" cy="3978"/>
              </a:xfrm>
              <a:custGeom>
                <a:avLst/>
                <a:gdLst>
                  <a:gd name="connsiteX0" fmla="*/ 5922 w 9203"/>
                  <a:gd name="connsiteY0" fmla="*/ 21 h 3978"/>
                  <a:gd name="connsiteX1" fmla="*/ 3276 w 9203"/>
                  <a:gd name="connsiteY1" fmla="*/ 3959 h 3978"/>
                  <a:gd name="connsiteX2" fmla="*/ 5922 w 9203"/>
                  <a:gd name="connsiteY2" fmla="*/ 21 h 3978"/>
                </a:gdLst>
                <a:ahLst/>
                <a:cxnLst>
                  <a:cxn ang="0">
                    <a:pos x="connsiteX0" y="connsiteY0"/>
                  </a:cxn>
                  <a:cxn ang="0">
                    <a:pos x="connsiteX1" y="connsiteY1"/>
                  </a:cxn>
                  <a:cxn ang="0">
                    <a:pos x="connsiteX2" y="connsiteY2"/>
                  </a:cxn>
                </a:cxnLst>
                <a:rect l="l" t="t" r="r" b="b"/>
                <a:pathLst>
                  <a:path w="9203" h="3978">
                    <a:moveTo>
                      <a:pt x="5922" y="21"/>
                    </a:moveTo>
                    <a:cubicBezTo>
                      <a:pt x="1824" y="-322"/>
                      <a:pt x="-3582" y="3565"/>
                      <a:pt x="3276" y="3959"/>
                    </a:cubicBezTo>
                    <a:cubicBezTo>
                      <a:pt x="7374" y="4290"/>
                      <a:pt x="12792" y="398"/>
                      <a:pt x="5922"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6" name="Freeform: Shape 825">
                <a:extLst>
                  <a:ext uri="{FF2B5EF4-FFF2-40B4-BE49-F238E27FC236}">
                    <a16:creationId xmlns:a16="http://schemas.microsoft.com/office/drawing/2014/main" id="{40B3E726-C027-DE99-2442-1BA57723A442}"/>
                  </a:ext>
                </a:extLst>
              </p:cNvPr>
              <p:cNvSpPr/>
              <p:nvPr/>
            </p:nvSpPr>
            <p:spPr>
              <a:xfrm>
                <a:off x="1918378" y="6597511"/>
                <a:ext cx="9459" cy="3890"/>
              </a:xfrm>
              <a:custGeom>
                <a:avLst/>
                <a:gdLst>
                  <a:gd name="connsiteX0" fmla="*/ 6120 w 9459"/>
                  <a:gd name="connsiteY0" fmla="*/ 16 h 3890"/>
                  <a:gd name="connsiteX1" fmla="*/ 3336 w 9459"/>
                  <a:gd name="connsiteY1" fmla="*/ 3874 h 3890"/>
                  <a:gd name="connsiteX2" fmla="*/ 6120 w 9459"/>
                  <a:gd name="connsiteY2" fmla="*/ 16 h 3890"/>
                </a:gdLst>
                <a:ahLst/>
                <a:cxnLst>
                  <a:cxn ang="0">
                    <a:pos x="connsiteX0" y="connsiteY0"/>
                  </a:cxn>
                  <a:cxn ang="0">
                    <a:pos x="connsiteX1" y="connsiteY1"/>
                  </a:cxn>
                  <a:cxn ang="0">
                    <a:pos x="connsiteX2" y="connsiteY2"/>
                  </a:cxn>
                </a:cxnLst>
                <a:rect l="l" t="t" r="r" b="b"/>
                <a:pathLst>
                  <a:path w="9459" h="3890">
                    <a:moveTo>
                      <a:pt x="6120" y="16"/>
                    </a:moveTo>
                    <a:cubicBezTo>
                      <a:pt x="2028" y="-276"/>
                      <a:pt x="-3745" y="3571"/>
                      <a:pt x="3336" y="3874"/>
                    </a:cubicBezTo>
                    <a:cubicBezTo>
                      <a:pt x="7445" y="4171"/>
                      <a:pt x="13200" y="336"/>
                      <a:pt x="6120"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7" name="Freeform: Shape 826">
                <a:extLst>
                  <a:ext uri="{FF2B5EF4-FFF2-40B4-BE49-F238E27FC236}">
                    <a16:creationId xmlns:a16="http://schemas.microsoft.com/office/drawing/2014/main" id="{123F9DE1-FFD5-0C5C-BA0D-8AC0FBC63E84}"/>
                  </a:ext>
                </a:extLst>
              </p:cNvPr>
              <p:cNvSpPr/>
              <p:nvPr/>
            </p:nvSpPr>
            <p:spPr>
              <a:xfrm>
                <a:off x="2228776" y="6257898"/>
                <a:ext cx="8507" cy="2048"/>
              </a:xfrm>
              <a:custGeom>
                <a:avLst/>
                <a:gdLst>
                  <a:gd name="connsiteX0" fmla="*/ 5423 w 8507"/>
                  <a:gd name="connsiteY0" fmla="*/ 16 h 2048"/>
                  <a:gd name="connsiteX1" fmla="*/ 3079 w 8507"/>
                  <a:gd name="connsiteY1" fmla="*/ 2033 h 2048"/>
                  <a:gd name="connsiteX2" fmla="*/ 5423 w 8507"/>
                  <a:gd name="connsiteY2" fmla="*/ 16 h 2048"/>
                </a:gdLst>
                <a:ahLst/>
                <a:cxnLst>
                  <a:cxn ang="0">
                    <a:pos x="connsiteX0" y="connsiteY0"/>
                  </a:cxn>
                  <a:cxn ang="0">
                    <a:pos x="connsiteX1" y="connsiteY1"/>
                  </a:cxn>
                  <a:cxn ang="0">
                    <a:pos x="connsiteX2" y="connsiteY2"/>
                  </a:cxn>
                </a:cxnLst>
                <a:rect l="l" t="t" r="r" b="b"/>
                <a:pathLst>
                  <a:path w="8507" h="2048">
                    <a:moveTo>
                      <a:pt x="5423" y="16"/>
                    </a:moveTo>
                    <a:cubicBezTo>
                      <a:pt x="1816" y="-196"/>
                      <a:pt x="-3407" y="1787"/>
                      <a:pt x="3079" y="2033"/>
                    </a:cubicBezTo>
                    <a:cubicBezTo>
                      <a:pt x="6697" y="2244"/>
                      <a:pt x="11915" y="261"/>
                      <a:pt x="5423"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8" name="Freeform: Shape 827">
                <a:extLst>
                  <a:ext uri="{FF2B5EF4-FFF2-40B4-BE49-F238E27FC236}">
                    <a16:creationId xmlns:a16="http://schemas.microsoft.com/office/drawing/2014/main" id="{A5933D40-1588-C106-8285-C7466D13A2CD}"/>
                  </a:ext>
                </a:extLst>
              </p:cNvPr>
              <p:cNvSpPr/>
              <p:nvPr/>
            </p:nvSpPr>
            <p:spPr>
              <a:xfrm>
                <a:off x="2156094" y="6320418"/>
                <a:ext cx="8755" cy="2161"/>
              </a:xfrm>
              <a:custGeom>
                <a:avLst/>
                <a:gdLst>
                  <a:gd name="connsiteX0" fmla="*/ 5490 w 8755"/>
                  <a:gd name="connsiteY0" fmla="*/ 0 h 2161"/>
                  <a:gd name="connsiteX1" fmla="*/ 15 w 8755"/>
                  <a:gd name="connsiteY1" fmla="*/ 1057 h 2161"/>
                  <a:gd name="connsiteX2" fmla="*/ 5490 w 8755"/>
                  <a:gd name="connsiteY2" fmla="*/ 0 h 2161"/>
                </a:gdLst>
                <a:ahLst/>
                <a:cxnLst>
                  <a:cxn ang="0">
                    <a:pos x="connsiteX0" y="connsiteY0"/>
                  </a:cxn>
                  <a:cxn ang="0">
                    <a:pos x="connsiteX1" y="connsiteY1"/>
                  </a:cxn>
                  <a:cxn ang="0">
                    <a:pos x="connsiteX2" y="connsiteY2"/>
                  </a:cxn>
                </a:cxnLst>
                <a:rect l="l" t="t" r="r" b="b"/>
                <a:pathLst>
                  <a:path w="8755" h="2161">
                    <a:moveTo>
                      <a:pt x="5490" y="0"/>
                    </a:moveTo>
                    <a:cubicBezTo>
                      <a:pt x="3147" y="0"/>
                      <a:pt x="695" y="474"/>
                      <a:pt x="15" y="1057"/>
                    </a:cubicBezTo>
                    <a:cubicBezTo>
                      <a:pt x="-562" y="3840"/>
                      <a:pt x="15434" y="554"/>
                      <a:pt x="549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29" name="Freeform: Shape 828">
                <a:extLst>
                  <a:ext uri="{FF2B5EF4-FFF2-40B4-BE49-F238E27FC236}">
                    <a16:creationId xmlns:a16="http://schemas.microsoft.com/office/drawing/2014/main" id="{4626022C-E512-FEC3-B532-5D470581C529}"/>
                  </a:ext>
                </a:extLst>
              </p:cNvPr>
              <p:cNvSpPr/>
              <p:nvPr/>
            </p:nvSpPr>
            <p:spPr>
              <a:xfrm>
                <a:off x="2602462" y="5675615"/>
                <a:ext cx="7433" cy="5350"/>
              </a:xfrm>
              <a:custGeom>
                <a:avLst/>
                <a:gdLst>
                  <a:gd name="connsiteX0" fmla="*/ 4532 w 7433"/>
                  <a:gd name="connsiteY0" fmla="*/ 1191 h 5350"/>
                  <a:gd name="connsiteX1" fmla="*/ 0 w 7433"/>
                  <a:gd name="connsiteY1" fmla="*/ 4957 h 5350"/>
                  <a:gd name="connsiteX2" fmla="*/ 4532 w 7433"/>
                  <a:gd name="connsiteY2" fmla="*/ 1191 h 5350"/>
                </a:gdLst>
                <a:ahLst/>
                <a:cxnLst>
                  <a:cxn ang="0">
                    <a:pos x="connsiteX0" y="connsiteY0"/>
                  </a:cxn>
                  <a:cxn ang="0">
                    <a:pos x="connsiteX1" y="connsiteY1"/>
                  </a:cxn>
                  <a:cxn ang="0">
                    <a:pos x="connsiteX2" y="connsiteY2"/>
                  </a:cxn>
                </a:cxnLst>
                <a:rect l="l" t="t" r="r" b="b"/>
                <a:pathLst>
                  <a:path w="7433" h="5350">
                    <a:moveTo>
                      <a:pt x="4532" y="1191"/>
                    </a:moveTo>
                    <a:cubicBezTo>
                      <a:pt x="2526" y="2414"/>
                      <a:pt x="497" y="4106"/>
                      <a:pt x="0" y="4957"/>
                    </a:cubicBezTo>
                    <a:cubicBezTo>
                      <a:pt x="189" y="7529"/>
                      <a:pt x="13024" y="-3541"/>
                      <a:pt x="4532" y="119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0" name="Freeform: Shape 829">
                <a:extLst>
                  <a:ext uri="{FF2B5EF4-FFF2-40B4-BE49-F238E27FC236}">
                    <a16:creationId xmlns:a16="http://schemas.microsoft.com/office/drawing/2014/main" id="{B6DB9A9E-AF04-A4F6-80F6-322CC520A0C7}"/>
                  </a:ext>
                </a:extLst>
              </p:cNvPr>
              <p:cNvSpPr/>
              <p:nvPr/>
            </p:nvSpPr>
            <p:spPr>
              <a:xfrm>
                <a:off x="445758" y="7526050"/>
                <a:ext cx="13849" cy="5236"/>
              </a:xfrm>
              <a:custGeom>
                <a:avLst/>
                <a:gdLst>
                  <a:gd name="connsiteX0" fmla="*/ 9829 w 13849"/>
                  <a:gd name="connsiteY0" fmla="*/ 96 h 5236"/>
                  <a:gd name="connsiteX1" fmla="*/ 4017 w 13849"/>
                  <a:gd name="connsiteY1" fmla="*/ 5141 h 5236"/>
                  <a:gd name="connsiteX2" fmla="*/ 9829 w 13849"/>
                  <a:gd name="connsiteY2" fmla="*/ 96 h 5236"/>
                </a:gdLst>
                <a:ahLst/>
                <a:cxnLst>
                  <a:cxn ang="0">
                    <a:pos x="connsiteX0" y="connsiteY0"/>
                  </a:cxn>
                  <a:cxn ang="0">
                    <a:pos x="connsiteX1" y="connsiteY1"/>
                  </a:cxn>
                  <a:cxn ang="0">
                    <a:pos x="connsiteX2" y="connsiteY2"/>
                  </a:cxn>
                </a:cxnLst>
                <a:rect l="l" t="t" r="r" b="b"/>
                <a:pathLst>
                  <a:path w="13849" h="5236">
                    <a:moveTo>
                      <a:pt x="9829" y="96"/>
                    </a:moveTo>
                    <a:cubicBezTo>
                      <a:pt x="5652" y="-767"/>
                      <a:pt x="-6133" y="4484"/>
                      <a:pt x="4017" y="5141"/>
                    </a:cubicBezTo>
                    <a:cubicBezTo>
                      <a:pt x="8195" y="6004"/>
                      <a:pt x="19985" y="753"/>
                      <a:pt x="9829" y="9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1" name="Freeform: Shape 830">
                <a:extLst>
                  <a:ext uri="{FF2B5EF4-FFF2-40B4-BE49-F238E27FC236}">
                    <a16:creationId xmlns:a16="http://schemas.microsoft.com/office/drawing/2014/main" id="{13E811AE-919B-787D-1625-997F1A794380}"/>
                  </a:ext>
                </a:extLst>
              </p:cNvPr>
              <p:cNvSpPr/>
              <p:nvPr/>
            </p:nvSpPr>
            <p:spPr>
              <a:xfrm>
                <a:off x="2461506" y="5750890"/>
                <a:ext cx="6590" cy="5907"/>
              </a:xfrm>
              <a:custGeom>
                <a:avLst/>
                <a:gdLst>
                  <a:gd name="connsiteX0" fmla="*/ 4327 w 6590"/>
                  <a:gd name="connsiteY0" fmla="*/ 1920 h 5907"/>
                  <a:gd name="connsiteX1" fmla="*/ 229 w 6590"/>
                  <a:gd name="connsiteY1" fmla="*/ 5761 h 5907"/>
                  <a:gd name="connsiteX2" fmla="*/ 4327 w 6590"/>
                  <a:gd name="connsiteY2" fmla="*/ 1920 h 5907"/>
                </a:gdLst>
                <a:ahLst/>
                <a:cxnLst>
                  <a:cxn ang="0">
                    <a:pos x="connsiteX0" y="connsiteY0"/>
                  </a:cxn>
                  <a:cxn ang="0">
                    <a:pos x="connsiteX1" y="connsiteY1"/>
                  </a:cxn>
                  <a:cxn ang="0">
                    <a:pos x="connsiteX2" y="connsiteY2"/>
                  </a:cxn>
                </a:cxnLst>
                <a:rect l="l" t="t" r="r" b="b"/>
                <a:pathLst>
                  <a:path w="6590" h="5907">
                    <a:moveTo>
                      <a:pt x="4327" y="1920"/>
                    </a:moveTo>
                    <a:cubicBezTo>
                      <a:pt x="3441" y="2720"/>
                      <a:pt x="-1056" y="6715"/>
                      <a:pt x="229" y="5761"/>
                    </a:cubicBezTo>
                    <a:cubicBezTo>
                      <a:pt x="2235" y="4132"/>
                      <a:pt x="10528" y="-3509"/>
                      <a:pt x="4327" y="19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2" name="Freeform: Shape 831">
                <a:extLst>
                  <a:ext uri="{FF2B5EF4-FFF2-40B4-BE49-F238E27FC236}">
                    <a16:creationId xmlns:a16="http://schemas.microsoft.com/office/drawing/2014/main" id="{24A9DAAB-2761-8B10-B507-C9062A7DA980}"/>
                  </a:ext>
                </a:extLst>
              </p:cNvPr>
              <p:cNvSpPr/>
              <p:nvPr/>
            </p:nvSpPr>
            <p:spPr>
              <a:xfrm>
                <a:off x="1260189" y="6706174"/>
                <a:ext cx="10815" cy="89"/>
              </a:xfrm>
              <a:custGeom>
                <a:avLst/>
                <a:gdLst>
                  <a:gd name="connsiteX0" fmla="*/ 7284 w 10815"/>
                  <a:gd name="connsiteY0" fmla="*/ 29 h 89"/>
                  <a:gd name="connsiteX1" fmla="*/ 3534 w 10815"/>
                  <a:gd name="connsiteY1" fmla="*/ 63 h 89"/>
                  <a:gd name="connsiteX2" fmla="*/ 7284 w 10815"/>
                  <a:gd name="connsiteY2" fmla="*/ 29 h 89"/>
                </a:gdLst>
                <a:ahLst/>
                <a:cxnLst>
                  <a:cxn ang="0">
                    <a:pos x="connsiteX0" y="connsiteY0"/>
                  </a:cxn>
                  <a:cxn ang="0">
                    <a:pos x="connsiteX1" y="connsiteY1"/>
                  </a:cxn>
                  <a:cxn ang="0">
                    <a:pos x="connsiteX2" y="connsiteY2"/>
                  </a:cxn>
                </a:cxnLst>
                <a:rect l="l" t="t" r="r" b="b"/>
                <a:pathLst>
                  <a:path w="10815" h="89">
                    <a:moveTo>
                      <a:pt x="7284" y="29"/>
                    </a:moveTo>
                    <a:cubicBezTo>
                      <a:pt x="3637" y="58"/>
                      <a:pt x="-4747" y="127"/>
                      <a:pt x="3534" y="63"/>
                    </a:cubicBezTo>
                    <a:cubicBezTo>
                      <a:pt x="7181" y="29"/>
                      <a:pt x="15559" y="-39"/>
                      <a:pt x="7284"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3" name="Freeform: Shape 832">
                <a:extLst>
                  <a:ext uri="{FF2B5EF4-FFF2-40B4-BE49-F238E27FC236}">
                    <a16:creationId xmlns:a16="http://schemas.microsoft.com/office/drawing/2014/main" id="{333F86F0-41D5-89EA-E266-3C293B7F2BFB}"/>
                  </a:ext>
                </a:extLst>
              </p:cNvPr>
              <p:cNvSpPr/>
              <p:nvPr/>
            </p:nvSpPr>
            <p:spPr>
              <a:xfrm>
                <a:off x="1143194" y="6720264"/>
                <a:ext cx="11078" cy="1076"/>
              </a:xfrm>
              <a:custGeom>
                <a:avLst/>
                <a:gdLst>
                  <a:gd name="connsiteX0" fmla="*/ 7527 w 11078"/>
                  <a:gd name="connsiteY0" fmla="*/ 10 h 1076"/>
                  <a:gd name="connsiteX1" fmla="*/ 3555 w 11078"/>
                  <a:gd name="connsiteY1" fmla="*/ 1067 h 1076"/>
                  <a:gd name="connsiteX2" fmla="*/ 7527 w 11078"/>
                  <a:gd name="connsiteY2" fmla="*/ 10 h 1076"/>
                </a:gdLst>
                <a:ahLst/>
                <a:cxnLst>
                  <a:cxn ang="0">
                    <a:pos x="connsiteX0" y="connsiteY0"/>
                  </a:cxn>
                  <a:cxn ang="0">
                    <a:pos x="connsiteX1" y="connsiteY1"/>
                  </a:cxn>
                  <a:cxn ang="0">
                    <a:pos x="connsiteX2" y="connsiteY2"/>
                  </a:cxn>
                </a:cxnLst>
                <a:rect l="l" t="t" r="r" b="b"/>
                <a:pathLst>
                  <a:path w="11078" h="1076">
                    <a:moveTo>
                      <a:pt x="7527" y="10"/>
                    </a:moveTo>
                    <a:cubicBezTo>
                      <a:pt x="3829" y="-110"/>
                      <a:pt x="-4863" y="924"/>
                      <a:pt x="3555" y="1067"/>
                    </a:cubicBezTo>
                    <a:cubicBezTo>
                      <a:pt x="7252" y="1187"/>
                      <a:pt x="15939" y="135"/>
                      <a:pt x="7527" y="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4" name="Freeform: Shape 833">
                <a:extLst>
                  <a:ext uri="{FF2B5EF4-FFF2-40B4-BE49-F238E27FC236}">
                    <a16:creationId xmlns:a16="http://schemas.microsoft.com/office/drawing/2014/main" id="{13B1BE45-80D4-5065-F6C7-738A10060907}"/>
                  </a:ext>
                </a:extLst>
              </p:cNvPr>
              <p:cNvSpPr/>
              <p:nvPr/>
            </p:nvSpPr>
            <p:spPr>
              <a:xfrm>
                <a:off x="1370789" y="6710816"/>
                <a:ext cx="10428" cy="262"/>
              </a:xfrm>
              <a:custGeom>
                <a:avLst/>
                <a:gdLst>
                  <a:gd name="connsiteX0" fmla="*/ 6989 w 10428"/>
                  <a:gd name="connsiteY0" fmla="*/ 239 h 262"/>
                  <a:gd name="connsiteX1" fmla="*/ 3446 w 10428"/>
                  <a:gd name="connsiteY1" fmla="*/ 23 h 262"/>
                  <a:gd name="connsiteX2" fmla="*/ 6989 w 10428"/>
                  <a:gd name="connsiteY2" fmla="*/ 239 h 262"/>
                </a:gdLst>
                <a:ahLst/>
                <a:cxnLst>
                  <a:cxn ang="0">
                    <a:pos x="connsiteX0" y="connsiteY0"/>
                  </a:cxn>
                  <a:cxn ang="0">
                    <a:pos x="connsiteX1" y="connsiteY1"/>
                  </a:cxn>
                  <a:cxn ang="0">
                    <a:pos x="connsiteX2" y="connsiteY2"/>
                  </a:cxn>
                </a:cxnLst>
                <a:rect l="l" t="t" r="r" b="b"/>
                <a:pathLst>
                  <a:path w="10428" h="262">
                    <a:moveTo>
                      <a:pt x="6989" y="239"/>
                    </a:moveTo>
                    <a:cubicBezTo>
                      <a:pt x="3417" y="320"/>
                      <a:pt x="-4561" y="171"/>
                      <a:pt x="3446" y="23"/>
                    </a:cubicBezTo>
                    <a:cubicBezTo>
                      <a:pt x="7012" y="-58"/>
                      <a:pt x="14984" y="91"/>
                      <a:pt x="6989" y="2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5" name="Freeform: Shape 834">
                <a:extLst>
                  <a:ext uri="{FF2B5EF4-FFF2-40B4-BE49-F238E27FC236}">
                    <a16:creationId xmlns:a16="http://schemas.microsoft.com/office/drawing/2014/main" id="{151002E2-197B-731F-1B66-1E085D4510D7}"/>
                  </a:ext>
                </a:extLst>
              </p:cNvPr>
              <p:cNvSpPr/>
              <p:nvPr/>
            </p:nvSpPr>
            <p:spPr>
              <a:xfrm>
                <a:off x="1475410" y="6711470"/>
                <a:ext cx="10100" cy="340"/>
              </a:xfrm>
              <a:custGeom>
                <a:avLst/>
                <a:gdLst>
                  <a:gd name="connsiteX0" fmla="*/ 6729 w 10100"/>
                  <a:gd name="connsiteY0" fmla="*/ 20 h 340"/>
                  <a:gd name="connsiteX1" fmla="*/ 3374 w 10100"/>
                  <a:gd name="connsiteY1" fmla="*/ 317 h 340"/>
                  <a:gd name="connsiteX2" fmla="*/ 6729 w 10100"/>
                  <a:gd name="connsiteY2" fmla="*/ 20 h 340"/>
                </a:gdLst>
                <a:ahLst/>
                <a:cxnLst>
                  <a:cxn ang="0">
                    <a:pos x="connsiteX0" y="connsiteY0"/>
                  </a:cxn>
                  <a:cxn ang="0">
                    <a:pos x="connsiteX1" y="connsiteY1"/>
                  </a:cxn>
                  <a:cxn ang="0">
                    <a:pos x="connsiteX2" y="connsiteY2"/>
                  </a:cxn>
                </a:cxnLst>
                <a:rect l="l" t="t" r="r" b="b"/>
                <a:pathLst>
                  <a:path w="10100" h="340">
                    <a:moveTo>
                      <a:pt x="6729" y="20"/>
                    </a:moveTo>
                    <a:cubicBezTo>
                      <a:pt x="3214" y="60"/>
                      <a:pt x="-4398" y="437"/>
                      <a:pt x="3374" y="317"/>
                    </a:cubicBezTo>
                    <a:cubicBezTo>
                      <a:pt x="6889" y="283"/>
                      <a:pt x="14496" y="-89"/>
                      <a:pt x="6729"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6" name="Freeform: Shape 835">
                <a:extLst>
                  <a:ext uri="{FF2B5EF4-FFF2-40B4-BE49-F238E27FC236}">
                    <a16:creationId xmlns:a16="http://schemas.microsoft.com/office/drawing/2014/main" id="{72675E92-0C2F-B7DE-EA47-A9663669F8EB}"/>
                  </a:ext>
                </a:extLst>
              </p:cNvPr>
              <p:cNvSpPr/>
              <p:nvPr/>
            </p:nvSpPr>
            <p:spPr>
              <a:xfrm>
                <a:off x="1019181" y="6776594"/>
                <a:ext cx="11438" cy="2908"/>
              </a:xfrm>
              <a:custGeom>
                <a:avLst/>
                <a:gdLst>
                  <a:gd name="connsiteX0" fmla="*/ 7826 w 11438"/>
                  <a:gd name="connsiteY0" fmla="*/ 29 h 2908"/>
                  <a:gd name="connsiteX1" fmla="*/ 3620 w 11438"/>
                  <a:gd name="connsiteY1" fmla="*/ 2881 h 2908"/>
                  <a:gd name="connsiteX2" fmla="*/ 7826 w 11438"/>
                  <a:gd name="connsiteY2" fmla="*/ 29 h 2908"/>
                </a:gdLst>
                <a:ahLst/>
                <a:cxnLst>
                  <a:cxn ang="0">
                    <a:pos x="connsiteX0" y="connsiteY0"/>
                  </a:cxn>
                  <a:cxn ang="0">
                    <a:pos x="connsiteX1" y="connsiteY1"/>
                  </a:cxn>
                  <a:cxn ang="0">
                    <a:pos x="connsiteX2" y="connsiteY2"/>
                  </a:cxn>
                </a:cxnLst>
                <a:rect l="l" t="t" r="r" b="b"/>
                <a:pathLst>
                  <a:path w="11438" h="2908">
                    <a:moveTo>
                      <a:pt x="7826" y="29"/>
                    </a:moveTo>
                    <a:cubicBezTo>
                      <a:pt x="3797" y="-313"/>
                      <a:pt x="-4918" y="2436"/>
                      <a:pt x="3620" y="2881"/>
                    </a:cubicBezTo>
                    <a:cubicBezTo>
                      <a:pt x="7632" y="3213"/>
                      <a:pt x="16353" y="452"/>
                      <a:pt x="7826" y="2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7" name="Freeform: Shape 836">
                <a:extLst>
                  <a:ext uri="{FF2B5EF4-FFF2-40B4-BE49-F238E27FC236}">
                    <a16:creationId xmlns:a16="http://schemas.microsoft.com/office/drawing/2014/main" id="{0D142D18-CC5F-462B-3F55-E2078C88106F}"/>
                  </a:ext>
                </a:extLst>
              </p:cNvPr>
              <p:cNvSpPr/>
              <p:nvPr/>
            </p:nvSpPr>
            <p:spPr>
              <a:xfrm>
                <a:off x="439788" y="7241221"/>
                <a:ext cx="13260" cy="4476"/>
              </a:xfrm>
              <a:custGeom>
                <a:avLst/>
                <a:gdLst>
                  <a:gd name="connsiteX0" fmla="*/ 9348 w 13260"/>
                  <a:gd name="connsiteY0" fmla="*/ 43 h 4476"/>
                  <a:gd name="connsiteX1" fmla="*/ 3919 w 13260"/>
                  <a:gd name="connsiteY1" fmla="*/ 4433 h 4476"/>
                  <a:gd name="connsiteX2" fmla="*/ 9348 w 13260"/>
                  <a:gd name="connsiteY2" fmla="*/ 43 h 4476"/>
                </a:gdLst>
                <a:ahLst/>
                <a:cxnLst>
                  <a:cxn ang="0">
                    <a:pos x="connsiteX0" y="connsiteY0"/>
                  </a:cxn>
                  <a:cxn ang="0">
                    <a:pos x="connsiteX1" y="connsiteY1"/>
                  </a:cxn>
                  <a:cxn ang="0">
                    <a:pos x="connsiteX2" y="connsiteY2"/>
                  </a:cxn>
                </a:cxnLst>
                <a:rect l="l" t="t" r="r" b="b"/>
                <a:pathLst>
                  <a:path w="13260" h="4476">
                    <a:moveTo>
                      <a:pt x="9348" y="43"/>
                    </a:moveTo>
                    <a:cubicBezTo>
                      <a:pt x="4913" y="-471"/>
                      <a:pt x="-5723" y="3730"/>
                      <a:pt x="3919" y="4433"/>
                    </a:cubicBezTo>
                    <a:cubicBezTo>
                      <a:pt x="8348" y="4947"/>
                      <a:pt x="18977" y="752"/>
                      <a:pt x="9348" y="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8" name="Freeform: Shape 837">
                <a:extLst>
                  <a:ext uri="{FF2B5EF4-FFF2-40B4-BE49-F238E27FC236}">
                    <a16:creationId xmlns:a16="http://schemas.microsoft.com/office/drawing/2014/main" id="{8BE851CA-DF77-903C-5E03-41421DF9A3C5}"/>
                  </a:ext>
                </a:extLst>
              </p:cNvPr>
              <p:cNvSpPr/>
              <p:nvPr/>
            </p:nvSpPr>
            <p:spPr>
              <a:xfrm>
                <a:off x="269272" y="7378693"/>
                <a:ext cx="13803" cy="4796"/>
              </a:xfrm>
              <a:custGeom>
                <a:avLst/>
                <a:gdLst>
                  <a:gd name="connsiteX0" fmla="*/ 9813 w 13803"/>
                  <a:gd name="connsiteY0" fmla="*/ 46 h 4796"/>
                  <a:gd name="connsiteX1" fmla="*/ 3995 w 13803"/>
                  <a:gd name="connsiteY1" fmla="*/ 4750 h 4796"/>
                  <a:gd name="connsiteX2" fmla="*/ 9813 w 13803"/>
                  <a:gd name="connsiteY2" fmla="*/ 46 h 4796"/>
                </a:gdLst>
                <a:ahLst/>
                <a:cxnLst>
                  <a:cxn ang="0">
                    <a:pos x="connsiteX0" y="connsiteY0"/>
                  </a:cxn>
                  <a:cxn ang="0">
                    <a:pos x="connsiteX1" y="connsiteY1"/>
                  </a:cxn>
                  <a:cxn ang="0">
                    <a:pos x="connsiteX2" y="connsiteY2"/>
                  </a:cxn>
                </a:cxnLst>
                <a:rect l="l" t="t" r="r" b="b"/>
                <a:pathLst>
                  <a:path w="13803" h="4796">
                    <a:moveTo>
                      <a:pt x="9813" y="46"/>
                    </a:moveTo>
                    <a:cubicBezTo>
                      <a:pt x="5287" y="-503"/>
                      <a:pt x="-5966" y="3984"/>
                      <a:pt x="3995" y="4750"/>
                    </a:cubicBezTo>
                    <a:cubicBezTo>
                      <a:pt x="8522" y="5298"/>
                      <a:pt x="19763" y="812"/>
                      <a:pt x="9813"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39" name="Freeform: Shape 838">
                <a:extLst>
                  <a:ext uri="{FF2B5EF4-FFF2-40B4-BE49-F238E27FC236}">
                    <a16:creationId xmlns:a16="http://schemas.microsoft.com/office/drawing/2014/main" id="{7A6D633A-8CD4-76D0-E6E2-1A8253D51F3C}"/>
                  </a:ext>
                </a:extLst>
              </p:cNvPr>
              <p:cNvSpPr/>
              <p:nvPr/>
            </p:nvSpPr>
            <p:spPr>
              <a:xfrm>
                <a:off x="887899" y="6880134"/>
                <a:ext cx="11780" cy="3687"/>
              </a:xfrm>
              <a:custGeom>
                <a:avLst/>
                <a:gdLst>
                  <a:gd name="connsiteX0" fmla="*/ 7938 w 11780"/>
                  <a:gd name="connsiteY0" fmla="*/ 0 h 3687"/>
                  <a:gd name="connsiteX1" fmla="*/ 143 w 11780"/>
                  <a:gd name="connsiteY1" fmla="*/ 1805 h 3687"/>
                  <a:gd name="connsiteX2" fmla="*/ 7938 w 11780"/>
                  <a:gd name="connsiteY2" fmla="*/ 0 h 3687"/>
                </a:gdLst>
                <a:ahLst/>
                <a:cxnLst>
                  <a:cxn ang="0">
                    <a:pos x="connsiteX0" y="connsiteY0"/>
                  </a:cxn>
                  <a:cxn ang="0">
                    <a:pos x="connsiteX1" y="connsiteY1"/>
                  </a:cxn>
                  <a:cxn ang="0">
                    <a:pos x="connsiteX2" y="connsiteY2"/>
                  </a:cxn>
                </a:cxnLst>
                <a:rect l="l" t="t" r="r" b="b"/>
                <a:pathLst>
                  <a:path w="11780" h="3687">
                    <a:moveTo>
                      <a:pt x="7938" y="0"/>
                    </a:moveTo>
                    <a:cubicBezTo>
                      <a:pt x="4869" y="0"/>
                      <a:pt x="1377" y="806"/>
                      <a:pt x="143" y="1805"/>
                    </a:cubicBezTo>
                    <a:cubicBezTo>
                      <a:pt x="-1983" y="6549"/>
                      <a:pt x="20511" y="943"/>
                      <a:pt x="793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0" name="Freeform: Shape 839">
                <a:extLst>
                  <a:ext uri="{FF2B5EF4-FFF2-40B4-BE49-F238E27FC236}">
                    <a16:creationId xmlns:a16="http://schemas.microsoft.com/office/drawing/2014/main" id="{9120C167-5F47-3B09-2B75-B6DF81EDB2B1}"/>
                  </a:ext>
                </a:extLst>
              </p:cNvPr>
              <p:cNvSpPr/>
              <p:nvPr/>
            </p:nvSpPr>
            <p:spPr>
              <a:xfrm>
                <a:off x="599005" y="7112854"/>
                <a:ext cx="12754" cy="4182"/>
              </a:xfrm>
              <a:custGeom>
                <a:avLst/>
                <a:gdLst>
                  <a:gd name="connsiteX0" fmla="*/ 8917 w 12754"/>
                  <a:gd name="connsiteY0" fmla="*/ 40 h 4182"/>
                  <a:gd name="connsiteX1" fmla="*/ 3842 w 12754"/>
                  <a:gd name="connsiteY1" fmla="*/ 4143 h 4182"/>
                  <a:gd name="connsiteX2" fmla="*/ 8917 w 12754"/>
                  <a:gd name="connsiteY2" fmla="*/ 40 h 4182"/>
                </a:gdLst>
                <a:ahLst/>
                <a:cxnLst>
                  <a:cxn ang="0">
                    <a:pos x="connsiteX0" y="connsiteY0"/>
                  </a:cxn>
                  <a:cxn ang="0">
                    <a:pos x="connsiteX1" y="connsiteY1"/>
                  </a:cxn>
                  <a:cxn ang="0">
                    <a:pos x="connsiteX2" y="connsiteY2"/>
                  </a:cxn>
                </a:cxnLst>
                <a:rect l="l" t="t" r="r" b="b"/>
                <a:pathLst>
                  <a:path w="12754" h="4182">
                    <a:moveTo>
                      <a:pt x="8917" y="40"/>
                    </a:moveTo>
                    <a:cubicBezTo>
                      <a:pt x="4567" y="-435"/>
                      <a:pt x="-5491" y="3498"/>
                      <a:pt x="3842" y="4143"/>
                    </a:cubicBezTo>
                    <a:cubicBezTo>
                      <a:pt x="8196" y="4617"/>
                      <a:pt x="18238" y="686"/>
                      <a:pt x="8917" y="4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1" name="Freeform: Shape 840">
                <a:extLst>
                  <a:ext uri="{FF2B5EF4-FFF2-40B4-BE49-F238E27FC236}">
                    <a16:creationId xmlns:a16="http://schemas.microsoft.com/office/drawing/2014/main" id="{F81B1A4D-A7B1-CBA1-701E-5E551730BD6D}"/>
                  </a:ext>
                </a:extLst>
              </p:cNvPr>
              <p:cNvSpPr/>
              <p:nvPr/>
            </p:nvSpPr>
            <p:spPr>
              <a:xfrm>
                <a:off x="748198" y="6992794"/>
                <a:ext cx="12199" cy="3922"/>
              </a:xfrm>
              <a:custGeom>
                <a:avLst/>
                <a:gdLst>
                  <a:gd name="connsiteX0" fmla="*/ 8279 w 12199"/>
                  <a:gd name="connsiteY0" fmla="*/ 0 h 3922"/>
                  <a:gd name="connsiteX1" fmla="*/ 169 w 12199"/>
                  <a:gd name="connsiteY1" fmla="*/ 1920 h 3922"/>
                  <a:gd name="connsiteX2" fmla="*/ 8279 w 12199"/>
                  <a:gd name="connsiteY2" fmla="*/ 0 h 3922"/>
                </a:gdLst>
                <a:ahLst/>
                <a:cxnLst>
                  <a:cxn ang="0">
                    <a:pos x="connsiteX0" y="connsiteY0"/>
                  </a:cxn>
                  <a:cxn ang="0">
                    <a:pos x="connsiteX1" y="connsiteY1"/>
                  </a:cxn>
                  <a:cxn ang="0">
                    <a:pos x="connsiteX2" y="connsiteY2"/>
                  </a:cxn>
                </a:cxnLst>
                <a:rect l="l" t="t" r="r" b="b"/>
                <a:pathLst>
                  <a:path w="12199" h="3922">
                    <a:moveTo>
                      <a:pt x="8279" y="0"/>
                    </a:moveTo>
                    <a:cubicBezTo>
                      <a:pt x="5113" y="0"/>
                      <a:pt x="1484" y="857"/>
                      <a:pt x="169" y="1920"/>
                    </a:cubicBezTo>
                    <a:cubicBezTo>
                      <a:pt x="-2197" y="6967"/>
                      <a:pt x="21212" y="1005"/>
                      <a:pt x="827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2" name="Freeform: Shape 841">
                <a:extLst>
                  <a:ext uri="{FF2B5EF4-FFF2-40B4-BE49-F238E27FC236}">
                    <a16:creationId xmlns:a16="http://schemas.microsoft.com/office/drawing/2014/main" id="{C3E81630-4D75-2C36-D82A-F35A876341AB}"/>
                  </a:ext>
                </a:extLst>
              </p:cNvPr>
              <p:cNvSpPr/>
              <p:nvPr/>
            </p:nvSpPr>
            <p:spPr>
              <a:xfrm>
                <a:off x="1574596" y="6684145"/>
                <a:ext cx="9772" cy="1598"/>
              </a:xfrm>
              <a:custGeom>
                <a:avLst/>
                <a:gdLst>
                  <a:gd name="connsiteX0" fmla="*/ 6481 w 9772"/>
                  <a:gd name="connsiteY0" fmla="*/ 4 h 1598"/>
                  <a:gd name="connsiteX1" fmla="*/ 3297 w 9772"/>
                  <a:gd name="connsiteY1" fmla="*/ 1593 h 1598"/>
                  <a:gd name="connsiteX2" fmla="*/ 6481 w 9772"/>
                  <a:gd name="connsiteY2" fmla="*/ 4 h 1598"/>
                </a:gdLst>
                <a:ahLst/>
                <a:cxnLst>
                  <a:cxn ang="0">
                    <a:pos x="connsiteX0" y="connsiteY0"/>
                  </a:cxn>
                  <a:cxn ang="0">
                    <a:pos x="connsiteX1" y="connsiteY1"/>
                  </a:cxn>
                  <a:cxn ang="0">
                    <a:pos x="connsiteX2" y="connsiteY2"/>
                  </a:cxn>
                </a:cxnLst>
                <a:rect l="l" t="t" r="r" b="b"/>
                <a:pathLst>
                  <a:path w="9772" h="1598">
                    <a:moveTo>
                      <a:pt x="6481" y="4"/>
                    </a:moveTo>
                    <a:cubicBezTo>
                      <a:pt x="2886" y="-88"/>
                      <a:pt x="-4172" y="1552"/>
                      <a:pt x="3297" y="1593"/>
                    </a:cubicBezTo>
                    <a:cubicBezTo>
                      <a:pt x="6892" y="1701"/>
                      <a:pt x="13939" y="66"/>
                      <a:pt x="6481" y="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3" name="Freeform: Shape 842">
                <a:extLst>
                  <a:ext uri="{FF2B5EF4-FFF2-40B4-BE49-F238E27FC236}">
                    <a16:creationId xmlns:a16="http://schemas.microsoft.com/office/drawing/2014/main" id="{55CB5D1D-1860-96E5-16FB-4BFA970E38EF}"/>
                  </a:ext>
                </a:extLst>
              </p:cNvPr>
              <p:cNvSpPr/>
              <p:nvPr/>
            </p:nvSpPr>
            <p:spPr>
              <a:xfrm>
                <a:off x="2215416" y="6050973"/>
                <a:ext cx="7960" cy="2977"/>
              </a:xfrm>
              <a:custGeom>
                <a:avLst/>
                <a:gdLst>
                  <a:gd name="connsiteX0" fmla="*/ 5084 w 7960"/>
                  <a:gd name="connsiteY0" fmla="*/ 160 h 2977"/>
                  <a:gd name="connsiteX1" fmla="*/ 2884 w 7960"/>
                  <a:gd name="connsiteY1" fmla="*/ 2823 h 2977"/>
                  <a:gd name="connsiteX2" fmla="*/ 5084 w 7960"/>
                  <a:gd name="connsiteY2" fmla="*/ 160 h 2977"/>
                </a:gdLst>
                <a:ahLst/>
                <a:cxnLst>
                  <a:cxn ang="0">
                    <a:pos x="connsiteX0" y="connsiteY0"/>
                  </a:cxn>
                  <a:cxn ang="0">
                    <a:pos x="connsiteX1" y="connsiteY1"/>
                  </a:cxn>
                  <a:cxn ang="0">
                    <a:pos x="connsiteX2" y="connsiteY2"/>
                  </a:cxn>
                </a:cxnLst>
                <a:rect l="l" t="t" r="r" b="b"/>
                <a:pathLst>
                  <a:path w="7960" h="2977">
                    <a:moveTo>
                      <a:pt x="5084" y="160"/>
                    </a:moveTo>
                    <a:cubicBezTo>
                      <a:pt x="1889" y="554"/>
                      <a:pt x="-3289" y="3703"/>
                      <a:pt x="2884" y="2823"/>
                    </a:cubicBezTo>
                    <a:cubicBezTo>
                      <a:pt x="6084" y="2463"/>
                      <a:pt x="11239" y="-744"/>
                      <a:pt x="5084" y="16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4" name="Freeform: Shape 843">
                <a:extLst>
                  <a:ext uri="{FF2B5EF4-FFF2-40B4-BE49-F238E27FC236}">
                    <a16:creationId xmlns:a16="http://schemas.microsoft.com/office/drawing/2014/main" id="{C39AF444-5FBC-1E02-1AF4-13610BA918F1}"/>
                  </a:ext>
                </a:extLst>
              </p:cNvPr>
              <p:cNvSpPr/>
              <p:nvPr/>
            </p:nvSpPr>
            <p:spPr>
              <a:xfrm>
                <a:off x="2280969" y="5969167"/>
                <a:ext cx="7791" cy="3953"/>
              </a:xfrm>
              <a:custGeom>
                <a:avLst/>
                <a:gdLst>
                  <a:gd name="connsiteX0" fmla="*/ 4853 w 7791"/>
                  <a:gd name="connsiteY0" fmla="*/ 648 h 3953"/>
                  <a:gd name="connsiteX1" fmla="*/ 1 w 7791"/>
                  <a:gd name="connsiteY1" fmla="*/ 3459 h 3953"/>
                  <a:gd name="connsiteX2" fmla="*/ 4853 w 7791"/>
                  <a:gd name="connsiteY2" fmla="*/ 648 h 3953"/>
                </a:gdLst>
                <a:ahLst/>
                <a:cxnLst>
                  <a:cxn ang="0">
                    <a:pos x="connsiteX0" y="connsiteY0"/>
                  </a:cxn>
                  <a:cxn ang="0">
                    <a:pos x="connsiteX1" y="connsiteY1"/>
                  </a:cxn>
                  <a:cxn ang="0">
                    <a:pos x="connsiteX2" y="connsiteY2"/>
                  </a:cxn>
                </a:cxnLst>
                <a:rect l="l" t="t" r="r" b="b"/>
                <a:pathLst>
                  <a:path w="7791" h="3953">
                    <a:moveTo>
                      <a:pt x="4853" y="648"/>
                    </a:moveTo>
                    <a:cubicBezTo>
                      <a:pt x="2756" y="1465"/>
                      <a:pt x="584" y="2722"/>
                      <a:pt x="1" y="3459"/>
                    </a:cubicBezTo>
                    <a:cubicBezTo>
                      <a:pt x="-153" y="6014"/>
                      <a:pt x="13660" y="-2319"/>
                      <a:pt x="4853" y="6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5" name="Freeform: Shape 844">
                <a:extLst>
                  <a:ext uri="{FF2B5EF4-FFF2-40B4-BE49-F238E27FC236}">
                    <a16:creationId xmlns:a16="http://schemas.microsoft.com/office/drawing/2014/main" id="{C617DE51-70D2-2BA2-15F5-83A3EE7ED791}"/>
                  </a:ext>
                </a:extLst>
              </p:cNvPr>
              <p:cNvSpPr/>
              <p:nvPr/>
            </p:nvSpPr>
            <p:spPr>
              <a:xfrm>
                <a:off x="2147379" y="6129537"/>
                <a:ext cx="8183" cy="2570"/>
              </a:xfrm>
              <a:custGeom>
                <a:avLst/>
                <a:gdLst>
                  <a:gd name="connsiteX0" fmla="*/ 5129 w 8183"/>
                  <a:gd name="connsiteY0" fmla="*/ 0 h 2570"/>
                  <a:gd name="connsiteX1" fmla="*/ 14 w 8183"/>
                  <a:gd name="connsiteY1" fmla="*/ 1457 h 2570"/>
                  <a:gd name="connsiteX2" fmla="*/ 5129 w 8183"/>
                  <a:gd name="connsiteY2" fmla="*/ 0 h 2570"/>
                </a:gdLst>
                <a:ahLst/>
                <a:cxnLst>
                  <a:cxn ang="0">
                    <a:pos x="connsiteX0" y="connsiteY0"/>
                  </a:cxn>
                  <a:cxn ang="0">
                    <a:pos x="connsiteX1" y="connsiteY1"/>
                  </a:cxn>
                  <a:cxn ang="0">
                    <a:pos x="connsiteX2" y="connsiteY2"/>
                  </a:cxn>
                </a:cxnLst>
                <a:rect l="l" t="t" r="r" b="b"/>
                <a:pathLst>
                  <a:path w="8183" h="2570">
                    <a:moveTo>
                      <a:pt x="5129" y="0"/>
                    </a:moveTo>
                    <a:cubicBezTo>
                      <a:pt x="2935" y="120"/>
                      <a:pt x="643" y="772"/>
                      <a:pt x="14" y="1457"/>
                    </a:cubicBezTo>
                    <a:cubicBezTo>
                      <a:pt x="-523" y="4583"/>
                      <a:pt x="14427" y="149"/>
                      <a:pt x="512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6" name="Freeform: Shape 845">
                <a:extLst>
                  <a:ext uri="{FF2B5EF4-FFF2-40B4-BE49-F238E27FC236}">
                    <a16:creationId xmlns:a16="http://schemas.microsoft.com/office/drawing/2014/main" id="{D52E9E61-63D1-C661-80A2-590446A0F8C8}"/>
                  </a:ext>
                </a:extLst>
              </p:cNvPr>
              <p:cNvSpPr/>
              <p:nvPr/>
            </p:nvSpPr>
            <p:spPr>
              <a:xfrm>
                <a:off x="1668418" y="6602164"/>
                <a:ext cx="9533" cy="3985"/>
              </a:xfrm>
              <a:custGeom>
                <a:avLst/>
                <a:gdLst>
                  <a:gd name="connsiteX0" fmla="*/ 6270 w 9533"/>
                  <a:gd name="connsiteY0" fmla="*/ 15 h 3985"/>
                  <a:gd name="connsiteX1" fmla="*/ 3264 w 9533"/>
                  <a:gd name="connsiteY1" fmla="*/ 3970 h 3985"/>
                  <a:gd name="connsiteX2" fmla="*/ 6270 w 9533"/>
                  <a:gd name="connsiteY2" fmla="*/ 15 h 3985"/>
                </a:gdLst>
                <a:ahLst/>
                <a:cxnLst>
                  <a:cxn ang="0">
                    <a:pos x="connsiteX0" y="connsiteY0"/>
                  </a:cxn>
                  <a:cxn ang="0">
                    <a:pos x="connsiteX1" y="connsiteY1"/>
                  </a:cxn>
                  <a:cxn ang="0">
                    <a:pos x="connsiteX2" y="connsiteY2"/>
                  </a:cxn>
                </a:cxnLst>
                <a:rect l="l" t="t" r="r" b="b"/>
                <a:pathLst>
                  <a:path w="9533" h="3985">
                    <a:moveTo>
                      <a:pt x="6270" y="15"/>
                    </a:moveTo>
                    <a:cubicBezTo>
                      <a:pt x="2304" y="-276"/>
                      <a:pt x="-3851" y="3661"/>
                      <a:pt x="3264" y="3970"/>
                    </a:cubicBezTo>
                    <a:cubicBezTo>
                      <a:pt x="7248" y="4267"/>
                      <a:pt x="13374" y="347"/>
                      <a:pt x="6270" y="1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7" name="Freeform: Shape 846">
                <a:extLst>
                  <a:ext uri="{FF2B5EF4-FFF2-40B4-BE49-F238E27FC236}">
                    <a16:creationId xmlns:a16="http://schemas.microsoft.com/office/drawing/2014/main" id="{30C797E4-3B41-DF4E-F02C-5BEB70AC64EC}"/>
                  </a:ext>
                </a:extLst>
              </p:cNvPr>
              <p:cNvSpPr/>
              <p:nvPr/>
            </p:nvSpPr>
            <p:spPr>
              <a:xfrm>
                <a:off x="2343755" y="5888645"/>
                <a:ext cx="7666" cy="5086"/>
              </a:xfrm>
              <a:custGeom>
                <a:avLst/>
                <a:gdLst>
                  <a:gd name="connsiteX0" fmla="*/ 4726 w 7666"/>
                  <a:gd name="connsiteY0" fmla="*/ 1376 h 5086"/>
                  <a:gd name="connsiteX1" fmla="*/ 0 w 7666"/>
                  <a:gd name="connsiteY1" fmla="*/ 4857 h 5086"/>
                  <a:gd name="connsiteX2" fmla="*/ 4726 w 7666"/>
                  <a:gd name="connsiteY2" fmla="*/ 1376 h 5086"/>
                </a:gdLst>
                <a:ahLst/>
                <a:cxnLst>
                  <a:cxn ang="0">
                    <a:pos x="connsiteX0" y="connsiteY0"/>
                  </a:cxn>
                  <a:cxn ang="0">
                    <a:pos x="connsiteX1" y="connsiteY1"/>
                  </a:cxn>
                  <a:cxn ang="0">
                    <a:pos x="connsiteX2" y="connsiteY2"/>
                  </a:cxn>
                </a:cxnLst>
                <a:rect l="l" t="t" r="r" b="b"/>
                <a:pathLst>
                  <a:path w="7666" h="5086">
                    <a:moveTo>
                      <a:pt x="4726" y="1376"/>
                    </a:moveTo>
                    <a:cubicBezTo>
                      <a:pt x="2675" y="2599"/>
                      <a:pt x="560" y="4154"/>
                      <a:pt x="0" y="4857"/>
                    </a:cubicBezTo>
                    <a:cubicBezTo>
                      <a:pt x="-29" y="6731"/>
                      <a:pt x="13453" y="-3619"/>
                      <a:pt x="4726" y="137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8" name="Freeform: Shape 847">
                <a:extLst>
                  <a:ext uri="{FF2B5EF4-FFF2-40B4-BE49-F238E27FC236}">
                    <a16:creationId xmlns:a16="http://schemas.microsoft.com/office/drawing/2014/main" id="{19039C47-74F1-3CFB-418A-8123EB9549FD}"/>
                  </a:ext>
                </a:extLst>
              </p:cNvPr>
              <p:cNvSpPr/>
              <p:nvPr/>
            </p:nvSpPr>
            <p:spPr>
              <a:xfrm>
                <a:off x="2403822" y="5814362"/>
                <a:ext cx="7391" cy="5985"/>
              </a:xfrm>
              <a:custGeom>
                <a:avLst/>
                <a:gdLst>
                  <a:gd name="connsiteX0" fmla="*/ 4667 w 7391"/>
                  <a:gd name="connsiteY0" fmla="*/ 1845 h 5985"/>
                  <a:gd name="connsiteX1" fmla="*/ 2729 w 7391"/>
                  <a:gd name="connsiteY1" fmla="*/ 4142 h 5985"/>
                  <a:gd name="connsiteX2" fmla="*/ 4667 w 7391"/>
                  <a:gd name="connsiteY2" fmla="*/ 1845 h 5985"/>
                </a:gdLst>
                <a:ahLst/>
                <a:cxnLst>
                  <a:cxn ang="0">
                    <a:pos x="connsiteX0" y="connsiteY0"/>
                  </a:cxn>
                  <a:cxn ang="0">
                    <a:pos x="connsiteX1" y="connsiteY1"/>
                  </a:cxn>
                  <a:cxn ang="0">
                    <a:pos x="connsiteX2" y="connsiteY2"/>
                  </a:cxn>
                </a:cxnLst>
                <a:rect l="l" t="t" r="r" b="b"/>
                <a:pathLst>
                  <a:path w="7391" h="5985">
                    <a:moveTo>
                      <a:pt x="4667" y="1845"/>
                    </a:moveTo>
                    <a:cubicBezTo>
                      <a:pt x="1832" y="3954"/>
                      <a:pt x="-3123" y="8543"/>
                      <a:pt x="2729" y="4142"/>
                    </a:cubicBezTo>
                    <a:cubicBezTo>
                      <a:pt x="5564" y="2051"/>
                      <a:pt x="10508" y="-2567"/>
                      <a:pt x="4667" y="18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49" name="Freeform: Shape 848">
                <a:extLst>
                  <a:ext uri="{FF2B5EF4-FFF2-40B4-BE49-F238E27FC236}">
                    <a16:creationId xmlns:a16="http://schemas.microsoft.com/office/drawing/2014/main" id="{CF65162F-0B3D-40B0-40D0-0972335F79FC}"/>
                  </a:ext>
                </a:extLst>
              </p:cNvPr>
              <p:cNvSpPr/>
              <p:nvPr/>
            </p:nvSpPr>
            <p:spPr>
              <a:xfrm>
                <a:off x="2076324" y="6198199"/>
                <a:ext cx="8347" cy="1957"/>
              </a:xfrm>
              <a:custGeom>
                <a:avLst/>
                <a:gdLst>
                  <a:gd name="connsiteX0" fmla="*/ 5375 w 8347"/>
                  <a:gd name="connsiteY0" fmla="*/ 16 h 1957"/>
                  <a:gd name="connsiteX1" fmla="*/ 2975 w 8347"/>
                  <a:gd name="connsiteY1" fmla="*/ 1942 h 1957"/>
                  <a:gd name="connsiteX2" fmla="*/ 5375 w 8347"/>
                  <a:gd name="connsiteY2" fmla="*/ 16 h 1957"/>
                </a:gdLst>
                <a:ahLst/>
                <a:cxnLst>
                  <a:cxn ang="0">
                    <a:pos x="connsiteX0" y="connsiteY0"/>
                  </a:cxn>
                  <a:cxn ang="0">
                    <a:pos x="connsiteX1" y="connsiteY1"/>
                  </a:cxn>
                  <a:cxn ang="0">
                    <a:pos x="connsiteX2" y="connsiteY2"/>
                  </a:cxn>
                </a:cxnLst>
                <a:rect l="l" t="t" r="r" b="b"/>
                <a:pathLst>
                  <a:path w="8347" h="1957">
                    <a:moveTo>
                      <a:pt x="5375" y="16"/>
                    </a:moveTo>
                    <a:cubicBezTo>
                      <a:pt x="1924" y="-190"/>
                      <a:pt x="-3391" y="1696"/>
                      <a:pt x="2975" y="1942"/>
                    </a:cubicBezTo>
                    <a:cubicBezTo>
                      <a:pt x="6427" y="2148"/>
                      <a:pt x="11736" y="256"/>
                      <a:pt x="5375" y="1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0" name="Freeform: Shape 849">
                <a:extLst>
                  <a:ext uri="{FF2B5EF4-FFF2-40B4-BE49-F238E27FC236}">
                    <a16:creationId xmlns:a16="http://schemas.microsoft.com/office/drawing/2014/main" id="{C97B0AD2-F890-3920-0B76-4B9330451862}"/>
                  </a:ext>
                </a:extLst>
              </p:cNvPr>
              <p:cNvSpPr/>
              <p:nvPr/>
            </p:nvSpPr>
            <p:spPr>
              <a:xfrm>
                <a:off x="1757295" y="6471437"/>
                <a:ext cx="9252" cy="4084"/>
              </a:xfrm>
              <a:custGeom>
                <a:avLst/>
                <a:gdLst>
                  <a:gd name="connsiteX0" fmla="*/ 6057 w 9252"/>
                  <a:gd name="connsiteY0" fmla="*/ 23 h 4084"/>
                  <a:gd name="connsiteX1" fmla="*/ 3199 w 9252"/>
                  <a:gd name="connsiteY1" fmla="*/ 4064 h 4084"/>
                  <a:gd name="connsiteX2" fmla="*/ 6057 w 9252"/>
                  <a:gd name="connsiteY2" fmla="*/ 23 h 4084"/>
                </a:gdLst>
                <a:ahLst/>
                <a:cxnLst>
                  <a:cxn ang="0">
                    <a:pos x="connsiteX0" y="connsiteY0"/>
                  </a:cxn>
                  <a:cxn ang="0">
                    <a:pos x="connsiteX1" y="connsiteY1"/>
                  </a:cxn>
                  <a:cxn ang="0">
                    <a:pos x="connsiteX2" y="connsiteY2"/>
                  </a:cxn>
                </a:cxnLst>
                <a:rect l="l" t="t" r="r" b="b"/>
                <a:pathLst>
                  <a:path w="9252" h="4084">
                    <a:moveTo>
                      <a:pt x="6057" y="23"/>
                    </a:moveTo>
                    <a:cubicBezTo>
                      <a:pt x="2079" y="-337"/>
                      <a:pt x="-3676" y="3646"/>
                      <a:pt x="3199" y="4064"/>
                    </a:cubicBezTo>
                    <a:cubicBezTo>
                      <a:pt x="7165" y="4406"/>
                      <a:pt x="12932" y="429"/>
                      <a:pt x="6057"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1" name="Freeform: Shape 850">
                <a:extLst>
                  <a:ext uri="{FF2B5EF4-FFF2-40B4-BE49-F238E27FC236}">
                    <a16:creationId xmlns:a16="http://schemas.microsoft.com/office/drawing/2014/main" id="{140C040D-8572-4189-5BA5-7A1E55289509}"/>
                  </a:ext>
                </a:extLst>
              </p:cNvPr>
              <p:cNvSpPr/>
              <p:nvPr/>
            </p:nvSpPr>
            <p:spPr>
              <a:xfrm>
                <a:off x="1842439" y="6385952"/>
                <a:ext cx="8983" cy="2272"/>
              </a:xfrm>
              <a:custGeom>
                <a:avLst/>
                <a:gdLst>
                  <a:gd name="connsiteX0" fmla="*/ 5746 w 8983"/>
                  <a:gd name="connsiteY0" fmla="*/ 0 h 2272"/>
                  <a:gd name="connsiteX1" fmla="*/ 31 w 8983"/>
                  <a:gd name="connsiteY1" fmla="*/ 1109 h 2272"/>
                  <a:gd name="connsiteX2" fmla="*/ 5746 w 8983"/>
                  <a:gd name="connsiteY2" fmla="*/ 0 h 2272"/>
                </a:gdLst>
                <a:ahLst/>
                <a:cxnLst>
                  <a:cxn ang="0">
                    <a:pos x="connsiteX0" y="connsiteY0"/>
                  </a:cxn>
                  <a:cxn ang="0">
                    <a:pos x="connsiteX1" y="connsiteY1"/>
                  </a:cxn>
                  <a:cxn ang="0">
                    <a:pos x="connsiteX2" y="connsiteY2"/>
                  </a:cxn>
                </a:cxnLst>
                <a:rect l="l" t="t" r="r" b="b"/>
                <a:pathLst>
                  <a:path w="8983" h="2272">
                    <a:moveTo>
                      <a:pt x="5746" y="0"/>
                    </a:moveTo>
                    <a:cubicBezTo>
                      <a:pt x="3351" y="0"/>
                      <a:pt x="797" y="497"/>
                      <a:pt x="31" y="1109"/>
                    </a:cubicBezTo>
                    <a:cubicBezTo>
                      <a:pt x="-809" y="4041"/>
                      <a:pt x="15787" y="578"/>
                      <a:pt x="574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2" name="Freeform: Shape 851">
                <a:extLst>
                  <a:ext uri="{FF2B5EF4-FFF2-40B4-BE49-F238E27FC236}">
                    <a16:creationId xmlns:a16="http://schemas.microsoft.com/office/drawing/2014/main" id="{5D17CAA9-DDB4-4036-D5E0-E0BAE5009413}"/>
                  </a:ext>
                </a:extLst>
              </p:cNvPr>
              <p:cNvSpPr/>
              <p:nvPr/>
            </p:nvSpPr>
            <p:spPr>
              <a:xfrm>
                <a:off x="1923987" y="6320401"/>
                <a:ext cx="8756" cy="2149"/>
              </a:xfrm>
              <a:custGeom>
                <a:avLst/>
                <a:gdLst>
                  <a:gd name="connsiteX0" fmla="*/ 5694 w 8756"/>
                  <a:gd name="connsiteY0" fmla="*/ 18 h 2149"/>
                  <a:gd name="connsiteX1" fmla="*/ 3065 w 8756"/>
                  <a:gd name="connsiteY1" fmla="*/ 2132 h 2149"/>
                  <a:gd name="connsiteX2" fmla="*/ 5694 w 8756"/>
                  <a:gd name="connsiteY2" fmla="*/ 18 h 2149"/>
                </a:gdLst>
                <a:ahLst/>
                <a:cxnLst>
                  <a:cxn ang="0">
                    <a:pos x="connsiteX0" y="connsiteY0"/>
                  </a:cxn>
                  <a:cxn ang="0">
                    <a:pos x="connsiteX1" y="connsiteY1"/>
                  </a:cxn>
                  <a:cxn ang="0">
                    <a:pos x="connsiteX2" y="connsiteY2"/>
                  </a:cxn>
                </a:cxnLst>
                <a:rect l="l" t="t" r="r" b="b"/>
                <a:pathLst>
                  <a:path w="8756" h="2149">
                    <a:moveTo>
                      <a:pt x="5694" y="18"/>
                    </a:moveTo>
                    <a:cubicBezTo>
                      <a:pt x="2151" y="-211"/>
                      <a:pt x="-3593" y="1852"/>
                      <a:pt x="3065" y="2132"/>
                    </a:cubicBezTo>
                    <a:cubicBezTo>
                      <a:pt x="6608" y="2360"/>
                      <a:pt x="12346" y="292"/>
                      <a:pt x="5694"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3" name="Freeform: Shape 852">
                <a:extLst>
                  <a:ext uri="{FF2B5EF4-FFF2-40B4-BE49-F238E27FC236}">
                    <a16:creationId xmlns:a16="http://schemas.microsoft.com/office/drawing/2014/main" id="{4C237FEE-771F-01B4-014F-A5A47634663B}"/>
                  </a:ext>
                </a:extLst>
              </p:cNvPr>
              <p:cNvSpPr/>
              <p:nvPr/>
            </p:nvSpPr>
            <p:spPr>
              <a:xfrm>
                <a:off x="2001899" y="6257897"/>
                <a:ext cx="8542" cy="2050"/>
              </a:xfrm>
              <a:custGeom>
                <a:avLst/>
                <a:gdLst>
                  <a:gd name="connsiteX0" fmla="*/ 5529 w 8542"/>
                  <a:gd name="connsiteY0" fmla="*/ 17 h 2050"/>
                  <a:gd name="connsiteX1" fmla="*/ 3020 w 8542"/>
                  <a:gd name="connsiteY1" fmla="*/ 2034 h 2050"/>
                  <a:gd name="connsiteX2" fmla="*/ 5529 w 8542"/>
                  <a:gd name="connsiteY2" fmla="*/ 17 h 2050"/>
                </a:gdLst>
                <a:ahLst/>
                <a:cxnLst>
                  <a:cxn ang="0">
                    <a:pos x="connsiteX0" y="connsiteY0"/>
                  </a:cxn>
                  <a:cxn ang="0">
                    <a:pos x="connsiteX1" y="connsiteY1"/>
                  </a:cxn>
                  <a:cxn ang="0">
                    <a:pos x="connsiteX2" y="connsiteY2"/>
                  </a:cxn>
                </a:cxnLst>
                <a:rect l="l" t="t" r="r" b="b"/>
                <a:pathLst>
                  <a:path w="8542" h="2050">
                    <a:moveTo>
                      <a:pt x="5529" y="17"/>
                    </a:moveTo>
                    <a:cubicBezTo>
                      <a:pt x="2031" y="-201"/>
                      <a:pt x="-3489" y="1771"/>
                      <a:pt x="3020" y="2034"/>
                    </a:cubicBezTo>
                    <a:cubicBezTo>
                      <a:pt x="6512" y="2251"/>
                      <a:pt x="12027" y="273"/>
                      <a:pt x="5529"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4" name="Freeform: Shape 853">
                <a:extLst>
                  <a:ext uri="{FF2B5EF4-FFF2-40B4-BE49-F238E27FC236}">
                    <a16:creationId xmlns:a16="http://schemas.microsoft.com/office/drawing/2014/main" id="{4CFF1062-3FBF-4E50-952F-252A87708DCB}"/>
                  </a:ext>
                </a:extLst>
              </p:cNvPr>
              <p:cNvSpPr/>
              <p:nvPr/>
            </p:nvSpPr>
            <p:spPr>
              <a:xfrm>
                <a:off x="86639" y="7526146"/>
                <a:ext cx="13923" cy="5179"/>
              </a:xfrm>
              <a:custGeom>
                <a:avLst/>
                <a:gdLst>
                  <a:gd name="connsiteX0" fmla="*/ 10109 w 13923"/>
                  <a:gd name="connsiteY0" fmla="*/ 0 h 5179"/>
                  <a:gd name="connsiteX1" fmla="*/ 131 w 13923"/>
                  <a:gd name="connsiteY1" fmla="*/ 4303 h 5179"/>
                  <a:gd name="connsiteX2" fmla="*/ 10109 w 13923"/>
                  <a:gd name="connsiteY2" fmla="*/ 0 h 5179"/>
                </a:gdLst>
                <a:ahLst/>
                <a:cxnLst>
                  <a:cxn ang="0">
                    <a:pos x="connsiteX0" y="connsiteY0"/>
                  </a:cxn>
                  <a:cxn ang="0">
                    <a:pos x="connsiteX1" y="connsiteY1"/>
                  </a:cxn>
                  <a:cxn ang="0">
                    <a:pos x="connsiteX2" y="connsiteY2"/>
                  </a:cxn>
                </a:cxnLst>
                <a:rect l="l" t="t" r="r" b="b"/>
                <a:pathLst>
                  <a:path w="13923" h="5179">
                    <a:moveTo>
                      <a:pt x="10109" y="0"/>
                    </a:moveTo>
                    <a:cubicBezTo>
                      <a:pt x="7475" y="149"/>
                      <a:pt x="-1161" y="834"/>
                      <a:pt x="131" y="4303"/>
                    </a:cubicBezTo>
                    <a:cubicBezTo>
                      <a:pt x="3423" y="7430"/>
                      <a:pt x="21722" y="1280"/>
                      <a:pt x="1010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5" name="Freeform: Shape 854">
                <a:extLst>
                  <a:ext uri="{FF2B5EF4-FFF2-40B4-BE49-F238E27FC236}">
                    <a16:creationId xmlns:a16="http://schemas.microsoft.com/office/drawing/2014/main" id="{3BA2E730-EB03-2927-03A3-1E0CFC376832}"/>
                  </a:ext>
                </a:extLst>
              </p:cNvPr>
              <p:cNvSpPr/>
              <p:nvPr/>
            </p:nvSpPr>
            <p:spPr>
              <a:xfrm>
                <a:off x="2267160" y="5932693"/>
                <a:ext cx="6640" cy="6322"/>
              </a:xfrm>
              <a:custGeom>
                <a:avLst/>
                <a:gdLst>
                  <a:gd name="connsiteX0" fmla="*/ 4421 w 6640"/>
                  <a:gd name="connsiteY0" fmla="*/ 2282 h 6322"/>
                  <a:gd name="connsiteX1" fmla="*/ 214 w 6640"/>
                  <a:gd name="connsiteY1" fmla="*/ 6003 h 6322"/>
                  <a:gd name="connsiteX2" fmla="*/ 4421 w 6640"/>
                  <a:gd name="connsiteY2" fmla="*/ 2282 h 6322"/>
                </a:gdLst>
                <a:ahLst/>
                <a:cxnLst>
                  <a:cxn ang="0">
                    <a:pos x="connsiteX0" y="connsiteY0"/>
                  </a:cxn>
                  <a:cxn ang="0">
                    <a:pos x="connsiteX1" y="connsiteY1"/>
                  </a:cxn>
                  <a:cxn ang="0">
                    <a:pos x="connsiteX2" y="connsiteY2"/>
                  </a:cxn>
                </a:cxnLst>
                <a:rect l="l" t="t" r="r" b="b"/>
                <a:pathLst>
                  <a:path w="6640" h="6322">
                    <a:moveTo>
                      <a:pt x="4421" y="2282"/>
                    </a:moveTo>
                    <a:cubicBezTo>
                      <a:pt x="3603" y="3066"/>
                      <a:pt x="-1043" y="7540"/>
                      <a:pt x="214" y="6003"/>
                    </a:cubicBezTo>
                    <a:cubicBezTo>
                      <a:pt x="2072" y="3968"/>
                      <a:pt x="10616" y="-3798"/>
                      <a:pt x="4421" y="228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6" name="Freeform: Shape 855">
                <a:extLst>
                  <a:ext uri="{FF2B5EF4-FFF2-40B4-BE49-F238E27FC236}">
                    <a16:creationId xmlns:a16="http://schemas.microsoft.com/office/drawing/2014/main" id="{05EA826A-7452-6318-74A4-1103C5904533}"/>
                  </a:ext>
                </a:extLst>
              </p:cNvPr>
              <p:cNvSpPr/>
              <p:nvPr/>
            </p:nvSpPr>
            <p:spPr>
              <a:xfrm>
                <a:off x="724291" y="6776730"/>
                <a:ext cx="11552" cy="2894"/>
              </a:xfrm>
              <a:custGeom>
                <a:avLst/>
                <a:gdLst>
                  <a:gd name="connsiteX0" fmla="*/ 8023 w 11552"/>
                  <a:gd name="connsiteY0" fmla="*/ 31 h 2894"/>
                  <a:gd name="connsiteX1" fmla="*/ 3525 w 11552"/>
                  <a:gd name="connsiteY1" fmla="*/ 2865 h 2894"/>
                  <a:gd name="connsiteX2" fmla="*/ 8023 w 11552"/>
                  <a:gd name="connsiteY2" fmla="*/ 31 h 2894"/>
                </a:gdLst>
                <a:ahLst/>
                <a:cxnLst>
                  <a:cxn ang="0">
                    <a:pos x="connsiteX0" y="connsiteY0"/>
                  </a:cxn>
                  <a:cxn ang="0">
                    <a:pos x="connsiteX1" y="connsiteY1"/>
                  </a:cxn>
                  <a:cxn ang="0">
                    <a:pos x="connsiteX2" y="connsiteY2"/>
                  </a:cxn>
                </a:cxnLst>
                <a:rect l="l" t="t" r="r" b="b"/>
                <a:pathLst>
                  <a:path w="11552" h="2894">
                    <a:moveTo>
                      <a:pt x="8023" y="31"/>
                    </a:moveTo>
                    <a:cubicBezTo>
                      <a:pt x="4166" y="-318"/>
                      <a:pt x="-5018" y="2397"/>
                      <a:pt x="3525" y="2865"/>
                    </a:cubicBezTo>
                    <a:cubicBezTo>
                      <a:pt x="7389" y="3202"/>
                      <a:pt x="16573" y="471"/>
                      <a:pt x="8023" y="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7" name="Freeform: Shape 856">
                <a:extLst>
                  <a:ext uri="{FF2B5EF4-FFF2-40B4-BE49-F238E27FC236}">
                    <a16:creationId xmlns:a16="http://schemas.microsoft.com/office/drawing/2014/main" id="{2AAF8084-0F65-9CAD-FC68-BFBC1B65D2CB}"/>
                  </a:ext>
                </a:extLst>
              </p:cNvPr>
              <p:cNvSpPr/>
              <p:nvPr/>
            </p:nvSpPr>
            <p:spPr>
              <a:xfrm>
                <a:off x="856831" y="6721299"/>
                <a:ext cx="11221" cy="1035"/>
              </a:xfrm>
              <a:custGeom>
                <a:avLst/>
                <a:gdLst>
                  <a:gd name="connsiteX0" fmla="*/ 7734 w 11221"/>
                  <a:gd name="connsiteY0" fmla="*/ 9 h 1035"/>
                  <a:gd name="connsiteX1" fmla="*/ 3487 w 11221"/>
                  <a:gd name="connsiteY1" fmla="*/ 1026 h 1035"/>
                  <a:gd name="connsiteX2" fmla="*/ 7734 w 11221"/>
                  <a:gd name="connsiteY2" fmla="*/ 9 h 1035"/>
                </a:gdLst>
                <a:ahLst/>
                <a:cxnLst>
                  <a:cxn ang="0">
                    <a:pos x="connsiteX0" y="connsiteY0"/>
                  </a:cxn>
                  <a:cxn ang="0">
                    <a:pos x="connsiteX1" y="connsiteY1"/>
                  </a:cxn>
                  <a:cxn ang="0">
                    <a:pos x="connsiteX2" y="connsiteY2"/>
                  </a:cxn>
                </a:cxnLst>
                <a:rect l="l" t="t" r="r" b="b"/>
                <a:pathLst>
                  <a:path w="11221" h="1035">
                    <a:moveTo>
                      <a:pt x="7734" y="9"/>
                    </a:moveTo>
                    <a:cubicBezTo>
                      <a:pt x="4179" y="-105"/>
                      <a:pt x="-4977" y="901"/>
                      <a:pt x="3487" y="1026"/>
                    </a:cubicBezTo>
                    <a:cubicBezTo>
                      <a:pt x="7048" y="1141"/>
                      <a:pt x="16197" y="123"/>
                      <a:pt x="7734"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8" name="Freeform: Shape 857">
                <a:extLst>
                  <a:ext uri="{FF2B5EF4-FFF2-40B4-BE49-F238E27FC236}">
                    <a16:creationId xmlns:a16="http://schemas.microsoft.com/office/drawing/2014/main" id="{0EA5B9E8-C747-EE30-7946-585B5D117A53}"/>
                  </a:ext>
                </a:extLst>
              </p:cNvPr>
              <p:cNvSpPr/>
              <p:nvPr/>
            </p:nvSpPr>
            <p:spPr>
              <a:xfrm>
                <a:off x="1100134" y="6714668"/>
                <a:ext cx="10509" cy="314"/>
              </a:xfrm>
              <a:custGeom>
                <a:avLst/>
                <a:gdLst>
                  <a:gd name="connsiteX0" fmla="*/ 7147 w 10509"/>
                  <a:gd name="connsiteY0" fmla="*/ 290 h 314"/>
                  <a:gd name="connsiteX1" fmla="*/ 3358 w 10509"/>
                  <a:gd name="connsiteY1" fmla="*/ 22 h 314"/>
                  <a:gd name="connsiteX2" fmla="*/ 7147 w 10509"/>
                  <a:gd name="connsiteY2" fmla="*/ 290 h 314"/>
                </a:gdLst>
                <a:ahLst/>
                <a:cxnLst>
                  <a:cxn ang="0">
                    <a:pos x="connsiteX0" y="connsiteY0"/>
                  </a:cxn>
                  <a:cxn ang="0">
                    <a:pos x="connsiteX1" y="connsiteY1"/>
                  </a:cxn>
                  <a:cxn ang="0">
                    <a:pos x="connsiteX2" y="connsiteY2"/>
                  </a:cxn>
                </a:cxnLst>
                <a:rect l="l" t="t" r="r" b="b"/>
                <a:pathLst>
                  <a:path w="10509" h="314">
                    <a:moveTo>
                      <a:pt x="7147" y="290"/>
                    </a:moveTo>
                    <a:cubicBezTo>
                      <a:pt x="3724" y="382"/>
                      <a:pt x="-4643" y="199"/>
                      <a:pt x="3358" y="22"/>
                    </a:cubicBezTo>
                    <a:cubicBezTo>
                      <a:pt x="6792" y="-64"/>
                      <a:pt x="15154" y="119"/>
                      <a:pt x="7147" y="29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59" name="Freeform: Shape 858">
                <a:extLst>
                  <a:ext uri="{FF2B5EF4-FFF2-40B4-BE49-F238E27FC236}">
                    <a16:creationId xmlns:a16="http://schemas.microsoft.com/office/drawing/2014/main" id="{9C728629-F188-ED9F-99BF-C281375CDF44}"/>
                  </a:ext>
                </a:extLst>
              </p:cNvPr>
              <p:cNvSpPr/>
              <p:nvPr/>
            </p:nvSpPr>
            <p:spPr>
              <a:xfrm>
                <a:off x="981970" y="6708533"/>
                <a:ext cx="10801" cy="88"/>
              </a:xfrm>
              <a:custGeom>
                <a:avLst/>
                <a:gdLst>
                  <a:gd name="connsiteX0" fmla="*/ 7399 w 10801"/>
                  <a:gd name="connsiteY0" fmla="*/ 53 h 88"/>
                  <a:gd name="connsiteX1" fmla="*/ 3393 w 10801"/>
                  <a:gd name="connsiteY1" fmla="*/ 42 h 88"/>
                  <a:gd name="connsiteX2" fmla="*/ 7399 w 10801"/>
                  <a:gd name="connsiteY2" fmla="*/ 53 h 88"/>
                </a:gdLst>
                <a:ahLst/>
                <a:cxnLst>
                  <a:cxn ang="0">
                    <a:pos x="connsiteX0" y="connsiteY0"/>
                  </a:cxn>
                  <a:cxn ang="0">
                    <a:pos x="connsiteX1" y="connsiteY1"/>
                  </a:cxn>
                  <a:cxn ang="0">
                    <a:pos x="connsiteX2" y="connsiteY2"/>
                  </a:cxn>
                </a:cxnLst>
                <a:rect l="l" t="t" r="r" b="b"/>
                <a:pathLst>
                  <a:path w="10801" h="88">
                    <a:moveTo>
                      <a:pt x="7399" y="53"/>
                    </a:moveTo>
                    <a:cubicBezTo>
                      <a:pt x="3964" y="88"/>
                      <a:pt x="-4791" y="116"/>
                      <a:pt x="3393" y="42"/>
                    </a:cubicBezTo>
                    <a:cubicBezTo>
                      <a:pt x="6839" y="2"/>
                      <a:pt x="15600" y="-33"/>
                      <a:pt x="7399" y="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0" name="Freeform: Shape 859">
                <a:extLst>
                  <a:ext uri="{FF2B5EF4-FFF2-40B4-BE49-F238E27FC236}">
                    <a16:creationId xmlns:a16="http://schemas.microsoft.com/office/drawing/2014/main" id="{F33B8F74-C845-6257-0947-D1DB0D9B9B93}"/>
                  </a:ext>
                </a:extLst>
              </p:cNvPr>
              <p:cNvSpPr/>
              <p:nvPr/>
            </p:nvSpPr>
            <p:spPr>
              <a:xfrm>
                <a:off x="583725" y="6880097"/>
                <a:ext cx="11974" cy="3684"/>
              </a:xfrm>
              <a:custGeom>
                <a:avLst/>
                <a:gdLst>
                  <a:gd name="connsiteX0" fmla="*/ 8372 w 11974"/>
                  <a:gd name="connsiteY0" fmla="*/ 37 h 3684"/>
                  <a:gd name="connsiteX1" fmla="*/ 3600 w 11974"/>
                  <a:gd name="connsiteY1" fmla="*/ 3648 h 3684"/>
                  <a:gd name="connsiteX2" fmla="*/ 8372 w 11974"/>
                  <a:gd name="connsiteY2" fmla="*/ 37 h 3684"/>
                </a:gdLst>
                <a:ahLst/>
                <a:cxnLst>
                  <a:cxn ang="0">
                    <a:pos x="connsiteX0" y="connsiteY0"/>
                  </a:cxn>
                  <a:cxn ang="0">
                    <a:pos x="connsiteX1" y="connsiteY1"/>
                  </a:cxn>
                  <a:cxn ang="0">
                    <a:pos x="connsiteX2" y="connsiteY2"/>
                  </a:cxn>
                </a:cxnLst>
                <a:rect l="l" t="t" r="r" b="b"/>
                <a:pathLst>
                  <a:path w="11974" h="3684">
                    <a:moveTo>
                      <a:pt x="8372" y="37"/>
                    </a:moveTo>
                    <a:cubicBezTo>
                      <a:pt x="4343" y="-392"/>
                      <a:pt x="-5173" y="3071"/>
                      <a:pt x="3600" y="3648"/>
                    </a:cubicBezTo>
                    <a:cubicBezTo>
                      <a:pt x="7646" y="4071"/>
                      <a:pt x="17144" y="614"/>
                      <a:pt x="8372" y="3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1" name="Freeform: Shape 860">
                <a:extLst>
                  <a:ext uri="{FF2B5EF4-FFF2-40B4-BE49-F238E27FC236}">
                    <a16:creationId xmlns:a16="http://schemas.microsoft.com/office/drawing/2014/main" id="{7D026B87-02FC-67AA-277C-22F59FAEEEDF}"/>
                  </a:ext>
                </a:extLst>
              </p:cNvPr>
              <p:cNvSpPr/>
              <p:nvPr/>
            </p:nvSpPr>
            <p:spPr>
              <a:xfrm>
                <a:off x="1211919" y="6716769"/>
                <a:ext cx="10263" cy="321"/>
              </a:xfrm>
              <a:custGeom>
                <a:avLst/>
                <a:gdLst>
                  <a:gd name="connsiteX0" fmla="*/ 6925 w 10263"/>
                  <a:gd name="connsiteY0" fmla="*/ 30 h 321"/>
                  <a:gd name="connsiteX1" fmla="*/ 3336 w 10263"/>
                  <a:gd name="connsiteY1" fmla="*/ 287 h 321"/>
                  <a:gd name="connsiteX2" fmla="*/ 6925 w 10263"/>
                  <a:gd name="connsiteY2" fmla="*/ 30 h 321"/>
                </a:gdLst>
                <a:ahLst/>
                <a:cxnLst>
                  <a:cxn ang="0">
                    <a:pos x="connsiteX0" y="connsiteY0"/>
                  </a:cxn>
                  <a:cxn ang="0">
                    <a:pos x="connsiteX1" y="connsiteY1"/>
                  </a:cxn>
                  <a:cxn ang="0">
                    <a:pos x="connsiteX2" y="connsiteY2"/>
                  </a:cxn>
                </a:cxnLst>
                <a:rect l="l" t="t" r="r" b="b"/>
                <a:pathLst>
                  <a:path w="10263" h="321">
                    <a:moveTo>
                      <a:pt x="6925" y="30"/>
                    </a:moveTo>
                    <a:cubicBezTo>
                      <a:pt x="3496" y="81"/>
                      <a:pt x="-4511" y="430"/>
                      <a:pt x="3336" y="287"/>
                    </a:cubicBezTo>
                    <a:cubicBezTo>
                      <a:pt x="6782" y="241"/>
                      <a:pt x="14771" y="-101"/>
                      <a:pt x="6925"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2" name="Freeform: Shape 861">
                <a:extLst>
                  <a:ext uri="{FF2B5EF4-FFF2-40B4-BE49-F238E27FC236}">
                    <a16:creationId xmlns:a16="http://schemas.microsoft.com/office/drawing/2014/main" id="{EC122A87-C4E6-8E5A-8CE7-E66A2A0CD6B2}"/>
                  </a:ext>
                </a:extLst>
              </p:cNvPr>
              <p:cNvSpPr/>
              <p:nvPr/>
            </p:nvSpPr>
            <p:spPr>
              <a:xfrm>
                <a:off x="434389" y="6992755"/>
                <a:ext cx="12411" cy="3918"/>
              </a:xfrm>
              <a:custGeom>
                <a:avLst/>
                <a:gdLst>
                  <a:gd name="connsiteX0" fmla="*/ 8746 w 12411"/>
                  <a:gd name="connsiteY0" fmla="*/ 39 h 3918"/>
                  <a:gd name="connsiteX1" fmla="*/ 3666 w 12411"/>
                  <a:gd name="connsiteY1" fmla="*/ 3880 h 3918"/>
                  <a:gd name="connsiteX2" fmla="*/ 8746 w 12411"/>
                  <a:gd name="connsiteY2" fmla="*/ 39 h 3918"/>
                </a:gdLst>
                <a:ahLst/>
                <a:cxnLst>
                  <a:cxn ang="0">
                    <a:pos x="connsiteX0" y="connsiteY0"/>
                  </a:cxn>
                  <a:cxn ang="0">
                    <a:pos x="connsiteX1" y="connsiteY1"/>
                  </a:cxn>
                  <a:cxn ang="0">
                    <a:pos x="connsiteX2" y="connsiteY2"/>
                  </a:cxn>
                </a:cxnLst>
                <a:rect l="l" t="t" r="r" b="b"/>
                <a:pathLst>
                  <a:path w="12411" h="3918">
                    <a:moveTo>
                      <a:pt x="8746" y="39"/>
                    </a:moveTo>
                    <a:cubicBezTo>
                      <a:pt x="4649" y="-418"/>
                      <a:pt x="-5376" y="3257"/>
                      <a:pt x="3666" y="3880"/>
                    </a:cubicBezTo>
                    <a:cubicBezTo>
                      <a:pt x="7775" y="4337"/>
                      <a:pt x="17782" y="662"/>
                      <a:pt x="8746" y="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3" name="Freeform: Shape 862">
                <a:extLst>
                  <a:ext uri="{FF2B5EF4-FFF2-40B4-BE49-F238E27FC236}">
                    <a16:creationId xmlns:a16="http://schemas.microsoft.com/office/drawing/2014/main" id="{470A1C71-3041-31DB-A907-76CEF31C6025}"/>
                  </a:ext>
                </a:extLst>
              </p:cNvPr>
              <p:cNvSpPr/>
              <p:nvPr/>
            </p:nvSpPr>
            <p:spPr>
              <a:xfrm>
                <a:off x="-77279" y="7378690"/>
                <a:ext cx="13970" cy="4802"/>
              </a:xfrm>
              <a:custGeom>
                <a:avLst/>
                <a:gdLst>
                  <a:gd name="connsiteX0" fmla="*/ 10094 w 13970"/>
                  <a:gd name="connsiteY0" fmla="*/ 49 h 4802"/>
                  <a:gd name="connsiteX1" fmla="*/ 3877 w 13970"/>
                  <a:gd name="connsiteY1" fmla="*/ 4753 h 4802"/>
                  <a:gd name="connsiteX2" fmla="*/ 10094 w 13970"/>
                  <a:gd name="connsiteY2" fmla="*/ 49 h 4802"/>
                </a:gdLst>
                <a:ahLst/>
                <a:cxnLst>
                  <a:cxn ang="0">
                    <a:pos x="connsiteX0" y="connsiteY0"/>
                  </a:cxn>
                  <a:cxn ang="0">
                    <a:pos x="connsiteX1" y="connsiteY1"/>
                  </a:cxn>
                  <a:cxn ang="0">
                    <a:pos x="connsiteX2" y="connsiteY2"/>
                  </a:cxn>
                </a:cxnLst>
                <a:rect l="l" t="t" r="r" b="b"/>
                <a:pathLst>
                  <a:path w="13970" h="4802">
                    <a:moveTo>
                      <a:pt x="10094" y="49"/>
                    </a:moveTo>
                    <a:cubicBezTo>
                      <a:pt x="5780" y="-516"/>
                      <a:pt x="-6079" y="3941"/>
                      <a:pt x="3877" y="4753"/>
                    </a:cubicBezTo>
                    <a:cubicBezTo>
                      <a:pt x="8203" y="5319"/>
                      <a:pt x="20044" y="855"/>
                      <a:pt x="10094" y="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4" name="Freeform: Shape 863">
                <a:extLst>
                  <a:ext uri="{FF2B5EF4-FFF2-40B4-BE49-F238E27FC236}">
                    <a16:creationId xmlns:a16="http://schemas.microsoft.com/office/drawing/2014/main" id="{92D2BC8D-9484-D8EB-525F-B0411BF2A9F1}"/>
                  </a:ext>
                </a:extLst>
              </p:cNvPr>
              <p:cNvSpPr/>
              <p:nvPr/>
            </p:nvSpPr>
            <p:spPr>
              <a:xfrm>
                <a:off x="104988" y="7241219"/>
                <a:ext cx="13406" cy="4480"/>
              </a:xfrm>
              <a:custGeom>
                <a:avLst/>
                <a:gdLst>
                  <a:gd name="connsiteX0" fmla="*/ 9603 w 13406"/>
                  <a:gd name="connsiteY0" fmla="*/ 46 h 4480"/>
                  <a:gd name="connsiteX1" fmla="*/ 3802 w 13406"/>
                  <a:gd name="connsiteY1" fmla="*/ 4435 h 4480"/>
                  <a:gd name="connsiteX2" fmla="*/ 9603 w 13406"/>
                  <a:gd name="connsiteY2" fmla="*/ 46 h 4480"/>
                </a:gdLst>
                <a:ahLst/>
                <a:cxnLst>
                  <a:cxn ang="0">
                    <a:pos x="connsiteX0" y="connsiteY0"/>
                  </a:cxn>
                  <a:cxn ang="0">
                    <a:pos x="connsiteX1" y="connsiteY1"/>
                  </a:cxn>
                  <a:cxn ang="0">
                    <a:pos x="connsiteX2" y="connsiteY2"/>
                  </a:cxn>
                </a:cxnLst>
                <a:rect l="l" t="t" r="r" b="b"/>
                <a:pathLst>
                  <a:path w="13406" h="4480">
                    <a:moveTo>
                      <a:pt x="9603" y="46"/>
                    </a:moveTo>
                    <a:cubicBezTo>
                      <a:pt x="5368" y="-480"/>
                      <a:pt x="-5828" y="3692"/>
                      <a:pt x="3802" y="4435"/>
                    </a:cubicBezTo>
                    <a:cubicBezTo>
                      <a:pt x="8048" y="4961"/>
                      <a:pt x="19233" y="789"/>
                      <a:pt x="9603"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5" name="Freeform: Shape 864">
                <a:extLst>
                  <a:ext uri="{FF2B5EF4-FFF2-40B4-BE49-F238E27FC236}">
                    <a16:creationId xmlns:a16="http://schemas.microsoft.com/office/drawing/2014/main" id="{8F34E931-E411-C18E-7E68-AC0CF2F2DD2D}"/>
                  </a:ext>
                </a:extLst>
              </p:cNvPr>
              <p:cNvSpPr/>
              <p:nvPr/>
            </p:nvSpPr>
            <p:spPr>
              <a:xfrm>
                <a:off x="275441" y="7112894"/>
                <a:ext cx="12776" cy="4185"/>
              </a:xfrm>
              <a:custGeom>
                <a:avLst/>
                <a:gdLst>
                  <a:gd name="connsiteX0" fmla="*/ 8891 w 12776"/>
                  <a:gd name="connsiteY0" fmla="*/ 0 h 4185"/>
                  <a:gd name="connsiteX1" fmla="*/ 256 w 12776"/>
                  <a:gd name="connsiteY1" fmla="*/ 2052 h 4185"/>
                  <a:gd name="connsiteX2" fmla="*/ 8891 w 12776"/>
                  <a:gd name="connsiteY2" fmla="*/ 0 h 4185"/>
                </a:gdLst>
                <a:ahLst/>
                <a:cxnLst>
                  <a:cxn ang="0">
                    <a:pos x="connsiteX0" y="connsiteY0"/>
                  </a:cxn>
                  <a:cxn ang="0">
                    <a:pos x="connsiteX1" y="connsiteY1"/>
                  </a:cxn>
                  <a:cxn ang="0">
                    <a:pos x="connsiteX2" y="connsiteY2"/>
                  </a:cxn>
                </a:cxnLst>
                <a:rect l="l" t="t" r="r" b="b"/>
                <a:pathLst>
                  <a:path w="12776" h="4185">
                    <a:moveTo>
                      <a:pt x="8891" y="0"/>
                    </a:moveTo>
                    <a:cubicBezTo>
                      <a:pt x="5622" y="0"/>
                      <a:pt x="1753" y="915"/>
                      <a:pt x="256" y="2052"/>
                    </a:cubicBezTo>
                    <a:cubicBezTo>
                      <a:pt x="-2756" y="7430"/>
                      <a:pt x="22070" y="1074"/>
                      <a:pt x="889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6" name="Freeform: Shape 865">
                <a:extLst>
                  <a:ext uri="{FF2B5EF4-FFF2-40B4-BE49-F238E27FC236}">
                    <a16:creationId xmlns:a16="http://schemas.microsoft.com/office/drawing/2014/main" id="{77ED24B4-CE3A-5E76-A945-81C46D8A73DE}"/>
                  </a:ext>
                </a:extLst>
              </p:cNvPr>
              <p:cNvSpPr/>
              <p:nvPr/>
            </p:nvSpPr>
            <p:spPr>
              <a:xfrm>
                <a:off x="2140878" y="6015135"/>
                <a:ext cx="7597" cy="4822"/>
              </a:xfrm>
              <a:custGeom>
                <a:avLst/>
                <a:gdLst>
                  <a:gd name="connsiteX0" fmla="*/ 4887 w 7597"/>
                  <a:gd name="connsiteY0" fmla="*/ 1787 h 4822"/>
                  <a:gd name="connsiteX1" fmla="*/ 2710 w 7597"/>
                  <a:gd name="connsiteY1" fmla="*/ 3039 h 4822"/>
                  <a:gd name="connsiteX2" fmla="*/ 4887 w 7597"/>
                  <a:gd name="connsiteY2" fmla="*/ 1787 h 4822"/>
                </a:gdLst>
                <a:ahLst/>
                <a:cxnLst>
                  <a:cxn ang="0">
                    <a:pos x="connsiteX0" y="connsiteY0"/>
                  </a:cxn>
                  <a:cxn ang="0">
                    <a:pos x="connsiteX1" y="connsiteY1"/>
                  </a:cxn>
                  <a:cxn ang="0">
                    <a:pos x="connsiteX2" y="connsiteY2"/>
                  </a:cxn>
                </a:cxnLst>
                <a:rect l="l" t="t" r="r" b="b"/>
                <a:pathLst>
                  <a:path w="7597" h="4822">
                    <a:moveTo>
                      <a:pt x="4887" y="1787"/>
                    </a:moveTo>
                    <a:cubicBezTo>
                      <a:pt x="1915" y="3725"/>
                      <a:pt x="-3171" y="6811"/>
                      <a:pt x="2710" y="3039"/>
                    </a:cubicBezTo>
                    <a:cubicBezTo>
                      <a:pt x="5699" y="1130"/>
                      <a:pt x="10762" y="-2007"/>
                      <a:pt x="4887" y="17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7" name="Freeform: Shape 866">
                <a:extLst>
                  <a:ext uri="{FF2B5EF4-FFF2-40B4-BE49-F238E27FC236}">
                    <a16:creationId xmlns:a16="http://schemas.microsoft.com/office/drawing/2014/main" id="{E7586B11-26CC-06B0-B6B5-F4D2CFB9C0D9}"/>
                  </a:ext>
                </a:extLst>
              </p:cNvPr>
              <p:cNvSpPr/>
              <p:nvPr/>
            </p:nvSpPr>
            <p:spPr>
              <a:xfrm>
                <a:off x="2073588" y="6054048"/>
                <a:ext cx="7679" cy="3291"/>
              </a:xfrm>
              <a:custGeom>
                <a:avLst/>
                <a:gdLst>
                  <a:gd name="connsiteX0" fmla="*/ 4928 w 7679"/>
                  <a:gd name="connsiteY0" fmla="*/ 1028 h 3291"/>
                  <a:gd name="connsiteX1" fmla="*/ 2 w 7679"/>
                  <a:gd name="connsiteY1" fmla="*/ 3262 h 3291"/>
                  <a:gd name="connsiteX2" fmla="*/ 4928 w 7679"/>
                  <a:gd name="connsiteY2" fmla="*/ 1028 h 3291"/>
                </a:gdLst>
                <a:ahLst/>
                <a:cxnLst>
                  <a:cxn ang="0">
                    <a:pos x="connsiteX0" y="connsiteY0"/>
                  </a:cxn>
                  <a:cxn ang="0">
                    <a:pos x="connsiteX1" y="connsiteY1"/>
                  </a:cxn>
                  <a:cxn ang="0">
                    <a:pos x="connsiteX2" y="connsiteY2"/>
                  </a:cxn>
                </a:cxnLst>
                <a:rect l="l" t="t" r="r" b="b"/>
                <a:pathLst>
                  <a:path w="7679" h="3291">
                    <a:moveTo>
                      <a:pt x="4928" y="1028"/>
                    </a:moveTo>
                    <a:cubicBezTo>
                      <a:pt x="2836" y="1914"/>
                      <a:pt x="625" y="2920"/>
                      <a:pt x="2" y="3262"/>
                    </a:cubicBezTo>
                    <a:cubicBezTo>
                      <a:pt x="-170" y="3760"/>
                      <a:pt x="13318" y="-2361"/>
                      <a:pt x="4928" y="10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8" name="Freeform: Shape 867">
                <a:extLst>
                  <a:ext uri="{FF2B5EF4-FFF2-40B4-BE49-F238E27FC236}">
                    <a16:creationId xmlns:a16="http://schemas.microsoft.com/office/drawing/2014/main" id="{516881BC-F504-5E62-FFF4-1F29A228EF06}"/>
                  </a:ext>
                </a:extLst>
              </p:cNvPr>
              <p:cNvSpPr/>
              <p:nvPr/>
            </p:nvSpPr>
            <p:spPr>
              <a:xfrm>
                <a:off x="2003356" y="6095495"/>
                <a:ext cx="7972" cy="2127"/>
              </a:xfrm>
              <a:custGeom>
                <a:avLst/>
                <a:gdLst>
                  <a:gd name="connsiteX0" fmla="*/ 5066 w 7972"/>
                  <a:gd name="connsiteY0" fmla="*/ 363 h 2127"/>
                  <a:gd name="connsiteX1" fmla="*/ 2 w 7972"/>
                  <a:gd name="connsiteY1" fmla="*/ 1912 h 2127"/>
                  <a:gd name="connsiteX2" fmla="*/ 5066 w 7972"/>
                  <a:gd name="connsiteY2" fmla="*/ 363 h 2127"/>
                </a:gdLst>
                <a:ahLst/>
                <a:cxnLst>
                  <a:cxn ang="0">
                    <a:pos x="connsiteX0" y="connsiteY0"/>
                  </a:cxn>
                  <a:cxn ang="0">
                    <a:pos x="connsiteX1" y="connsiteY1"/>
                  </a:cxn>
                  <a:cxn ang="0">
                    <a:pos x="connsiteX2" y="connsiteY2"/>
                  </a:cxn>
                </a:cxnLst>
                <a:rect l="l" t="t" r="r" b="b"/>
                <a:pathLst>
                  <a:path w="7972" h="2127">
                    <a:moveTo>
                      <a:pt x="5066" y="363"/>
                    </a:moveTo>
                    <a:cubicBezTo>
                      <a:pt x="2929" y="832"/>
                      <a:pt x="660" y="1523"/>
                      <a:pt x="2" y="1912"/>
                    </a:cubicBezTo>
                    <a:cubicBezTo>
                      <a:pt x="-215" y="3124"/>
                      <a:pt x="13890" y="-1254"/>
                      <a:pt x="5066" y="3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69" name="Freeform: Shape 868">
                <a:extLst>
                  <a:ext uri="{FF2B5EF4-FFF2-40B4-BE49-F238E27FC236}">
                    <a16:creationId xmlns:a16="http://schemas.microsoft.com/office/drawing/2014/main" id="{34017A40-8806-BAD6-2815-C3D3EF5D0DA4}"/>
                  </a:ext>
                </a:extLst>
              </p:cNvPr>
              <p:cNvSpPr/>
              <p:nvPr/>
            </p:nvSpPr>
            <p:spPr>
              <a:xfrm>
                <a:off x="1930316" y="6142638"/>
                <a:ext cx="8213" cy="1780"/>
              </a:xfrm>
              <a:custGeom>
                <a:avLst/>
                <a:gdLst>
                  <a:gd name="connsiteX0" fmla="*/ 5217 w 8213"/>
                  <a:gd name="connsiteY0" fmla="*/ 10 h 1780"/>
                  <a:gd name="connsiteX1" fmla="*/ 16 w 8213"/>
                  <a:gd name="connsiteY1" fmla="*/ 1096 h 1780"/>
                  <a:gd name="connsiteX2" fmla="*/ 5217 w 8213"/>
                  <a:gd name="connsiteY2" fmla="*/ 10 h 1780"/>
                </a:gdLst>
                <a:ahLst/>
                <a:cxnLst>
                  <a:cxn ang="0">
                    <a:pos x="connsiteX0" y="connsiteY0"/>
                  </a:cxn>
                  <a:cxn ang="0">
                    <a:pos x="connsiteX1" y="connsiteY1"/>
                  </a:cxn>
                  <a:cxn ang="0">
                    <a:pos x="connsiteX2" y="connsiteY2"/>
                  </a:cxn>
                </a:cxnLst>
                <a:rect l="l" t="t" r="r" b="b"/>
                <a:pathLst>
                  <a:path w="8213" h="1780">
                    <a:moveTo>
                      <a:pt x="5217" y="10"/>
                    </a:moveTo>
                    <a:cubicBezTo>
                      <a:pt x="3028" y="147"/>
                      <a:pt x="696" y="633"/>
                      <a:pt x="16" y="1096"/>
                    </a:cubicBezTo>
                    <a:cubicBezTo>
                      <a:pt x="-561" y="3187"/>
                      <a:pt x="14418" y="-202"/>
                      <a:pt x="5217" y="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0" name="Freeform: Shape 869">
                <a:extLst>
                  <a:ext uri="{FF2B5EF4-FFF2-40B4-BE49-F238E27FC236}">
                    <a16:creationId xmlns:a16="http://schemas.microsoft.com/office/drawing/2014/main" id="{F219BE4E-DF7B-614B-B8E5-956ABDB063A7}"/>
                  </a:ext>
                </a:extLst>
              </p:cNvPr>
              <p:cNvSpPr/>
              <p:nvPr/>
            </p:nvSpPr>
            <p:spPr>
              <a:xfrm>
                <a:off x="2205463" y="5975528"/>
                <a:ext cx="7481" cy="6184"/>
              </a:xfrm>
              <a:custGeom>
                <a:avLst/>
                <a:gdLst>
                  <a:gd name="connsiteX0" fmla="*/ 4676 w 7481"/>
                  <a:gd name="connsiteY0" fmla="*/ 2487 h 6184"/>
                  <a:gd name="connsiteX1" fmla="*/ 7 w 7481"/>
                  <a:gd name="connsiteY1" fmla="*/ 6184 h 6184"/>
                  <a:gd name="connsiteX2" fmla="*/ 4676 w 7481"/>
                  <a:gd name="connsiteY2" fmla="*/ 2487 h 6184"/>
                </a:gdLst>
                <a:ahLst/>
                <a:cxnLst>
                  <a:cxn ang="0">
                    <a:pos x="connsiteX0" y="connsiteY0"/>
                  </a:cxn>
                  <a:cxn ang="0">
                    <a:pos x="connsiteX1" y="connsiteY1"/>
                  </a:cxn>
                  <a:cxn ang="0">
                    <a:pos x="connsiteX2" y="connsiteY2"/>
                  </a:cxn>
                </a:cxnLst>
                <a:rect l="l" t="t" r="r" b="b"/>
                <a:pathLst>
                  <a:path w="7481" h="6184">
                    <a:moveTo>
                      <a:pt x="4676" y="2487"/>
                    </a:moveTo>
                    <a:cubicBezTo>
                      <a:pt x="2676" y="4167"/>
                      <a:pt x="584" y="5824"/>
                      <a:pt x="7" y="6184"/>
                    </a:cubicBezTo>
                    <a:cubicBezTo>
                      <a:pt x="-347" y="5927"/>
                      <a:pt x="13163" y="-4691"/>
                      <a:pt x="4676" y="248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1" name="Freeform: Shape 870">
                <a:extLst>
                  <a:ext uri="{FF2B5EF4-FFF2-40B4-BE49-F238E27FC236}">
                    <a16:creationId xmlns:a16="http://schemas.microsoft.com/office/drawing/2014/main" id="{88193905-05BB-F555-A4B9-89F7F0674825}"/>
                  </a:ext>
                </a:extLst>
              </p:cNvPr>
              <p:cNvSpPr/>
              <p:nvPr/>
            </p:nvSpPr>
            <p:spPr>
              <a:xfrm>
                <a:off x="1854381" y="6198198"/>
                <a:ext cx="8398" cy="1959"/>
              </a:xfrm>
              <a:custGeom>
                <a:avLst/>
                <a:gdLst>
                  <a:gd name="connsiteX0" fmla="*/ 5473 w 8398"/>
                  <a:gd name="connsiteY0" fmla="*/ 17 h 1959"/>
                  <a:gd name="connsiteX1" fmla="*/ 2924 w 8398"/>
                  <a:gd name="connsiteY1" fmla="*/ 1943 h 1959"/>
                  <a:gd name="connsiteX2" fmla="*/ 5473 w 8398"/>
                  <a:gd name="connsiteY2" fmla="*/ 17 h 1959"/>
                </a:gdLst>
                <a:ahLst/>
                <a:cxnLst>
                  <a:cxn ang="0">
                    <a:pos x="connsiteX0" y="connsiteY0"/>
                  </a:cxn>
                  <a:cxn ang="0">
                    <a:pos x="connsiteX1" y="connsiteY1"/>
                  </a:cxn>
                  <a:cxn ang="0">
                    <a:pos x="connsiteX2" y="connsiteY2"/>
                  </a:cxn>
                </a:cxnLst>
                <a:rect l="l" t="t" r="r" b="b"/>
                <a:pathLst>
                  <a:path w="8398" h="1959">
                    <a:moveTo>
                      <a:pt x="5473" y="17"/>
                    </a:moveTo>
                    <a:cubicBezTo>
                      <a:pt x="2119" y="-195"/>
                      <a:pt x="-3465" y="1685"/>
                      <a:pt x="2924" y="1943"/>
                    </a:cubicBezTo>
                    <a:cubicBezTo>
                      <a:pt x="6285" y="2154"/>
                      <a:pt x="11863" y="274"/>
                      <a:pt x="5473"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2" name="Freeform: Shape 871">
                <a:extLst>
                  <a:ext uri="{FF2B5EF4-FFF2-40B4-BE49-F238E27FC236}">
                    <a16:creationId xmlns:a16="http://schemas.microsoft.com/office/drawing/2014/main" id="{D8462E92-F1EF-09DA-0FE7-EDA098077890}"/>
                  </a:ext>
                </a:extLst>
              </p:cNvPr>
              <p:cNvSpPr/>
              <p:nvPr/>
            </p:nvSpPr>
            <p:spPr>
              <a:xfrm>
                <a:off x="1318150" y="6690476"/>
                <a:ext cx="9877" cy="1617"/>
              </a:xfrm>
              <a:custGeom>
                <a:avLst/>
                <a:gdLst>
                  <a:gd name="connsiteX0" fmla="*/ 6450 w 9877"/>
                  <a:gd name="connsiteY0" fmla="*/ 0 h 1617"/>
                  <a:gd name="connsiteX1" fmla="*/ 54 w 9877"/>
                  <a:gd name="connsiteY1" fmla="*/ 908 h 1617"/>
                  <a:gd name="connsiteX2" fmla="*/ 6450 w 9877"/>
                  <a:gd name="connsiteY2" fmla="*/ 0 h 1617"/>
                </a:gdLst>
                <a:ahLst/>
                <a:cxnLst>
                  <a:cxn ang="0">
                    <a:pos x="connsiteX0" y="connsiteY0"/>
                  </a:cxn>
                  <a:cxn ang="0">
                    <a:pos x="connsiteX1" y="connsiteY1"/>
                  </a:cxn>
                  <a:cxn ang="0">
                    <a:pos x="connsiteX2" y="connsiteY2"/>
                  </a:cxn>
                </a:cxnLst>
                <a:rect l="l" t="t" r="r" b="b"/>
                <a:pathLst>
                  <a:path w="9877" h="1617">
                    <a:moveTo>
                      <a:pt x="6450" y="0"/>
                    </a:moveTo>
                    <a:cubicBezTo>
                      <a:pt x="3861" y="63"/>
                      <a:pt x="992" y="474"/>
                      <a:pt x="54" y="908"/>
                    </a:cubicBezTo>
                    <a:cubicBezTo>
                      <a:pt x="-1123" y="2932"/>
                      <a:pt x="17280" y="-17"/>
                      <a:pt x="645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3" name="Freeform: Shape 872">
                <a:extLst>
                  <a:ext uri="{FF2B5EF4-FFF2-40B4-BE49-F238E27FC236}">
                    <a16:creationId xmlns:a16="http://schemas.microsoft.com/office/drawing/2014/main" id="{45D905E4-71F9-B168-3642-D1CA754E08BD}"/>
                  </a:ext>
                </a:extLst>
              </p:cNvPr>
              <p:cNvSpPr/>
              <p:nvPr/>
            </p:nvSpPr>
            <p:spPr>
              <a:xfrm>
                <a:off x="1605642" y="6385952"/>
                <a:ext cx="9017" cy="2271"/>
              </a:xfrm>
              <a:custGeom>
                <a:avLst/>
                <a:gdLst>
                  <a:gd name="connsiteX0" fmla="*/ 5839 w 9017"/>
                  <a:gd name="connsiteY0" fmla="*/ 0 h 2271"/>
                  <a:gd name="connsiteX1" fmla="*/ 44 w 9017"/>
                  <a:gd name="connsiteY1" fmla="*/ 1109 h 2271"/>
                  <a:gd name="connsiteX2" fmla="*/ 5839 w 9017"/>
                  <a:gd name="connsiteY2" fmla="*/ 0 h 2271"/>
                </a:gdLst>
                <a:ahLst/>
                <a:cxnLst>
                  <a:cxn ang="0">
                    <a:pos x="connsiteX0" y="connsiteY0"/>
                  </a:cxn>
                  <a:cxn ang="0">
                    <a:pos x="connsiteX1" y="connsiteY1"/>
                  </a:cxn>
                  <a:cxn ang="0">
                    <a:pos x="connsiteX2" y="connsiteY2"/>
                  </a:cxn>
                </a:cxnLst>
                <a:rect l="l" t="t" r="r" b="b"/>
                <a:pathLst>
                  <a:path w="9017" h="2271">
                    <a:moveTo>
                      <a:pt x="5839" y="0"/>
                    </a:moveTo>
                    <a:cubicBezTo>
                      <a:pt x="3450" y="0"/>
                      <a:pt x="855" y="497"/>
                      <a:pt x="44" y="1109"/>
                    </a:cubicBezTo>
                    <a:cubicBezTo>
                      <a:pt x="-962" y="4046"/>
                      <a:pt x="15811" y="560"/>
                      <a:pt x="583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4" name="Freeform: Shape 873">
                <a:extLst>
                  <a:ext uri="{FF2B5EF4-FFF2-40B4-BE49-F238E27FC236}">
                    <a16:creationId xmlns:a16="http://schemas.microsoft.com/office/drawing/2014/main" id="{FC72FC3E-5BED-AF96-E809-AA0A13D77919}"/>
                  </a:ext>
                </a:extLst>
              </p:cNvPr>
              <p:cNvSpPr/>
              <p:nvPr/>
            </p:nvSpPr>
            <p:spPr>
              <a:xfrm>
                <a:off x="1418783" y="6607580"/>
                <a:ext cx="9589" cy="4142"/>
              </a:xfrm>
              <a:custGeom>
                <a:avLst/>
                <a:gdLst>
                  <a:gd name="connsiteX0" fmla="*/ 6263 w 9589"/>
                  <a:gd name="connsiteY0" fmla="*/ 0 h 4142"/>
                  <a:gd name="connsiteX1" fmla="*/ 79 w 9589"/>
                  <a:gd name="connsiteY1" fmla="*/ 2143 h 4142"/>
                  <a:gd name="connsiteX2" fmla="*/ 6263 w 9589"/>
                  <a:gd name="connsiteY2" fmla="*/ 0 h 4142"/>
                </a:gdLst>
                <a:ahLst/>
                <a:cxnLst>
                  <a:cxn ang="0">
                    <a:pos x="connsiteX0" y="connsiteY0"/>
                  </a:cxn>
                  <a:cxn ang="0">
                    <a:pos x="connsiteX1" y="connsiteY1"/>
                  </a:cxn>
                  <a:cxn ang="0">
                    <a:pos x="connsiteX2" y="connsiteY2"/>
                  </a:cxn>
                </a:cxnLst>
                <a:rect l="l" t="t" r="r" b="b"/>
                <a:pathLst>
                  <a:path w="9589" h="4142">
                    <a:moveTo>
                      <a:pt x="6263" y="0"/>
                    </a:moveTo>
                    <a:cubicBezTo>
                      <a:pt x="3743" y="57"/>
                      <a:pt x="971" y="1017"/>
                      <a:pt x="79" y="2143"/>
                    </a:cubicBezTo>
                    <a:cubicBezTo>
                      <a:pt x="-1338" y="7332"/>
                      <a:pt x="16847" y="886"/>
                      <a:pt x="626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5" name="Freeform: Shape 874">
                <a:extLst>
                  <a:ext uri="{FF2B5EF4-FFF2-40B4-BE49-F238E27FC236}">
                    <a16:creationId xmlns:a16="http://schemas.microsoft.com/office/drawing/2014/main" id="{8F1307D9-2708-AB4F-1457-61F366D8AC1E}"/>
                  </a:ext>
                </a:extLst>
              </p:cNvPr>
              <p:cNvSpPr/>
              <p:nvPr/>
            </p:nvSpPr>
            <p:spPr>
              <a:xfrm>
                <a:off x="1514341" y="6472881"/>
                <a:ext cx="9326" cy="4207"/>
              </a:xfrm>
              <a:custGeom>
                <a:avLst/>
                <a:gdLst>
                  <a:gd name="connsiteX0" fmla="*/ 6202 w 9326"/>
                  <a:gd name="connsiteY0" fmla="*/ 25 h 4207"/>
                  <a:gd name="connsiteX1" fmla="*/ 3128 w 9326"/>
                  <a:gd name="connsiteY1" fmla="*/ 4185 h 4207"/>
                  <a:gd name="connsiteX2" fmla="*/ 6202 w 9326"/>
                  <a:gd name="connsiteY2" fmla="*/ 25 h 4207"/>
                </a:gdLst>
                <a:ahLst/>
                <a:cxnLst>
                  <a:cxn ang="0">
                    <a:pos x="connsiteX0" y="connsiteY0"/>
                  </a:cxn>
                  <a:cxn ang="0">
                    <a:pos x="connsiteX1" y="connsiteY1"/>
                  </a:cxn>
                  <a:cxn ang="0">
                    <a:pos x="connsiteX2" y="connsiteY2"/>
                  </a:cxn>
                </a:cxnLst>
                <a:rect l="l" t="t" r="r" b="b"/>
                <a:pathLst>
                  <a:path w="9326" h="4207">
                    <a:moveTo>
                      <a:pt x="6202" y="25"/>
                    </a:moveTo>
                    <a:cubicBezTo>
                      <a:pt x="2339" y="-352"/>
                      <a:pt x="-3770" y="3728"/>
                      <a:pt x="3128" y="4185"/>
                    </a:cubicBezTo>
                    <a:cubicBezTo>
                      <a:pt x="6985" y="4545"/>
                      <a:pt x="13095" y="465"/>
                      <a:pt x="6202" y="2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6" name="Freeform: Shape 875">
                <a:extLst>
                  <a:ext uri="{FF2B5EF4-FFF2-40B4-BE49-F238E27FC236}">
                    <a16:creationId xmlns:a16="http://schemas.microsoft.com/office/drawing/2014/main" id="{3BD43E13-99F9-403F-54B9-14C81EE8D4A6}"/>
                  </a:ext>
                </a:extLst>
              </p:cNvPr>
              <p:cNvSpPr/>
              <p:nvPr/>
            </p:nvSpPr>
            <p:spPr>
              <a:xfrm>
                <a:off x="1775241" y="6257896"/>
                <a:ext cx="8596" cy="2052"/>
              </a:xfrm>
              <a:custGeom>
                <a:avLst/>
                <a:gdLst>
                  <a:gd name="connsiteX0" fmla="*/ 5632 w 8596"/>
                  <a:gd name="connsiteY0" fmla="*/ 18 h 2052"/>
                  <a:gd name="connsiteX1" fmla="*/ 2963 w 8596"/>
                  <a:gd name="connsiteY1" fmla="*/ 2034 h 2052"/>
                  <a:gd name="connsiteX2" fmla="*/ 5632 w 8596"/>
                  <a:gd name="connsiteY2" fmla="*/ 18 h 2052"/>
                </a:gdLst>
                <a:ahLst/>
                <a:cxnLst>
                  <a:cxn ang="0">
                    <a:pos x="connsiteX0" y="connsiteY0"/>
                  </a:cxn>
                  <a:cxn ang="0">
                    <a:pos x="connsiteX1" y="connsiteY1"/>
                  </a:cxn>
                  <a:cxn ang="0">
                    <a:pos x="connsiteX2" y="connsiteY2"/>
                  </a:cxn>
                </a:cxnLst>
                <a:rect l="l" t="t" r="r" b="b"/>
                <a:pathLst>
                  <a:path w="8596" h="2052">
                    <a:moveTo>
                      <a:pt x="5632" y="18"/>
                    </a:moveTo>
                    <a:cubicBezTo>
                      <a:pt x="2238" y="-206"/>
                      <a:pt x="-3563" y="1760"/>
                      <a:pt x="2963" y="2034"/>
                    </a:cubicBezTo>
                    <a:cubicBezTo>
                      <a:pt x="6364" y="2258"/>
                      <a:pt x="12159" y="286"/>
                      <a:pt x="5632"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7" name="Freeform: Shape 876">
                <a:extLst>
                  <a:ext uri="{FF2B5EF4-FFF2-40B4-BE49-F238E27FC236}">
                    <a16:creationId xmlns:a16="http://schemas.microsoft.com/office/drawing/2014/main" id="{18089B47-4AFB-3A84-3F66-BD359FB369FC}"/>
                  </a:ext>
                </a:extLst>
              </p:cNvPr>
              <p:cNvSpPr/>
              <p:nvPr/>
            </p:nvSpPr>
            <p:spPr>
              <a:xfrm>
                <a:off x="1692382" y="6320400"/>
                <a:ext cx="8806" cy="2151"/>
              </a:xfrm>
              <a:custGeom>
                <a:avLst/>
                <a:gdLst>
                  <a:gd name="connsiteX0" fmla="*/ 5801 w 8806"/>
                  <a:gd name="connsiteY0" fmla="*/ 19 h 2151"/>
                  <a:gd name="connsiteX1" fmla="*/ 3006 w 8806"/>
                  <a:gd name="connsiteY1" fmla="*/ 2133 h 2151"/>
                  <a:gd name="connsiteX2" fmla="*/ 5801 w 8806"/>
                  <a:gd name="connsiteY2" fmla="*/ 19 h 2151"/>
                </a:gdLst>
                <a:ahLst/>
                <a:cxnLst>
                  <a:cxn ang="0">
                    <a:pos x="connsiteX0" y="connsiteY0"/>
                  </a:cxn>
                  <a:cxn ang="0">
                    <a:pos x="connsiteX1" y="connsiteY1"/>
                  </a:cxn>
                  <a:cxn ang="0">
                    <a:pos x="connsiteX2" y="connsiteY2"/>
                  </a:cxn>
                </a:cxnLst>
                <a:rect l="l" t="t" r="r" b="b"/>
                <a:pathLst>
                  <a:path w="8806" h="2151">
                    <a:moveTo>
                      <a:pt x="5801" y="19"/>
                    </a:moveTo>
                    <a:cubicBezTo>
                      <a:pt x="2366" y="-216"/>
                      <a:pt x="-3669" y="1841"/>
                      <a:pt x="3006" y="2133"/>
                    </a:cubicBezTo>
                    <a:cubicBezTo>
                      <a:pt x="6447" y="2367"/>
                      <a:pt x="12470" y="304"/>
                      <a:pt x="5801"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8" name="Freeform: Shape 877">
                <a:extLst>
                  <a:ext uri="{FF2B5EF4-FFF2-40B4-BE49-F238E27FC236}">
                    <a16:creationId xmlns:a16="http://schemas.microsoft.com/office/drawing/2014/main" id="{A921C708-2A83-834C-9C45-4FF7FA0D7C3E}"/>
                  </a:ext>
                </a:extLst>
              </p:cNvPr>
              <p:cNvSpPr/>
              <p:nvPr/>
            </p:nvSpPr>
            <p:spPr>
              <a:xfrm>
                <a:off x="-272511" y="7526146"/>
                <a:ext cx="14103" cy="5174"/>
              </a:xfrm>
              <a:custGeom>
                <a:avLst/>
                <a:gdLst>
                  <a:gd name="connsiteX0" fmla="*/ 10416 w 14103"/>
                  <a:gd name="connsiteY0" fmla="*/ 0 h 5174"/>
                  <a:gd name="connsiteX1" fmla="*/ 78 w 14103"/>
                  <a:gd name="connsiteY1" fmla="*/ 4303 h 5174"/>
                  <a:gd name="connsiteX2" fmla="*/ 10416 w 14103"/>
                  <a:gd name="connsiteY2" fmla="*/ 0 h 5174"/>
                </a:gdLst>
                <a:ahLst/>
                <a:cxnLst>
                  <a:cxn ang="0">
                    <a:pos x="connsiteX0" y="connsiteY0"/>
                  </a:cxn>
                  <a:cxn ang="0">
                    <a:pos x="connsiteX1" y="connsiteY1"/>
                  </a:cxn>
                  <a:cxn ang="0">
                    <a:pos x="connsiteX2" y="connsiteY2"/>
                  </a:cxn>
                </a:cxnLst>
                <a:rect l="l" t="t" r="r" b="b"/>
                <a:pathLst>
                  <a:path w="14103" h="5174">
                    <a:moveTo>
                      <a:pt x="10416" y="0"/>
                    </a:moveTo>
                    <a:cubicBezTo>
                      <a:pt x="7696" y="177"/>
                      <a:pt x="-905" y="806"/>
                      <a:pt x="78" y="4303"/>
                    </a:cubicBezTo>
                    <a:cubicBezTo>
                      <a:pt x="3221" y="7412"/>
                      <a:pt x="21886" y="1297"/>
                      <a:pt x="1041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79" name="Freeform: Shape 878">
                <a:extLst>
                  <a:ext uri="{FF2B5EF4-FFF2-40B4-BE49-F238E27FC236}">
                    <a16:creationId xmlns:a16="http://schemas.microsoft.com/office/drawing/2014/main" id="{0A06BB19-731E-28DE-EE77-013C55B63A82}"/>
                  </a:ext>
                </a:extLst>
              </p:cNvPr>
              <p:cNvSpPr/>
              <p:nvPr/>
            </p:nvSpPr>
            <p:spPr>
              <a:xfrm>
                <a:off x="2072840" y="6117371"/>
                <a:ext cx="6706" cy="5985"/>
              </a:xfrm>
              <a:custGeom>
                <a:avLst/>
                <a:gdLst>
                  <a:gd name="connsiteX0" fmla="*/ 4516 w 6706"/>
                  <a:gd name="connsiteY0" fmla="*/ 2302 h 5985"/>
                  <a:gd name="connsiteX1" fmla="*/ 201 w 6706"/>
                  <a:gd name="connsiteY1" fmla="*/ 5576 h 5985"/>
                  <a:gd name="connsiteX2" fmla="*/ 4516 w 6706"/>
                  <a:gd name="connsiteY2" fmla="*/ 2302 h 5985"/>
                </a:gdLst>
                <a:ahLst/>
                <a:cxnLst>
                  <a:cxn ang="0">
                    <a:pos x="connsiteX0" y="connsiteY0"/>
                  </a:cxn>
                  <a:cxn ang="0">
                    <a:pos x="connsiteX1" y="connsiteY1"/>
                  </a:cxn>
                  <a:cxn ang="0">
                    <a:pos x="connsiteX2" y="connsiteY2"/>
                  </a:cxn>
                </a:cxnLst>
                <a:rect l="l" t="t" r="r" b="b"/>
                <a:pathLst>
                  <a:path w="6706" h="5985">
                    <a:moveTo>
                      <a:pt x="4516" y="2302"/>
                    </a:moveTo>
                    <a:cubicBezTo>
                      <a:pt x="3704" y="3033"/>
                      <a:pt x="-1022" y="7308"/>
                      <a:pt x="201" y="5576"/>
                    </a:cubicBezTo>
                    <a:cubicBezTo>
                      <a:pt x="1950" y="3467"/>
                      <a:pt x="10722" y="-3602"/>
                      <a:pt x="4516" y="230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0" name="Freeform: Shape 879">
                <a:extLst>
                  <a:ext uri="{FF2B5EF4-FFF2-40B4-BE49-F238E27FC236}">
                    <a16:creationId xmlns:a16="http://schemas.microsoft.com/office/drawing/2014/main" id="{38551D9A-6DBC-D893-592E-CE75CA6F7F29}"/>
                  </a:ext>
                </a:extLst>
              </p:cNvPr>
              <p:cNvSpPr/>
              <p:nvPr/>
            </p:nvSpPr>
            <p:spPr>
              <a:xfrm>
                <a:off x="570467" y="6722357"/>
                <a:ext cx="11382" cy="998"/>
              </a:xfrm>
              <a:custGeom>
                <a:avLst/>
                <a:gdLst>
                  <a:gd name="connsiteX0" fmla="*/ 7948 w 11382"/>
                  <a:gd name="connsiteY0" fmla="*/ 8 h 998"/>
                  <a:gd name="connsiteX1" fmla="*/ 3433 w 11382"/>
                  <a:gd name="connsiteY1" fmla="*/ 991 h 998"/>
                  <a:gd name="connsiteX2" fmla="*/ 7948 w 11382"/>
                  <a:gd name="connsiteY2" fmla="*/ 8 h 998"/>
                </a:gdLst>
                <a:ahLst/>
                <a:cxnLst>
                  <a:cxn ang="0">
                    <a:pos x="connsiteX0" y="connsiteY0"/>
                  </a:cxn>
                  <a:cxn ang="0">
                    <a:pos x="connsiteX1" y="connsiteY1"/>
                  </a:cxn>
                  <a:cxn ang="0">
                    <a:pos x="connsiteX2" y="connsiteY2"/>
                  </a:cxn>
                </a:cxnLst>
                <a:rect l="l" t="t" r="r" b="b"/>
                <a:pathLst>
                  <a:path w="11382" h="998">
                    <a:moveTo>
                      <a:pt x="7948" y="8"/>
                    </a:moveTo>
                    <a:cubicBezTo>
                      <a:pt x="4502" y="-100"/>
                      <a:pt x="-5082" y="871"/>
                      <a:pt x="3433" y="991"/>
                    </a:cubicBezTo>
                    <a:cubicBezTo>
                      <a:pt x="6885" y="1089"/>
                      <a:pt x="16463" y="112"/>
                      <a:pt x="7948" y="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1" name="Freeform: Shape 880">
                <a:extLst>
                  <a:ext uri="{FF2B5EF4-FFF2-40B4-BE49-F238E27FC236}">
                    <a16:creationId xmlns:a16="http://schemas.microsoft.com/office/drawing/2014/main" id="{27D49D8E-FE4C-D786-0B7C-206D2ADBA045}"/>
                  </a:ext>
                </a:extLst>
              </p:cNvPr>
              <p:cNvSpPr/>
              <p:nvPr/>
            </p:nvSpPr>
            <p:spPr>
              <a:xfrm>
                <a:off x="429658" y="6776904"/>
                <a:ext cx="11573" cy="2874"/>
              </a:xfrm>
              <a:custGeom>
                <a:avLst/>
                <a:gdLst>
                  <a:gd name="connsiteX0" fmla="*/ 7979 w 11573"/>
                  <a:gd name="connsiteY0" fmla="*/ 0 h 2874"/>
                  <a:gd name="connsiteX1" fmla="*/ 189 w 11573"/>
                  <a:gd name="connsiteY1" fmla="*/ 1400 h 2874"/>
                  <a:gd name="connsiteX2" fmla="*/ 7979 w 11573"/>
                  <a:gd name="connsiteY2" fmla="*/ 0 h 2874"/>
                </a:gdLst>
                <a:ahLst/>
                <a:cxnLst>
                  <a:cxn ang="0">
                    <a:pos x="connsiteX0" y="connsiteY0"/>
                  </a:cxn>
                  <a:cxn ang="0">
                    <a:pos x="connsiteX1" y="connsiteY1"/>
                  </a:cxn>
                  <a:cxn ang="0">
                    <a:pos x="connsiteX2" y="connsiteY2"/>
                  </a:cxn>
                </a:cxnLst>
                <a:rect l="l" t="t" r="r" b="b"/>
                <a:pathLst>
                  <a:path w="11573" h="2874">
                    <a:moveTo>
                      <a:pt x="7979" y="0"/>
                    </a:moveTo>
                    <a:cubicBezTo>
                      <a:pt x="5001" y="0"/>
                      <a:pt x="1515" y="622"/>
                      <a:pt x="189" y="1400"/>
                    </a:cubicBezTo>
                    <a:cubicBezTo>
                      <a:pt x="-2257" y="5155"/>
                      <a:pt x="20020" y="629"/>
                      <a:pt x="797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2" name="Freeform: Shape 881">
                <a:extLst>
                  <a:ext uri="{FF2B5EF4-FFF2-40B4-BE49-F238E27FC236}">
                    <a16:creationId xmlns:a16="http://schemas.microsoft.com/office/drawing/2014/main" id="{BB8062C2-E8AF-955C-E15A-0A0180B3A7FB}"/>
                  </a:ext>
                </a:extLst>
              </p:cNvPr>
              <p:cNvSpPr/>
              <p:nvPr/>
            </p:nvSpPr>
            <p:spPr>
              <a:xfrm>
                <a:off x="948522" y="6722150"/>
                <a:ext cx="10243" cy="274"/>
              </a:xfrm>
              <a:custGeom>
                <a:avLst/>
                <a:gdLst>
                  <a:gd name="connsiteX0" fmla="*/ 7032 w 10243"/>
                  <a:gd name="connsiteY0" fmla="*/ 27 h 274"/>
                  <a:gd name="connsiteX1" fmla="*/ 3214 w 10243"/>
                  <a:gd name="connsiteY1" fmla="*/ 244 h 274"/>
                  <a:gd name="connsiteX2" fmla="*/ 7032 w 10243"/>
                  <a:gd name="connsiteY2" fmla="*/ 27 h 274"/>
                </a:gdLst>
                <a:ahLst/>
                <a:cxnLst>
                  <a:cxn ang="0">
                    <a:pos x="connsiteX0" y="connsiteY0"/>
                  </a:cxn>
                  <a:cxn ang="0">
                    <a:pos x="connsiteX1" y="connsiteY1"/>
                  </a:cxn>
                  <a:cxn ang="0">
                    <a:pos x="connsiteX2" y="connsiteY2"/>
                  </a:cxn>
                </a:cxnLst>
                <a:rect l="l" t="t" r="r" b="b"/>
                <a:pathLst>
                  <a:path w="10243" h="274">
                    <a:moveTo>
                      <a:pt x="7032" y="27"/>
                    </a:moveTo>
                    <a:cubicBezTo>
                      <a:pt x="3786" y="78"/>
                      <a:pt x="-4553" y="369"/>
                      <a:pt x="3214" y="244"/>
                    </a:cubicBezTo>
                    <a:cubicBezTo>
                      <a:pt x="6460" y="198"/>
                      <a:pt x="14793" y="-88"/>
                      <a:pt x="7032"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3" name="Freeform: Shape 882">
                <a:extLst>
                  <a:ext uri="{FF2B5EF4-FFF2-40B4-BE49-F238E27FC236}">
                    <a16:creationId xmlns:a16="http://schemas.microsoft.com/office/drawing/2014/main" id="{EB776F69-0DA3-1CCC-19D8-C9F2452FCEF8}"/>
                  </a:ext>
                </a:extLst>
              </p:cNvPr>
              <p:cNvSpPr/>
              <p:nvPr/>
            </p:nvSpPr>
            <p:spPr>
              <a:xfrm>
                <a:off x="703782" y="6710922"/>
                <a:ext cx="10713" cy="108"/>
              </a:xfrm>
              <a:custGeom>
                <a:avLst/>
                <a:gdLst>
                  <a:gd name="connsiteX0" fmla="*/ 7489 w 10713"/>
                  <a:gd name="connsiteY0" fmla="*/ 88 h 108"/>
                  <a:gd name="connsiteX1" fmla="*/ 3220 w 10713"/>
                  <a:gd name="connsiteY1" fmla="*/ 25 h 108"/>
                  <a:gd name="connsiteX2" fmla="*/ 7489 w 10713"/>
                  <a:gd name="connsiteY2" fmla="*/ 88 h 108"/>
                </a:gdLst>
                <a:ahLst/>
                <a:cxnLst>
                  <a:cxn ang="0">
                    <a:pos x="connsiteX0" y="connsiteY0"/>
                  </a:cxn>
                  <a:cxn ang="0">
                    <a:pos x="connsiteX1" y="connsiteY1"/>
                  </a:cxn>
                  <a:cxn ang="0">
                    <a:pos x="connsiteX2" y="connsiteY2"/>
                  </a:cxn>
                </a:cxnLst>
                <a:rect l="l" t="t" r="r" b="b"/>
                <a:pathLst>
                  <a:path w="10713" h="108">
                    <a:moveTo>
                      <a:pt x="7489" y="88"/>
                    </a:moveTo>
                    <a:cubicBezTo>
                      <a:pt x="4197" y="128"/>
                      <a:pt x="-4758" y="111"/>
                      <a:pt x="3220" y="25"/>
                    </a:cubicBezTo>
                    <a:cubicBezTo>
                      <a:pt x="6523" y="-15"/>
                      <a:pt x="15473" y="-15"/>
                      <a:pt x="7489" y="8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4" name="Freeform: Shape 883">
                <a:extLst>
                  <a:ext uri="{FF2B5EF4-FFF2-40B4-BE49-F238E27FC236}">
                    <a16:creationId xmlns:a16="http://schemas.microsoft.com/office/drawing/2014/main" id="{786FA3B7-9022-BB70-36C2-7B2A70B594D7}"/>
                  </a:ext>
                </a:extLst>
              </p:cNvPr>
              <p:cNvSpPr/>
              <p:nvPr/>
            </p:nvSpPr>
            <p:spPr>
              <a:xfrm>
                <a:off x="829466" y="6718575"/>
                <a:ext cx="10617" cy="359"/>
              </a:xfrm>
              <a:custGeom>
                <a:avLst/>
                <a:gdLst>
                  <a:gd name="connsiteX0" fmla="*/ 7323 w 10617"/>
                  <a:gd name="connsiteY0" fmla="*/ 338 h 359"/>
                  <a:gd name="connsiteX1" fmla="*/ 3289 w 10617"/>
                  <a:gd name="connsiteY1" fmla="*/ 19 h 359"/>
                  <a:gd name="connsiteX2" fmla="*/ 7323 w 10617"/>
                  <a:gd name="connsiteY2" fmla="*/ 338 h 359"/>
                </a:gdLst>
                <a:ahLst/>
                <a:cxnLst>
                  <a:cxn ang="0">
                    <a:pos x="connsiteX0" y="connsiteY0"/>
                  </a:cxn>
                  <a:cxn ang="0">
                    <a:pos x="connsiteX1" y="connsiteY1"/>
                  </a:cxn>
                  <a:cxn ang="0">
                    <a:pos x="connsiteX2" y="connsiteY2"/>
                  </a:cxn>
                </a:cxnLst>
                <a:rect l="l" t="t" r="r" b="b"/>
                <a:pathLst>
                  <a:path w="10617" h="359">
                    <a:moveTo>
                      <a:pt x="7323" y="338"/>
                    </a:moveTo>
                    <a:cubicBezTo>
                      <a:pt x="4009" y="430"/>
                      <a:pt x="-4724" y="207"/>
                      <a:pt x="3289" y="19"/>
                    </a:cubicBezTo>
                    <a:cubicBezTo>
                      <a:pt x="6620" y="-67"/>
                      <a:pt x="15342" y="156"/>
                      <a:pt x="7323" y="33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5" name="Freeform: Shape 884">
                <a:extLst>
                  <a:ext uri="{FF2B5EF4-FFF2-40B4-BE49-F238E27FC236}">
                    <a16:creationId xmlns:a16="http://schemas.microsoft.com/office/drawing/2014/main" id="{83AAFC9D-8B5D-18B0-96DD-594AC740A388}"/>
                  </a:ext>
                </a:extLst>
              </p:cNvPr>
              <p:cNvSpPr/>
              <p:nvPr/>
            </p:nvSpPr>
            <p:spPr>
              <a:xfrm>
                <a:off x="121086" y="6992794"/>
                <a:ext cx="12426" cy="3920"/>
              </a:xfrm>
              <a:custGeom>
                <a:avLst/>
                <a:gdLst>
                  <a:gd name="connsiteX0" fmla="*/ 8713 w 12426"/>
                  <a:gd name="connsiteY0" fmla="*/ 0 h 3920"/>
                  <a:gd name="connsiteX1" fmla="*/ 272 w 12426"/>
                  <a:gd name="connsiteY1" fmla="*/ 1920 h 3920"/>
                  <a:gd name="connsiteX2" fmla="*/ 8713 w 12426"/>
                  <a:gd name="connsiteY2" fmla="*/ 0 h 3920"/>
                </a:gdLst>
                <a:ahLst/>
                <a:cxnLst>
                  <a:cxn ang="0">
                    <a:pos x="connsiteX0" y="connsiteY0"/>
                  </a:cxn>
                  <a:cxn ang="0">
                    <a:pos x="connsiteX1" y="connsiteY1"/>
                  </a:cxn>
                  <a:cxn ang="0">
                    <a:pos x="connsiteX2" y="connsiteY2"/>
                  </a:cxn>
                </a:cxnLst>
                <a:rect l="l" t="t" r="r" b="b"/>
                <a:pathLst>
                  <a:path w="12426" h="3920">
                    <a:moveTo>
                      <a:pt x="8713" y="0"/>
                    </a:moveTo>
                    <a:cubicBezTo>
                      <a:pt x="5547" y="0"/>
                      <a:pt x="1769" y="857"/>
                      <a:pt x="272" y="1920"/>
                    </a:cubicBezTo>
                    <a:cubicBezTo>
                      <a:pt x="-2797" y="6967"/>
                      <a:pt x="21417" y="994"/>
                      <a:pt x="871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6" name="Freeform: Shape 885">
                <a:extLst>
                  <a:ext uri="{FF2B5EF4-FFF2-40B4-BE49-F238E27FC236}">
                    <a16:creationId xmlns:a16="http://schemas.microsoft.com/office/drawing/2014/main" id="{EE3B0C4B-39B3-DE4B-F9BA-26573D7FF56D}"/>
                  </a:ext>
                </a:extLst>
              </p:cNvPr>
              <p:cNvSpPr/>
              <p:nvPr/>
            </p:nvSpPr>
            <p:spPr>
              <a:xfrm>
                <a:off x="1061564" y="6696877"/>
                <a:ext cx="9909" cy="1579"/>
              </a:xfrm>
              <a:custGeom>
                <a:avLst/>
                <a:gdLst>
                  <a:gd name="connsiteX0" fmla="*/ 6569 w 9909"/>
                  <a:gd name="connsiteY0" fmla="*/ 0 h 1579"/>
                  <a:gd name="connsiteX1" fmla="*/ 66 w 9909"/>
                  <a:gd name="connsiteY1" fmla="*/ 892 h 1579"/>
                  <a:gd name="connsiteX2" fmla="*/ 6569 w 9909"/>
                  <a:gd name="connsiteY2" fmla="*/ 0 h 1579"/>
                </a:gdLst>
                <a:ahLst/>
                <a:cxnLst>
                  <a:cxn ang="0">
                    <a:pos x="connsiteX0" y="connsiteY0"/>
                  </a:cxn>
                  <a:cxn ang="0">
                    <a:pos x="connsiteX1" y="connsiteY1"/>
                  </a:cxn>
                  <a:cxn ang="0">
                    <a:pos x="connsiteX2" y="connsiteY2"/>
                  </a:cxn>
                </a:cxnLst>
                <a:rect l="l" t="t" r="r" b="b"/>
                <a:pathLst>
                  <a:path w="9909" h="1579">
                    <a:moveTo>
                      <a:pt x="6569" y="0"/>
                    </a:moveTo>
                    <a:cubicBezTo>
                      <a:pt x="3975" y="63"/>
                      <a:pt x="1066" y="463"/>
                      <a:pt x="66" y="892"/>
                    </a:cubicBezTo>
                    <a:cubicBezTo>
                      <a:pt x="-1232" y="2829"/>
                      <a:pt x="17256" y="63"/>
                      <a:pt x="656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7" name="Freeform: Shape 886">
                <a:extLst>
                  <a:ext uri="{FF2B5EF4-FFF2-40B4-BE49-F238E27FC236}">
                    <a16:creationId xmlns:a16="http://schemas.microsoft.com/office/drawing/2014/main" id="{A3E22D26-F682-3E1B-1D93-CE3A601B8367}"/>
                  </a:ext>
                </a:extLst>
              </p:cNvPr>
              <p:cNvSpPr/>
              <p:nvPr/>
            </p:nvSpPr>
            <p:spPr>
              <a:xfrm>
                <a:off x="-423822" y="7378687"/>
                <a:ext cx="14133" cy="4806"/>
              </a:xfrm>
              <a:custGeom>
                <a:avLst/>
                <a:gdLst>
                  <a:gd name="connsiteX0" fmla="*/ 10376 w 14133"/>
                  <a:gd name="connsiteY0" fmla="*/ 52 h 4806"/>
                  <a:gd name="connsiteX1" fmla="*/ 3758 w 14133"/>
                  <a:gd name="connsiteY1" fmla="*/ 4755 h 4806"/>
                  <a:gd name="connsiteX2" fmla="*/ 10376 w 14133"/>
                  <a:gd name="connsiteY2" fmla="*/ 52 h 4806"/>
                </a:gdLst>
                <a:ahLst/>
                <a:cxnLst>
                  <a:cxn ang="0">
                    <a:pos x="connsiteX0" y="connsiteY0"/>
                  </a:cxn>
                  <a:cxn ang="0">
                    <a:pos x="connsiteX1" y="connsiteY1"/>
                  </a:cxn>
                  <a:cxn ang="0">
                    <a:pos x="connsiteX2" y="connsiteY2"/>
                  </a:cxn>
                </a:cxnLst>
                <a:rect l="l" t="t" r="r" b="b"/>
                <a:pathLst>
                  <a:path w="14133" h="4806">
                    <a:moveTo>
                      <a:pt x="10376" y="52"/>
                    </a:moveTo>
                    <a:cubicBezTo>
                      <a:pt x="6244" y="-526"/>
                      <a:pt x="-6169" y="3909"/>
                      <a:pt x="3758" y="4755"/>
                    </a:cubicBezTo>
                    <a:cubicBezTo>
                      <a:pt x="7896" y="5332"/>
                      <a:pt x="20298" y="897"/>
                      <a:pt x="10376" y="5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8" name="Freeform: Shape 887">
                <a:extLst>
                  <a:ext uri="{FF2B5EF4-FFF2-40B4-BE49-F238E27FC236}">
                    <a16:creationId xmlns:a16="http://schemas.microsoft.com/office/drawing/2014/main" id="{9B3E9BDC-E15C-A324-A325-16371B92BE21}"/>
                  </a:ext>
                </a:extLst>
              </p:cNvPr>
              <p:cNvSpPr/>
              <p:nvPr/>
            </p:nvSpPr>
            <p:spPr>
              <a:xfrm>
                <a:off x="-229809" y="7241217"/>
                <a:ext cx="13558" cy="4485"/>
              </a:xfrm>
              <a:custGeom>
                <a:avLst/>
                <a:gdLst>
                  <a:gd name="connsiteX0" fmla="*/ 9868 w 13558"/>
                  <a:gd name="connsiteY0" fmla="*/ 48 h 4485"/>
                  <a:gd name="connsiteX1" fmla="*/ 3690 w 13558"/>
                  <a:gd name="connsiteY1" fmla="*/ 4437 h 4485"/>
                  <a:gd name="connsiteX2" fmla="*/ 9868 w 13558"/>
                  <a:gd name="connsiteY2" fmla="*/ 48 h 4485"/>
                </a:gdLst>
                <a:ahLst/>
                <a:cxnLst>
                  <a:cxn ang="0">
                    <a:pos x="connsiteX0" y="connsiteY0"/>
                  </a:cxn>
                  <a:cxn ang="0">
                    <a:pos x="connsiteX1" y="connsiteY1"/>
                  </a:cxn>
                  <a:cxn ang="0">
                    <a:pos x="connsiteX2" y="connsiteY2"/>
                  </a:cxn>
                </a:cxnLst>
                <a:rect l="l" t="t" r="r" b="b"/>
                <a:pathLst>
                  <a:path w="13558" h="4485">
                    <a:moveTo>
                      <a:pt x="9868" y="48"/>
                    </a:moveTo>
                    <a:cubicBezTo>
                      <a:pt x="5804" y="-489"/>
                      <a:pt x="-5917" y="3666"/>
                      <a:pt x="3690" y="4437"/>
                    </a:cubicBezTo>
                    <a:cubicBezTo>
                      <a:pt x="7759" y="4974"/>
                      <a:pt x="19475" y="819"/>
                      <a:pt x="9868" y="4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89" name="Freeform: Shape 888">
                <a:extLst>
                  <a:ext uri="{FF2B5EF4-FFF2-40B4-BE49-F238E27FC236}">
                    <a16:creationId xmlns:a16="http://schemas.microsoft.com/office/drawing/2014/main" id="{0E0ADA56-1FAF-455E-CBF1-FB131C1B1453}"/>
                  </a:ext>
                </a:extLst>
              </p:cNvPr>
              <p:cNvSpPr/>
              <p:nvPr/>
            </p:nvSpPr>
            <p:spPr>
              <a:xfrm>
                <a:off x="280042" y="6880134"/>
                <a:ext cx="11982" cy="3684"/>
              </a:xfrm>
              <a:custGeom>
                <a:avLst/>
                <a:gdLst>
                  <a:gd name="connsiteX0" fmla="*/ 8331 w 11982"/>
                  <a:gd name="connsiteY0" fmla="*/ 0 h 3684"/>
                  <a:gd name="connsiteX1" fmla="*/ 233 w 11982"/>
                  <a:gd name="connsiteY1" fmla="*/ 1805 h 3684"/>
                  <a:gd name="connsiteX2" fmla="*/ 8331 w 11982"/>
                  <a:gd name="connsiteY2" fmla="*/ 0 h 3684"/>
                </a:gdLst>
                <a:ahLst/>
                <a:cxnLst>
                  <a:cxn ang="0">
                    <a:pos x="connsiteX0" y="connsiteY0"/>
                  </a:cxn>
                  <a:cxn ang="0">
                    <a:pos x="connsiteX1" y="connsiteY1"/>
                  </a:cxn>
                  <a:cxn ang="0">
                    <a:pos x="connsiteX2" y="connsiteY2"/>
                  </a:cxn>
                </a:cxnLst>
                <a:rect l="l" t="t" r="r" b="b"/>
                <a:pathLst>
                  <a:path w="11982" h="3684">
                    <a:moveTo>
                      <a:pt x="8331" y="0"/>
                    </a:moveTo>
                    <a:cubicBezTo>
                      <a:pt x="5262" y="0"/>
                      <a:pt x="1633" y="806"/>
                      <a:pt x="233" y="1805"/>
                    </a:cubicBezTo>
                    <a:cubicBezTo>
                      <a:pt x="-2545" y="6549"/>
                      <a:pt x="20698" y="926"/>
                      <a:pt x="833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0" name="Freeform: Shape 889">
                <a:extLst>
                  <a:ext uri="{FF2B5EF4-FFF2-40B4-BE49-F238E27FC236}">
                    <a16:creationId xmlns:a16="http://schemas.microsoft.com/office/drawing/2014/main" id="{95F69CB3-8281-4EBA-732A-26FEDFDBBDD4}"/>
                  </a:ext>
                </a:extLst>
              </p:cNvPr>
              <p:cNvSpPr/>
              <p:nvPr/>
            </p:nvSpPr>
            <p:spPr>
              <a:xfrm>
                <a:off x="-48652" y="7112849"/>
                <a:ext cx="13030" cy="4191"/>
              </a:xfrm>
              <a:custGeom>
                <a:avLst/>
                <a:gdLst>
                  <a:gd name="connsiteX0" fmla="*/ 9402 w 13030"/>
                  <a:gd name="connsiteY0" fmla="*/ 45 h 4191"/>
                  <a:gd name="connsiteX1" fmla="*/ 3630 w 13030"/>
                  <a:gd name="connsiteY1" fmla="*/ 4148 h 4191"/>
                  <a:gd name="connsiteX2" fmla="*/ 9402 w 13030"/>
                  <a:gd name="connsiteY2" fmla="*/ 45 h 4191"/>
                </a:gdLst>
                <a:ahLst/>
                <a:cxnLst>
                  <a:cxn ang="0">
                    <a:pos x="connsiteX0" y="connsiteY0"/>
                  </a:cxn>
                  <a:cxn ang="0">
                    <a:pos x="connsiteX1" y="connsiteY1"/>
                  </a:cxn>
                  <a:cxn ang="0">
                    <a:pos x="connsiteX2" y="connsiteY2"/>
                  </a:cxn>
                </a:cxnLst>
                <a:rect l="l" t="t" r="r" b="b"/>
                <a:pathLst>
                  <a:path w="13030" h="4191">
                    <a:moveTo>
                      <a:pt x="9402" y="45"/>
                    </a:moveTo>
                    <a:cubicBezTo>
                      <a:pt x="5402" y="-458"/>
                      <a:pt x="-5686" y="3439"/>
                      <a:pt x="3630" y="4148"/>
                    </a:cubicBezTo>
                    <a:cubicBezTo>
                      <a:pt x="7636" y="4646"/>
                      <a:pt x="18712" y="753"/>
                      <a:pt x="9402" y="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1" name="Freeform: Shape 890">
                <a:extLst>
                  <a:ext uri="{FF2B5EF4-FFF2-40B4-BE49-F238E27FC236}">
                    <a16:creationId xmlns:a16="http://schemas.microsoft.com/office/drawing/2014/main" id="{56B31BA7-3C68-59C6-96E7-60D66FB2912F}"/>
                  </a:ext>
                </a:extLst>
              </p:cNvPr>
              <p:cNvSpPr/>
              <p:nvPr/>
            </p:nvSpPr>
            <p:spPr>
              <a:xfrm>
                <a:off x="1866187" y="6139983"/>
                <a:ext cx="7873" cy="3014"/>
              </a:xfrm>
              <a:custGeom>
                <a:avLst/>
                <a:gdLst>
                  <a:gd name="connsiteX0" fmla="*/ 5035 w 7873"/>
                  <a:gd name="connsiteY0" fmla="*/ 1566 h 3014"/>
                  <a:gd name="connsiteX1" fmla="*/ 29 w 7873"/>
                  <a:gd name="connsiteY1" fmla="*/ 3013 h 3014"/>
                  <a:gd name="connsiteX2" fmla="*/ 5035 w 7873"/>
                  <a:gd name="connsiteY2" fmla="*/ 1566 h 3014"/>
                </a:gdLst>
                <a:ahLst/>
                <a:cxnLst>
                  <a:cxn ang="0">
                    <a:pos x="connsiteX0" y="connsiteY0"/>
                  </a:cxn>
                  <a:cxn ang="0">
                    <a:pos x="connsiteX1" y="connsiteY1"/>
                  </a:cxn>
                  <a:cxn ang="0">
                    <a:pos x="connsiteX2" y="connsiteY2"/>
                  </a:cxn>
                </a:cxnLst>
                <a:rect l="l" t="t" r="r" b="b"/>
                <a:pathLst>
                  <a:path w="7873" h="3014">
                    <a:moveTo>
                      <a:pt x="5035" y="1566"/>
                    </a:moveTo>
                    <a:cubicBezTo>
                      <a:pt x="2938" y="2407"/>
                      <a:pt x="698" y="3052"/>
                      <a:pt x="29" y="3013"/>
                    </a:cubicBezTo>
                    <a:cubicBezTo>
                      <a:pt x="-731" y="1847"/>
                      <a:pt x="13842" y="-2194"/>
                      <a:pt x="5035" y="156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2" name="Freeform: Shape 891">
                <a:extLst>
                  <a:ext uri="{FF2B5EF4-FFF2-40B4-BE49-F238E27FC236}">
                    <a16:creationId xmlns:a16="http://schemas.microsoft.com/office/drawing/2014/main" id="{DFAB455C-B85D-B78C-3981-4270E1DFDB13}"/>
                  </a:ext>
                </a:extLst>
              </p:cNvPr>
              <p:cNvSpPr/>
              <p:nvPr/>
            </p:nvSpPr>
            <p:spPr>
              <a:xfrm>
                <a:off x="1938155" y="6143171"/>
                <a:ext cx="7693" cy="4517"/>
              </a:xfrm>
              <a:custGeom>
                <a:avLst/>
                <a:gdLst>
                  <a:gd name="connsiteX0" fmla="*/ 4911 w 7693"/>
                  <a:gd name="connsiteY0" fmla="*/ 2294 h 4517"/>
                  <a:gd name="connsiteX1" fmla="*/ 36 w 7693"/>
                  <a:gd name="connsiteY1" fmla="*/ 4517 h 4517"/>
                  <a:gd name="connsiteX2" fmla="*/ 4911 w 7693"/>
                  <a:gd name="connsiteY2" fmla="*/ 2294 h 4517"/>
                </a:gdLst>
                <a:ahLst/>
                <a:cxnLst>
                  <a:cxn ang="0">
                    <a:pos x="connsiteX0" y="connsiteY0"/>
                  </a:cxn>
                  <a:cxn ang="0">
                    <a:pos x="connsiteX1" y="connsiteY1"/>
                  </a:cxn>
                  <a:cxn ang="0">
                    <a:pos x="connsiteX2" y="connsiteY2"/>
                  </a:cxn>
                </a:cxnLst>
                <a:rect l="l" t="t" r="r" b="b"/>
                <a:pathLst>
                  <a:path w="7693" h="4517">
                    <a:moveTo>
                      <a:pt x="4911" y="2294"/>
                    </a:moveTo>
                    <a:cubicBezTo>
                      <a:pt x="2859" y="3545"/>
                      <a:pt x="681" y="4539"/>
                      <a:pt x="36" y="4517"/>
                    </a:cubicBezTo>
                    <a:cubicBezTo>
                      <a:pt x="-804" y="3071"/>
                      <a:pt x="13563" y="-3376"/>
                      <a:pt x="4911" y="229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3" name="Freeform: Shape 892">
                <a:extLst>
                  <a:ext uri="{FF2B5EF4-FFF2-40B4-BE49-F238E27FC236}">
                    <a16:creationId xmlns:a16="http://schemas.microsoft.com/office/drawing/2014/main" id="{EE23BD2D-FE93-A0C6-1149-0B54E761DE7C}"/>
                  </a:ext>
                </a:extLst>
              </p:cNvPr>
              <p:cNvSpPr/>
              <p:nvPr/>
            </p:nvSpPr>
            <p:spPr>
              <a:xfrm>
                <a:off x="1791207" y="6140664"/>
                <a:ext cx="7896" cy="1566"/>
              </a:xfrm>
              <a:custGeom>
                <a:avLst/>
                <a:gdLst>
                  <a:gd name="connsiteX0" fmla="*/ 5154 w 7896"/>
                  <a:gd name="connsiteY0" fmla="*/ 692 h 1566"/>
                  <a:gd name="connsiteX1" fmla="*/ 10 w 7896"/>
                  <a:gd name="connsiteY1" fmla="*/ 1566 h 1566"/>
                  <a:gd name="connsiteX2" fmla="*/ 5154 w 7896"/>
                  <a:gd name="connsiteY2" fmla="*/ 692 h 1566"/>
                </a:gdLst>
                <a:ahLst/>
                <a:cxnLst>
                  <a:cxn ang="0">
                    <a:pos x="connsiteX0" y="connsiteY0"/>
                  </a:cxn>
                  <a:cxn ang="0">
                    <a:pos x="connsiteX1" y="connsiteY1"/>
                  </a:cxn>
                  <a:cxn ang="0">
                    <a:pos x="connsiteX2" y="connsiteY2"/>
                  </a:cxn>
                </a:cxnLst>
                <a:rect l="l" t="t" r="r" b="b"/>
                <a:pathLst>
                  <a:path w="7896" h="1566">
                    <a:moveTo>
                      <a:pt x="5154" y="692"/>
                    </a:moveTo>
                    <a:cubicBezTo>
                      <a:pt x="3011" y="1132"/>
                      <a:pt x="708" y="1521"/>
                      <a:pt x="10" y="1566"/>
                    </a:cubicBezTo>
                    <a:cubicBezTo>
                      <a:pt x="-435" y="1240"/>
                      <a:pt x="13681" y="-1154"/>
                      <a:pt x="5154" y="69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4" name="Freeform: Shape 893">
                <a:extLst>
                  <a:ext uri="{FF2B5EF4-FFF2-40B4-BE49-F238E27FC236}">
                    <a16:creationId xmlns:a16="http://schemas.microsoft.com/office/drawing/2014/main" id="{5A4D53F4-66A7-42B7-4C88-EA0AFB2E80BF}"/>
                  </a:ext>
                </a:extLst>
              </p:cNvPr>
              <p:cNvSpPr/>
              <p:nvPr/>
            </p:nvSpPr>
            <p:spPr>
              <a:xfrm>
                <a:off x="2007036" y="6139179"/>
                <a:ext cx="7507" cy="5793"/>
              </a:xfrm>
              <a:custGeom>
                <a:avLst/>
                <a:gdLst>
                  <a:gd name="connsiteX0" fmla="*/ 4769 w 7507"/>
                  <a:gd name="connsiteY0" fmla="*/ 2731 h 5793"/>
                  <a:gd name="connsiteX1" fmla="*/ 31 w 7507"/>
                  <a:gd name="connsiteY1" fmla="*/ 5794 h 5793"/>
                  <a:gd name="connsiteX2" fmla="*/ 4769 w 7507"/>
                  <a:gd name="connsiteY2" fmla="*/ 2731 h 5793"/>
                </a:gdLst>
                <a:ahLst/>
                <a:cxnLst>
                  <a:cxn ang="0">
                    <a:pos x="connsiteX0" y="connsiteY0"/>
                  </a:cxn>
                  <a:cxn ang="0">
                    <a:pos x="connsiteX1" y="connsiteY1"/>
                  </a:cxn>
                  <a:cxn ang="0">
                    <a:pos x="connsiteX2" y="connsiteY2"/>
                  </a:cxn>
                </a:cxnLst>
                <a:rect l="l" t="t" r="r" b="b"/>
                <a:pathLst>
                  <a:path w="7507" h="5793">
                    <a:moveTo>
                      <a:pt x="4769" y="2731"/>
                    </a:moveTo>
                    <a:cubicBezTo>
                      <a:pt x="2763" y="4331"/>
                      <a:pt x="643" y="5703"/>
                      <a:pt x="31" y="5794"/>
                    </a:cubicBezTo>
                    <a:cubicBezTo>
                      <a:pt x="-746" y="4548"/>
                      <a:pt x="13250" y="-4401"/>
                      <a:pt x="4769" y="273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5" name="Freeform: Shape 894">
                <a:extLst>
                  <a:ext uri="{FF2B5EF4-FFF2-40B4-BE49-F238E27FC236}">
                    <a16:creationId xmlns:a16="http://schemas.microsoft.com/office/drawing/2014/main" id="{B8043FD6-94C0-C4B8-DE46-3E3F6C877417}"/>
                  </a:ext>
                </a:extLst>
              </p:cNvPr>
              <p:cNvSpPr/>
              <p:nvPr/>
            </p:nvSpPr>
            <p:spPr>
              <a:xfrm>
                <a:off x="1168839" y="6613023"/>
                <a:ext cx="9700" cy="4212"/>
              </a:xfrm>
              <a:custGeom>
                <a:avLst/>
                <a:gdLst>
                  <a:gd name="connsiteX0" fmla="*/ 6581 w 9700"/>
                  <a:gd name="connsiteY0" fmla="*/ 20 h 4212"/>
                  <a:gd name="connsiteX1" fmla="*/ 3118 w 9700"/>
                  <a:gd name="connsiteY1" fmla="*/ 4192 h 4212"/>
                  <a:gd name="connsiteX2" fmla="*/ 6581 w 9700"/>
                  <a:gd name="connsiteY2" fmla="*/ 20 h 4212"/>
                </a:gdLst>
                <a:ahLst/>
                <a:cxnLst>
                  <a:cxn ang="0">
                    <a:pos x="connsiteX0" y="connsiteY0"/>
                  </a:cxn>
                  <a:cxn ang="0">
                    <a:pos x="connsiteX1" y="connsiteY1"/>
                  </a:cxn>
                  <a:cxn ang="0">
                    <a:pos x="connsiteX2" y="connsiteY2"/>
                  </a:cxn>
                </a:cxnLst>
                <a:rect l="l" t="t" r="r" b="b"/>
                <a:pathLst>
                  <a:path w="9700" h="4212">
                    <a:moveTo>
                      <a:pt x="6581" y="20"/>
                    </a:moveTo>
                    <a:cubicBezTo>
                      <a:pt x="2844" y="-317"/>
                      <a:pt x="-4032" y="3809"/>
                      <a:pt x="3118" y="4192"/>
                    </a:cubicBezTo>
                    <a:cubicBezTo>
                      <a:pt x="6873" y="4535"/>
                      <a:pt x="13725" y="426"/>
                      <a:pt x="6581"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6" name="Freeform: Shape 895">
                <a:extLst>
                  <a:ext uri="{FF2B5EF4-FFF2-40B4-BE49-F238E27FC236}">
                    <a16:creationId xmlns:a16="http://schemas.microsoft.com/office/drawing/2014/main" id="{7DA07FBA-3CD1-B68C-6F7E-EE831421A51E}"/>
                  </a:ext>
                </a:extLst>
              </p:cNvPr>
              <p:cNvSpPr/>
              <p:nvPr/>
            </p:nvSpPr>
            <p:spPr>
              <a:xfrm>
                <a:off x="1713281" y="6156065"/>
                <a:ext cx="8124" cy="932"/>
              </a:xfrm>
              <a:custGeom>
                <a:avLst/>
                <a:gdLst>
                  <a:gd name="connsiteX0" fmla="*/ 5288 w 8124"/>
                  <a:gd name="connsiteY0" fmla="*/ 19 h 932"/>
                  <a:gd name="connsiteX1" fmla="*/ 7 w 8124"/>
                  <a:gd name="connsiteY1" fmla="*/ 669 h 932"/>
                  <a:gd name="connsiteX2" fmla="*/ 5288 w 8124"/>
                  <a:gd name="connsiteY2" fmla="*/ 19 h 932"/>
                </a:gdLst>
                <a:ahLst/>
                <a:cxnLst>
                  <a:cxn ang="0">
                    <a:pos x="connsiteX0" y="connsiteY0"/>
                  </a:cxn>
                  <a:cxn ang="0">
                    <a:pos x="connsiteX1" y="connsiteY1"/>
                  </a:cxn>
                  <a:cxn ang="0">
                    <a:pos x="connsiteX2" y="connsiteY2"/>
                  </a:cxn>
                </a:cxnLst>
                <a:rect l="l" t="t" r="r" b="b"/>
                <a:pathLst>
                  <a:path w="8124" h="932">
                    <a:moveTo>
                      <a:pt x="5288" y="19"/>
                    </a:moveTo>
                    <a:cubicBezTo>
                      <a:pt x="3093" y="144"/>
                      <a:pt x="733" y="436"/>
                      <a:pt x="7" y="669"/>
                    </a:cubicBezTo>
                    <a:cubicBezTo>
                      <a:pt x="-364" y="1584"/>
                      <a:pt x="14066" y="-199"/>
                      <a:pt x="5288"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7" name="Freeform: Shape 896">
                <a:extLst>
                  <a:ext uri="{FF2B5EF4-FFF2-40B4-BE49-F238E27FC236}">
                    <a16:creationId xmlns:a16="http://schemas.microsoft.com/office/drawing/2014/main" id="{EB85FE55-A2C5-7E08-A6C8-EF1BD682969C}"/>
                  </a:ext>
                </a:extLst>
              </p:cNvPr>
              <p:cNvSpPr/>
              <p:nvPr/>
            </p:nvSpPr>
            <p:spPr>
              <a:xfrm>
                <a:off x="1368740" y="6385931"/>
                <a:ext cx="9098" cy="2260"/>
              </a:xfrm>
              <a:custGeom>
                <a:avLst/>
                <a:gdLst>
                  <a:gd name="connsiteX0" fmla="*/ 6105 w 9098"/>
                  <a:gd name="connsiteY0" fmla="*/ 21 h 2260"/>
                  <a:gd name="connsiteX1" fmla="*/ 2996 w 9098"/>
                  <a:gd name="connsiteY1" fmla="*/ 2239 h 2260"/>
                  <a:gd name="connsiteX2" fmla="*/ 6105 w 9098"/>
                  <a:gd name="connsiteY2" fmla="*/ 21 h 2260"/>
                </a:gdLst>
                <a:ahLst/>
                <a:cxnLst>
                  <a:cxn ang="0">
                    <a:pos x="connsiteX0" y="connsiteY0"/>
                  </a:cxn>
                  <a:cxn ang="0">
                    <a:pos x="connsiteX1" y="connsiteY1"/>
                  </a:cxn>
                  <a:cxn ang="0">
                    <a:pos x="connsiteX2" y="connsiteY2"/>
                  </a:cxn>
                </a:cxnLst>
                <a:rect l="l" t="t" r="r" b="b"/>
                <a:pathLst>
                  <a:path w="9098" h="2260">
                    <a:moveTo>
                      <a:pt x="6105" y="21"/>
                    </a:moveTo>
                    <a:cubicBezTo>
                      <a:pt x="2728" y="-236"/>
                      <a:pt x="-3856" y="1919"/>
                      <a:pt x="2996" y="2239"/>
                    </a:cubicBezTo>
                    <a:cubicBezTo>
                      <a:pt x="6374" y="2496"/>
                      <a:pt x="12952" y="341"/>
                      <a:pt x="6105"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8" name="Freeform: Shape 897">
                <a:extLst>
                  <a:ext uri="{FF2B5EF4-FFF2-40B4-BE49-F238E27FC236}">
                    <a16:creationId xmlns:a16="http://schemas.microsoft.com/office/drawing/2014/main" id="{48890B41-31C7-724B-7F98-1478AFB51680}"/>
                  </a:ext>
                </a:extLst>
              </p:cNvPr>
              <p:cNvSpPr/>
              <p:nvPr/>
            </p:nvSpPr>
            <p:spPr>
              <a:xfrm>
                <a:off x="1271431" y="6474348"/>
                <a:ext cx="9414" cy="4333"/>
              </a:xfrm>
              <a:custGeom>
                <a:avLst/>
                <a:gdLst>
                  <a:gd name="connsiteX0" fmla="*/ 6357 w 9414"/>
                  <a:gd name="connsiteY0" fmla="*/ 27 h 4333"/>
                  <a:gd name="connsiteX1" fmla="*/ 3060 w 9414"/>
                  <a:gd name="connsiteY1" fmla="*/ 4308 h 4333"/>
                  <a:gd name="connsiteX2" fmla="*/ 6357 w 9414"/>
                  <a:gd name="connsiteY2" fmla="*/ 27 h 4333"/>
                </a:gdLst>
                <a:ahLst/>
                <a:cxnLst>
                  <a:cxn ang="0">
                    <a:pos x="connsiteX0" y="connsiteY0"/>
                  </a:cxn>
                  <a:cxn ang="0">
                    <a:pos x="connsiteX1" y="connsiteY1"/>
                  </a:cxn>
                  <a:cxn ang="0">
                    <a:pos x="connsiteX2" y="connsiteY2"/>
                  </a:cxn>
                </a:cxnLst>
                <a:rect l="l" t="t" r="r" b="b"/>
                <a:pathLst>
                  <a:path w="9414" h="4333">
                    <a:moveTo>
                      <a:pt x="6357" y="27"/>
                    </a:moveTo>
                    <a:cubicBezTo>
                      <a:pt x="2591" y="-373"/>
                      <a:pt x="-3856" y="3805"/>
                      <a:pt x="3060" y="4308"/>
                    </a:cubicBezTo>
                    <a:cubicBezTo>
                      <a:pt x="6814" y="4696"/>
                      <a:pt x="13272" y="513"/>
                      <a:pt x="6357" y="2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899" name="Freeform: Shape 898">
                <a:extLst>
                  <a:ext uri="{FF2B5EF4-FFF2-40B4-BE49-F238E27FC236}">
                    <a16:creationId xmlns:a16="http://schemas.microsoft.com/office/drawing/2014/main" id="{4BCE88D5-DF33-3082-D5DA-4D86B5AB1587}"/>
                  </a:ext>
                </a:extLst>
              </p:cNvPr>
              <p:cNvSpPr/>
              <p:nvPr/>
            </p:nvSpPr>
            <p:spPr>
              <a:xfrm>
                <a:off x="1460814" y="6320399"/>
                <a:ext cx="8869" cy="2153"/>
              </a:xfrm>
              <a:custGeom>
                <a:avLst/>
                <a:gdLst>
                  <a:gd name="connsiteX0" fmla="*/ 5917 w 8869"/>
                  <a:gd name="connsiteY0" fmla="*/ 20 h 2153"/>
                  <a:gd name="connsiteX1" fmla="*/ 2951 w 8869"/>
                  <a:gd name="connsiteY1" fmla="*/ 2134 h 2153"/>
                  <a:gd name="connsiteX2" fmla="*/ 5917 w 8869"/>
                  <a:gd name="connsiteY2" fmla="*/ 20 h 2153"/>
                </a:gdLst>
                <a:ahLst/>
                <a:cxnLst>
                  <a:cxn ang="0">
                    <a:pos x="connsiteX0" y="connsiteY0"/>
                  </a:cxn>
                  <a:cxn ang="0">
                    <a:pos x="connsiteX1" y="connsiteY1"/>
                  </a:cxn>
                  <a:cxn ang="0">
                    <a:pos x="connsiteX2" y="connsiteY2"/>
                  </a:cxn>
                </a:cxnLst>
                <a:rect l="l" t="t" r="r" b="b"/>
                <a:pathLst>
                  <a:path w="8869" h="2153">
                    <a:moveTo>
                      <a:pt x="5917" y="20"/>
                    </a:moveTo>
                    <a:cubicBezTo>
                      <a:pt x="2580" y="-221"/>
                      <a:pt x="-3741" y="1831"/>
                      <a:pt x="2951" y="2134"/>
                    </a:cubicBezTo>
                    <a:cubicBezTo>
                      <a:pt x="6294" y="2374"/>
                      <a:pt x="12609" y="322"/>
                      <a:pt x="5917"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0" name="Freeform: Shape 899">
                <a:extLst>
                  <a:ext uri="{FF2B5EF4-FFF2-40B4-BE49-F238E27FC236}">
                    <a16:creationId xmlns:a16="http://schemas.microsoft.com/office/drawing/2014/main" id="{55E61947-043B-50A5-0BE1-F07203343CA3}"/>
                  </a:ext>
                </a:extLst>
              </p:cNvPr>
              <p:cNvSpPr/>
              <p:nvPr/>
            </p:nvSpPr>
            <p:spPr>
              <a:xfrm>
                <a:off x="1632448" y="6198197"/>
                <a:ext cx="8447" cy="1961"/>
              </a:xfrm>
              <a:custGeom>
                <a:avLst/>
                <a:gdLst>
                  <a:gd name="connsiteX0" fmla="*/ 5574 w 8447"/>
                  <a:gd name="connsiteY0" fmla="*/ 17 h 1961"/>
                  <a:gd name="connsiteX1" fmla="*/ 2870 w 8447"/>
                  <a:gd name="connsiteY1" fmla="*/ 1944 h 1961"/>
                  <a:gd name="connsiteX2" fmla="*/ 5574 w 8447"/>
                  <a:gd name="connsiteY2" fmla="*/ 17 h 1961"/>
                </a:gdLst>
                <a:ahLst/>
                <a:cxnLst>
                  <a:cxn ang="0">
                    <a:pos x="connsiteX0" y="connsiteY0"/>
                  </a:cxn>
                  <a:cxn ang="0">
                    <a:pos x="connsiteX1" y="connsiteY1"/>
                  </a:cxn>
                  <a:cxn ang="0">
                    <a:pos x="connsiteX2" y="connsiteY2"/>
                  </a:cxn>
                </a:cxnLst>
                <a:rect l="l" t="t" r="r" b="b"/>
                <a:pathLst>
                  <a:path w="8447" h="1961">
                    <a:moveTo>
                      <a:pt x="5574" y="17"/>
                    </a:moveTo>
                    <a:cubicBezTo>
                      <a:pt x="2310" y="-200"/>
                      <a:pt x="-3530" y="1675"/>
                      <a:pt x="2870" y="1944"/>
                    </a:cubicBezTo>
                    <a:cubicBezTo>
                      <a:pt x="6139" y="2161"/>
                      <a:pt x="11980" y="286"/>
                      <a:pt x="5574"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1" name="Freeform: Shape 900">
                <a:extLst>
                  <a:ext uri="{FF2B5EF4-FFF2-40B4-BE49-F238E27FC236}">
                    <a16:creationId xmlns:a16="http://schemas.microsoft.com/office/drawing/2014/main" id="{20C014DB-A005-AE59-9025-A71B59855BF5}"/>
                  </a:ext>
                </a:extLst>
              </p:cNvPr>
              <p:cNvSpPr/>
              <p:nvPr/>
            </p:nvSpPr>
            <p:spPr>
              <a:xfrm>
                <a:off x="1548609" y="6257895"/>
                <a:ext cx="8654" cy="2053"/>
              </a:xfrm>
              <a:custGeom>
                <a:avLst/>
                <a:gdLst>
                  <a:gd name="connsiteX0" fmla="*/ 5739 w 8654"/>
                  <a:gd name="connsiteY0" fmla="*/ 19 h 2053"/>
                  <a:gd name="connsiteX1" fmla="*/ 2910 w 8654"/>
                  <a:gd name="connsiteY1" fmla="*/ 2035 h 2053"/>
                  <a:gd name="connsiteX2" fmla="*/ 5739 w 8654"/>
                  <a:gd name="connsiteY2" fmla="*/ 19 h 2053"/>
                </a:gdLst>
                <a:ahLst/>
                <a:cxnLst>
                  <a:cxn ang="0">
                    <a:pos x="connsiteX0" y="connsiteY0"/>
                  </a:cxn>
                  <a:cxn ang="0">
                    <a:pos x="connsiteX1" y="connsiteY1"/>
                  </a:cxn>
                  <a:cxn ang="0">
                    <a:pos x="connsiteX2" y="connsiteY2"/>
                  </a:cxn>
                </a:cxnLst>
                <a:rect l="l" t="t" r="r" b="b"/>
                <a:pathLst>
                  <a:path w="8654" h="2053">
                    <a:moveTo>
                      <a:pt x="5739" y="19"/>
                    </a:moveTo>
                    <a:cubicBezTo>
                      <a:pt x="2442" y="-210"/>
                      <a:pt x="-3634" y="1750"/>
                      <a:pt x="2910" y="2035"/>
                    </a:cubicBezTo>
                    <a:cubicBezTo>
                      <a:pt x="6219" y="2264"/>
                      <a:pt x="12288" y="298"/>
                      <a:pt x="5739"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2" name="Freeform: Shape 901">
                <a:extLst>
                  <a:ext uri="{FF2B5EF4-FFF2-40B4-BE49-F238E27FC236}">
                    <a16:creationId xmlns:a16="http://schemas.microsoft.com/office/drawing/2014/main" id="{44FDD585-BA55-6B09-FE1A-3E219E1F31E9}"/>
                  </a:ext>
                </a:extLst>
              </p:cNvPr>
              <p:cNvSpPr/>
              <p:nvPr/>
            </p:nvSpPr>
            <p:spPr>
              <a:xfrm>
                <a:off x="-631674" y="7526146"/>
                <a:ext cx="14306" cy="5168"/>
              </a:xfrm>
              <a:custGeom>
                <a:avLst/>
                <a:gdLst>
                  <a:gd name="connsiteX0" fmla="*/ 10746 w 14306"/>
                  <a:gd name="connsiteY0" fmla="*/ 0 h 5168"/>
                  <a:gd name="connsiteX1" fmla="*/ 36 w 14306"/>
                  <a:gd name="connsiteY1" fmla="*/ 4303 h 5168"/>
                  <a:gd name="connsiteX2" fmla="*/ 10746 w 14306"/>
                  <a:gd name="connsiteY2" fmla="*/ 0 h 5168"/>
                </a:gdLst>
                <a:ahLst/>
                <a:cxnLst>
                  <a:cxn ang="0">
                    <a:pos x="connsiteX0" y="connsiteY0"/>
                  </a:cxn>
                  <a:cxn ang="0">
                    <a:pos x="connsiteX1" y="connsiteY1"/>
                  </a:cxn>
                  <a:cxn ang="0">
                    <a:pos x="connsiteX2" y="connsiteY2"/>
                  </a:cxn>
                </a:cxnLst>
                <a:rect l="l" t="t" r="r" b="b"/>
                <a:pathLst>
                  <a:path w="14306" h="5168">
                    <a:moveTo>
                      <a:pt x="10746" y="0"/>
                    </a:moveTo>
                    <a:cubicBezTo>
                      <a:pt x="7934" y="206"/>
                      <a:pt x="-621" y="783"/>
                      <a:pt x="36" y="4303"/>
                    </a:cubicBezTo>
                    <a:cubicBezTo>
                      <a:pt x="3042" y="7395"/>
                      <a:pt x="22067" y="1314"/>
                      <a:pt x="10746"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3" name="Freeform: Shape 902">
                <a:extLst>
                  <a:ext uri="{FF2B5EF4-FFF2-40B4-BE49-F238E27FC236}">
                    <a16:creationId xmlns:a16="http://schemas.microsoft.com/office/drawing/2014/main" id="{F7F7E544-B7EC-1A9B-F0AE-96AB482E7D03}"/>
                  </a:ext>
                </a:extLst>
              </p:cNvPr>
              <p:cNvSpPr/>
              <p:nvPr/>
            </p:nvSpPr>
            <p:spPr>
              <a:xfrm>
                <a:off x="1878280" y="6280442"/>
                <a:ext cx="6860" cy="4943"/>
              </a:xfrm>
              <a:custGeom>
                <a:avLst/>
                <a:gdLst>
                  <a:gd name="connsiteX0" fmla="*/ 4681 w 6860"/>
                  <a:gd name="connsiteY0" fmla="*/ 1868 h 4943"/>
                  <a:gd name="connsiteX1" fmla="*/ 0 w 6860"/>
                  <a:gd name="connsiteY1" fmla="*/ 4943 h 4943"/>
                  <a:gd name="connsiteX2" fmla="*/ 4681 w 6860"/>
                  <a:gd name="connsiteY2" fmla="*/ 1868 h 4943"/>
                </a:gdLst>
                <a:ahLst/>
                <a:cxnLst>
                  <a:cxn ang="0">
                    <a:pos x="connsiteX0" y="connsiteY0"/>
                  </a:cxn>
                  <a:cxn ang="0">
                    <a:pos x="connsiteX1" y="connsiteY1"/>
                  </a:cxn>
                  <a:cxn ang="0">
                    <a:pos x="connsiteX2" y="connsiteY2"/>
                  </a:cxn>
                </a:cxnLst>
                <a:rect l="l" t="t" r="r" b="b"/>
                <a:pathLst>
                  <a:path w="6860" h="4943">
                    <a:moveTo>
                      <a:pt x="4681" y="1868"/>
                    </a:moveTo>
                    <a:cubicBezTo>
                      <a:pt x="3332" y="2851"/>
                      <a:pt x="1189" y="4378"/>
                      <a:pt x="0" y="4943"/>
                    </a:cubicBezTo>
                    <a:cubicBezTo>
                      <a:pt x="520" y="3400"/>
                      <a:pt x="11390" y="-3167"/>
                      <a:pt x="4681" y="186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4" name="Freeform: Shape 903">
                <a:extLst>
                  <a:ext uri="{FF2B5EF4-FFF2-40B4-BE49-F238E27FC236}">
                    <a16:creationId xmlns:a16="http://schemas.microsoft.com/office/drawing/2014/main" id="{CB6B940C-1798-E7A0-6963-EE0C08081C81}"/>
                  </a:ext>
                </a:extLst>
              </p:cNvPr>
              <p:cNvSpPr/>
              <p:nvPr/>
            </p:nvSpPr>
            <p:spPr>
              <a:xfrm>
                <a:off x="134786" y="6777001"/>
                <a:ext cx="11673" cy="2856"/>
              </a:xfrm>
              <a:custGeom>
                <a:avLst/>
                <a:gdLst>
                  <a:gd name="connsiteX0" fmla="*/ 8169 w 11673"/>
                  <a:gd name="connsiteY0" fmla="*/ 0 h 2856"/>
                  <a:gd name="connsiteX1" fmla="*/ 237 w 11673"/>
                  <a:gd name="connsiteY1" fmla="*/ 1388 h 2856"/>
                  <a:gd name="connsiteX2" fmla="*/ 8169 w 11673"/>
                  <a:gd name="connsiteY2" fmla="*/ 0 h 2856"/>
                </a:gdLst>
                <a:ahLst/>
                <a:cxnLst>
                  <a:cxn ang="0">
                    <a:pos x="connsiteX0" y="connsiteY0"/>
                  </a:cxn>
                  <a:cxn ang="0">
                    <a:pos x="connsiteX1" y="connsiteY1"/>
                  </a:cxn>
                  <a:cxn ang="0">
                    <a:pos x="connsiteX2" y="connsiteY2"/>
                  </a:cxn>
                </a:cxnLst>
                <a:rect l="l" t="t" r="r" b="b"/>
                <a:pathLst>
                  <a:path w="11673" h="2856">
                    <a:moveTo>
                      <a:pt x="8169" y="0"/>
                    </a:moveTo>
                    <a:cubicBezTo>
                      <a:pt x="5191" y="0"/>
                      <a:pt x="1642" y="617"/>
                      <a:pt x="237" y="1388"/>
                    </a:cubicBezTo>
                    <a:cubicBezTo>
                      <a:pt x="-2530" y="5126"/>
                      <a:pt x="20113" y="623"/>
                      <a:pt x="816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5" name="Freeform: Shape 904">
                <a:extLst>
                  <a:ext uri="{FF2B5EF4-FFF2-40B4-BE49-F238E27FC236}">
                    <a16:creationId xmlns:a16="http://schemas.microsoft.com/office/drawing/2014/main" id="{179212CA-721D-1310-2F97-0B785BF665AA}"/>
                  </a:ext>
                </a:extLst>
              </p:cNvPr>
              <p:cNvSpPr/>
              <p:nvPr/>
            </p:nvSpPr>
            <p:spPr>
              <a:xfrm>
                <a:off x="685159" y="6726943"/>
                <a:ext cx="10140" cy="217"/>
              </a:xfrm>
              <a:custGeom>
                <a:avLst/>
                <a:gdLst>
                  <a:gd name="connsiteX0" fmla="*/ 7099 w 10140"/>
                  <a:gd name="connsiteY0" fmla="*/ 17 h 217"/>
                  <a:gd name="connsiteX1" fmla="*/ 3047 w 10140"/>
                  <a:gd name="connsiteY1" fmla="*/ 195 h 217"/>
                  <a:gd name="connsiteX2" fmla="*/ 7099 w 10140"/>
                  <a:gd name="connsiteY2" fmla="*/ 17 h 217"/>
                </a:gdLst>
                <a:ahLst/>
                <a:cxnLst>
                  <a:cxn ang="0">
                    <a:pos x="connsiteX0" y="connsiteY0"/>
                  </a:cxn>
                  <a:cxn ang="0">
                    <a:pos x="connsiteX1" y="connsiteY1"/>
                  </a:cxn>
                  <a:cxn ang="0">
                    <a:pos x="connsiteX2" y="connsiteY2"/>
                  </a:cxn>
                </a:cxnLst>
                <a:rect l="l" t="t" r="r" b="b"/>
                <a:pathLst>
                  <a:path w="10140" h="217">
                    <a:moveTo>
                      <a:pt x="7099" y="17"/>
                    </a:moveTo>
                    <a:cubicBezTo>
                      <a:pt x="3984" y="57"/>
                      <a:pt x="-4508" y="291"/>
                      <a:pt x="3047" y="195"/>
                    </a:cubicBezTo>
                    <a:cubicBezTo>
                      <a:pt x="6162" y="160"/>
                      <a:pt x="14643" y="-63"/>
                      <a:pt x="7099" y="17"/>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6" name="Freeform: Shape 905">
                <a:extLst>
                  <a:ext uri="{FF2B5EF4-FFF2-40B4-BE49-F238E27FC236}">
                    <a16:creationId xmlns:a16="http://schemas.microsoft.com/office/drawing/2014/main" id="{A06031AA-5AE3-4C5E-C3BD-EEBFE6CE4847}"/>
                  </a:ext>
                </a:extLst>
              </p:cNvPr>
              <p:cNvSpPr/>
              <p:nvPr/>
            </p:nvSpPr>
            <p:spPr>
              <a:xfrm>
                <a:off x="284151" y="6723236"/>
                <a:ext cx="11428" cy="960"/>
              </a:xfrm>
              <a:custGeom>
                <a:avLst/>
                <a:gdLst>
                  <a:gd name="connsiteX0" fmla="*/ 8113 w 11428"/>
                  <a:gd name="connsiteY0" fmla="*/ 9 h 960"/>
                  <a:gd name="connsiteX1" fmla="*/ 3318 w 11428"/>
                  <a:gd name="connsiteY1" fmla="*/ 952 h 960"/>
                  <a:gd name="connsiteX2" fmla="*/ 8113 w 11428"/>
                  <a:gd name="connsiteY2" fmla="*/ 9 h 960"/>
                </a:gdLst>
                <a:ahLst/>
                <a:cxnLst>
                  <a:cxn ang="0">
                    <a:pos x="connsiteX0" y="connsiteY0"/>
                  </a:cxn>
                  <a:cxn ang="0">
                    <a:pos x="connsiteX1" y="connsiteY1"/>
                  </a:cxn>
                  <a:cxn ang="0">
                    <a:pos x="connsiteX2" y="connsiteY2"/>
                  </a:cxn>
                </a:cxnLst>
                <a:rect l="l" t="t" r="r" b="b"/>
                <a:pathLst>
                  <a:path w="11428" h="960">
                    <a:moveTo>
                      <a:pt x="8113" y="9"/>
                    </a:moveTo>
                    <a:cubicBezTo>
                      <a:pt x="4827" y="-100"/>
                      <a:pt x="-5129" y="792"/>
                      <a:pt x="3318" y="952"/>
                    </a:cubicBezTo>
                    <a:cubicBezTo>
                      <a:pt x="6604" y="1055"/>
                      <a:pt x="16554" y="152"/>
                      <a:pt x="8113"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7" name="Freeform: Shape 906">
                <a:extLst>
                  <a:ext uri="{FF2B5EF4-FFF2-40B4-BE49-F238E27FC236}">
                    <a16:creationId xmlns:a16="http://schemas.microsoft.com/office/drawing/2014/main" id="{4A8E996E-2827-35E0-D0D7-048331EBD2D2}"/>
                  </a:ext>
                </a:extLst>
              </p:cNvPr>
              <p:cNvSpPr/>
              <p:nvPr/>
            </p:nvSpPr>
            <p:spPr>
              <a:xfrm>
                <a:off x="558832" y="6722036"/>
                <a:ext cx="10617" cy="397"/>
              </a:xfrm>
              <a:custGeom>
                <a:avLst/>
                <a:gdLst>
                  <a:gd name="connsiteX0" fmla="*/ 7467 w 10617"/>
                  <a:gd name="connsiteY0" fmla="*/ 381 h 397"/>
                  <a:gd name="connsiteX1" fmla="*/ 3192 w 10617"/>
                  <a:gd name="connsiteY1" fmla="*/ 15 h 397"/>
                  <a:gd name="connsiteX2" fmla="*/ 7467 w 10617"/>
                  <a:gd name="connsiteY2" fmla="*/ 381 h 397"/>
                </a:gdLst>
                <a:ahLst/>
                <a:cxnLst>
                  <a:cxn ang="0">
                    <a:pos x="connsiteX0" y="connsiteY0"/>
                  </a:cxn>
                  <a:cxn ang="0">
                    <a:pos x="connsiteX1" y="connsiteY1"/>
                  </a:cxn>
                  <a:cxn ang="0">
                    <a:pos x="connsiteX2" y="connsiteY2"/>
                  </a:cxn>
                </a:cxnLst>
                <a:rect l="l" t="t" r="r" b="b"/>
                <a:pathLst>
                  <a:path w="10617" h="397">
                    <a:moveTo>
                      <a:pt x="7467" y="381"/>
                    </a:moveTo>
                    <a:cubicBezTo>
                      <a:pt x="4283" y="466"/>
                      <a:pt x="-4769" y="203"/>
                      <a:pt x="3192" y="15"/>
                    </a:cubicBezTo>
                    <a:cubicBezTo>
                      <a:pt x="6346" y="-65"/>
                      <a:pt x="15347" y="192"/>
                      <a:pt x="7467" y="38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8" name="Freeform: Shape 907">
                <a:extLst>
                  <a:ext uri="{FF2B5EF4-FFF2-40B4-BE49-F238E27FC236}">
                    <a16:creationId xmlns:a16="http://schemas.microsoft.com/office/drawing/2014/main" id="{3FB347E3-32BD-1FB5-03FB-03202580050D}"/>
                  </a:ext>
                </a:extLst>
              </p:cNvPr>
              <p:cNvSpPr/>
              <p:nvPr/>
            </p:nvSpPr>
            <p:spPr>
              <a:xfrm>
                <a:off x="425520" y="6712992"/>
                <a:ext cx="10691" cy="130"/>
              </a:xfrm>
              <a:custGeom>
                <a:avLst/>
                <a:gdLst>
                  <a:gd name="connsiteX0" fmla="*/ 7654 w 10691"/>
                  <a:gd name="connsiteY0" fmla="*/ 120 h 130"/>
                  <a:gd name="connsiteX1" fmla="*/ 3127 w 10691"/>
                  <a:gd name="connsiteY1" fmla="*/ 12 h 130"/>
                  <a:gd name="connsiteX2" fmla="*/ 7654 w 10691"/>
                  <a:gd name="connsiteY2" fmla="*/ 120 h 130"/>
                </a:gdLst>
                <a:ahLst/>
                <a:cxnLst>
                  <a:cxn ang="0">
                    <a:pos x="connsiteX0" y="connsiteY0"/>
                  </a:cxn>
                  <a:cxn ang="0">
                    <a:pos x="connsiteX1" y="connsiteY1"/>
                  </a:cxn>
                  <a:cxn ang="0">
                    <a:pos x="connsiteX2" y="connsiteY2"/>
                  </a:cxn>
                </a:cxnLst>
                <a:rect l="l" t="t" r="r" b="b"/>
                <a:pathLst>
                  <a:path w="10691" h="130">
                    <a:moveTo>
                      <a:pt x="7654" y="120"/>
                    </a:moveTo>
                    <a:cubicBezTo>
                      <a:pt x="4476" y="155"/>
                      <a:pt x="-4805" y="98"/>
                      <a:pt x="3127" y="12"/>
                    </a:cubicBezTo>
                    <a:cubicBezTo>
                      <a:pt x="6379" y="-22"/>
                      <a:pt x="15352" y="18"/>
                      <a:pt x="7654" y="1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09" name="Freeform: Shape 908">
                <a:extLst>
                  <a:ext uri="{FF2B5EF4-FFF2-40B4-BE49-F238E27FC236}">
                    <a16:creationId xmlns:a16="http://schemas.microsoft.com/office/drawing/2014/main" id="{7F791083-F660-B698-A092-3382380C8670}"/>
                  </a:ext>
                </a:extLst>
              </p:cNvPr>
              <p:cNvSpPr/>
              <p:nvPr/>
            </p:nvSpPr>
            <p:spPr>
              <a:xfrm>
                <a:off x="-23895" y="6880134"/>
                <a:ext cx="12089" cy="3684"/>
              </a:xfrm>
              <a:custGeom>
                <a:avLst/>
                <a:gdLst>
                  <a:gd name="connsiteX0" fmla="*/ 8539 w 12089"/>
                  <a:gd name="connsiteY0" fmla="*/ 0 h 3684"/>
                  <a:gd name="connsiteX1" fmla="*/ 287 w 12089"/>
                  <a:gd name="connsiteY1" fmla="*/ 1805 h 3684"/>
                  <a:gd name="connsiteX2" fmla="*/ 8539 w 12089"/>
                  <a:gd name="connsiteY2" fmla="*/ 0 h 3684"/>
                </a:gdLst>
                <a:ahLst/>
                <a:cxnLst>
                  <a:cxn ang="0">
                    <a:pos x="connsiteX0" y="connsiteY0"/>
                  </a:cxn>
                  <a:cxn ang="0">
                    <a:pos x="connsiteX1" y="connsiteY1"/>
                  </a:cxn>
                  <a:cxn ang="0">
                    <a:pos x="connsiteX2" y="connsiteY2"/>
                  </a:cxn>
                </a:cxnLst>
                <a:rect l="l" t="t" r="r" b="b"/>
                <a:pathLst>
                  <a:path w="12089" h="3684">
                    <a:moveTo>
                      <a:pt x="8539" y="0"/>
                    </a:moveTo>
                    <a:cubicBezTo>
                      <a:pt x="5471" y="0"/>
                      <a:pt x="1773" y="806"/>
                      <a:pt x="287" y="1805"/>
                    </a:cubicBezTo>
                    <a:cubicBezTo>
                      <a:pt x="-2833" y="6549"/>
                      <a:pt x="20787" y="926"/>
                      <a:pt x="8539"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0" name="Freeform: Shape 909">
                <a:extLst>
                  <a:ext uri="{FF2B5EF4-FFF2-40B4-BE49-F238E27FC236}">
                    <a16:creationId xmlns:a16="http://schemas.microsoft.com/office/drawing/2014/main" id="{29E2B258-98F2-A635-0EC0-6D45852B324D}"/>
                  </a:ext>
                </a:extLst>
              </p:cNvPr>
              <p:cNvSpPr/>
              <p:nvPr/>
            </p:nvSpPr>
            <p:spPr>
              <a:xfrm>
                <a:off x="-770367" y="7378685"/>
                <a:ext cx="14292" cy="4811"/>
              </a:xfrm>
              <a:custGeom>
                <a:avLst/>
                <a:gdLst>
                  <a:gd name="connsiteX0" fmla="*/ 10661 w 14292"/>
                  <a:gd name="connsiteY0" fmla="*/ 54 h 4811"/>
                  <a:gd name="connsiteX1" fmla="*/ 3637 w 14292"/>
                  <a:gd name="connsiteY1" fmla="*/ 4757 h 4811"/>
                  <a:gd name="connsiteX2" fmla="*/ 10661 w 14292"/>
                  <a:gd name="connsiteY2" fmla="*/ 54 h 4811"/>
                </a:gdLst>
                <a:ahLst/>
                <a:cxnLst>
                  <a:cxn ang="0">
                    <a:pos x="connsiteX0" y="connsiteY0"/>
                  </a:cxn>
                  <a:cxn ang="0">
                    <a:pos x="connsiteX1" y="connsiteY1"/>
                  </a:cxn>
                  <a:cxn ang="0">
                    <a:pos x="connsiteX2" y="connsiteY2"/>
                  </a:cxn>
                </a:cxnLst>
                <a:rect l="l" t="t" r="r" b="b"/>
                <a:pathLst>
                  <a:path w="14292" h="4811">
                    <a:moveTo>
                      <a:pt x="10661" y="54"/>
                    </a:moveTo>
                    <a:cubicBezTo>
                      <a:pt x="6712" y="-535"/>
                      <a:pt x="-6244" y="3877"/>
                      <a:pt x="3637" y="4757"/>
                    </a:cubicBezTo>
                    <a:cubicBezTo>
                      <a:pt x="7586" y="5345"/>
                      <a:pt x="20531" y="934"/>
                      <a:pt x="10661" y="5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1" name="Freeform: Shape 910">
                <a:extLst>
                  <a:ext uri="{FF2B5EF4-FFF2-40B4-BE49-F238E27FC236}">
                    <a16:creationId xmlns:a16="http://schemas.microsoft.com/office/drawing/2014/main" id="{AE47A213-ACDD-6CCC-1CB9-08A238E0F3E3}"/>
                  </a:ext>
                </a:extLst>
              </p:cNvPr>
              <p:cNvSpPr/>
              <p:nvPr/>
            </p:nvSpPr>
            <p:spPr>
              <a:xfrm>
                <a:off x="-564611" y="7241215"/>
                <a:ext cx="13706" cy="4489"/>
              </a:xfrm>
              <a:custGeom>
                <a:avLst/>
                <a:gdLst>
                  <a:gd name="connsiteX0" fmla="*/ 10131 w 13706"/>
                  <a:gd name="connsiteY0" fmla="*/ 50 h 4489"/>
                  <a:gd name="connsiteX1" fmla="*/ 3581 w 13706"/>
                  <a:gd name="connsiteY1" fmla="*/ 4439 h 4489"/>
                  <a:gd name="connsiteX2" fmla="*/ 10131 w 13706"/>
                  <a:gd name="connsiteY2" fmla="*/ 50 h 4489"/>
                </a:gdLst>
                <a:ahLst/>
                <a:cxnLst>
                  <a:cxn ang="0">
                    <a:pos x="connsiteX0" y="connsiteY0"/>
                  </a:cxn>
                  <a:cxn ang="0">
                    <a:pos x="connsiteX1" y="connsiteY1"/>
                  </a:cxn>
                  <a:cxn ang="0">
                    <a:pos x="connsiteX2" y="connsiteY2"/>
                  </a:cxn>
                </a:cxnLst>
                <a:rect l="l" t="t" r="r" b="b"/>
                <a:pathLst>
                  <a:path w="13706" h="4489">
                    <a:moveTo>
                      <a:pt x="10131" y="50"/>
                    </a:moveTo>
                    <a:cubicBezTo>
                      <a:pt x="6239" y="-498"/>
                      <a:pt x="-5997" y="3633"/>
                      <a:pt x="3581" y="4439"/>
                    </a:cubicBezTo>
                    <a:cubicBezTo>
                      <a:pt x="7467" y="4988"/>
                      <a:pt x="19698" y="856"/>
                      <a:pt x="10131" y="5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2" name="Freeform: Shape 911">
                <a:extLst>
                  <a:ext uri="{FF2B5EF4-FFF2-40B4-BE49-F238E27FC236}">
                    <a16:creationId xmlns:a16="http://schemas.microsoft.com/office/drawing/2014/main" id="{4EA9460A-72A8-1105-8D2D-1603668691B7}"/>
                  </a:ext>
                </a:extLst>
              </p:cNvPr>
              <p:cNvSpPr/>
              <p:nvPr/>
            </p:nvSpPr>
            <p:spPr>
              <a:xfrm>
                <a:off x="-372486" y="7112848"/>
                <a:ext cx="13166" cy="4195"/>
              </a:xfrm>
              <a:custGeom>
                <a:avLst/>
                <a:gdLst>
                  <a:gd name="connsiteX0" fmla="*/ 9647 w 13166"/>
                  <a:gd name="connsiteY0" fmla="*/ 46 h 4195"/>
                  <a:gd name="connsiteX1" fmla="*/ 3526 w 13166"/>
                  <a:gd name="connsiteY1" fmla="*/ 4149 h 4195"/>
                  <a:gd name="connsiteX2" fmla="*/ 9647 w 13166"/>
                  <a:gd name="connsiteY2" fmla="*/ 46 h 4195"/>
                </a:gdLst>
                <a:ahLst/>
                <a:cxnLst>
                  <a:cxn ang="0">
                    <a:pos x="connsiteX0" y="connsiteY0"/>
                  </a:cxn>
                  <a:cxn ang="0">
                    <a:pos x="connsiteX1" y="connsiteY1"/>
                  </a:cxn>
                  <a:cxn ang="0">
                    <a:pos x="connsiteX2" y="connsiteY2"/>
                  </a:cxn>
                </a:cxnLst>
                <a:rect l="l" t="t" r="r" b="b"/>
                <a:pathLst>
                  <a:path w="13166" h="4195">
                    <a:moveTo>
                      <a:pt x="9647" y="46"/>
                    </a:moveTo>
                    <a:cubicBezTo>
                      <a:pt x="5812" y="-463"/>
                      <a:pt x="-5766" y="3412"/>
                      <a:pt x="3526" y="4149"/>
                    </a:cubicBezTo>
                    <a:cubicBezTo>
                      <a:pt x="7361" y="4658"/>
                      <a:pt x="18923" y="783"/>
                      <a:pt x="9647" y="4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3" name="Freeform: Shape 912">
                <a:extLst>
                  <a:ext uri="{FF2B5EF4-FFF2-40B4-BE49-F238E27FC236}">
                    <a16:creationId xmlns:a16="http://schemas.microsoft.com/office/drawing/2014/main" id="{147722BD-7399-163F-0B15-62BDAA41318C}"/>
                  </a:ext>
                </a:extLst>
              </p:cNvPr>
              <p:cNvSpPr/>
              <p:nvPr/>
            </p:nvSpPr>
            <p:spPr>
              <a:xfrm>
                <a:off x="-192747" y="6992751"/>
                <a:ext cx="12666" cy="3926"/>
              </a:xfrm>
              <a:custGeom>
                <a:avLst/>
                <a:gdLst>
                  <a:gd name="connsiteX0" fmla="*/ 9205 w 12666"/>
                  <a:gd name="connsiteY0" fmla="*/ 43 h 3926"/>
                  <a:gd name="connsiteX1" fmla="*/ 3467 w 12666"/>
                  <a:gd name="connsiteY1" fmla="*/ 3883 h 3926"/>
                  <a:gd name="connsiteX2" fmla="*/ 9205 w 12666"/>
                  <a:gd name="connsiteY2" fmla="*/ 43 h 3926"/>
                </a:gdLst>
                <a:ahLst/>
                <a:cxnLst>
                  <a:cxn ang="0">
                    <a:pos x="connsiteX0" y="connsiteY0"/>
                  </a:cxn>
                  <a:cxn ang="0">
                    <a:pos x="connsiteX1" y="connsiteY1"/>
                  </a:cxn>
                  <a:cxn ang="0">
                    <a:pos x="connsiteX2" y="connsiteY2"/>
                  </a:cxn>
                </a:cxnLst>
                <a:rect l="l" t="t" r="r" b="b"/>
                <a:pathLst>
                  <a:path w="12666" h="3926">
                    <a:moveTo>
                      <a:pt x="9205" y="43"/>
                    </a:moveTo>
                    <a:cubicBezTo>
                      <a:pt x="5427" y="-432"/>
                      <a:pt x="-5546" y="3203"/>
                      <a:pt x="3467" y="3883"/>
                    </a:cubicBezTo>
                    <a:cubicBezTo>
                      <a:pt x="7244" y="4363"/>
                      <a:pt x="18206" y="722"/>
                      <a:pt x="9205" y="4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4" name="Freeform: Shape 913">
                <a:extLst>
                  <a:ext uri="{FF2B5EF4-FFF2-40B4-BE49-F238E27FC236}">
                    <a16:creationId xmlns:a16="http://schemas.microsoft.com/office/drawing/2014/main" id="{80B9081E-C8AA-572A-67FB-266C36B0321C}"/>
                  </a:ext>
                </a:extLst>
              </p:cNvPr>
              <p:cNvSpPr/>
              <p:nvPr/>
            </p:nvSpPr>
            <p:spPr>
              <a:xfrm>
                <a:off x="1808471" y="6284960"/>
                <a:ext cx="7568" cy="4753"/>
              </a:xfrm>
              <a:custGeom>
                <a:avLst/>
                <a:gdLst>
                  <a:gd name="connsiteX0" fmla="*/ 4869 w 7568"/>
                  <a:gd name="connsiteY0" fmla="*/ 2619 h 4753"/>
                  <a:gd name="connsiteX1" fmla="*/ 57 w 7568"/>
                  <a:gd name="connsiteY1" fmla="*/ 4740 h 4753"/>
                  <a:gd name="connsiteX2" fmla="*/ 4869 w 7568"/>
                  <a:gd name="connsiteY2" fmla="*/ 2619 h 4753"/>
                </a:gdLst>
                <a:ahLst/>
                <a:cxnLst>
                  <a:cxn ang="0">
                    <a:pos x="connsiteX0" y="connsiteY0"/>
                  </a:cxn>
                  <a:cxn ang="0">
                    <a:pos x="connsiteX1" y="connsiteY1"/>
                  </a:cxn>
                  <a:cxn ang="0">
                    <a:pos x="connsiteX2" y="connsiteY2"/>
                  </a:cxn>
                </a:cxnLst>
                <a:rect l="l" t="t" r="r" b="b"/>
                <a:pathLst>
                  <a:path w="7568" h="4753">
                    <a:moveTo>
                      <a:pt x="4869" y="2619"/>
                    </a:moveTo>
                    <a:cubicBezTo>
                      <a:pt x="2863" y="3933"/>
                      <a:pt x="709" y="4877"/>
                      <a:pt x="57" y="4740"/>
                    </a:cubicBezTo>
                    <a:cubicBezTo>
                      <a:pt x="-1012" y="2785"/>
                      <a:pt x="13367" y="-3513"/>
                      <a:pt x="4869" y="26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5" name="Freeform: Shape 914">
                <a:extLst>
                  <a:ext uri="{FF2B5EF4-FFF2-40B4-BE49-F238E27FC236}">
                    <a16:creationId xmlns:a16="http://schemas.microsoft.com/office/drawing/2014/main" id="{7A0D5C05-4459-7430-F833-9DF79D2477C5}"/>
                  </a:ext>
                </a:extLst>
              </p:cNvPr>
              <p:cNvSpPr/>
              <p:nvPr/>
            </p:nvSpPr>
            <p:spPr>
              <a:xfrm>
                <a:off x="1496197" y="6166577"/>
                <a:ext cx="8170" cy="323"/>
              </a:xfrm>
              <a:custGeom>
                <a:avLst/>
                <a:gdLst>
                  <a:gd name="connsiteX0" fmla="*/ 5385 w 8170"/>
                  <a:gd name="connsiteY0" fmla="*/ 79 h 323"/>
                  <a:gd name="connsiteX1" fmla="*/ 24 w 8170"/>
                  <a:gd name="connsiteY1" fmla="*/ 302 h 323"/>
                  <a:gd name="connsiteX2" fmla="*/ 5385 w 8170"/>
                  <a:gd name="connsiteY2" fmla="*/ 79 h 323"/>
                </a:gdLst>
                <a:ahLst/>
                <a:cxnLst>
                  <a:cxn ang="0">
                    <a:pos x="connsiteX0" y="connsiteY0"/>
                  </a:cxn>
                  <a:cxn ang="0">
                    <a:pos x="connsiteX1" y="connsiteY1"/>
                  </a:cxn>
                  <a:cxn ang="0">
                    <a:pos x="connsiteX2" y="connsiteY2"/>
                  </a:cxn>
                </a:cxnLst>
                <a:rect l="l" t="t" r="r" b="b"/>
                <a:pathLst>
                  <a:path w="8170" h="323">
                    <a:moveTo>
                      <a:pt x="5385" y="79"/>
                    </a:moveTo>
                    <a:cubicBezTo>
                      <a:pt x="3190" y="159"/>
                      <a:pt x="790" y="256"/>
                      <a:pt x="24" y="302"/>
                    </a:cubicBezTo>
                    <a:cubicBezTo>
                      <a:pt x="-673" y="450"/>
                      <a:pt x="14163" y="-224"/>
                      <a:pt x="5385" y="7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6" name="Freeform: Shape 915">
                <a:extLst>
                  <a:ext uri="{FF2B5EF4-FFF2-40B4-BE49-F238E27FC236}">
                    <a16:creationId xmlns:a16="http://schemas.microsoft.com/office/drawing/2014/main" id="{16A7BE0A-3E13-33FD-0B83-5F0D62A97BC6}"/>
                  </a:ext>
                </a:extLst>
              </p:cNvPr>
              <p:cNvSpPr/>
              <p:nvPr/>
            </p:nvSpPr>
            <p:spPr>
              <a:xfrm>
                <a:off x="1578983" y="6178960"/>
                <a:ext cx="8101" cy="1476"/>
              </a:xfrm>
              <a:custGeom>
                <a:avLst/>
                <a:gdLst>
                  <a:gd name="connsiteX0" fmla="*/ 5266 w 8101"/>
                  <a:gd name="connsiteY0" fmla="*/ 1189 h 1476"/>
                  <a:gd name="connsiteX1" fmla="*/ 43 w 8101"/>
                  <a:gd name="connsiteY1" fmla="*/ 1309 h 1476"/>
                  <a:gd name="connsiteX2" fmla="*/ 5266 w 8101"/>
                  <a:gd name="connsiteY2" fmla="*/ 1189 h 1476"/>
                </a:gdLst>
                <a:ahLst/>
                <a:cxnLst>
                  <a:cxn ang="0">
                    <a:pos x="connsiteX0" y="connsiteY0"/>
                  </a:cxn>
                  <a:cxn ang="0">
                    <a:pos x="connsiteX1" y="connsiteY1"/>
                  </a:cxn>
                  <a:cxn ang="0">
                    <a:pos x="connsiteX2" y="connsiteY2"/>
                  </a:cxn>
                </a:cxnLst>
                <a:rect l="l" t="t" r="r" b="b"/>
                <a:pathLst>
                  <a:path w="8101" h="1476">
                    <a:moveTo>
                      <a:pt x="5266" y="1189"/>
                    </a:moveTo>
                    <a:cubicBezTo>
                      <a:pt x="3117" y="1521"/>
                      <a:pt x="780" y="1572"/>
                      <a:pt x="43" y="1309"/>
                    </a:cubicBezTo>
                    <a:cubicBezTo>
                      <a:pt x="-900" y="-336"/>
                      <a:pt x="14193" y="-491"/>
                      <a:pt x="5266" y="118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7" name="Freeform: Shape 916">
                <a:extLst>
                  <a:ext uri="{FF2B5EF4-FFF2-40B4-BE49-F238E27FC236}">
                    <a16:creationId xmlns:a16="http://schemas.microsoft.com/office/drawing/2014/main" id="{B5BDC816-0AAC-EF1C-526F-E543B6546F93}"/>
                  </a:ext>
                </a:extLst>
              </p:cNvPr>
              <p:cNvSpPr/>
              <p:nvPr/>
            </p:nvSpPr>
            <p:spPr>
              <a:xfrm>
                <a:off x="1410467" y="6198196"/>
                <a:ext cx="8502" cy="1962"/>
              </a:xfrm>
              <a:custGeom>
                <a:avLst/>
                <a:gdLst>
                  <a:gd name="connsiteX0" fmla="*/ 5681 w 8502"/>
                  <a:gd name="connsiteY0" fmla="*/ 18 h 1962"/>
                  <a:gd name="connsiteX1" fmla="*/ 2824 w 8502"/>
                  <a:gd name="connsiteY1" fmla="*/ 1945 h 1962"/>
                  <a:gd name="connsiteX2" fmla="*/ 5681 w 8502"/>
                  <a:gd name="connsiteY2" fmla="*/ 18 h 1962"/>
                </a:gdLst>
                <a:ahLst/>
                <a:cxnLst>
                  <a:cxn ang="0">
                    <a:pos x="connsiteX0" y="connsiteY0"/>
                  </a:cxn>
                  <a:cxn ang="0">
                    <a:pos x="connsiteX1" y="connsiteY1"/>
                  </a:cxn>
                  <a:cxn ang="0">
                    <a:pos x="connsiteX2" y="connsiteY2"/>
                  </a:cxn>
                </a:cxnLst>
                <a:rect l="l" t="t" r="r" b="b"/>
                <a:pathLst>
                  <a:path w="8502" h="1962">
                    <a:moveTo>
                      <a:pt x="5681" y="18"/>
                    </a:moveTo>
                    <a:cubicBezTo>
                      <a:pt x="2509" y="-205"/>
                      <a:pt x="-3600" y="1664"/>
                      <a:pt x="2824" y="1945"/>
                    </a:cubicBezTo>
                    <a:cubicBezTo>
                      <a:pt x="5995" y="2167"/>
                      <a:pt x="12099" y="293"/>
                      <a:pt x="5681" y="1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8" name="Freeform: Shape 917">
                <a:extLst>
                  <a:ext uri="{FF2B5EF4-FFF2-40B4-BE49-F238E27FC236}">
                    <a16:creationId xmlns:a16="http://schemas.microsoft.com/office/drawing/2014/main" id="{B0B4DF3F-E03B-A422-8CCC-C5076BC9AC33}"/>
                  </a:ext>
                </a:extLst>
              </p:cNvPr>
              <p:cNvSpPr/>
              <p:nvPr/>
            </p:nvSpPr>
            <p:spPr>
              <a:xfrm>
                <a:off x="1658699" y="6215426"/>
                <a:ext cx="7933" cy="2749"/>
              </a:xfrm>
              <a:custGeom>
                <a:avLst/>
                <a:gdLst>
                  <a:gd name="connsiteX0" fmla="*/ 5148 w 7933"/>
                  <a:gd name="connsiteY0" fmla="*/ 2053 h 2749"/>
                  <a:gd name="connsiteX1" fmla="*/ 62 w 7933"/>
                  <a:gd name="connsiteY1" fmla="*/ 2550 h 2749"/>
                  <a:gd name="connsiteX2" fmla="*/ 5148 w 7933"/>
                  <a:gd name="connsiteY2" fmla="*/ 2053 h 2749"/>
                </a:gdLst>
                <a:ahLst/>
                <a:cxnLst>
                  <a:cxn ang="0">
                    <a:pos x="connsiteX0" y="connsiteY0"/>
                  </a:cxn>
                  <a:cxn ang="0">
                    <a:pos x="connsiteX1" y="connsiteY1"/>
                  </a:cxn>
                  <a:cxn ang="0">
                    <a:pos x="connsiteX2" y="connsiteY2"/>
                  </a:cxn>
                </a:cxnLst>
                <a:rect l="l" t="t" r="r" b="b"/>
                <a:pathLst>
                  <a:path w="7933" h="2749">
                    <a:moveTo>
                      <a:pt x="5148" y="2053"/>
                    </a:moveTo>
                    <a:cubicBezTo>
                      <a:pt x="3051" y="2728"/>
                      <a:pt x="776" y="2950"/>
                      <a:pt x="62" y="2550"/>
                    </a:cubicBezTo>
                    <a:cubicBezTo>
                      <a:pt x="-1075" y="-4"/>
                      <a:pt x="13966" y="-1387"/>
                      <a:pt x="5148" y="20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19" name="Freeform: Shape 918">
                <a:extLst>
                  <a:ext uri="{FF2B5EF4-FFF2-40B4-BE49-F238E27FC236}">
                    <a16:creationId xmlns:a16="http://schemas.microsoft.com/office/drawing/2014/main" id="{117DD8C7-83A6-1FA2-F229-9056489AA65C}"/>
                  </a:ext>
                </a:extLst>
              </p:cNvPr>
              <p:cNvSpPr/>
              <p:nvPr/>
            </p:nvSpPr>
            <p:spPr>
              <a:xfrm>
                <a:off x="1735237" y="6257089"/>
                <a:ext cx="7767" cy="3859"/>
              </a:xfrm>
              <a:custGeom>
                <a:avLst/>
                <a:gdLst>
                  <a:gd name="connsiteX0" fmla="*/ 5020 w 7767"/>
                  <a:gd name="connsiteY0" fmla="*/ 2539 h 3859"/>
                  <a:gd name="connsiteX1" fmla="*/ 71 w 7767"/>
                  <a:gd name="connsiteY1" fmla="*/ 3751 h 3859"/>
                  <a:gd name="connsiteX2" fmla="*/ 5020 w 7767"/>
                  <a:gd name="connsiteY2" fmla="*/ 2539 h 3859"/>
                </a:gdLst>
                <a:ahLst/>
                <a:cxnLst>
                  <a:cxn ang="0">
                    <a:pos x="connsiteX0" y="connsiteY0"/>
                  </a:cxn>
                  <a:cxn ang="0">
                    <a:pos x="connsiteX1" y="connsiteY1"/>
                  </a:cxn>
                  <a:cxn ang="0">
                    <a:pos x="connsiteX2" y="connsiteY2"/>
                  </a:cxn>
                </a:cxnLst>
                <a:rect l="l" t="t" r="r" b="b"/>
                <a:pathLst>
                  <a:path w="7767" h="3859">
                    <a:moveTo>
                      <a:pt x="5020" y="2539"/>
                    </a:moveTo>
                    <a:cubicBezTo>
                      <a:pt x="2968" y="3568"/>
                      <a:pt x="757" y="4105"/>
                      <a:pt x="71" y="3751"/>
                    </a:cubicBezTo>
                    <a:cubicBezTo>
                      <a:pt x="-1141" y="1122"/>
                      <a:pt x="13724" y="-2530"/>
                      <a:pt x="5020" y="253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0" name="Freeform: Shape 919">
                <a:extLst>
                  <a:ext uri="{FF2B5EF4-FFF2-40B4-BE49-F238E27FC236}">
                    <a16:creationId xmlns:a16="http://schemas.microsoft.com/office/drawing/2014/main" id="{49B4B4F8-B679-E3AE-8174-89762962D568}"/>
                  </a:ext>
                </a:extLst>
              </p:cNvPr>
              <p:cNvSpPr/>
              <p:nvPr/>
            </p:nvSpPr>
            <p:spPr>
              <a:xfrm>
                <a:off x="1131479" y="6385929"/>
                <a:ext cx="9180" cy="2262"/>
              </a:xfrm>
              <a:custGeom>
                <a:avLst/>
                <a:gdLst>
                  <a:gd name="connsiteX0" fmla="*/ 6239 w 9180"/>
                  <a:gd name="connsiteY0" fmla="*/ 22 h 2262"/>
                  <a:gd name="connsiteX1" fmla="*/ 2948 w 9180"/>
                  <a:gd name="connsiteY1" fmla="*/ 2240 h 2262"/>
                  <a:gd name="connsiteX2" fmla="*/ 6239 w 9180"/>
                  <a:gd name="connsiteY2" fmla="*/ 22 h 2262"/>
                </a:gdLst>
                <a:ahLst/>
                <a:cxnLst>
                  <a:cxn ang="0">
                    <a:pos x="connsiteX0" y="connsiteY0"/>
                  </a:cxn>
                  <a:cxn ang="0">
                    <a:pos x="connsiteX1" y="connsiteY1"/>
                  </a:cxn>
                  <a:cxn ang="0">
                    <a:pos x="connsiteX2" y="connsiteY2"/>
                  </a:cxn>
                </a:cxnLst>
                <a:rect l="l" t="t" r="r" b="b"/>
                <a:pathLst>
                  <a:path w="9180" h="2262">
                    <a:moveTo>
                      <a:pt x="6239" y="22"/>
                    </a:moveTo>
                    <a:cubicBezTo>
                      <a:pt x="2953" y="-241"/>
                      <a:pt x="-3933" y="1902"/>
                      <a:pt x="2948" y="2240"/>
                    </a:cubicBezTo>
                    <a:cubicBezTo>
                      <a:pt x="6228" y="2503"/>
                      <a:pt x="13109" y="360"/>
                      <a:pt x="6239" y="22"/>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1" name="Freeform: Shape 920">
                <a:extLst>
                  <a:ext uri="{FF2B5EF4-FFF2-40B4-BE49-F238E27FC236}">
                    <a16:creationId xmlns:a16="http://schemas.microsoft.com/office/drawing/2014/main" id="{7433CA68-A1A2-F81E-E5AC-0872C82D110B}"/>
                  </a:ext>
                </a:extLst>
              </p:cNvPr>
              <p:cNvSpPr/>
              <p:nvPr/>
            </p:nvSpPr>
            <p:spPr>
              <a:xfrm>
                <a:off x="1028115" y="6475590"/>
                <a:ext cx="9515" cy="4447"/>
              </a:xfrm>
              <a:custGeom>
                <a:avLst/>
                <a:gdLst>
                  <a:gd name="connsiteX0" fmla="*/ 6516 w 9515"/>
                  <a:gd name="connsiteY0" fmla="*/ 30 h 4447"/>
                  <a:gd name="connsiteX1" fmla="*/ 3002 w 9515"/>
                  <a:gd name="connsiteY1" fmla="*/ 4419 h 4447"/>
                  <a:gd name="connsiteX2" fmla="*/ 6516 w 9515"/>
                  <a:gd name="connsiteY2" fmla="*/ 30 h 4447"/>
                </a:gdLst>
                <a:ahLst/>
                <a:cxnLst>
                  <a:cxn ang="0">
                    <a:pos x="connsiteX0" y="connsiteY0"/>
                  </a:cxn>
                  <a:cxn ang="0">
                    <a:pos x="connsiteX1" y="connsiteY1"/>
                  </a:cxn>
                  <a:cxn ang="0">
                    <a:pos x="connsiteX2" y="connsiteY2"/>
                  </a:cxn>
                </a:cxnLst>
                <a:rect l="l" t="t" r="r" b="b"/>
                <a:pathLst>
                  <a:path w="9515" h="4447">
                    <a:moveTo>
                      <a:pt x="6516" y="30"/>
                    </a:moveTo>
                    <a:cubicBezTo>
                      <a:pt x="2830" y="-399"/>
                      <a:pt x="-3936" y="3864"/>
                      <a:pt x="3002" y="4419"/>
                    </a:cubicBezTo>
                    <a:cubicBezTo>
                      <a:pt x="6676" y="4831"/>
                      <a:pt x="13454" y="567"/>
                      <a:pt x="6516" y="3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2" name="Freeform: Shape 921">
                <a:extLst>
                  <a:ext uri="{FF2B5EF4-FFF2-40B4-BE49-F238E27FC236}">
                    <a16:creationId xmlns:a16="http://schemas.microsoft.com/office/drawing/2014/main" id="{FF3146AA-A3FD-96C1-5FB7-C3F2A5639E7C}"/>
                  </a:ext>
                </a:extLst>
              </p:cNvPr>
              <p:cNvSpPr/>
              <p:nvPr/>
            </p:nvSpPr>
            <p:spPr>
              <a:xfrm>
                <a:off x="1321784" y="6257894"/>
                <a:ext cx="8715" cy="2055"/>
              </a:xfrm>
              <a:custGeom>
                <a:avLst/>
                <a:gdLst>
                  <a:gd name="connsiteX0" fmla="*/ 5855 w 8715"/>
                  <a:gd name="connsiteY0" fmla="*/ 19 h 2055"/>
                  <a:gd name="connsiteX1" fmla="*/ 2866 w 8715"/>
                  <a:gd name="connsiteY1" fmla="*/ 2036 h 2055"/>
                  <a:gd name="connsiteX2" fmla="*/ 5855 w 8715"/>
                  <a:gd name="connsiteY2" fmla="*/ 19 h 2055"/>
                </a:gdLst>
                <a:ahLst/>
                <a:cxnLst>
                  <a:cxn ang="0">
                    <a:pos x="connsiteX0" y="connsiteY0"/>
                  </a:cxn>
                  <a:cxn ang="0">
                    <a:pos x="connsiteX1" y="connsiteY1"/>
                  </a:cxn>
                  <a:cxn ang="0">
                    <a:pos x="connsiteX2" y="connsiteY2"/>
                  </a:cxn>
                </a:cxnLst>
                <a:rect l="l" t="t" r="r" b="b"/>
                <a:pathLst>
                  <a:path w="8715" h="2055">
                    <a:moveTo>
                      <a:pt x="5855" y="19"/>
                    </a:moveTo>
                    <a:cubicBezTo>
                      <a:pt x="2643" y="-215"/>
                      <a:pt x="-3706" y="1739"/>
                      <a:pt x="2866" y="2036"/>
                    </a:cubicBezTo>
                    <a:cubicBezTo>
                      <a:pt x="6072" y="2271"/>
                      <a:pt x="12416" y="317"/>
                      <a:pt x="5855"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3" name="Freeform: Shape 922">
                <a:extLst>
                  <a:ext uri="{FF2B5EF4-FFF2-40B4-BE49-F238E27FC236}">
                    <a16:creationId xmlns:a16="http://schemas.microsoft.com/office/drawing/2014/main" id="{C4F5C4F6-7001-8870-1037-2023937BF6C9}"/>
                  </a:ext>
                </a:extLst>
              </p:cNvPr>
              <p:cNvSpPr/>
              <p:nvPr/>
            </p:nvSpPr>
            <p:spPr>
              <a:xfrm>
                <a:off x="918917" y="6617878"/>
                <a:ext cx="9788" cy="4316"/>
              </a:xfrm>
              <a:custGeom>
                <a:avLst/>
                <a:gdLst>
                  <a:gd name="connsiteX0" fmla="*/ 6741 w 9788"/>
                  <a:gd name="connsiteY0" fmla="*/ 23 h 4316"/>
                  <a:gd name="connsiteX1" fmla="*/ 3049 w 9788"/>
                  <a:gd name="connsiteY1" fmla="*/ 4292 h 4316"/>
                  <a:gd name="connsiteX2" fmla="*/ 6741 w 9788"/>
                  <a:gd name="connsiteY2" fmla="*/ 23 h 4316"/>
                </a:gdLst>
                <a:ahLst/>
                <a:cxnLst>
                  <a:cxn ang="0">
                    <a:pos x="connsiteX0" y="connsiteY0"/>
                  </a:cxn>
                  <a:cxn ang="0">
                    <a:pos x="connsiteX1" y="connsiteY1"/>
                  </a:cxn>
                  <a:cxn ang="0">
                    <a:pos x="connsiteX2" y="connsiteY2"/>
                  </a:cxn>
                </a:cxnLst>
                <a:rect l="l" t="t" r="r" b="b"/>
                <a:pathLst>
                  <a:path w="9788" h="4316">
                    <a:moveTo>
                      <a:pt x="6741" y="23"/>
                    </a:moveTo>
                    <a:cubicBezTo>
                      <a:pt x="3095" y="-349"/>
                      <a:pt x="-4106" y="3841"/>
                      <a:pt x="3049" y="4292"/>
                    </a:cubicBezTo>
                    <a:cubicBezTo>
                      <a:pt x="6712" y="4675"/>
                      <a:pt x="13885" y="498"/>
                      <a:pt x="6741" y="2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4" name="Freeform: Shape 923">
                <a:extLst>
                  <a:ext uri="{FF2B5EF4-FFF2-40B4-BE49-F238E27FC236}">
                    <a16:creationId xmlns:a16="http://schemas.microsoft.com/office/drawing/2014/main" id="{3E1F1E12-48DD-7E03-E16A-8BB5FEDF0F0D}"/>
                  </a:ext>
                </a:extLst>
              </p:cNvPr>
              <p:cNvSpPr/>
              <p:nvPr/>
            </p:nvSpPr>
            <p:spPr>
              <a:xfrm>
                <a:off x="804963" y="6702546"/>
                <a:ext cx="9949" cy="1546"/>
              </a:xfrm>
              <a:custGeom>
                <a:avLst/>
                <a:gdLst>
                  <a:gd name="connsiteX0" fmla="*/ 6698 w 9949"/>
                  <a:gd name="connsiteY0" fmla="*/ 0 h 1546"/>
                  <a:gd name="connsiteX1" fmla="*/ 80 w 9949"/>
                  <a:gd name="connsiteY1" fmla="*/ 857 h 1546"/>
                  <a:gd name="connsiteX2" fmla="*/ 6698 w 9949"/>
                  <a:gd name="connsiteY2" fmla="*/ 0 h 1546"/>
                </a:gdLst>
                <a:ahLst/>
                <a:cxnLst>
                  <a:cxn ang="0">
                    <a:pos x="connsiteX0" y="connsiteY0"/>
                  </a:cxn>
                  <a:cxn ang="0">
                    <a:pos x="connsiteX1" y="connsiteY1"/>
                  </a:cxn>
                  <a:cxn ang="0">
                    <a:pos x="connsiteX2" y="connsiteY2"/>
                  </a:cxn>
                </a:cxnLst>
                <a:rect l="l" t="t" r="r" b="b"/>
                <a:pathLst>
                  <a:path w="9949" h="1546">
                    <a:moveTo>
                      <a:pt x="6698" y="0"/>
                    </a:moveTo>
                    <a:cubicBezTo>
                      <a:pt x="4103" y="52"/>
                      <a:pt x="1143" y="440"/>
                      <a:pt x="80" y="857"/>
                    </a:cubicBezTo>
                    <a:cubicBezTo>
                      <a:pt x="-1360" y="2749"/>
                      <a:pt x="17242" y="160"/>
                      <a:pt x="6698"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5" name="Freeform: Shape 924">
                <a:extLst>
                  <a:ext uri="{FF2B5EF4-FFF2-40B4-BE49-F238E27FC236}">
                    <a16:creationId xmlns:a16="http://schemas.microsoft.com/office/drawing/2014/main" id="{DEB4394C-5D0A-9005-2104-77BD14AAF5DF}"/>
                  </a:ext>
                </a:extLst>
              </p:cNvPr>
              <p:cNvSpPr/>
              <p:nvPr/>
            </p:nvSpPr>
            <p:spPr>
              <a:xfrm>
                <a:off x="1228899" y="6320398"/>
                <a:ext cx="8942" cy="2155"/>
              </a:xfrm>
              <a:custGeom>
                <a:avLst/>
                <a:gdLst>
                  <a:gd name="connsiteX0" fmla="*/ 6043 w 8942"/>
                  <a:gd name="connsiteY0" fmla="*/ 21 h 2155"/>
                  <a:gd name="connsiteX1" fmla="*/ 2905 w 8942"/>
                  <a:gd name="connsiteY1" fmla="*/ 2135 h 2155"/>
                  <a:gd name="connsiteX2" fmla="*/ 6043 w 8942"/>
                  <a:gd name="connsiteY2" fmla="*/ 21 h 2155"/>
                </a:gdLst>
                <a:ahLst/>
                <a:cxnLst>
                  <a:cxn ang="0">
                    <a:pos x="connsiteX0" y="connsiteY0"/>
                  </a:cxn>
                  <a:cxn ang="0">
                    <a:pos x="connsiteX1" y="connsiteY1"/>
                  </a:cxn>
                  <a:cxn ang="0">
                    <a:pos x="connsiteX2" y="connsiteY2"/>
                  </a:cxn>
                </a:cxnLst>
                <a:rect l="l" t="t" r="r" b="b"/>
                <a:pathLst>
                  <a:path w="8942" h="2155">
                    <a:moveTo>
                      <a:pt x="6043" y="21"/>
                    </a:moveTo>
                    <a:cubicBezTo>
                      <a:pt x="2791" y="-226"/>
                      <a:pt x="-3815" y="1820"/>
                      <a:pt x="2905" y="2135"/>
                    </a:cubicBezTo>
                    <a:cubicBezTo>
                      <a:pt x="6152" y="2381"/>
                      <a:pt x="12752" y="334"/>
                      <a:pt x="6043"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6" name="Freeform: Shape 925">
                <a:extLst>
                  <a:ext uri="{FF2B5EF4-FFF2-40B4-BE49-F238E27FC236}">
                    <a16:creationId xmlns:a16="http://schemas.microsoft.com/office/drawing/2014/main" id="{13502BB6-2E65-101C-F7BF-F75A77EDEC14}"/>
                  </a:ext>
                </a:extLst>
              </p:cNvPr>
              <p:cNvSpPr/>
              <p:nvPr/>
            </p:nvSpPr>
            <p:spPr>
              <a:xfrm>
                <a:off x="-990858" y="7526146"/>
                <a:ext cx="14523" cy="5162"/>
              </a:xfrm>
              <a:custGeom>
                <a:avLst/>
                <a:gdLst>
                  <a:gd name="connsiteX0" fmla="*/ 11091 w 14523"/>
                  <a:gd name="connsiteY0" fmla="*/ 0 h 5162"/>
                  <a:gd name="connsiteX1" fmla="*/ 9 w 14523"/>
                  <a:gd name="connsiteY1" fmla="*/ 4303 h 5162"/>
                  <a:gd name="connsiteX2" fmla="*/ 11091 w 14523"/>
                  <a:gd name="connsiteY2" fmla="*/ 0 h 5162"/>
                </a:gdLst>
                <a:ahLst/>
                <a:cxnLst>
                  <a:cxn ang="0">
                    <a:pos x="connsiteX0" y="connsiteY0"/>
                  </a:cxn>
                  <a:cxn ang="0">
                    <a:pos x="connsiteX1" y="connsiteY1"/>
                  </a:cxn>
                  <a:cxn ang="0">
                    <a:pos x="connsiteX2" y="connsiteY2"/>
                  </a:cxn>
                </a:cxnLst>
                <a:rect l="l" t="t" r="r" b="b"/>
                <a:pathLst>
                  <a:path w="14523" h="5162">
                    <a:moveTo>
                      <a:pt x="11091" y="0"/>
                    </a:moveTo>
                    <a:cubicBezTo>
                      <a:pt x="8182" y="223"/>
                      <a:pt x="-317" y="772"/>
                      <a:pt x="9" y="4303"/>
                    </a:cubicBezTo>
                    <a:cubicBezTo>
                      <a:pt x="2873" y="7373"/>
                      <a:pt x="22252" y="1332"/>
                      <a:pt x="11091"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7" name="Freeform: Shape 926">
                <a:extLst>
                  <a:ext uri="{FF2B5EF4-FFF2-40B4-BE49-F238E27FC236}">
                    <a16:creationId xmlns:a16="http://schemas.microsoft.com/office/drawing/2014/main" id="{E3A66545-1D86-1D19-2177-4E99EFE8D258}"/>
                  </a:ext>
                </a:extLst>
              </p:cNvPr>
              <p:cNvSpPr/>
              <p:nvPr/>
            </p:nvSpPr>
            <p:spPr>
              <a:xfrm>
                <a:off x="1683461" y="6397332"/>
                <a:ext cx="6874" cy="2958"/>
              </a:xfrm>
              <a:custGeom>
                <a:avLst/>
                <a:gdLst>
                  <a:gd name="connsiteX0" fmla="*/ 4755 w 6874"/>
                  <a:gd name="connsiteY0" fmla="*/ 953 h 2958"/>
                  <a:gd name="connsiteX1" fmla="*/ 0 w 6874"/>
                  <a:gd name="connsiteY1" fmla="*/ 2958 h 2958"/>
                  <a:gd name="connsiteX2" fmla="*/ 4755 w 6874"/>
                  <a:gd name="connsiteY2" fmla="*/ 953 h 2958"/>
                </a:gdLst>
                <a:ahLst/>
                <a:cxnLst>
                  <a:cxn ang="0">
                    <a:pos x="connsiteX0" y="connsiteY0"/>
                  </a:cxn>
                  <a:cxn ang="0">
                    <a:pos x="connsiteX1" y="connsiteY1"/>
                  </a:cxn>
                  <a:cxn ang="0">
                    <a:pos x="connsiteX2" y="connsiteY2"/>
                  </a:cxn>
                </a:cxnLst>
                <a:rect l="l" t="t" r="r" b="b"/>
                <a:pathLst>
                  <a:path w="6874" h="2958">
                    <a:moveTo>
                      <a:pt x="4755" y="953"/>
                    </a:moveTo>
                    <a:cubicBezTo>
                      <a:pt x="3372" y="1553"/>
                      <a:pt x="1137" y="2507"/>
                      <a:pt x="0" y="2958"/>
                    </a:cubicBezTo>
                    <a:cubicBezTo>
                      <a:pt x="623" y="2536"/>
                      <a:pt x="11310" y="-1905"/>
                      <a:pt x="4755" y="95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8" name="Freeform: Shape 927">
                <a:extLst>
                  <a:ext uri="{FF2B5EF4-FFF2-40B4-BE49-F238E27FC236}">
                    <a16:creationId xmlns:a16="http://schemas.microsoft.com/office/drawing/2014/main" id="{746F1346-8F72-164F-1EEA-3DC8031D7C5F}"/>
                  </a:ext>
                </a:extLst>
              </p:cNvPr>
              <p:cNvSpPr/>
              <p:nvPr/>
            </p:nvSpPr>
            <p:spPr>
              <a:xfrm>
                <a:off x="-2223" y="6723734"/>
                <a:ext cx="11602" cy="935"/>
              </a:xfrm>
              <a:custGeom>
                <a:avLst/>
                <a:gdLst>
                  <a:gd name="connsiteX0" fmla="*/ 8333 w 11602"/>
                  <a:gd name="connsiteY0" fmla="*/ 9 h 935"/>
                  <a:gd name="connsiteX1" fmla="*/ 3263 w 11602"/>
                  <a:gd name="connsiteY1" fmla="*/ 928 h 935"/>
                  <a:gd name="connsiteX2" fmla="*/ 8333 w 11602"/>
                  <a:gd name="connsiteY2" fmla="*/ 9 h 935"/>
                </a:gdLst>
                <a:ahLst/>
                <a:cxnLst>
                  <a:cxn ang="0">
                    <a:pos x="connsiteX0" y="connsiteY0"/>
                  </a:cxn>
                  <a:cxn ang="0">
                    <a:pos x="connsiteX1" y="connsiteY1"/>
                  </a:cxn>
                  <a:cxn ang="0">
                    <a:pos x="connsiteX2" y="connsiteY2"/>
                  </a:cxn>
                </a:cxnLst>
                <a:rect l="l" t="t" r="r" b="b"/>
                <a:pathLst>
                  <a:path w="11602" h="935">
                    <a:moveTo>
                      <a:pt x="8333" y="9"/>
                    </a:moveTo>
                    <a:cubicBezTo>
                      <a:pt x="5115" y="-95"/>
                      <a:pt x="-5206" y="757"/>
                      <a:pt x="3263" y="928"/>
                    </a:cubicBezTo>
                    <a:cubicBezTo>
                      <a:pt x="6504" y="1026"/>
                      <a:pt x="16808" y="163"/>
                      <a:pt x="8333" y="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29" name="Freeform: Shape 928">
                <a:extLst>
                  <a:ext uri="{FF2B5EF4-FFF2-40B4-BE49-F238E27FC236}">
                    <a16:creationId xmlns:a16="http://schemas.microsoft.com/office/drawing/2014/main" id="{357E9070-A85A-DAA5-E4E0-2B339626CE85}"/>
                  </a:ext>
                </a:extLst>
              </p:cNvPr>
              <p:cNvSpPr/>
              <p:nvPr/>
            </p:nvSpPr>
            <p:spPr>
              <a:xfrm>
                <a:off x="-160367" y="6776982"/>
                <a:ext cx="11892" cy="2863"/>
              </a:xfrm>
              <a:custGeom>
                <a:avLst/>
                <a:gdLst>
                  <a:gd name="connsiteX0" fmla="*/ 8634 w 11892"/>
                  <a:gd name="connsiteY0" fmla="*/ 35 h 2863"/>
                  <a:gd name="connsiteX1" fmla="*/ 3262 w 11892"/>
                  <a:gd name="connsiteY1" fmla="*/ 2830 h 2863"/>
                  <a:gd name="connsiteX2" fmla="*/ 8634 w 11892"/>
                  <a:gd name="connsiteY2" fmla="*/ 35 h 2863"/>
                </a:gdLst>
                <a:ahLst/>
                <a:cxnLst>
                  <a:cxn ang="0">
                    <a:pos x="connsiteX0" y="connsiteY0"/>
                  </a:cxn>
                  <a:cxn ang="0">
                    <a:pos x="connsiteX1" y="connsiteY1"/>
                  </a:cxn>
                  <a:cxn ang="0">
                    <a:pos x="connsiteX2" y="connsiteY2"/>
                  </a:cxn>
                </a:cxnLst>
                <a:rect l="l" t="t" r="r" b="b"/>
                <a:pathLst>
                  <a:path w="11892" h="2863">
                    <a:moveTo>
                      <a:pt x="8634" y="35"/>
                    </a:moveTo>
                    <a:cubicBezTo>
                      <a:pt x="5217" y="-336"/>
                      <a:pt x="-5259" y="2316"/>
                      <a:pt x="3262" y="2830"/>
                    </a:cubicBezTo>
                    <a:cubicBezTo>
                      <a:pt x="6674" y="3190"/>
                      <a:pt x="17150" y="522"/>
                      <a:pt x="8634" y="3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0" name="Freeform: Shape 929">
                <a:extLst>
                  <a:ext uri="{FF2B5EF4-FFF2-40B4-BE49-F238E27FC236}">
                    <a16:creationId xmlns:a16="http://schemas.microsoft.com/office/drawing/2014/main" id="{7C3EF2C4-F828-BF51-D50D-CA9878491DA8}"/>
                  </a:ext>
                </a:extLst>
              </p:cNvPr>
              <p:cNvSpPr/>
              <p:nvPr/>
            </p:nvSpPr>
            <p:spPr>
              <a:xfrm>
                <a:off x="147382" y="6714399"/>
                <a:ext cx="10597" cy="152"/>
              </a:xfrm>
              <a:custGeom>
                <a:avLst/>
                <a:gdLst>
                  <a:gd name="connsiteX0" fmla="*/ 7688 w 10597"/>
                  <a:gd name="connsiteY0" fmla="*/ 149 h 152"/>
                  <a:gd name="connsiteX1" fmla="*/ 2905 w 10597"/>
                  <a:gd name="connsiteY1" fmla="*/ 6 h 152"/>
                  <a:gd name="connsiteX2" fmla="*/ 7688 w 10597"/>
                  <a:gd name="connsiteY2" fmla="*/ 149 h 152"/>
                </a:gdLst>
                <a:ahLst/>
                <a:cxnLst>
                  <a:cxn ang="0">
                    <a:pos x="connsiteX0" y="connsiteY0"/>
                  </a:cxn>
                  <a:cxn ang="0">
                    <a:pos x="connsiteX1" y="connsiteY1"/>
                  </a:cxn>
                  <a:cxn ang="0">
                    <a:pos x="connsiteX2" y="connsiteY2"/>
                  </a:cxn>
                </a:cxnLst>
                <a:rect l="l" t="t" r="r" b="b"/>
                <a:pathLst>
                  <a:path w="10597" h="152">
                    <a:moveTo>
                      <a:pt x="7688" y="149"/>
                    </a:moveTo>
                    <a:cubicBezTo>
                      <a:pt x="4488" y="171"/>
                      <a:pt x="-4622" y="85"/>
                      <a:pt x="2905" y="6"/>
                    </a:cubicBezTo>
                    <a:cubicBezTo>
                      <a:pt x="6093" y="-23"/>
                      <a:pt x="15232" y="58"/>
                      <a:pt x="7688" y="14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1" name="Freeform: Shape 930">
                <a:extLst>
                  <a:ext uri="{FF2B5EF4-FFF2-40B4-BE49-F238E27FC236}">
                    <a16:creationId xmlns:a16="http://schemas.microsoft.com/office/drawing/2014/main" id="{EE2910A8-D6D5-A9D7-F1BE-D518F38A348E}"/>
                  </a:ext>
                </a:extLst>
              </p:cNvPr>
              <p:cNvSpPr/>
              <p:nvPr/>
            </p:nvSpPr>
            <p:spPr>
              <a:xfrm>
                <a:off x="288200" y="6724544"/>
                <a:ext cx="10682" cy="419"/>
              </a:xfrm>
              <a:custGeom>
                <a:avLst/>
                <a:gdLst>
                  <a:gd name="connsiteX0" fmla="*/ 7602 w 10682"/>
                  <a:gd name="connsiteY0" fmla="*/ 410 h 419"/>
                  <a:gd name="connsiteX1" fmla="*/ 3076 w 10682"/>
                  <a:gd name="connsiteY1" fmla="*/ 10 h 419"/>
                  <a:gd name="connsiteX2" fmla="*/ 7602 w 10682"/>
                  <a:gd name="connsiteY2" fmla="*/ 410 h 419"/>
                </a:gdLst>
                <a:ahLst/>
                <a:cxnLst>
                  <a:cxn ang="0">
                    <a:pos x="connsiteX0" y="connsiteY0"/>
                  </a:cxn>
                  <a:cxn ang="0">
                    <a:pos x="connsiteX1" y="connsiteY1"/>
                  </a:cxn>
                  <a:cxn ang="0">
                    <a:pos x="connsiteX2" y="connsiteY2"/>
                  </a:cxn>
                </a:cxnLst>
                <a:rect l="l" t="t" r="r" b="b"/>
                <a:pathLst>
                  <a:path w="10682" h="419">
                    <a:moveTo>
                      <a:pt x="7602" y="410"/>
                    </a:moveTo>
                    <a:cubicBezTo>
                      <a:pt x="4550" y="479"/>
                      <a:pt x="-4788" y="175"/>
                      <a:pt x="3076" y="10"/>
                    </a:cubicBezTo>
                    <a:cubicBezTo>
                      <a:pt x="6139" y="-59"/>
                      <a:pt x="15471" y="244"/>
                      <a:pt x="7602" y="41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2" name="Freeform: Shape 931">
                <a:extLst>
                  <a:ext uri="{FF2B5EF4-FFF2-40B4-BE49-F238E27FC236}">
                    <a16:creationId xmlns:a16="http://schemas.microsoft.com/office/drawing/2014/main" id="{65C85C7C-2F1D-84CF-A503-2A24F69F25A9}"/>
                  </a:ext>
                </a:extLst>
              </p:cNvPr>
              <p:cNvSpPr/>
              <p:nvPr/>
            </p:nvSpPr>
            <p:spPr>
              <a:xfrm>
                <a:off x="-328103" y="6880093"/>
                <a:ext cx="12331" cy="3693"/>
              </a:xfrm>
              <a:custGeom>
                <a:avLst/>
                <a:gdLst>
                  <a:gd name="connsiteX0" fmla="*/ 9017 w 12331"/>
                  <a:gd name="connsiteY0" fmla="*/ 41 h 3693"/>
                  <a:gd name="connsiteX1" fmla="*/ 3319 w 12331"/>
                  <a:gd name="connsiteY1" fmla="*/ 3653 h 3693"/>
                  <a:gd name="connsiteX2" fmla="*/ 9017 w 12331"/>
                  <a:gd name="connsiteY2" fmla="*/ 41 h 3693"/>
                </a:gdLst>
                <a:ahLst/>
                <a:cxnLst>
                  <a:cxn ang="0">
                    <a:pos x="connsiteX0" y="connsiteY0"/>
                  </a:cxn>
                  <a:cxn ang="0">
                    <a:pos x="connsiteX1" y="connsiteY1"/>
                  </a:cxn>
                  <a:cxn ang="0">
                    <a:pos x="connsiteX2" y="connsiteY2"/>
                  </a:cxn>
                </a:cxnLst>
                <a:rect l="l" t="t" r="r" b="b"/>
                <a:pathLst>
                  <a:path w="12331" h="3693">
                    <a:moveTo>
                      <a:pt x="9017" y="41"/>
                    </a:moveTo>
                    <a:cubicBezTo>
                      <a:pt x="5440" y="-411"/>
                      <a:pt x="-5413" y="3001"/>
                      <a:pt x="3319" y="3653"/>
                    </a:cubicBezTo>
                    <a:cubicBezTo>
                      <a:pt x="6891" y="4104"/>
                      <a:pt x="17738" y="693"/>
                      <a:pt x="9017" y="4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3" name="Freeform: Shape 932">
                <a:extLst>
                  <a:ext uri="{FF2B5EF4-FFF2-40B4-BE49-F238E27FC236}">
                    <a16:creationId xmlns:a16="http://schemas.microsoft.com/office/drawing/2014/main" id="{92995B34-94DC-378B-2384-4F438462BED2}"/>
                  </a:ext>
                </a:extLst>
              </p:cNvPr>
              <p:cNvSpPr/>
              <p:nvPr/>
            </p:nvSpPr>
            <p:spPr>
              <a:xfrm>
                <a:off x="-1116919" y="7378684"/>
                <a:ext cx="14466" cy="4813"/>
              </a:xfrm>
              <a:custGeom>
                <a:avLst/>
                <a:gdLst>
                  <a:gd name="connsiteX0" fmla="*/ 10947 w 14466"/>
                  <a:gd name="connsiteY0" fmla="*/ 55 h 4813"/>
                  <a:gd name="connsiteX1" fmla="*/ 3524 w 14466"/>
                  <a:gd name="connsiteY1" fmla="*/ 4759 h 4813"/>
                  <a:gd name="connsiteX2" fmla="*/ 10947 w 14466"/>
                  <a:gd name="connsiteY2" fmla="*/ 55 h 4813"/>
                </a:gdLst>
                <a:ahLst/>
                <a:cxnLst>
                  <a:cxn ang="0">
                    <a:pos x="connsiteX0" y="connsiteY0"/>
                  </a:cxn>
                  <a:cxn ang="0">
                    <a:pos x="connsiteX1" y="connsiteY1"/>
                  </a:cxn>
                  <a:cxn ang="0">
                    <a:pos x="connsiteX2" y="connsiteY2"/>
                  </a:cxn>
                </a:cxnLst>
                <a:rect l="l" t="t" r="r" b="b"/>
                <a:pathLst>
                  <a:path w="14466" h="4813">
                    <a:moveTo>
                      <a:pt x="10947" y="55"/>
                    </a:moveTo>
                    <a:cubicBezTo>
                      <a:pt x="7170" y="-539"/>
                      <a:pt x="-6312" y="3844"/>
                      <a:pt x="3524" y="4759"/>
                    </a:cubicBezTo>
                    <a:cubicBezTo>
                      <a:pt x="7301" y="5353"/>
                      <a:pt x="20771" y="969"/>
                      <a:pt x="10947" y="5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4" name="Freeform: Shape 933">
                <a:extLst>
                  <a:ext uri="{FF2B5EF4-FFF2-40B4-BE49-F238E27FC236}">
                    <a16:creationId xmlns:a16="http://schemas.microsoft.com/office/drawing/2014/main" id="{23103234-7072-2DC6-41FF-8106DDFB71F4}"/>
                  </a:ext>
                </a:extLst>
              </p:cNvPr>
              <p:cNvSpPr/>
              <p:nvPr/>
            </p:nvSpPr>
            <p:spPr>
              <a:xfrm>
                <a:off x="421793" y="6730483"/>
                <a:ext cx="10048" cy="159"/>
              </a:xfrm>
              <a:custGeom>
                <a:avLst/>
                <a:gdLst>
                  <a:gd name="connsiteX0" fmla="*/ 7168 w 10048"/>
                  <a:gd name="connsiteY0" fmla="*/ 3 h 159"/>
                  <a:gd name="connsiteX1" fmla="*/ 2882 w 10048"/>
                  <a:gd name="connsiteY1" fmla="*/ 152 h 159"/>
                  <a:gd name="connsiteX2" fmla="*/ 7168 w 10048"/>
                  <a:gd name="connsiteY2" fmla="*/ 3 h 159"/>
                </a:gdLst>
                <a:ahLst/>
                <a:cxnLst>
                  <a:cxn ang="0">
                    <a:pos x="connsiteX0" y="connsiteY0"/>
                  </a:cxn>
                  <a:cxn ang="0">
                    <a:pos x="connsiteX1" y="connsiteY1"/>
                  </a:cxn>
                  <a:cxn ang="0">
                    <a:pos x="connsiteX2" y="connsiteY2"/>
                  </a:cxn>
                </a:cxnLst>
                <a:rect l="l" t="t" r="r" b="b"/>
                <a:pathLst>
                  <a:path w="10048" h="159">
                    <a:moveTo>
                      <a:pt x="7168" y="3"/>
                    </a:moveTo>
                    <a:cubicBezTo>
                      <a:pt x="4094" y="26"/>
                      <a:pt x="-4422" y="198"/>
                      <a:pt x="2882" y="152"/>
                    </a:cubicBezTo>
                    <a:cubicBezTo>
                      <a:pt x="5957" y="141"/>
                      <a:pt x="14466" y="-25"/>
                      <a:pt x="7168" y="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5" name="Freeform: Shape 934">
                <a:extLst>
                  <a:ext uri="{FF2B5EF4-FFF2-40B4-BE49-F238E27FC236}">
                    <a16:creationId xmlns:a16="http://schemas.microsoft.com/office/drawing/2014/main" id="{CCFB800D-455F-7C0C-C091-98C646A0AE67}"/>
                  </a:ext>
                </a:extLst>
              </p:cNvPr>
              <p:cNvSpPr/>
              <p:nvPr/>
            </p:nvSpPr>
            <p:spPr>
              <a:xfrm>
                <a:off x="-899418" y="7241213"/>
                <a:ext cx="13866" cy="4492"/>
              </a:xfrm>
              <a:custGeom>
                <a:avLst/>
                <a:gdLst>
                  <a:gd name="connsiteX0" fmla="*/ 10399 w 13866"/>
                  <a:gd name="connsiteY0" fmla="*/ 51 h 4492"/>
                  <a:gd name="connsiteX1" fmla="*/ 3472 w 13866"/>
                  <a:gd name="connsiteY1" fmla="*/ 4441 h 4492"/>
                  <a:gd name="connsiteX2" fmla="*/ 10399 w 13866"/>
                  <a:gd name="connsiteY2" fmla="*/ 51 h 4492"/>
                </a:gdLst>
                <a:ahLst/>
                <a:cxnLst>
                  <a:cxn ang="0">
                    <a:pos x="connsiteX0" y="connsiteY0"/>
                  </a:cxn>
                  <a:cxn ang="0">
                    <a:pos x="connsiteX1" y="connsiteY1"/>
                  </a:cxn>
                  <a:cxn ang="0">
                    <a:pos x="connsiteX2" y="connsiteY2"/>
                  </a:cxn>
                </a:cxnLst>
                <a:rect l="l" t="t" r="r" b="b"/>
                <a:pathLst>
                  <a:path w="13866" h="4492">
                    <a:moveTo>
                      <a:pt x="10399" y="51"/>
                    </a:moveTo>
                    <a:cubicBezTo>
                      <a:pt x="6673" y="-503"/>
                      <a:pt x="-6066" y="3600"/>
                      <a:pt x="3472" y="4441"/>
                    </a:cubicBezTo>
                    <a:cubicBezTo>
                      <a:pt x="7198" y="4995"/>
                      <a:pt x="19926" y="891"/>
                      <a:pt x="10399" y="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6" name="Freeform: Shape 935">
                <a:extLst>
                  <a:ext uri="{FF2B5EF4-FFF2-40B4-BE49-F238E27FC236}">
                    <a16:creationId xmlns:a16="http://schemas.microsoft.com/office/drawing/2014/main" id="{5A0FAC58-19E8-D404-875B-FFEF37AB1C21}"/>
                  </a:ext>
                </a:extLst>
              </p:cNvPr>
              <p:cNvSpPr/>
              <p:nvPr/>
            </p:nvSpPr>
            <p:spPr>
              <a:xfrm>
                <a:off x="-696042" y="7112894"/>
                <a:ext cx="13179" cy="4176"/>
              </a:xfrm>
              <a:custGeom>
                <a:avLst/>
                <a:gdLst>
                  <a:gd name="connsiteX0" fmla="*/ 9620 w 13179"/>
                  <a:gd name="connsiteY0" fmla="*/ 0 h 4176"/>
                  <a:gd name="connsiteX1" fmla="*/ 459 w 13179"/>
                  <a:gd name="connsiteY1" fmla="*/ 2052 h 4176"/>
                  <a:gd name="connsiteX2" fmla="*/ 9620 w 13179"/>
                  <a:gd name="connsiteY2" fmla="*/ 0 h 4176"/>
                </a:gdLst>
                <a:ahLst/>
                <a:cxnLst>
                  <a:cxn ang="0">
                    <a:pos x="connsiteX0" y="connsiteY0"/>
                  </a:cxn>
                  <a:cxn ang="0">
                    <a:pos x="connsiteX1" y="connsiteY1"/>
                  </a:cxn>
                  <a:cxn ang="0">
                    <a:pos x="connsiteX2" y="connsiteY2"/>
                  </a:cxn>
                </a:cxnLst>
                <a:rect l="l" t="t" r="r" b="b"/>
                <a:pathLst>
                  <a:path w="13179" h="4176">
                    <a:moveTo>
                      <a:pt x="9620" y="0"/>
                    </a:moveTo>
                    <a:cubicBezTo>
                      <a:pt x="6345" y="0"/>
                      <a:pt x="2248" y="915"/>
                      <a:pt x="459" y="2052"/>
                    </a:cubicBezTo>
                    <a:cubicBezTo>
                      <a:pt x="-3725" y="7407"/>
                      <a:pt x="22416" y="1081"/>
                      <a:pt x="9620"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7" name="Freeform: Shape 936">
                <a:extLst>
                  <a:ext uri="{FF2B5EF4-FFF2-40B4-BE49-F238E27FC236}">
                    <a16:creationId xmlns:a16="http://schemas.microsoft.com/office/drawing/2014/main" id="{F40F376E-3A13-FEC5-9506-A9C217AB984B}"/>
                  </a:ext>
                </a:extLst>
              </p:cNvPr>
              <p:cNvSpPr/>
              <p:nvPr/>
            </p:nvSpPr>
            <p:spPr>
              <a:xfrm>
                <a:off x="-506318" y="6992749"/>
                <a:ext cx="12800" cy="3929"/>
              </a:xfrm>
              <a:custGeom>
                <a:avLst/>
                <a:gdLst>
                  <a:gd name="connsiteX0" fmla="*/ 9434 w 12800"/>
                  <a:gd name="connsiteY0" fmla="*/ 45 h 3929"/>
                  <a:gd name="connsiteX1" fmla="*/ 3370 w 12800"/>
                  <a:gd name="connsiteY1" fmla="*/ 3885 h 3929"/>
                  <a:gd name="connsiteX2" fmla="*/ 9434 w 12800"/>
                  <a:gd name="connsiteY2" fmla="*/ 45 h 3929"/>
                </a:gdLst>
                <a:ahLst/>
                <a:cxnLst>
                  <a:cxn ang="0">
                    <a:pos x="connsiteX0" y="connsiteY0"/>
                  </a:cxn>
                  <a:cxn ang="0">
                    <a:pos x="connsiteX1" y="connsiteY1"/>
                  </a:cxn>
                  <a:cxn ang="0">
                    <a:pos x="connsiteX2" y="connsiteY2"/>
                  </a:cxn>
                </a:cxnLst>
                <a:rect l="l" t="t" r="r" b="b"/>
                <a:pathLst>
                  <a:path w="12800" h="3929">
                    <a:moveTo>
                      <a:pt x="9434" y="45"/>
                    </a:moveTo>
                    <a:cubicBezTo>
                      <a:pt x="5804" y="-442"/>
                      <a:pt x="-5614" y="3182"/>
                      <a:pt x="3370" y="3885"/>
                    </a:cubicBezTo>
                    <a:cubicBezTo>
                      <a:pt x="6993" y="4371"/>
                      <a:pt x="18412" y="753"/>
                      <a:pt x="9434" y="45"/>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8" name="Freeform: Shape 937">
                <a:extLst>
                  <a:ext uri="{FF2B5EF4-FFF2-40B4-BE49-F238E27FC236}">
                    <a16:creationId xmlns:a16="http://schemas.microsoft.com/office/drawing/2014/main" id="{2C666070-314D-13D6-FB20-F4FEB822E406}"/>
                  </a:ext>
                </a:extLst>
              </p:cNvPr>
              <p:cNvSpPr/>
              <p:nvPr/>
            </p:nvSpPr>
            <p:spPr>
              <a:xfrm>
                <a:off x="668720" y="6621462"/>
                <a:ext cx="9883" cy="4400"/>
              </a:xfrm>
              <a:custGeom>
                <a:avLst/>
                <a:gdLst>
                  <a:gd name="connsiteX0" fmla="*/ 6890 w 9883"/>
                  <a:gd name="connsiteY0" fmla="*/ 28 h 4400"/>
                  <a:gd name="connsiteX1" fmla="*/ 2992 w 9883"/>
                  <a:gd name="connsiteY1" fmla="*/ 4372 h 4400"/>
                  <a:gd name="connsiteX2" fmla="*/ 6890 w 9883"/>
                  <a:gd name="connsiteY2" fmla="*/ 28 h 4400"/>
                </a:gdLst>
                <a:ahLst/>
                <a:cxnLst>
                  <a:cxn ang="0">
                    <a:pos x="connsiteX0" y="connsiteY0"/>
                  </a:cxn>
                  <a:cxn ang="0">
                    <a:pos x="connsiteX1" y="connsiteY1"/>
                  </a:cxn>
                  <a:cxn ang="0">
                    <a:pos x="connsiteX2" y="connsiteY2"/>
                  </a:cxn>
                </a:cxnLst>
                <a:rect l="l" t="t" r="r" b="b"/>
                <a:pathLst>
                  <a:path w="9883" h="4400">
                    <a:moveTo>
                      <a:pt x="6890" y="28"/>
                    </a:moveTo>
                    <a:cubicBezTo>
                      <a:pt x="3312" y="-383"/>
                      <a:pt x="-4168" y="3840"/>
                      <a:pt x="2992" y="4372"/>
                    </a:cubicBezTo>
                    <a:cubicBezTo>
                      <a:pt x="6587" y="4789"/>
                      <a:pt x="14045" y="577"/>
                      <a:pt x="6890" y="28"/>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39" name="Freeform: Shape 938">
                <a:extLst>
                  <a:ext uri="{FF2B5EF4-FFF2-40B4-BE49-F238E27FC236}">
                    <a16:creationId xmlns:a16="http://schemas.microsoft.com/office/drawing/2014/main" id="{C32BE066-EC53-BCDA-BA56-83DAAB1BEF3C}"/>
                  </a:ext>
                </a:extLst>
              </p:cNvPr>
              <p:cNvSpPr/>
              <p:nvPr/>
            </p:nvSpPr>
            <p:spPr>
              <a:xfrm>
                <a:off x="1279074" y="6170926"/>
                <a:ext cx="8200" cy="251"/>
              </a:xfrm>
              <a:custGeom>
                <a:avLst/>
                <a:gdLst>
                  <a:gd name="connsiteX0" fmla="*/ 5474 w 8200"/>
                  <a:gd name="connsiteY0" fmla="*/ 251 h 251"/>
                  <a:gd name="connsiteX1" fmla="*/ 34 w 8200"/>
                  <a:gd name="connsiteY1" fmla="*/ 124 h 251"/>
                  <a:gd name="connsiteX2" fmla="*/ 5474 w 8200"/>
                  <a:gd name="connsiteY2" fmla="*/ 251 h 251"/>
                </a:gdLst>
                <a:ahLst/>
                <a:cxnLst>
                  <a:cxn ang="0">
                    <a:pos x="connsiteX0" y="connsiteY0"/>
                  </a:cxn>
                  <a:cxn ang="0">
                    <a:pos x="connsiteX1" y="connsiteY1"/>
                  </a:cxn>
                  <a:cxn ang="0">
                    <a:pos x="connsiteX2" y="connsiteY2"/>
                  </a:cxn>
                </a:cxnLst>
                <a:rect l="l" t="t" r="r" b="b"/>
                <a:pathLst>
                  <a:path w="8200" h="251">
                    <a:moveTo>
                      <a:pt x="5474" y="251"/>
                    </a:moveTo>
                    <a:cubicBezTo>
                      <a:pt x="3280" y="256"/>
                      <a:pt x="845" y="193"/>
                      <a:pt x="34" y="124"/>
                    </a:cubicBezTo>
                    <a:cubicBezTo>
                      <a:pt x="-801" y="-173"/>
                      <a:pt x="14173" y="142"/>
                      <a:pt x="5474" y="25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0" name="Freeform: Shape 939">
                <a:extLst>
                  <a:ext uri="{FF2B5EF4-FFF2-40B4-BE49-F238E27FC236}">
                    <a16:creationId xmlns:a16="http://schemas.microsoft.com/office/drawing/2014/main" id="{CE8B1444-AEB0-65F0-8842-CEA021CA26A4}"/>
                  </a:ext>
                </a:extLst>
              </p:cNvPr>
              <p:cNvSpPr/>
              <p:nvPr/>
            </p:nvSpPr>
            <p:spPr>
              <a:xfrm>
                <a:off x="1450950" y="6268452"/>
                <a:ext cx="7990" cy="2892"/>
              </a:xfrm>
              <a:custGeom>
                <a:avLst/>
                <a:gdLst>
                  <a:gd name="connsiteX0" fmla="*/ 5363 w 7990"/>
                  <a:gd name="connsiteY0" fmla="*/ 2663 h 2892"/>
                  <a:gd name="connsiteX1" fmla="*/ 2631 w 7990"/>
                  <a:gd name="connsiteY1" fmla="*/ 228 h 2892"/>
                  <a:gd name="connsiteX2" fmla="*/ 5363 w 7990"/>
                  <a:gd name="connsiteY2" fmla="*/ 2663 h 2892"/>
                </a:gdLst>
                <a:ahLst/>
                <a:cxnLst>
                  <a:cxn ang="0">
                    <a:pos x="connsiteX0" y="connsiteY0"/>
                  </a:cxn>
                  <a:cxn ang="0">
                    <a:pos x="connsiteX1" y="connsiteY1"/>
                  </a:cxn>
                  <a:cxn ang="0">
                    <a:pos x="connsiteX2" y="connsiteY2"/>
                  </a:cxn>
                </a:cxnLst>
                <a:rect l="l" t="t" r="r" b="b"/>
                <a:pathLst>
                  <a:path w="7990" h="2892">
                    <a:moveTo>
                      <a:pt x="5363" y="2663"/>
                    </a:moveTo>
                    <a:cubicBezTo>
                      <a:pt x="1986" y="3565"/>
                      <a:pt x="-3192" y="1606"/>
                      <a:pt x="2631" y="228"/>
                    </a:cubicBezTo>
                    <a:cubicBezTo>
                      <a:pt x="6015" y="-664"/>
                      <a:pt x="11175" y="1251"/>
                      <a:pt x="5363" y="266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1" name="Freeform: Shape 940">
                <a:extLst>
                  <a:ext uri="{FF2B5EF4-FFF2-40B4-BE49-F238E27FC236}">
                    <a16:creationId xmlns:a16="http://schemas.microsoft.com/office/drawing/2014/main" id="{A3401CA7-7EEF-FBB9-9D8E-117C1D46BAD3}"/>
                  </a:ext>
                </a:extLst>
              </p:cNvPr>
              <p:cNvSpPr/>
              <p:nvPr/>
            </p:nvSpPr>
            <p:spPr>
              <a:xfrm>
                <a:off x="1366515" y="6202904"/>
                <a:ext cx="8173" cy="1937"/>
              </a:xfrm>
              <a:custGeom>
                <a:avLst/>
                <a:gdLst>
                  <a:gd name="connsiteX0" fmla="*/ 5507 w 8173"/>
                  <a:gd name="connsiteY0" fmla="*/ 1859 h 1937"/>
                  <a:gd name="connsiteX1" fmla="*/ 2667 w 8173"/>
                  <a:gd name="connsiteY1" fmla="*/ 76 h 1937"/>
                  <a:gd name="connsiteX2" fmla="*/ 5507 w 8173"/>
                  <a:gd name="connsiteY2" fmla="*/ 1859 h 1937"/>
                </a:gdLst>
                <a:ahLst/>
                <a:cxnLst>
                  <a:cxn ang="0">
                    <a:pos x="connsiteX0" y="connsiteY0"/>
                  </a:cxn>
                  <a:cxn ang="0">
                    <a:pos x="connsiteX1" y="connsiteY1"/>
                  </a:cxn>
                  <a:cxn ang="0">
                    <a:pos x="connsiteX2" y="connsiteY2"/>
                  </a:cxn>
                </a:cxnLst>
                <a:rect l="l" t="t" r="r" b="b"/>
                <a:pathLst>
                  <a:path w="8173" h="1937">
                    <a:moveTo>
                      <a:pt x="5507" y="1859"/>
                    </a:moveTo>
                    <a:cubicBezTo>
                      <a:pt x="2450" y="2299"/>
                      <a:pt x="-3448" y="767"/>
                      <a:pt x="2667" y="76"/>
                    </a:cubicBezTo>
                    <a:cubicBezTo>
                      <a:pt x="5730" y="-352"/>
                      <a:pt x="11617" y="1139"/>
                      <a:pt x="5507" y="185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2" name="Freeform: Shape 941">
                <a:extLst>
                  <a:ext uri="{FF2B5EF4-FFF2-40B4-BE49-F238E27FC236}">
                    <a16:creationId xmlns:a16="http://schemas.microsoft.com/office/drawing/2014/main" id="{DF890524-328B-56F2-58DB-63CB3B679563}"/>
                  </a:ext>
                </a:extLst>
              </p:cNvPr>
              <p:cNvSpPr/>
              <p:nvPr/>
            </p:nvSpPr>
            <p:spPr>
              <a:xfrm>
                <a:off x="1532018" y="6340672"/>
                <a:ext cx="7797" cy="3210"/>
              </a:xfrm>
              <a:custGeom>
                <a:avLst/>
                <a:gdLst>
                  <a:gd name="connsiteX0" fmla="*/ 5208 w 7797"/>
                  <a:gd name="connsiteY0" fmla="*/ 2704 h 3210"/>
                  <a:gd name="connsiteX1" fmla="*/ 2590 w 7797"/>
                  <a:gd name="connsiteY1" fmla="*/ 503 h 3210"/>
                  <a:gd name="connsiteX2" fmla="*/ 5208 w 7797"/>
                  <a:gd name="connsiteY2" fmla="*/ 2704 h 3210"/>
                </a:gdLst>
                <a:ahLst/>
                <a:cxnLst>
                  <a:cxn ang="0">
                    <a:pos x="connsiteX0" y="connsiteY0"/>
                  </a:cxn>
                  <a:cxn ang="0">
                    <a:pos x="connsiteX1" y="connsiteY1"/>
                  </a:cxn>
                  <a:cxn ang="0">
                    <a:pos x="connsiteX2" y="connsiteY2"/>
                  </a:cxn>
                </a:cxnLst>
                <a:rect l="l" t="t" r="r" b="b"/>
                <a:pathLst>
                  <a:path w="7797" h="3210">
                    <a:moveTo>
                      <a:pt x="5208" y="2704"/>
                    </a:moveTo>
                    <a:cubicBezTo>
                      <a:pt x="1665" y="4058"/>
                      <a:pt x="-2993" y="2486"/>
                      <a:pt x="2590" y="503"/>
                    </a:cubicBezTo>
                    <a:cubicBezTo>
                      <a:pt x="6139" y="-834"/>
                      <a:pt x="10786" y="697"/>
                      <a:pt x="5208" y="2704"/>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3" name="Freeform: Shape 942">
                <a:extLst>
                  <a:ext uri="{FF2B5EF4-FFF2-40B4-BE49-F238E27FC236}">
                    <a16:creationId xmlns:a16="http://schemas.microsoft.com/office/drawing/2014/main" id="{6748C6E2-0339-694A-3CB4-8351B4193CEB}"/>
                  </a:ext>
                </a:extLst>
              </p:cNvPr>
              <p:cNvSpPr/>
              <p:nvPr/>
            </p:nvSpPr>
            <p:spPr>
              <a:xfrm>
                <a:off x="1609639" y="6392642"/>
                <a:ext cx="7612" cy="3109"/>
              </a:xfrm>
              <a:custGeom>
                <a:avLst/>
                <a:gdLst>
                  <a:gd name="connsiteX0" fmla="*/ 4951 w 7612"/>
                  <a:gd name="connsiteY0" fmla="*/ 2076 h 3109"/>
                  <a:gd name="connsiteX1" fmla="*/ 65 w 7612"/>
                  <a:gd name="connsiteY1" fmla="*/ 3013 h 3109"/>
                  <a:gd name="connsiteX2" fmla="*/ 4951 w 7612"/>
                  <a:gd name="connsiteY2" fmla="*/ 2076 h 3109"/>
                </a:gdLst>
                <a:ahLst/>
                <a:cxnLst>
                  <a:cxn ang="0">
                    <a:pos x="connsiteX0" y="connsiteY0"/>
                  </a:cxn>
                  <a:cxn ang="0">
                    <a:pos x="connsiteX1" y="connsiteY1"/>
                  </a:cxn>
                  <a:cxn ang="0">
                    <a:pos x="connsiteX2" y="connsiteY2"/>
                  </a:cxn>
                </a:cxnLst>
                <a:rect l="l" t="t" r="r" b="b"/>
                <a:pathLst>
                  <a:path w="7612" h="3109">
                    <a:moveTo>
                      <a:pt x="4951" y="2076"/>
                    </a:moveTo>
                    <a:cubicBezTo>
                      <a:pt x="2939" y="2893"/>
                      <a:pt x="751" y="3311"/>
                      <a:pt x="65" y="3013"/>
                    </a:cubicBezTo>
                    <a:cubicBezTo>
                      <a:pt x="-1078" y="739"/>
                      <a:pt x="13404" y="-1959"/>
                      <a:pt x="4951" y="2076"/>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4" name="Freeform: Shape 943">
                <a:extLst>
                  <a:ext uri="{FF2B5EF4-FFF2-40B4-BE49-F238E27FC236}">
                    <a16:creationId xmlns:a16="http://schemas.microsoft.com/office/drawing/2014/main" id="{93BF21C2-93B2-32FB-5430-52418E70E6EA}"/>
                  </a:ext>
                </a:extLst>
              </p:cNvPr>
              <p:cNvSpPr/>
              <p:nvPr/>
            </p:nvSpPr>
            <p:spPr>
              <a:xfrm>
                <a:off x="1188399" y="6198195"/>
                <a:ext cx="8561" cy="1964"/>
              </a:xfrm>
              <a:custGeom>
                <a:avLst/>
                <a:gdLst>
                  <a:gd name="connsiteX0" fmla="*/ 5795 w 8561"/>
                  <a:gd name="connsiteY0" fmla="*/ 19 h 1964"/>
                  <a:gd name="connsiteX1" fmla="*/ 2772 w 8561"/>
                  <a:gd name="connsiteY1" fmla="*/ 1946 h 1964"/>
                  <a:gd name="connsiteX2" fmla="*/ 5795 w 8561"/>
                  <a:gd name="connsiteY2" fmla="*/ 19 h 1964"/>
                </a:gdLst>
                <a:ahLst/>
                <a:cxnLst>
                  <a:cxn ang="0">
                    <a:pos x="connsiteX0" y="connsiteY0"/>
                  </a:cxn>
                  <a:cxn ang="0">
                    <a:pos x="connsiteX1" y="connsiteY1"/>
                  </a:cxn>
                  <a:cxn ang="0">
                    <a:pos x="connsiteX2" y="connsiteY2"/>
                  </a:cxn>
                </a:cxnLst>
                <a:rect l="l" t="t" r="r" b="b"/>
                <a:pathLst>
                  <a:path w="8561" h="1964">
                    <a:moveTo>
                      <a:pt x="5795" y="19"/>
                    </a:moveTo>
                    <a:cubicBezTo>
                      <a:pt x="2721" y="-209"/>
                      <a:pt x="-3669" y="1659"/>
                      <a:pt x="2772" y="1946"/>
                    </a:cubicBezTo>
                    <a:cubicBezTo>
                      <a:pt x="5841" y="2174"/>
                      <a:pt x="12225" y="305"/>
                      <a:pt x="5795" y="19"/>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5" name="Freeform: Shape 944">
                <a:extLst>
                  <a:ext uri="{FF2B5EF4-FFF2-40B4-BE49-F238E27FC236}">
                    <a16:creationId xmlns:a16="http://schemas.microsoft.com/office/drawing/2014/main" id="{7DDA5D8E-66E7-104E-F82E-7DACA74CE32B}"/>
                  </a:ext>
                </a:extLst>
              </p:cNvPr>
              <p:cNvSpPr/>
              <p:nvPr/>
            </p:nvSpPr>
            <p:spPr>
              <a:xfrm>
                <a:off x="893345" y="6385952"/>
                <a:ext cx="9245" cy="2271"/>
              </a:xfrm>
              <a:custGeom>
                <a:avLst/>
                <a:gdLst>
                  <a:gd name="connsiteX0" fmla="*/ 6213 w 9245"/>
                  <a:gd name="connsiteY0" fmla="*/ 0 h 2271"/>
                  <a:gd name="connsiteX1" fmla="*/ 98 w 9245"/>
                  <a:gd name="connsiteY1" fmla="*/ 1109 h 2271"/>
                  <a:gd name="connsiteX2" fmla="*/ 6213 w 9245"/>
                  <a:gd name="connsiteY2" fmla="*/ 0 h 2271"/>
                </a:gdLst>
                <a:ahLst/>
                <a:cxnLst>
                  <a:cxn ang="0">
                    <a:pos x="connsiteX0" y="connsiteY0"/>
                  </a:cxn>
                  <a:cxn ang="0">
                    <a:pos x="connsiteX1" y="connsiteY1"/>
                  </a:cxn>
                  <a:cxn ang="0">
                    <a:pos x="connsiteX2" y="connsiteY2"/>
                  </a:cxn>
                </a:cxnLst>
                <a:rect l="l" t="t" r="r" b="b"/>
                <a:pathLst>
                  <a:path w="9245" h="2271">
                    <a:moveTo>
                      <a:pt x="6213" y="0"/>
                    </a:moveTo>
                    <a:cubicBezTo>
                      <a:pt x="3795" y="0"/>
                      <a:pt x="1063" y="497"/>
                      <a:pt x="98" y="1109"/>
                    </a:cubicBezTo>
                    <a:cubicBezTo>
                      <a:pt x="-1451" y="4058"/>
                      <a:pt x="16088" y="532"/>
                      <a:pt x="6213"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6" name="Freeform: Shape 945">
                <a:extLst>
                  <a:ext uri="{FF2B5EF4-FFF2-40B4-BE49-F238E27FC236}">
                    <a16:creationId xmlns:a16="http://schemas.microsoft.com/office/drawing/2014/main" id="{953FB7A1-8A15-CD8D-C398-DBB8BE514915}"/>
                  </a:ext>
                </a:extLst>
              </p:cNvPr>
              <p:cNvSpPr/>
              <p:nvPr/>
            </p:nvSpPr>
            <p:spPr>
              <a:xfrm>
                <a:off x="783971" y="6476359"/>
                <a:ext cx="9627" cy="4534"/>
              </a:xfrm>
              <a:custGeom>
                <a:avLst/>
                <a:gdLst>
                  <a:gd name="connsiteX0" fmla="*/ 6670 w 9627"/>
                  <a:gd name="connsiteY0" fmla="*/ 33 h 4534"/>
                  <a:gd name="connsiteX1" fmla="*/ 2961 w 9627"/>
                  <a:gd name="connsiteY1" fmla="*/ 4502 h 4534"/>
                  <a:gd name="connsiteX2" fmla="*/ 6670 w 9627"/>
                  <a:gd name="connsiteY2" fmla="*/ 33 h 4534"/>
                </a:gdLst>
                <a:ahLst/>
                <a:cxnLst>
                  <a:cxn ang="0">
                    <a:pos x="connsiteX0" y="connsiteY0"/>
                  </a:cxn>
                  <a:cxn ang="0">
                    <a:pos x="connsiteX1" y="connsiteY1"/>
                  </a:cxn>
                  <a:cxn ang="0">
                    <a:pos x="connsiteX2" y="connsiteY2"/>
                  </a:cxn>
                </a:cxnLst>
                <a:rect l="l" t="t" r="r" b="b"/>
                <a:pathLst>
                  <a:path w="9627" h="4534">
                    <a:moveTo>
                      <a:pt x="6670" y="33"/>
                    </a:moveTo>
                    <a:cubicBezTo>
                      <a:pt x="3041" y="-419"/>
                      <a:pt x="-4011" y="3902"/>
                      <a:pt x="2961" y="4502"/>
                    </a:cubicBezTo>
                    <a:cubicBezTo>
                      <a:pt x="6573" y="4948"/>
                      <a:pt x="13642" y="616"/>
                      <a:pt x="6670" y="33"/>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7" name="Freeform: Shape 946">
                <a:extLst>
                  <a:ext uri="{FF2B5EF4-FFF2-40B4-BE49-F238E27FC236}">
                    <a16:creationId xmlns:a16="http://schemas.microsoft.com/office/drawing/2014/main" id="{F3B3DFFA-4EE3-854C-8FB4-9661581072A5}"/>
                  </a:ext>
                </a:extLst>
              </p:cNvPr>
              <p:cNvSpPr/>
              <p:nvPr/>
            </p:nvSpPr>
            <p:spPr>
              <a:xfrm>
                <a:off x="548359" y="6706672"/>
                <a:ext cx="9988" cy="1524"/>
              </a:xfrm>
              <a:custGeom>
                <a:avLst/>
                <a:gdLst>
                  <a:gd name="connsiteX0" fmla="*/ 6824 w 9988"/>
                  <a:gd name="connsiteY0" fmla="*/ 0 h 1524"/>
                  <a:gd name="connsiteX1" fmla="*/ 98 w 9988"/>
                  <a:gd name="connsiteY1" fmla="*/ 817 h 1524"/>
                  <a:gd name="connsiteX2" fmla="*/ 6824 w 9988"/>
                  <a:gd name="connsiteY2" fmla="*/ 0 h 1524"/>
                </a:gdLst>
                <a:ahLst/>
                <a:cxnLst>
                  <a:cxn ang="0">
                    <a:pos x="connsiteX0" y="connsiteY0"/>
                  </a:cxn>
                  <a:cxn ang="0">
                    <a:pos x="connsiteX1" y="connsiteY1"/>
                  </a:cxn>
                  <a:cxn ang="0">
                    <a:pos x="connsiteX2" y="connsiteY2"/>
                  </a:cxn>
                </a:cxnLst>
                <a:rect l="l" t="t" r="r" b="b"/>
                <a:pathLst>
                  <a:path w="9988" h="1524">
                    <a:moveTo>
                      <a:pt x="6824" y="0"/>
                    </a:moveTo>
                    <a:cubicBezTo>
                      <a:pt x="4230" y="29"/>
                      <a:pt x="1224" y="400"/>
                      <a:pt x="98" y="817"/>
                    </a:cubicBezTo>
                    <a:cubicBezTo>
                      <a:pt x="-1502" y="2691"/>
                      <a:pt x="17231" y="280"/>
                      <a:pt x="6824"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8" name="Freeform: Shape 947">
                <a:extLst>
                  <a:ext uri="{FF2B5EF4-FFF2-40B4-BE49-F238E27FC236}">
                    <a16:creationId xmlns:a16="http://schemas.microsoft.com/office/drawing/2014/main" id="{423A6EB3-C5CA-3175-93CA-8A2BC5C90C8D}"/>
                  </a:ext>
                </a:extLst>
              </p:cNvPr>
              <p:cNvSpPr/>
              <p:nvPr/>
            </p:nvSpPr>
            <p:spPr>
              <a:xfrm>
                <a:off x="996252" y="6320397"/>
                <a:ext cx="9039" cy="2157"/>
              </a:xfrm>
              <a:custGeom>
                <a:avLst/>
                <a:gdLst>
                  <a:gd name="connsiteX0" fmla="*/ 6181 w 9039"/>
                  <a:gd name="connsiteY0" fmla="*/ 21 h 2157"/>
                  <a:gd name="connsiteX1" fmla="*/ 2860 w 9039"/>
                  <a:gd name="connsiteY1" fmla="*/ 2136 h 2157"/>
                  <a:gd name="connsiteX2" fmla="*/ 6181 w 9039"/>
                  <a:gd name="connsiteY2" fmla="*/ 21 h 2157"/>
                </a:gdLst>
                <a:ahLst/>
                <a:cxnLst>
                  <a:cxn ang="0">
                    <a:pos x="connsiteX0" y="connsiteY0"/>
                  </a:cxn>
                  <a:cxn ang="0">
                    <a:pos x="connsiteX1" y="connsiteY1"/>
                  </a:cxn>
                  <a:cxn ang="0">
                    <a:pos x="connsiteX2" y="connsiteY2"/>
                  </a:cxn>
                </a:cxnLst>
                <a:rect l="l" t="t" r="r" b="b"/>
                <a:pathLst>
                  <a:path w="9039" h="2157">
                    <a:moveTo>
                      <a:pt x="6181" y="21"/>
                    </a:moveTo>
                    <a:cubicBezTo>
                      <a:pt x="3020" y="-230"/>
                      <a:pt x="-3895" y="1810"/>
                      <a:pt x="2860" y="2136"/>
                    </a:cubicBezTo>
                    <a:cubicBezTo>
                      <a:pt x="6027" y="2387"/>
                      <a:pt x="12930" y="341"/>
                      <a:pt x="6181" y="21"/>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49" name="Freeform: Shape 948">
                <a:extLst>
                  <a:ext uri="{FF2B5EF4-FFF2-40B4-BE49-F238E27FC236}">
                    <a16:creationId xmlns:a16="http://schemas.microsoft.com/office/drawing/2014/main" id="{F6FA93AC-BBB5-8E55-0C5E-DE7076BEEDCC}"/>
                  </a:ext>
                </a:extLst>
              </p:cNvPr>
              <p:cNvSpPr/>
              <p:nvPr/>
            </p:nvSpPr>
            <p:spPr>
              <a:xfrm>
                <a:off x="1094543" y="6257893"/>
                <a:ext cx="8797" cy="2057"/>
              </a:xfrm>
              <a:custGeom>
                <a:avLst/>
                <a:gdLst>
                  <a:gd name="connsiteX0" fmla="*/ 5983 w 8797"/>
                  <a:gd name="connsiteY0" fmla="*/ 20 h 2057"/>
                  <a:gd name="connsiteX1" fmla="*/ 2817 w 8797"/>
                  <a:gd name="connsiteY1" fmla="*/ 2037 h 2057"/>
                  <a:gd name="connsiteX2" fmla="*/ 5983 w 8797"/>
                  <a:gd name="connsiteY2" fmla="*/ 20 h 2057"/>
                </a:gdLst>
                <a:ahLst/>
                <a:cxnLst>
                  <a:cxn ang="0">
                    <a:pos x="connsiteX0" y="connsiteY0"/>
                  </a:cxn>
                  <a:cxn ang="0">
                    <a:pos x="connsiteX1" y="connsiteY1"/>
                  </a:cxn>
                  <a:cxn ang="0">
                    <a:pos x="connsiteX2" y="connsiteY2"/>
                  </a:cxn>
                </a:cxnLst>
                <a:rect l="l" t="t" r="r" b="b"/>
                <a:pathLst>
                  <a:path w="8797" h="2057">
                    <a:moveTo>
                      <a:pt x="5983" y="20"/>
                    </a:moveTo>
                    <a:cubicBezTo>
                      <a:pt x="2862" y="-220"/>
                      <a:pt x="-3778" y="1729"/>
                      <a:pt x="2817" y="2037"/>
                    </a:cubicBezTo>
                    <a:cubicBezTo>
                      <a:pt x="5937" y="2277"/>
                      <a:pt x="12572" y="329"/>
                      <a:pt x="5983" y="2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sp>
            <p:nvSpPr>
              <p:cNvPr id="950" name="Freeform: Shape 949">
                <a:extLst>
                  <a:ext uri="{FF2B5EF4-FFF2-40B4-BE49-F238E27FC236}">
                    <a16:creationId xmlns:a16="http://schemas.microsoft.com/office/drawing/2014/main" id="{208F020E-9C65-1948-F087-BFF4BEE37EFB}"/>
                  </a:ext>
                </a:extLst>
              </p:cNvPr>
              <p:cNvSpPr/>
              <p:nvPr/>
            </p:nvSpPr>
            <p:spPr>
              <a:xfrm>
                <a:off x="-1350054" y="7526146"/>
                <a:ext cx="14763" cy="5156"/>
              </a:xfrm>
              <a:custGeom>
                <a:avLst/>
                <a:gdLst>
                  <a:gd name="connsiteX0" fmla="*/ 11447 w 14763"/>
                  <a:gd name="connsiteY0" fmla="*/ 0 h 5156"/>
                  <a:gd name="connsiteX1" fmla="*/ 0 w 14763"/>
                  <a:gd name="connsiteY1" fmla="*/ 4303 h 5156"/>
                  <a:gd name="connsiteX2" fmla="*/ 11447 w 14763"/>
                  <a:gd name="connsiteY2" fmla="*/ 0 h 5156"/>
                </a:gdLst>
                <a:ahLst/>
                <a:cxnLst>
                  <a:cxn ang="0">
                    <a:pos x="connsiteX0" y="connsiteY0"/>
                  </a:cxn>
                  <a:cxn ang="0">
                    <a:pos x="connsiteX1" y="connsiteY1"/>
                  </a:cxn>
                  <a:cxn ang="0">
                    <a:pos x="connsiteX2" y="connsiteY2"/>
                  </a:cxn>
                </a:cxnLst>
                <a:rect l="l" t="t" r="r" b="b"/>
                <a:pathLst>
                  <a:path w="14763" h="5156">
                    <a:moveTo>
                      <a:pt x="11447" y="0"/>
                    </a:moveTo>
                    <a:cubicBezTo>
                      <a:pt x="8441" y="240"/>
                      <a:pt x="-29" y="766"/>
                      <a:pt x="0" y="4303"/>
                    </a:cubicBezTo>
                    <a:cubicBezTo>
                      <a:pt x="2743" y="7355"/>
                      <a:pt x="22460" y="1343"/>
                      <a:pt x="11447" y="0"/>
                    </a:cubicBezTo>
                    <a:close/>
                  </a:path>
                </a:pathLst>
              </a:custGeom>
              <a:grpFill/>
              <a:ln w="6350" cap="flat">
                <a:solidFill>
                  <a:schemeClr val="tx2">
                    <a:lumMod val="75000"/>
                    <a:lumOff val="25000"/>
                  </a:schemeClr>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Times New Roman"/>
                  <a:ea typeface="+mn-ea"/>
                  <a:cs typeface="+mn-cs"/>
                </a:endParaRPr>
              </a:p>
            </p:txBody>
          </p:sp>
        </p:grpSp>
      </p:grpSp>
      <p:pic>
        <p:nvPicPr>
          <p:cNvPr id="2" name="!!icon" descr="intro.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Introduction to Exploratory Data Analysis</a:t>
            </a:r>
          </a:p>
        </p:txBody>
      </p:sp>
      <p:sp>
        <p:nvSpPr>
          <p:cNvPr id="4" name="Rounded Rectangle 3"/>
          <p:cNvSpPr/>
          <p:nvPr/>
        </p:nvSpPr>
        <p:spPr>
          <a:xfrm>
            <a:off x="548640" y="1188720"/>
            <a:ext cx="6949440" cy="1600200"/>
          </a:xfrm>
          <a:prstGeom prst="roundRect">
            <a:avLst>
              <a:gd name="adj" fmla="val 6000"/>
            </a:avLst>
          </a:prstGeom>
          <a:solidFill>
            <a:srgbClr val="16113A"/>
          </a:solidFill>
          <a:ln w="12700">
            <a:noFill/>
          </a:ln>
          <a:effectLst/>
          <a:scene3d>
            <a:camera prst="orthographicFront">
              <a:rot lat="0" lon="0" rev="0"/>
            </a:camera>
            <a:lightRig rig="chilly" dir="t">
              <a:rot lat="0" lon="0" rev="18480000"/>
            </a:lightRig>
          </a:scene3d>
          <a:sp3d prstMaterial="clear">
            <a:bevelT h="63500"/>
          </a:sp3d>
        </p:spPr>
        <p:txBody>
          <a:bodyPr rtlCol="0" anchor="ctr"/>
          <a:lstStyle/>
          <a:p>
            <a:pPr algn="ctr"/>
            <a:endParaRPr/>
          </a:p>
        </p:txBody>
      </p:sp>
      <p:sp>
        <p:nvSpPr>
          <p:cNvPr id="5" name="TextBox 4"/>
          <p:cNvSpPr txBox="1"/>
          <p:nvPr/>
        </p:nvSpPr>
        <p:spPr>
          <a:xfrm>
            <a:off x="731520" y="1261872"/>
            <a:ext cx="6583680" cy="320040"/>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Definition</a:t>
            </a:r>
          </a:p>
        </p:txBody>
      </p:sp>
      <p:sp>
        <p:nvSpPr>
          <p:cNvPr id="6" name="TextBox 5"/>
          <p:cNvSpPr txBox="1"/>
          <p:nvPr/>
        </p:nvSpPr>
        <p:spPr>
          <a:xfrm>
            <a:off x="731520" y="1627632"/>
            <a:ext cx="6583680" cy="1097280"/>
          </a:xfrm>
          <a:prstGeom prst="rect">
            <a:avLst/>
          </a:prstGeom>
          <a:noFill/>
        </p:spPr>
        <p:txBody>
          <a:bodyPr wrap="square" lIns="45720" tIns="27432" rIns="45720" bIns="27432" anchor="t">
            <a:noAutofit/>
          </a:bodyPr>
          <a:lstStyle/>
          <a:p>
            <a:pPr algn="l">
              <a:spcBef>
                <a:spcPts val="0"/>
              </a:spcBef>
              <a:spcAft>
                <a:spcPts val="0"/>
              </a:spcAft>
            </a:pPr>
            <a:r>
              <a:rPr sz="1700" b="0" i="0">
                <a:solidFill>
                  <a:srgbClr val="FFFFFF"/>
                </a:solidFill>
                <a:latin typeface="Times New Roman"/>
              </a:rPr>
              <a:t>EDA is the process of examining data through summaries and visuals to understand its structure, quality, and patterns before any formal model is applied.</a:t>
            </a:r>
          </a:p>
        </p:txBody>
      </p:sp>
      <p:sp>
        <p:nvSpPr>
          <p:cNvPr id="7" name="Rounded Rectangle 6"/>
          <p:cNvSpPr/>
          <p:nvPr/>
        </p:nvSpPr>
        <p:spPr>
          <a:xfrm>
            <a:off x="548640" y="2971800"/>
            <a:ext cx="3383280" cy="15087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8" name="Oval 7"/>
          <p:cNvSpPr/>
          <p:nvPr/>
        </p:nvSpPr>
        <p:spPr>
          <a:xfrm>
            <a:off x="685800" y="3108960"/>
            <a:ext cx="329184" cy="32918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spcBef>
                <a:spcPts val="0"/>
              </a:spcBef>
              <a:spcAft>
                <a:spcPts val="0"/>
              </a:spcAft>
            </a:pPr>
            <a:r>
              <a:rPr sz="1300" b="1" i="0" dirty="0">
                <a:solidFill>
                  <a:srgbClr val="FFFFFF"/>
                </a:solidFill>
                <a:latin typeface="Times New Roman"/>
              </a:rPr>
              <a:t>1</a:t>
            </a:r>
          </a:p>
        </p:txBody>
      </p:sp>
      <p:sp>
        <p:nvSpPr>
          <p:cNvPr id="9" name="TextBox 8"/>
          <p:cNvSpPr txBox="1"/>
          <p:nvPr/>
        </p:nvSpPr>
        <p:spPr>
          <a:xfrm>
            <a:off x="1097280" y="3081528"/>
            <a:ext cx="2743200" cy="365760"/>
          </a:xfrm>
          <a:prstGeom prst="rect">
            <a:avLst/>
          </a:prstGeom>
          <a:noFill/>
        </p:spPr>
        <p:txBody>
          <a:bodyPr wrap="square" lIns="45720" tIns="27432" rIns="45720" bIns="27432" anchor="ctr">
            <a:noAutofit/>
          </a:bodyPr>
          <a:lstStyle/>
          <a:p>
            <a:pPr algn="l">
              <a:spcBef>
                <a:spcPts val="0"/>
              </a:spcBef>
              <a:spcAft>
                <a:spcPts val="0"/>
              </a:spcAft>
            </a:pPr>
            <a:r>
              <a:rPr sz="1700" b="1" i="0">
                <a:solidFill>
                  <a:srgbClr val="B9A5FF"/>
                </a:solidFill>
                <a:latin typeface="Times New Roman"/>
              </a:rPr>
              <a:t>Structure</a:t>
            </a:r>
          </a:p>
        </p:txBody>
      </p:sp>
      <p:sp>
        <p:nvSpPr>
          <p:cNvPr id="10" name="TextBox 9"/>
          <p:cNvSpPr txBox="1"/>
          <p:nvPr/>
        </p:nvSpPr>
        <p:spPr>
          <a:xfrm>
            <a:off x="685800" y="3566160"/>
            <a:ext cx="3108960" cy="8686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Variables, data types, size, and how records are organised.</a:t>
            </a:r>
          </a:p>
        </p:txBody>
      </p:sp>
      <p:sp>
        <p:nvSpPr>
          <p:cNvPr id="11" name="Rounded Rectangle 10"/>
          <p:cNvSpPr/>
          <p:nvPr/>
        </p:nvSpPr>
        <p:spPr>
          <a:xfrm>
            <a:off x="4114800" y="2971800"/>
            <a:ext cx="3383280" cy="15087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Oval 11"/>
          <p:cNvSpPr/>
          <p:nvPr/>
        </p:nvSpPr>
        <p:spPr>
          <a:xfrm>
            <a:off x="4251960" y="3108960"/>
            <a:ext cx="329184" cy="32918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r>
              <a:rPr sz="1300" b="1">
                <a:solidFill>
                  <a:srgbClr val="FFFFFF"/>
                </a:solidFill>
                <a:latin typeface="Times New Roman"/>
              </a:rPr>
              <a:t>2</a:t>
            </a:r>
          </a:p>
        </p:txBody>
      </p:sp>
      <p:sp>
        <p:nvSpPr>
          <p:cNvPr id="13" name="TextBox 12"/>
          <p:cNvSpPr txBox="1"/>
          <p:nvPr/>
        </p:nvSpPr>
        <p:spPr>
          <a:xfrm>
            <a:off x="4663440" y="3081528"/>
            <a:ext cx="2743200" cy="365760"/>
          </a:xfrm>
          <a:prstGeom prst="rect">
            <a:avLst/>
          </a:prstGeom>
          <a:noFill/>
        </p:spPr>
        <p:txBody>
          <a:bodyPr wrap="square" lIns="45720" tIns="27432" rIns="45720" bIns="27432" anchor="ctr">
            <a:noAutofit/>
          </a:bodyPr>
          <a:lstStyle/>
          <a:p>
            <a:pPr algn="l">
              <a:spcBef>
                <a:spcPts val="0"/>
              </a:spcBef>
              <a:spcAft>
                <a:spcPts val="0"/>
              </a:spcAft>
            </a:pPr>
            <a:r>
              <a:rPr sz="1700" b="1" i="0">
                <a:solidFill>
                  <a:srgbClr val="B9A5FF"/>
                </a:solidFill>
                <a:latin typeface="Times New Roman"/>
              </a:rPr>
              <a:t>Quality</a:t>
            </a:r>
          </a:p>
        </p:txBody>
      </p:sp>
      <p:sp>
        <p:nvSpPr>
          <p:cNvPr id="14" name="TextBox 13"/>
          <p:cNvSpPr txBox="1"/>
          <p:nvPr/>
        </p:nvSpPr>
        <p:spPr>
          <a:xfrm>
            <a:off x="4251960" y="3566160"/>
            <a:ext cx="3108960" cy="8686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Missing values, duplicates, errors, and inconsistent entries.</a:t>
            </a:r>
          </a:p>
        </p:txBody>
      </p:sp>
      <p:sp>
        <p:nvSpPr>
          <p:cNvPr id="15" name="Rounded Rectangle 14"/>
          <p:cNvSpPr/>
          <p:nvPr/>
        </p:nvSpPr>
        <p:spPr>
          <a:xfrm>
            <a:off x="548640" y="4617720"/>
            <a:ext cx="3383280" cy="15087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6" name="Oval 15"/>
          <p:cNvSpPr/>
          <p:nvPr/>
        </p:nvSpPr>
        <p:spPr>
          <a:xfrm>
            <a:off x="685800" y="4754880"/>
            <a:ext cx="329184" cy="32918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r>
              <a:rPr sz="1300" b="1">
                <a:solidFill>
                  <a:srgbClr val="FFFFFF"/>
                </a:solidFill>
                <a:latin typeface="Times New Roman"/>
              </a:rPr>
              <a:t>3</a:t>
            </a:r>
          </a:p>
        </p:txBody>
      </p:sp>
      <p:sp>
        <p:nvSpPr>
          <p:cNvPr id="17" name="TextBox 16"/>
          <p:cNvSpPr txBox="1"/>
          <p:nvPr/>
        </p:nvSpPr>
        <p:spPr>
          <a:xfrm>
            <a:off x="1097280" y="4727448"/>
            <a:ext cx="2743200" cy="365760"/>
          </a:xfrm>
          <a:prstGeom prst="rect">
            <a:avLst/>
          </a:prstGeom>
          <a:noFill/>
        </p:spPr>
        <p:txBody>
          <a:bodyPr wrap="square" lIns="45720" tIns="27432" rIns="45720" bIns="27432" anchor="ctr">
            <a:noAutofit/>
          </a:bodyPr>
          <a:lstStyle/>
          <a:p>
            <a:pPr algn="l">
              <a:spcBef>
                <a:spcPts val="0"/>
              </a:spcBef>
              <a:spcAft>
                <a:spcPts val="0"/>
              </a:spcAft>
            </a:pPr>
            <a:r>
              <a:rPr sz="1700" b="1" i="0">
                <a:solidFill>
                  <a:srgbClr val="B9A5FF"/>
                </a:solidFill>
                <a:latin typeface="Times New Roman"/>
              </a:rPr>
              <a:t>Characteristics</a:t>
            </a:r>
          </a:p>
        </p:txBody>
      </p:sp>
      <p:sp>
        <p:nvSpPr>
          <p:cNvPr id="18" name="TextBox 17"/>
          <p:cNvSpPr txBox="1"/>
          <p:nvPr/>
        </p:nvSpPr>
        <p:spPr>
          <a:xfrm>
            <a:off x="685800" y="5212080"/>
            <a:ext cx="3108960" cy="8686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Distribution, spread, outliers, and relationships.</a:t>
            </a:r>
          </a:p>
        </p:txBody>
      </p:sp>
      <p:sp>
        <p:nvSpPr>
          <p:cNvPr id="19" name="Rounded Rectangle 18"/>
          <p:cNvSpPr/>
          <p:nvPr/>
        </p:nvSpPr>
        <p:spPr>
          <a:xfrm>
            <a:off x="4114800" y="4617720"/>
            <a:ext cx="3383280" cy="15087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0" name="Oval 19"/>
          <p:cNvSpPr/>
          <p:nvPr/>
        </p:nvSpPr>
        <p:spPr>
          <a:xfrm>
            <a:off x="4251960" y="4754880"/>
            <a:ext cx="329184" cy="32918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r>
              <a:rPr sz="1300" b="1">
                <a:solidFill>
                  <a:srgbClr val="FFFFFF"/>
                </a:solidFill>
                <a:latin typeface="Times New Roman"/>
              </a:rPr>
              <a:t>4</a:t>
            </a:r>
          </a:p>
        </p:txBody>
      </p:sp>
      <p:sp>
        <p:nvSpPr>
          <p:cNvPr id="21" name="TextBox 20"/>
          <p:cNvSpPr txBox="1"/>
          <p:nvPr/>
        </p:nvSpPr>
        <p:spPr>
          <a:xfrm>
            <a:off x="4663440" y="4727448"/>
            <a:ext cx="2743200" cy="365760"/>
          </a:xfrm>
          <a:prstGeom prst="rect">
            <a:avLst/>
          </a:prstGeom>
          <a:noFill/>
        </p:spPr>
        <p:txBody>
          <a:bodyPr wrap="square" lIns="45720" tIns="27432" rIns="45720" bIns="27432" anchor="ctr">
            <a:noAutofit/>
          </a:bodyPr>
          <a:lstStyle/>
          <a:p>
            <a:pPr algn="l">
              <a:spcBef>
                <a:spcPts val="0"/>
              </a:spcBef>
              <a:spcAft>
                <a:spcPts val="0"/>
              </a:spcAft>
            </a:pPr>
            <a:r>
              <a:rPr sz="1700" b="1" i="0">
                <a:solidFill>
                  <a:srgbClr val="B9A5FF"/>
                </a:solidFill>
                <a:latin typeface="Times New Roman"/>
              </a:rPr>
              <a:t>Decision value</a:t>
            </a:r>
          </a:p>
        </p:txBody>
      </p:sp>
      <p:sp>
        <p:nvSpPr>
          <p:cNvPr id="22" name="TextBox 21"/>
          <p:cNvSpPr txBox="1"/>
          <p:nvPr/>
        </p:nvSpPr>
        <p:spPr>
          <a:xfrm>
            <a:off x="4251960" y="5212080"/>
            <a:ext cx="3108960" cy="8686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Prevents decisions based on faulty or misread data.</a:t>
            </a:r>
          </a:p>
        </p:txBody>
      </p:sp>
      <p:sp>
        <p:nvSpPr>
          <p:cNvPr id="23" name="Rounded Rectangle 22"/>
          <p:cNvSpPr/>
          <p:nvPr/>
        </p:nvSpPr>
        <p:spPr>
          <a:xfrm>
            <a:off x="7680960" y="1188720"/>
            <a:ext cx="3959352" cy="5074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4" name="TextBox 23"/>
          <p:cNvSpPr txBox="1"/>
          <p:nvPr/>
        </p:nvSpPr>
        <p:spPr>
          <a:xfrm>
            <a:off x="7863840" y="1280160"/>
            <a:ext cx="3611880" cy="365760"/>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Simple business example</a:t>
            </a:r>
          </a:p>
        </p:txBody>
      </p:sp>
      <p:sp>
        <p:nvSpPr>
          <p:cNvPr id="25" name="TextBox 24"/>
          <p:cNvSpPr txBox="1"/>
          <p:nvPr/>
        </p:nvSpPr>
        <p:spPr>
          <a:xfrm>
            <a:off x="7863840" y="1691640"/>
            <a:ext cx="3611880" cy="8686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A retail manager receives 12 months of sales records and must plan next year.</a:t>
            </a:r>
          </a:p>
        </p:txBody>
      </p:sp>
      <p:sp>
        <p:nvSpPr>
          <p:cNvPr id="26" name="Oval 25"/>
          <p:cNvSpPr/>
          <p:nvPr/>
        </p:nvSpPr>
        <p:spPr>
          <a:xfrm>
            <a:off x="7909560" y="2743200"/>
            <a:ext cx="420624" cy="42062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r>
              <a:rPr sz="1300" b="1" dirty="0">
                <a:solidFill>
                  <a:srgbClr val="FFFFFF"/>
                </a:solidFill>
                <a:latin typeface="Times New Roman"/>
              </a:rPr>
              <a:t>1</a:t>
            </a:r>
          </a:p>
        </p:txBody>
      </p:sp>
      <p:sp>
        <p:nvSpPr>
          <p:cNvPr id="27" name="TextBox 26"/>
          <p:cNvSpPr txBox="1"/>
          <p:nvPr/>
        </p:nvSpPr>
        <p:spPr>
          <a:xfrm>
            <a:off x="8458200" y="2715768"/>
            <a:ext cx="3063240" cy="502920"/>
          </a:xfrm>
          <a:prstGeom prst="rect">
            <a:avLst/>
          </a:prstGeom>
          <a:noFill/>
        </p:spPr>
        <p:txBody>
          <a:bodyPr wrap="square" lIns="45720" tIns="27432" rIns="45720" bIns="27432" anchor="ctr">
            <a:noAutofit/>
          </a:bodyPr>
          <a:lstStyle/>
          <a:p>
            <a:pPr algn="l">
              <a:spcBef>
                <a:spcPts val="0"/>
              </a:spcBef>
              <a:spcAft>
                <a:spcPts val="0"/>
              </a:spcAft>
            </a:pPr>
            <a:r>
              <a:rPr sz="1500" b="0" i="0">
                <a:solidFill>
                  <a:srgbClr val="FFFFFF"/>
                </a:solidFill>
                <a:latin typeface="Times New Roman"/>
              </a:rPr>
              <a:t>Which months peak or dip?</a:t>
            </a:r>
          </a:p>
        </p:txBody>
      </p:sp>
      <p:sp>
        <p:nvSpPr>
          <p:cNvPr id="28" name="Oval 27"/>
          <p:cNvSpPr/>
          <p:nvPr/>
        </p:nvSpPr>
        <p:spPr>
          <a:xfrm>
            <a:off x="7909560" y="3456432"/>
            <a:ext cx="420624" cy="420624"/>
          </a:xfrm>
          <a:prstGeom prst="ellipse">
            <a:avLst/>
          </a:prstGeom>
          <a:solidFill>
            <a:schemeClr val="accent2"/>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2</a:t>
            </a:r>
          </a:p>
        </p:txBody>
      </p:sp>
      <p:sp>
        <p:nvSpPr>
          <p:cNvPr id="29" name="TextBox 28"/>
          <p:cNvSpPr txBox="1"/>
          <p:nvPr/>
        </p:nvSpPr>
        <p:spPr>
          <a:xfrm>
            <a:off x="8458200" y="3429000"/>
            <a:ext cx="3063240" cy="502920"/>
          </a:xfrm>
          <a:prstGeom prst="rect">
            <a:avLst/>
          </a:prstGeom>
          <a:noFill/>
        </p:spPr>
        <p:txBody>
          <a:bodyPr wrap="square" lIns="45720" tIns="27432" rIns="45720" bIns="27432" anchor="ctr">
            <a:noAutofit/>
          </a:bodyPr>
          <a:lstStyle/>
          <a:p>
            <a:pPr algn="l">
              <a:spcBef>
                <a:spcPts val="0"/>
              </a:spcBef>
              <a:spcAft>
                <a:spcPts val="0"/>
              </a:spcAft>
            </a:pPr>
            <a:r>
              <a:rPr sz="1500" b="0" i="0">
                <a:solidFill>
                  <a:srgbClr val="FFFFFF"/>
                </a:solidFill>
                <a:latin typeface="Times New Roman"/>
              </a:rPr>
              <a:t>Are any entries missing or wrong?</a:t>
            </a:r>
          </a:p>
        </p:txBody>
      </p:sp>
      <p:sp>
        <p:nvSpPr>
          <p:cNvPr id="30" name="Oval 29"/>
          <p:cNvSpPr/>
          <p:nvPr/>
        </p:nvSpPr>
        <p:spPr>
          <a:xfrm>
            <a:off x="7909560" y="4169664"/>
            <a:ext cx="420624" cy="420624"/>
          </a:xfrm>
          <a:prstGeom prst="ellipse">
            <a:avLst/>
          </a:prstGeom>
          <a:solidFill>
            <a:schemeClr val="accent2"/>
          </a:solidFill>
          <a:ln>
            <a:solidFill>
              <a:schemeClr val="accent2"/>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r>
              <a:rPr sz="1300" b="1">
                <a:solidFill>
                  <a:srgbClr val="FFFFFF"/>
                </a:solidFill>
                <a:latin typeface="Times New Roman"/>
              </a:rPr>
              <a:t>3</a:t>
            </a:r>
          </a:p>
        </p:txBody>
      </p:sp>
      <p:sp>
        <p:nvSpPr>
          <p:cNvPr id="31" name="TextBox 30"/>
          <p:cNvSpPr txBox="1"/>
          <p:nvPr/>
        </p:nvSpPr>
        <p:spPr>
          <a:xfrm>
            <a:off x="8458200" y="4142232"/>
            <a:ext cx="3063240" cy="502920"/>
          </a:xfrm>
          <a:prstGeom prst="rect">
            <a:avLst/>
          </a:prstGeom>
          <a:noFill/>
        </p:spPr>
        <p:txBody>
          <a:bodyPr wrap="square" lIns="45720" tIns="27432" rIns="45720" bIns="27432" anchor="ctr">
            <a:noAutofit/>
          </a:bodyPr>
          <a:lstStyle/>
          <a:p>
            <a:pPr algn="l">
              <a:spcBef>
                <a:spcPts val="0"/>
              </a:spcBef>
              <a:spcAft>
                <a:spcPts val="0"/>
              </a:spcAft>
            </a:pPr>
            <a:r>
              <a:rPr sz="1500" b="0" i="0">
                <a:solidFill>
                  <a:srgbClr val="FFFFFF"/>
                </a:solidFill>
                <a:latin typeface="Times New Roman"/>
              </a:rPr>
              <a:t>Does advertising move with sales?</a:t>
            </a:r>
          </a:p>
        </p:txBody>
      </p:sp>
      <p:sp>
        <p:nvSpPr>
          <p:cNvPr id="32" name="Oval 31"/>
          <p:cNvSpPr/>
          <p:nvPr/>
        </p:nvSpPr>
        <p:spPr>
          <a:xfrm>
            <a:off x="7909560" y="4882896"/>
            <a:ext cx="420624" cy="420624"/>
          </a:xfrm>
          <a:prstGeom prst="ellipse">
            <a:avLst/>
          </a:prstGeom>
          <a:solidFill>
            <a:srgbClr val="FFC857"/>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ctr">
            <a:noAutofit/>
          </a:bodyPr>
          <a:lstStyle/>
          <a:p>
            <a:pPr algn="ctr">
              <a:spcBef>
                <a:spcPts val="0"/>
              </a:spcBef>
              <a:spcAft>
                <a:spcPts val="0"/>
              </a:spcAft>
            </a:pPr>
            <a:r>
              <a:rPr sz="1500" b="1" i="0">
                <a:solidFill>
                  <a:srgbClr val="0B0720"/>
                </a:solidFill>
                <a:latin typeface="Times New Roman"/>
              </a:rPr>
              <a:t>4</a:t>
            </a:r>
          </a:p>
        </p:txBody>
      </p:sp>
      <p:sp>
        <p:nvSpPr>
          <p:cNvPr id="33" name="TextBox 32"/>
          <p:cNvSpPr txBox="1"/>
          <p:nvPr/>
        </p:nvSpPr>
        <p:spPr>
          <a:xfrm>
            <a:off x="8458200" y="4855464"/>
            <a:ext cx="3063240" cy="502920"/>
          </a:xfrm>
          <a:prstGeom prst="rect">
            <a:avLst/>
          </a:prstGeom>
          <a:noFill/>
        </p:spPr>
        <p:txBody>
          <a:bodyPr wrap="square" lIns="45720" tIns="27432" rIns="45720" bIns="27432" anchor="ctr">
            <a:noAutofit/>
          </a:bodyPr>
          <a:lstStyle/>
          <a:p>
            <a:pPr algn="l">
              <a:spcBef>
                <a:spcPts val="0"/>
              </a:spcBef>
              <a:spcAft>
                <a:spcPts val="0"/>
              </a:spcAft>
            </a:pPr>
            <a:r>
              <a:rPr sz="1500" b="1" i="0">
                <a:solidFill>
                  <a:srgbClr val="FFC857"/>
                </a:solidFill>
                <a:latin typeface="Times New Roman"/>
              </a:rPr>
              <a:t>Only then: build a forecast</a:t>
            </a:r>
          </a:p>
        </p:txBody>
      </p:sp>
      <p:sp>
        <p:nvSpPr>
          <p:cNvPr id="34" name="TextBox 33"/>
          <p:cNvSpPr txBox="1"/>
          <p:nvPr/>
        </p:nvSpPr>
        <p:spPr>
          <a:xfrm>
            <a:off x="7863840" y="5669280"/>
            <a:ext cx="3611880" cy="457200"/>
          </a:xfrm>
          <a:prstGeom prst="rect">
            <a:avLst/>
          </a:prstGeom>
          <a:noFill/>
        </p:spPr>
        <p:txBody>
          <a:bodyPr wrap="square" lIns="45720" tIns="27432" rIns="45720" bIns="27432" anchor="ctr">
            <a:noAutofit/>
          </a:bodyPr>
          <a:lstStyle/>
          <a:p>
            <a:pPr algn="ctr">
              <a:spcBef>
                <a:spcPts val="0"/>
              </a:spcBef>
              <a:spcAft>
                <a:spcPts val="0"/>
              </a:spcAft>
            </a:pPr>
            <a:r>
              <a:rPr sz="2000" b="1" i="1">
                <a:solidFill>
                  <a:srgbClr val="FFC857"/>
                </a:solidFill>
                <a:latin typeface="Times New Roman"/>
              </a:rPr>
              <a:t>“Look before you model.”</a:t>
            </a:r>
          </a:p>
        </p:txBody>
      </p:sp>
    </p:spTree>
    <p:extLst>
      <p:ext uri="{BB962C8B-B14F-4D97-AF65-F5344CB8AC3E}">
        <p14:creationId xmlns:p14="http://schemas.microsoft.com/office/powerpoint/2010/main" val="3273847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F9A78D-18F1-699F-7ED5-57EA44AD49EF}"/>
            </a:ext>
          </a:extLst>
        </p:cNvPr>
        <p:cNvGrpSpPr/>
        <p:nvPr/>
      </p:nvGrpSpPr>
      <p:grpSpPr>
        <a:xfrm>
          <a:off x="0" y="0"/>
          <a:ext cx="0" cy="0"/>
          <a:chOff x="0" y="0"/>
          <a:chExt cx="0" cy="0"/>
        </a:xfrm>
      </p:grpSpPr>
      <p:pic>
        <p:nvPicPr>
          <p:cNvPr id="2" name="!!icon" descr="intro.png"/>
          <p:cNvPicPr>
            <a:picLocks noChangeAspect="1"/>
          </p:cNvPicPr>
          <p:nvPr/>
        </p:nvPicPr>
        <p:blipFill>
          <a:blip r:embed="rId3"/>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Objectives and Importance of EDA</a:t>
            </a:r>
          </a:p>
        </p:txBody>
      </p:sp>
      <p:sp>
        <p:nvSpPr>
          <p:cNvPr id="4" name="Rounded Rectangle 3"/>
          <p:cNvSpPr/>
          <p:nvPr/>
        </p:nvSpPr>
        <p:spPr>
          <a:xfrm>
            <a:off x="548640" y="1188720"/>
            <a:ext cx="2103120" cy="3063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Oval 4"/>
          <p:cNvSpPr/>
          <p:nvPr/>
        </p:nvSpPr>
        <p:spPr>
          <a:xfrm>
            <a:off x="1298448" y="1371600"/>
            <a:ext cx="603504" cy="60350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2200" b="1" i="0">
                <a:solidFill>
                  <a:srgbClr val="FFFFFF"/>
                </a:solidFill>
                <a:latin typeface="Times New Roman"/>
              </a:rPr>
              <a:t>1</a:t>
            </a:r>
          </a:p>
        </p:txBody>
      </p:sp>
      <p:sp>
        <p:nvSpPr>
          <p:cNvPr id="6" name="TextBox 5"/>
          <p:cNvSpPr txBox="1"/>
          <p:nvPr/>
        </p:nvSpPr>
        <p:spPr>
          <a:xfrm>
            <a:off x="640080" y="2148840"/>
            <a:ext cx="1920240" cy="777240"/>
          </a:xfrm>
          <a:prstGeom prst="rect">
            <a:avLst/>
          </a:prstGeom>
          <a:noFill/>
        </p:spPr>
        <p:txBody>
          <a:bodyPr wrap="square" lIns="45720" tIns="27432" rIns="45720" bIns="27432" anchor="ctr">
            <a:noAutofit/>
          </a:bodyPr>
          <a:lstStyle/>
          <a:p>
            <a:pPr algn="ctr">
              <a:spcBef>
                <a:spcPts val="0"/>
              </a:spcBef>
              <a:spcAft>
                <a:spcPts val="0"/>
              </a:spcAft>
            </a:pPr>
            <a:r>
              <a:rPr sz="1700" b="1" i="0">
                <a:solidFill>
                  <a:srgbClr val="B9A5FF"/>
                </a:solidFill>
                <a:latin typeface="Times New Roman"/>
              </a:rPr>
              <a:t>Understand the dataset</a:t>
            </a:r>
          </a:p>
        </p:txBody>
      </p:sp>
      <p:sp>
        <p:nvSpPr>
          <p:cNvPr id="7" name="TextBox 6"/>
          <p:cNvSpPr txBox="1"/>
          <p:nvPr/>
        </p:nvSpPr>
        <p:spPr>
          <a:xfrm>
            <a:off x="658368" y="3017520"/>
            <a:ext cx="1883664" cy="1143000"/>
          </a:xfrm>
          <a:prstGeom prst="rect">
            <a:avLst/>
          </a:prstGeom>
          <a:noFill/>
        </p:spPr>
        <p:txBody>
          <a:bodyPr wrap="square" lIns="45720" tIns="27432" rIns="45720" bIns="27432" anchor="t">
            <a:noAutofit/>
          </a:bodyPr>
          <a:lstStyle/>
          <a:p>
            <a:pPr algn="ctr">
              <a:spcBef>
                <a:spcPts val="0"/>
              </a:spcBef>
              <a:spcAft>
                <a:spcPts val="0"/>
              </a:spcAft>
            </a:pPr>
            <a:r>
              <a:rPr sz="1500" b="0" i="0">
                <a:solidFill>
                  <a:srgbClr val="FFFFFF"/>
                </a:solidFill>
                <a:latin typeface="Times New Roman"/>
              </a:rPr>
              <a:t>Size, variables, units, and types of data.</a:t>
            </a:r>
          </a:p>
        </p:txBody>
      </p:sp>
      <p:sp>
        <p:nvSpPr>
          <p:cNvPr id="8" name="Rounded Rectangle 7"/>
          <p:cNvSpPr/>
          <p:nvPr/>
        </p:nvSpPr>
        <p:spPr>
          <a:xfrm>
            <a:off x="2788920" y="1188720"/>
            <a:ext cx="2103120" cy="3063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Oval 8"/>
          <p:cNvSpPr/>
          <p:nvPr/>
        </p:nvSpPr>
        <p:spPr>
          <a:xfrm>
            <a:off x="3538728" y="1371600"/>
            <a:ext cx="603504" cy="60350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2200" b="1" i="0">
                <a:solidFill>
                  <a:srgbClr val="FFFFFF"/>
                </a:solidFill>
                <a:latin typeface="Times New Roman"/>
              </a:rPr>
              <a:t>2</a:t>
            </a:r>
          </a:p>
        </p:txBody>
      </p:sp>
      <p:sp>
        <p:nvSpPr>
          <p:cNvPr id="10" name="TextBox 9"/>
          <p:cNvSpPr txBox="1"/>
          <p:nvPr/>
        </p:nvSpPr>
        <p:spPr>
          <a:xfrm>
            <a:off x="2880360" y="2148840"/>
            <a:ext cx="1920240" cy="777240"/>
          </a:xfrm>
          <a:prstGeom prst="rect">
            <a:avLst/>
          </a:prstGeom>
          <a:noFill/>
        </p:spPr>
        <p:txBody>
          <a:bodyPr wrap="square" lIns="45720" tIns="27432" rIns="45720" bIns="27432" anchor="ctr">
            <a:noAutofit/>
          </a:bodyPr>
          <a:lstStyle/>
          <a:p>
            <a:pPr algn="ctr">
              <a:spcBef>
                <a:spcPts val="0"/>
              </a:spcBef>
              <a:spcAft>
                <a:spcPts val="0"/>
              </a:spcAft>
            </a:pPr>
            <a:r>
              <a:rPr sz="1700" b="1" i="0">
                <a:solidFill>
                  <a:srgbClr val="B9A5FF"/>
                </a:solidFill>
                <a:latin typeface="Times New Roman"/>
              </a:rPr>
              <a:t>Identify patterns and trends</a:t>
            </a:r>
          </a:p>
        </p:txBody>
      </p:sp>
      <p:sp>
        <p:nvSpPr>
          <p:cNvPr id="11" name="TextBox 10"/>
          <p:cNvSpPr txBox="1"/>
          <p:nvPr/>
        </p:nvSpPr>
        <p:spPr>
          <a:xfrm>
            <a:off x="2898648" y="3017520"/>
            <a:ext cx="1883664" cy="1143000"/>
          </a:xfrm>
          <a:prstGeom prst="rect">
            <a:avLst/>
          </a:prstGeom>
          <a:noFill/>
        </p:spPr>
        <p:txBody>
          <a:bodyPr wrap="square" lIns="45720" tIns="27432" rIns="45720" bIns="27432" anchor="t">
            <a:noAutofit/>
          </a:bodyPr>
          <a:lstStyle/>
          <a:p>
            <a:pPr algn="ctr">
              <a:spcBef>
                <a:spcPts val="0"/>
              </a:spcBef>
              <a:spcAft>
                <a:spcPts val="0"/>
              </a:spcAft>
            </a:pPr>
            <a:r>
              <a:rPr sz="1500" b="0" i="0">
                <a:solidFill>
                  <a:srgbClr val="FFFFFF"/>
                </a:solidFill>
                <a:latin typeface="Times New Roman"/>
              </a:rPr>
              <a:t>Seasonality, growth, and clusters.</a:t>
            </a:r>
          </a:p>
        </p:txBody>
      </p:sp>
      <p:sp>
        <p:nvSpPr>
          <p:cNvPr id="12" name="Rounded Rectangle 11"/>
          <p:cNvSpPr/>
          <p:nvPr/>
        </p:nvSpPr>
        <p:spPr>
          <a:xfrm>
            <a:off x="5029200" y="1188720"/>
            <a:ext cx="2103120" cy="3063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3" name="Oval 12"/>
          <p:cNvSpPr/>
          <p:nvPr/>
        </p:nvSpPr>
        <p:spPr>
          <a:xfrm>
            <a:off x="5779008" y="1371600"/>
            <a:ext cx="603504" cy="60350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2200" b="1" i="0">
                <a:solidFill>
                  <a:srgbClr val="FFFFFF"/>
                </a:solidFill>
                <a:latin typeface="Times New Roman"/>
              </a:rPr>
              <a:t>3</a:t>
            </a:r>
          </a:p>
        </p:txBody>
      </p:sp>
      <p:sp>
        <p:nvSpPr>
          <p:cNvPr id="14" name="TextBox 13"/>
          <p:cNvSpPr txBox="1"/>
          <p:nvPr/>
        </p:nvSpPr>
        <p:spPr>
          <a:xfrm>
            <a:off x="5120640" y="2148840"/>
            <a:ext cx="1920240" cy="777240"/>
          </a:xfrm>
          <a:prstGeom prst="rect">
            <a:avLst/>
          </a:prstGeom>
          <a:noFill/>
        </p:spPr>
        <p:txBody>
          <a:bodyPr wrap="square" lIns="45720" tIns="27432" rIns="45720" bIns="27432" anchor="ctr">
            <a:noAutofit/>
          </a:bodyPr>
          <a:lstStyle/>
          <a:p>
            <a:pPr algn="ctr">
              <a:spcBef>
                <a:spcPts val="0"/>
              </a:spcBef>
              <a:spcAft>
                <a:spcPts val="0"/>
              </a:spcAft>
            </a:pPr>
            <a:r>
              <a:rPr sz="1700" b="1" i="0">
                <a:solidFill>
                  <a:srgbClr val="B9A5FF"/>
                </a:solidFill>
                <a:latin typeface="Times New Roman"/>
              </a:rPr>
              <a:t>Detect errors and outliers</a:t>
            </a:r>
          </a:p>
        </p:txBody>
      </p:sp>
      <p:sp>
        <p:nvSpPr>
          <p:cNvPr id="15" name="TextBox 14"/>
          <p:cNvSpPr txBox="1"/>
          <p:nvPr/>
        </p:nvSpPr>
        <p:spPr>
          <a:xfrm>
            <a:off x="5138928" y="3017520"/>
            <a:ext cx="1883664" cy="1143000"/>
          </a:xfrm>
          <a:prstGeom prst="rect">
            <a:avLst/>
          </a:prstGeom>
          <a:noFill/>
        </p:spPr>
        <p:txBody>
          <a:bodyPr wrap="square" lIns="45720" tIns="27432" rIns="45720" bIns="27432" anchor="t">
            <a:noAutofit/>
          </a:bodyPr>
          <a:lstStyle/>
          <a:p>
            <a:pPr algn="ctr">
              <a:spcBef>
                <a:spcPts val="0"/>
              </a:spcBef>
              <a:spcAft>
                <a:spcPts val="0"/>
              </a:spcAft>
            </a:pPr>
            <a:r>
              <a:rPr sz="1500" b="0" i="0">
                <a:solidFill>
                  <a:srgbClr val="FFFFFF"/>
                </a:solidFill>
                <a:latin typeface="Times New Roman"/>
              </a:rPr>
              <a:t>Missing, invalid, and unusual values.</a:t>
            </a:r>
          </a:p>
        </p:txBody>
      </p:sp>
      <p:sp>
        <p:nvSpPr>
          <p:cNvPr id="16" name="Rounded Rectangle 15"/>
          <p:cNvSpPr/>
          <p:nvPr/>
        </p:nvSpPr>
        <p:spPr>
          <a:xfrm>
            <a:off x="7269480" y="1188720"/>
            <a:ext cx="2103120" cy="3063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7" name="Oval 16"/>
          <p:cNvSpPr/>
          <p:nvPr/>
        </p:nvSpPr>
        <p:spPr>
          <a:xfrm>
            <a:off x="8019288" y="1371600"/>
            <a:ext cx="603504" cy="60350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2200" b="1" i="0">
                <a:solidFill>
                  <a:srgbClr val="FFFFFF"/>
                </a:solidFill>
                <a:latin typeface="Times New Roman"/>
              </a:rPr>
              <a:t>4</a:t>
            </a:r>
          </a:p>
        </p:txBody>
      </p:sp>
      <p:sp>
        <p:nvSpPr>
          <p:cNvPr id="18" name="TextBox 17"/>
          <p:cNvSpPr txBox="1"/>
          <p:nvPr/>
        </p:nvSpPr>
        <p:spPr>
          <a:xfrm>
            <a:off x="7360920" y="2148840"/>
            <a:ext cx="1920240" cy="777240"/>
          </a:xfrm>
          <a:prstGeom prst="rect">
            <a:avLst/>
          </a:prstGeom>
          <a:noFill/>
        </p:spPr>
        <p:txBody>
          <a:bodyPr wrap="square" lIns="45720" tIns="27432" rIns="45720" bIns="27432" anchor="ctr">
            <a:noAutofit/>
          </a:bodyPr>
          <a:lstStyle/>
          <a:p>
            <a:pPr algn="ctr">
              <a:spcBef>
                <a:spcPts val="0"/>
              </a:spcBef>
              <a:spcAft>
                <a:spcPts val="0"/>
              </a:spcAft>
            </a:pPr>
            <a:r>
              <a:rPr sz="1700" b="1" i="0">
                <a:solidFill>
                  <a:srgbClr val="B9A5FF"/>
                </a:solidFill>
                <a:latin typeface="Times New Roman"/>
              </a:rPr>
              <a:t>Discover relationships</a:t>
            </a:r>
          </a:p>
        </p:txBody>
      </p:sp>
      <p:sp>
        <p:nvSpPr>
          <p:cNvPr id="19" name="TextBox 18"/>
          <p:cNvSpPr txBox="1"/>
          <p:nvPr/>
        </p:nvSpPr>
        <p:spPr>
          <a:xfrm>
            <a:off x="7379208" y="3017520"/>
            <a:ext cx="1883664" cy="1143000"/>
          </a:xfrm>
          <a:prstGeom prst="rect">
            <a:avLst/>
          </a:prstGeom>
          <a:noFill/>
        </p:spPr>
        <p:txBody>
          <a:bodyPr wrap="square" lIns="45720" tIns="27432" rIns="45720" bIns="27432" anchor="t">
            <a:noAutofit/>
          </a:bodyPr>
          <a:lstStyle/>
          <a:p>
            <a:pPr algn="ctr">
              <a:spcBef>
                <a:spcPts val="0"/>
              </a:spcBef>
              <a:spcAft>
                <a:spcPts val="0"/>
              </a:spcAft>
            </a:pPr>
            <a:r>
              <a:rPr sz="1500" b="0" i="0">
                <a:solidFill>
                  <a:srgbClr val="FFFFFF"/>
                </a:solidFill>
                <a:latin typeface="Times New Roman"/>
              </a:rPr>
              <a:t>How variables move together.</a:t>
            </a:r>
          </a:p>
        </p:txBody>
      </p:sp>
      <p:sp>
        <p:nvSpPr>
          <p:cNvPr id="20" name="Rounded Rectangle 19"/>
          <p:cNvSpPr/>
          <p:nvPr/>
        </p:nvSpPr>
        <p:spPr>
          <a:xfrm>
            <a:off x="9509760" y="1188720"/>
            <a:ext cx="2103120" cy="3063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1" name="Oval 20"/>
          <p:cNvSpPr/>
          <p:nvPr/>
        </p:nvSpPr>
        <p:spPr>
          <a:xfrm>
            <a:off x="10259568" y="1371600"/>
            <a:ext cx="603504" cy="60350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2200" b="1" i="0">
                <a:solidFill>
                  <a:srgbClr val="FFFFFF"/>
                </a:solidFill>
                <a:latin typeface="Times New Roman"/>
              </a:rPr>
              <a:t>5</a:t>
            </a:r>
          </a:p>
        </p:txBody>
      </p:sp>
      <p:sp>
        <p:nvSpPr>
          <p:cNvPr id="22" name="TextBox 21"/>
          <p:cNvSpPr txBox="1"/>
          <p:nvPr/>
        </p:nvSpPr>
        <p:spPr>
          <a:xfrm>
            <a:off x="9601200" y="2148840"/>
            <a:ext cx="1920240" cy="777240"/>
          </a:xfrm>
          <a:prstGeom prst="rect">
            <a:avLst/>
          </a:prstGeom>
          <a:noFill/>
        </p:spPr>
        <p:txBody>
          <a:bodyPr wrap="square" lIns="45720" tIns="27432" rIns="45720" bIns="27432" anchor="ctr">
            <a:noAutofit/>
          </a:bodyPr>
          <a:lstStyle/>
          <a:p>
            <a:pPr algn="ctr">
              <a:spcBef>
                <a:spcPts val="0"/>
              </a:spcBef>
              <a:spcAft>
                <a:spcPts val="0"/>
              </a:spcAft>
            </a:pPr>
            <a:r>
              <a:rPr sz="1700" b="1" i="0">
                <a:solidFill>
                  <a:srgbClr val="B9A5FF"/>
                </a:solidFill>
                <a:latin typeface="Times New Roman"/>
              </a:rPr>
              <a:t>Support decisions and models</a:t>
            </a:r>
          </a:p>
        </p:txBody>
      </p:sp>
      <p:sp>
        <p:nvSpPr>
          <p:cNvPr id="23" name="TextBox 22"/>
          <p:cNvSpPr txBox="1"/>
          <p:nvPr/>
        </p:nvSpPr>
        <p:spPr>
          <a:xfrm>
            <a:off x="9619488" y="3017520"/>
            <a:ext cx="1883664" cy="1143000"/>
          </a:xfrm>
          <a:prstGeom prst="rect">
            <a:avLst/>
          </a:prstGeom>
          <a:noFill/>
        </p:spPr>
        <p:txBody>
          <a:bodyPr wrap="square" lIns="45720" tIns="27432" rIns="45720" bIns="27432" anchor="t">
            <a:noAutofit/>
          </a:bodyPr>
          <a:lstStyle/>
          <a:p>
            <a:pPr algn="ctr">
              <a:spcBef>
                <a:spcPts val="0"/>
              </a:spcBef>
              <a:spcAft>
                <a:spcPts val="0"/>
              </a:spcAft>
            </a:pPr>
            <a:r>
              <a:rPr sz="1500" b="0" i="0">
                <a:solidFill>
                  <a:srgbClr val="FFFFFF"/>
                </a:solidFill>
                <a:latin typeface="Times New Roman"/>
              </a:rPr>
              <a:t>Choose suitable techniques with confidence.</a:t>
            </a:r>
          </a:p>
        </p:txBody>
      </p:sp>
      <p:sp>
        <p:nvSpPr>
          <p:cNvPr id="24" name="TextBox 23"/>
          <p:cNvSpPr txBox="1"/>
          <p:nvPr/>
        </p:nvSpPr>
        <p:spPr>
          <a:xfrm>
            <a:off x="548640" y="4526280"/>
            <a:ext cx="11064240" cy="411480"/>
          </a:xfrm>
          <a:prstGeom prst="rect">
            <a:avLst/>
          </a:prstGeom>
          <a:noFill/>
        </p:spPr>
        <p:txBody>
          <a:bodyPr wrap="square" lIns="45720" tIns="27432" rIns="45720" bIns="27432" anchor="t">
            <a:noAutofit/>
          </a:bodyPr>
          <a:lstStyle/>
          <a:p>
            <a:pPr algn="l">
              <a:spcBef>
                <a:spcPts val="0"/>
              </a:spcBef>
              <a:spcAft>
                <a:spcPts val="0"/>
              </a:spcAft>
            </a:pPr>
            <a:r>
              <a:rPr sz="2000" b="1" i="0">
                <a:solidFill>
                  <a:srgbClr val="B9A5FF"/>
                </a:solidFill>
                <a:latin typeface="Times New Roman"/>
              </a:rPr>
              <a:t>Why EDA matters for business decisions</a:t>
            </a:r>
          </a:p>
        </p:txBody>
      </p:sp>
      <p:sp>
        <p:nvSpPr>
          <p:cNvPr id="25" name="Chevron 24"/>
          <p:cNvSpPr/>
          <p:nvPr/>
        </p:nvSpPr>
        <p:spPr>
          <a:xfrm>
            <a:off x="548640" y="5029200"/>
            <a:ext cx="2926080" cy="1005840"/>
          </a:xfrm>
          <a:prstGeom prst="chevron">
            <a:avLst>
              <a:gd name="adj" fmla="val 25000"/>
            </a:avLst>
          </a:prstGeom>
          <a:solidFill>
            <a:srgbClr val="7141EF"/>
          </a:solidFill>
          <a:ln w="9525">
            <a:solidFill>
              <a:srgbClr val="FFFFFF"/>
            </a:solidFill>
          </a:ln>
        </p:spPr>
        <p:txBody>
          <a:bodyPr wrap="square" lIns="365760" tIns="27432" rIns="365760" bIns="27432" rtlCol="0" anchor="ctr">
            <a:noAutofit/>
          </a:bodyPr>
          <a:lstStyle/>
          <a:p>
            <a:pPr algn="ctr">
              <a:spcBef>
                <a:spcPts val="0"/>
              </a:spcBef>
              <a:spcAft>
                <a:spcPts val="0"/>
              </a:spcAft>
            </a:pPr>
            <a:r>
              <a:rPr sz="1600" b="1" i="0">
                <a:solidFill>
                  <a:srgbClr val="FFFFFF"/>
                </a:solidFill>
                <a:latin typeface="Times New Roman"/>
              </a:rPr>
              <a:t>Reliable data</a:t>
            </a:r>
          </a:p>
        </p:txBody>
      </p:sp>
      <p:sp>
        <p:nvSpPr>
          <p:cNvPr id="26" name="Chevron 25"/>
          <p:cNvSpPr/>
          <p:nvPr/>
        </p:nvSpPr>
        <p:spPr>
          <a:xfrm>
            <a:off x="3319272" y="5029200"/>
            <a:ext cx="2926080" cy="1005840"/>
          </a:xfrm>
          <a:prstGeom prst="chevron">
            <a:avLst>
              <a:gd name="adj" fmla="val 25000"/>
            </a:avLst>
          </a:prstGeom>
          <a:solidFill>
            <a:srgbClr val="7141EF"/>
          </a:solidFill>
          <a:ln w="9525">
            <a:solidFill>
              <a:srgbClr val="FFFFFF"/>
            </a:solidFill>
          </a:ln>
        </p:spPr>
        <p:txBody>
          <a:bodyPr wrap="square" lIns="365760" tIns="27432" rIns="365760" bIns="27432" rtlCol="0" anchor="ctr">
            <a:noAutofit/>
          </a:bodyPr>
          <a:lstStyle/>
          <a:p>
            <a:pPr algn="ctr">
              <a:spcBef>
                <a:spcPts val="0"/>
              </a:spcBef>
              <a:spcAft>
                <a:spcPts val="0"/>
              </a:spcAft>
            </a:pPr>
            <a:r>
              <a:rPr sz="1600" b="1" i="0">
                <a:solidFill>
                  <a:srgbClr val="FFFFFF"/>
                </a:solidFill>
                <a:latin typeface="Times New Roman"/>
              </a:rPr>
              <a:t>Clearer patterns</a:t>
            </a:r>
          </a:p>
        </p:txBody>
      </p:sp>
      <p:sp>
        <p:nvSpPr>
          <p:cNvPr id="27" name="Chevron 26"/>
          <p:cNvSpPr/>
          <p:nvPr/>
        </p:nvSpPr>
        <p:spPr>
          <a:xfrm>
            <a:off x="6089904" y="5029200"/>
            <a:ext cx="2926080" cy="1005840"/>
          </a:xfrm>
          <a:prstGeom prst="chevron">
            <a:avLst>
              <a:gd name="adj" fmla="val 25000"/>
            </a:avLst>
          </a:prstGeom>
          <a:solidFill>
            <a:srgbClr val="7141EF"/>
          </a:solidFill>
          <a:ln w="9525">
            <a:solidFill>
              <a:srgbClr val="FFFFFF"/>
            </a:solidFill>
          </a:ln>
        </p:spPr>
        <p:txBody>
          <a:bodyPr wrap="square" lIns="365760" tIns="27432" rIns="365760" bIns="27432" rtlCol="0" anchor="ctr">
            <a:noAutofit/>
          </a:bodyPr>
          <a:lstStyle/>
          <a:p>
            <a:pPr algn="ctr">
              <a:spcBef>
                <a:spcPts val="0"/>
              </a:spcBef>
              <a:spcAft>
                <a:spcPts val="0"/>
              </a:spcAft>
            </a:pPr>
            <a:r>
              <a:rPr sz="1600" b="1" i="0">
                <a:solidFill>
                  <a:srgbClr val="FFFFFF"/>
                </a:solidFill>
                <a:latin typeface="Times New Roman"/>
              </a:rPr>
              <a:t>Better models</a:t>
            </a:r>
          </a:p>
        </p:txBody>
      </p:sp>
      <p:sp>
        <p:nvSpPr>
          <p:cNvPr id="28" name="Chevron 27"/>
          <p:cNvSpPr/>
          <p:nvPr/>
        </p:nvSpPr>
        <p:spPr>
          <a:xfrm>
            <a:off x="8860536" y="5029200"/>
            <a:ext cx="2926080" cy="1005840"/>
          </a:xfrm>
          <a:prstGeom prst="chevron">
            <a:avLst>
              <a:gd name="adj" fmla="val 25000"/>
            </a:avLst>
          </a:prstGeom>
          <a:solidFill>
            <a:srgbClr val="FFC857"/>
          </a:solidFill>
          <a:ln w="9525">
            <a:solidFill>
              <a:srgbClr val="FFFFFF"/>
            </a:solidFill>
          </a:ln>
        </p:spPr>
        <p:txBody>
          <a:bodyPr wrap="square" lIns="365760" tIns="27432" rIns="365760" bIns="27432" rtlCol="0" anchor="ctr">
            <a:noAutofit/>
          </a:bodyPr>
          <a:lstStyle/>
          <a:p>
            <a:pPr algn="ctr">
              <a:spcBef>
                <a:spcPts val="0"/>
              </a:spcBef>
              <a:spcAft>
                <a:spcPts val="0"/>
              </a:spcAft>
            </a:pPr>
            <a:r>
              <a:rPr sz="1600" b="1" i="0">
                <a:solidFill>
                  <a:srgbClr val="0B0720"/>
                </a:solidFill>
                <a:latin typeface="Times New Roman"/>
              </a:rPr>
              <a:t>Informed decisions</a:t>
            </a:r>
          </a:p>
        </p:txBody>
      </p:sp>
    </p:spTree>
    <p:extLst>
      <p:ext uri="{BB962C8B-B14F-4D97-AF65-F5344CB8AC3E}">
        <p14:creationId xmlns:p14="http://schemas.microsoft.com/office/powerpoint/2010/main" val="32738477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A6AAF14-FFE9-DAF7-7BEB-61647678511C}"/>
            </a:ext>
          </a:extLst>
        </p:cNvPr>
        <p:cNvGrpSpPr/>
        <p:nvPr/>
      </p:nvGrpSpPr>
      <p:grpSpPr>
        <a:xfrm>
          <a:off x="0" y="0"/>
          <a:ext cx="0" cy="0"/>
          <a:chOff x="0" y="0"/>
          <a:chExt cx="0" cy="0"/>
        </a:xfrm>
      </p:grpSpPr>
      <p:pic>
        <p:nvPicPr>
          <p:cNvPr id="2" name="!!icon" descr="types.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Data Types and the EDA Workflow</a:t>
            </a:r>
          </a:p>
        </p:txBody>
      </p:sp>
    </p:spTree>
    <p:extLst>
      <p:ext uri="{BB962C8B-B14F-4D97-AF65-F5344CB8AC3E}">
        <p14:creationId xmlns:p14="http://schemas.microsoft.com/office/powerpoint/2010/main" val="3435140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types.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Types of Data Used in EDA</a:t>
            </a:r>
          </a:p>
        </p:txBody>
      </p:sp>
      <p:graphicFrame>
        <p:nvGraphicFramePr>
          <p:cNvPr id="4" name="Types of data table"/>
          <p:cNvGraphicFramePr>
            <a:graphicFrameLocks noGrp="1"/>
          </p:cNvGraphicFramePr>
          <p:nvPr/>
        </p:nvGraphicFramePr>
        <p:xfrm>
          <a:off x="548640" y="1188720"/>
          <a:ext cx="11091672" cy="3639312"/>
        </p:xfrm>
        <a:graphic>
          <a:graphicData uri="http://schemas.openxmlformats.org/drawingml/2006/table">
            <a:tbl>
              <a:tblPr/>
              <a:tblGrid>
                <a:gridCol w="15544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457200">
                <a:tc>
                  <a:txBody>
                    <a:bodyPr/>
                    <a:lstStyle/>
                    <a:p>
                      <a:pPr algn="l">
                        <a:spcBef>
                          <a:spcPts val="0"/>
                        </a:spcBef>
                        <a:spcAft>
                          <a:spcPts val="0"/>
                        </a:spcAft>
                      </a:pPr>
                      <a:r>
                        <a:rPr sz="1400" b="1" i="0">
                          <a:solidFill>
                            <a:srgbClr val="FFFFFF"/>
                          </a:solidFill>
                          <a:latin typeface="Times New Roman"/>
                        </a:rPr>
                        <a:t>Group</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Type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Meaning</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Business example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Typical EDA display</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530352">
                <a:tc rowSpan="2">
                  <a:txBody>
                    <a:bodyPr/>
                    <a:lstStyle/>
                    <a:p>
                      <a:pPr algn="l">
                        <a:spcBef>
                          <a:spcPts val="0"/>
                        </a:spcBef>
                        <a:spcAft>
                          <a:spcPts val="0"/>
                        </a:spcAft>
                      </a:pPr>
                      <a:r>
                        <a:rPr sz="1400" b="1" i="0">
                          <a:solidFill>
                            <a:srgbClr val="FFFFFF"/>
                          </a:solidFill>
                          <a:latin typeface="Times New Roman"/>
                        </a:rPr>
                        <a:t>Numerical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Discrete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Countable whole numbers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Product quantities, customer orders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Frequency table, bar chart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530352">
                <a:tc vMerge="1">
                  <a:txBody>
                    <a:bodyPr/>
                    <a:lstStyle/>
                    <a:p>
                      <a:pPr algn="l">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Continuous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Measured on a scale, any value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Sales revenue, advertising spend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Histogram, box plot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530352">
                <a:tc rowSpan="2">
                  <a:txBody>
                    <a:bodyPr/>
                    <a:lstStyle/>
                    <a:p>
                      <a:pPr algn="l">
                        <a:spcBef>
                          <a:spcPts val="0"/>
                        </a:spcBef>
                        <a:spcAft>
                          <a:spcPts val="0"/>
                        </a:spcAft>
                      </a:pPr>
                      <a:r>
                        <a:rPr sz="1400" b="1" i="0">
                          <a:solidFill>
                            <a:srgbClr val="FFFFFF"/>
                          </a:solidFill>
                          <a:latin typeface="Times New Roman"/>
                        </a:rPr>
                        <a:t>Categorical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Nominal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Labels with no natural order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Customer category, region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Bar chart, cross-tabulation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530352">
                <a:tc vMerge="1">
                  <a:txBody>
                    <a:bodyPr/>
                    <a:lstStyle/>
                    <a:p>
                      <a:pPr algn="l">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Ordinal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Labels with a meaningful order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Employee rating (1 to 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Ordered bar chart, median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530352">
                <a:tc rowSpan="2">
                  <a:txBody>
                    <a:bodyPr/>
                    <a:lstStyle/>
                    <a:p>
                      <a:pPr algn="l">
                        <a:spcBef>
                          <a:spcPts val="0"/>
                        </a:spcBef>
                        <a:spcAft>
                          <a:spcPts val="0"/>
                        </a:spcAft>
                      </a:pPr>
                      <a:r>
                        <a:rPr sz="1400" b="1" i="0">
                          <a:solidFill>
                            <a:srgbClr val="FFFFFF"/>
                          </a:solidFill>
                          <a:latin typeface="Times New Roman"/>
                        </a:rPr>
                        <a:t>Time structure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Cross-sectional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Many units at one point in time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Sales of 40 stores in March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Group comparison, scatter plot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r h="530352">
                <a:tc vMerge="1">
                  <a:txBody>
                    <a:bodyPr/>
                    <a:lstStyle/>
                    <a:p>
                      <a:pPr algn="l">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400" b="0" i="0">
                          <a:solidFill>
                            <a:srgbClr val="FFFFFF"/>
                          </a:solidFill>
                          <a:latin typeface="Times New Roman"/>
                        </a:rPr>
                        <a:t>Time-series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One unit tracked over time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Monthly sales of one retailer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Line chart, trend view</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548640" y="5029200"/>
            <a:ext cx="11091672" cy="105156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l">
              <a:spcBef>
                <a:spcPts val="0"/>
              </a:spcBef>
              <a:spcAft>
                <a:spcPts val="0"/>
              </a:spcAft>
            </a:pPr>
            <a:r>
              <a:rPr sz="1700" b="1" i="0">
                <a:solidFill>
                  <a:srgbClr val="FFC857"/>
                </a:solidFill>
                <a:latin typeface="Times New Roman"/>
              </a:rPr>
              <a:t>Key idea: </a:t>
            </a:r>
            <a:r>
              <a:rPr sz="1700" b="0" i="0">
                <a:solidFill>
                  <a:srgbClr val="FFFFFF"/>
                </a:solidFill>
                <a:latin typeface="Times New Roman"/>
              </a:rPr>
              <a:t>the type of data decides which summary statistic and which chart are appropriate. Our case study uses time-series data with continuous variables.</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C96B58-9CBF-7578-1941-16E9E05F9FED}"/>
            </a:ext>
          </a:extLst>
        </p:cNvPr>
        <p:cNvGrpSpPr/>
        <p:nvPr/>
      </p:nvGrpSpPr>
      <p:grpSpPr>
        <a:xfrm>
          <a:off x="0" y="0"/>
          <a:ext cx="0" cy="0"/>
          <a:chOff x="0" y="0"/>
          <a:chExt cx="0" cy="0"/>
        </a:xfrm>
      </p:grpSpPr>
      <p:pic>
        <p:nvPicPr>
          <p:cNvPr id="2" name="!!icon" descr="types.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The EDA Process and Workflow</a:t>
            </a:r>
          </a:p>
        </p:txBody>
      </p:sp>
      <p:sp>
        <p:nvSpPr>
          <p:cNvPr id="4" name="Rounded Rectangle 3"/>
          <p:cNvSpPr/>
          <p:nvPr/>
        </p:nvSpPr>
        <p:spPr>
          <a:xfrm>
            <a:off x="548640" y="12344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Oval 4"/>
          <p:cNvSpPr/>
          <p:nvPr/>
        </p:nvSpPr>
        <p:spPr>
          <a:xfrm>
            <a:off x="685800" y="13716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1</a:t>
            </a:r>
          </a:p>
        </p:txBody>
      </p:sp>
      <p:sp>
        <p:nvSpPr>
          <p:cNvPr id="6" name="TextBox 5"/>
          <p:cNvSpPr txBox="1"/>
          <p:nvPr/>
        </p:nvSpPr>
        <p:spPr>
          <a:xfrm>
            <a:off x="1143000" y="13258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Business Problem</a:t>
            </a:r>
          </a:p>
        </p:txBody>
      </p:sp>
      <p:sp>
        <p:nvSpPr>
          <p:cNvPr id="7" name="TextBox 6"/>
          <p:cNvSpPr txBox="1"/>
          <p:nvPr/>
        </p:nvSpPr>
        <p:spPr>
          <a:xfrm>
            <a:off x="685800" y="18928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Define the decision and key questions</a:t>
            </a:r>
          </a:p>
        </p:txBody>
      </p:sp>
      <p:sp>
        <p:nvSpPr>
          <p:cNvPr id="8" name="Rounded Rectangle 7"/>
          <p:cNvSpPr/>
          <p:nvPr/>
        </p:nvSpPr>
        <p:spPr>
          <a:xfrm>
            <a:off x="3407969" y="12344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Oval 8"/>
          <p:cNvSpPr/>
          <p:nvPr/>
        </p:nvSpPr>
        <p:spPr>
          <a:xfrm>
            <a:off x="3545129" y="13716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2</a:t>
            </a:r>
          </a:p>
        </p:txBody>
      </p:sp>
      <p:sp>
        <p:nvSpPr>
          <p:cNvPr id="10" name="TextBox 9"/>
          <p:cNvSpPr txBox="1"/>
          <p:nvPr/>
        </p:nvSpPr>
        <p:spPr>
          <a:xfrm>
            <a:off x="4002329" y="13258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Data Collection</a:t>
            </a:r>
          </a:p>
        </p:txBody>
      </p:sp>
      <p:sp>
        <p:nvSpPr>
          <p:cNvPr id="11" name="TextBox 10"/>
          <p:cNvSpPr txBox="1"/>
          <p:nvPr/>
        </p:nvSpPr>
        <p:spPr>
          <a:xfrm>
            <a:off x="3545129" y="18928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Gather relevant, reliable records</a:t>
            </a:r>
          </a:p>
        </p:txBody>
      </p:sp>
      <p:sp>
        <p:nvSpPr>
          <p:cNvPr id="12" name="Rounded Rectangle 11"/>
          <p:cNvSpPr/>
          <p:nvPr/>
        </p:nvSpPr>
        <p:spPr>
          <a:xfrm>
            <a:off x="6267298" y="12344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3" name="Oval 12"/>
          <p:cNvSpPr/>
          <p:nvPr/>
        </p:nvSpPr>
        <p:spPr>
          <a:xfrm>
            <a:off x="6404458" y="13716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3</a:t>
            </a:r>
          </a:p>
        </p:txBody>
      </p:sp>
      <p:sp>
        <p:nvSpPr>
          <p:cNvPr id="14" name="TextBox 13"/>
          <p:cNvSpPr txBox="1"/>
          <p:nvPr/>
        </p:nvSpPr>
        <p:spPr>
          <a:xfrm>
            <a:off x="6861658" y="13258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Data Cleaning</a:t>
            </a:r>
          </a:p>
        </p:txBody>
      </p:sp>
      <p:sp>
        <p:nvSpPr>
          <p:cNvPr id="15" name="TextBox 14"/>
          <p:cNvSpPr txBox="1"/>
          <p:nvPr/>
        </p:nvSpPr>
        <p:spPr>
          <a:xfrm>
            <a:off x="6404458" y="18928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Fix missing, duplicate, invalid values</a:t>
            </a:r>
          </a:p>
        </p:txBody>
      </p:sp>
      <p:sp>
        <p:nvSpPr>
          <p:cNvPr id="16" name="Rounded Rectangle 15"/>
          <p:cNvSpPr/>
          <p:nvPr/>
        </p:nvSpPr>
        <p:spPr>
          <a:xfrm>
            <a:off x="9126626" y="12344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7" name="Oval 16"/>
          <p:cNvSpPr/>
          <p:nvPr/>
        </p:nvSpPr>
        <p:spPr>
          <a:xfrm>
            <a:off x="9263786" y="13716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4</a:t>
            </a:r>
          </a:p>
        </p:txBody>
      </p:sp>
      <p:sp>
        <p:nvSpPr>
          <p:cNvPr id="18" name="TextBox 17"/>
          <p:cNvSpPr txBox="1"/>
          <p:nvPr/>
        </p:nvSpPr>
        <p:spPr>
          <a:xfrm>
            <a:off x="9720986" y="13258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Data Exploration</a:t>
            </a:r>
          </a:p>
        </p:txBody>
      </p:sp>
      <p:sp>
        <p:nvSpPr>
          <p:cNvPr id="19" name="TextBox 18"/>
          <p:cNvSpPr txBox="1"/>
          <p:nvPr/>
        </p:nvSpPr>
        <p:spPr>
          <a:xfrm>
            <a:off x="9263786" y="18928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Check structure, types, and ranges</a:t>
            </a:r>
          </a:p>
        </p:txBody>
      </p:sp>
      <p:sp>
        <p:nvSpPr>
          <p:cNvPr id="20" name="Rounded Rectangle 19"/>
          <p:cNvSpPr/>
          <p:nvPr/>
        </p:nvSpPr>
        <p:spPr>
          <a:xfrm>
            <a:off x="9126626" y="30632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1" name="Oval 20"/>
          <p:cNvSpPr/>
          <p:nvPr/>
        </p:nvSpPr>
        <p:spPr>
          <a:xfrm>
            <a:off x="9263786" y="32004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5</a:t>
            </a:r>
          </a:p>
        </p:txBody>
      </p:sp>
      <p:sp>
        <p:nvSpPr>
          <p:cNvPr id="22" name="TextBox 21"/>
          <p:cNvSpPr txBox="1"/>
          <p:nvPr/>
        </p:nvSpPr>
        <p:spPr>
          <a:xfrm>
            <a:off x="9720986" y="31546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Statistical Summary</a:t>
            </a:r>
          </a:p>
        </p:txBody>
      </p:sp>
      <p:sp>
        <p:nvSpPr>
          <p:cNvPr id="23" name="TextBox 22"/>
          <p:cNvSpPr txBox="1"/>
          <p:nvPr/>
        </p:nvSpPr>
        <p:spPr>
          <a:xfrm>
            <a:off x="9263786" y="37216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Mean, median, spread, correlation</a:t>
            </a:r>
          </a:p>
        </p:txBody>
      </p:sp>
      <p:sp>
        <p:nvSpPr>
          <p:cNvPr id="24" name="Rounded Rectangle 23"/>
          <p:cNvSpPr/>
          <p:nvPr/>
        </p:nvSpPr>
        <p:spPr>
          <a:xfrm>
            <a:off x="6267298" y="30632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5" name="Oval 24"/>
          <p:cNvSpPr/>
          <p:nvPr/>
        </p:nvSpPr>
        <p:spPr>
          <a:xfrm>
            <a:off x="6404458" y="32004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6</a:t>
            </a:r>
          </a:p>
        </p:txBody>
      </p:sp>
      <p:sp>
        <p:nvSpPr>
          <p:cNvPr id="26" name="TextBox 25"/>
          <p:cNvSpPr txBox="1"/>
          <p:nvPr/>
        </p:nvSpPr>
        <p:spPr>
          <a:xfrm>
            <a:off x="6861658" y="31546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Visualisation</a:t>
            </a:r>
          </a:p>
        </p:txBody>
      </p:sp>
      <p:sp>
        <p:nvSpPr>
          <p:cNvPr id="27" name="TextBox 26"/>
          <p:cNvSpPr txBox="1"/>
          <p:nvPr/>
        </p:nvSpPr>
        <p:spPr>
          <a:xfrm>
            <a:off x="6404458" y="37216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Charts reveal shape, trends, outliers</a:t>
            </a:r>
          </a:p>
        </p:txBody>
      </p:sp>
      <p:sp>
        <p:nvSpPr>
          <p:cNvPr id="28" name="Rounded Rectangle 27"/>
          <p:cNvSpPr/>
          <p:nvPr/>
        </p:nvSpPr>
        <p:spPr>
          <a:xfrm>
            <a:off x="3407969" y="3063240"/>
            <a:ext cx="2514600" cy="1463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9" name="Oval 28"/>
          <p:cNvSpPr/>
          <p:nvPr/>
        </p:nvSpPr>
        <p:spPr>
          <a:xfrm>
            <a:off x="3545129" y="32004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7</a:t>
            </a:r>
          </a:p>
        </p:txBody>
      </p:sp>
      <p:sp>
        <p:nvSpPr>
          <p:cNvPr id="30" name="TextBox 29"/>
          <p:cNvSpPr txBox="1"/>
          <p:nvPr/>
        </p:nvSpPr>
        <p:spPr>
          <a:xfrm>
            <a:off x="4002329" y="31546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B9A5FF"/>
                </a:solidFill>
                <a:latin typeface="Times New Roman"/>
              </a:rPr>
              <a:t>Insights</a:t>
            </a:r>
          </a:p>
        </p:txBody>
      </p:sp>
      <p:sp>
        <p:nvSpPr>
          <p:cNvPr id="31" name="TextBox 30"/>
          <p:cNvSpPr txBox="1"/>
          <p:nvPr/>
        </p:nvSpPr>
        <p:spPr>
          <a:xfrm>
            <a:off x="3545129" y="37216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Interpret patterns in business terms</a:t>
            </a:r>
          </a:p>
        </p:txBody>
      </p:sp>
      <p:sp>
        <p:nvSpPr>
          <p:cNvPr id="32" name="Rounded Rectangle 31"/>
          <p:cNvSpPr/>
          <p:nvPr/>
        </p:nvSpPr>
        <p:spPr>
          <a:xfrm>
            <a:off x="548640" y="3063240"/>
            <a:ext cx="2514600" cy="1463040"/>
          </a:xfrm>
          <a:prstGeom prst="roundRect">
            <a:avLst>
              <a:gd name="adj" fmla="val 6000"/>
            </a:avLst>
          </a:prstGeom>
          <a:solidFill>
            <a:srgbClr val="16113A"/>
          </a:solidFill>
          <a:ln w="22225">
            <a:solidFill>
              <a:srgbClr val="FFC857"/>
            </a:solidFill>
          </a:ln>
        </p:spPr>
        <p:txBody>
          <a:bodyPr rtlCol="0" anchor="ctr"/>
          <a:lstStyle/>
          <a:p>
            <a:pPr algn="ctr"/>
            <a:endParaRPr/>
          </a:p>
        </p:txBody>
      </p:sp>
      <p:sp>
        <p:nvSpPr>
          <p:cNvPr id="33" name="Oval 32"/>
          <p:cNvSpPr/>
          <p:nvPr/>
        </p:nvSpPr>
        <p:spPr>
          <a:xfrm>
            <a:off x="685800" y="3200400"/>
            <a:ext cx="384048" cy="384048"/>
          </a:xfrm>
          <a:prstGeom prst="ellipse">
            <a:avLst/>
          </a:prstGeom>
          <a:solidFill>
            <a:srgbClr val="FFC857"/>
          </a:solidFill>
          <a:ln>
            <a:noFill/>
          </a:ln>
        </p:spPr>
        <p:txBody>
          <a:bodyPr wrap="square" lIns="0" tIns="0" rIns="0" bIns="0" rtlCol="0" anchor="ctr">
            <a:noAutofit/>
          </a:bodyPr>
          <a:lstStyle/>
          <a:p>
            <a:pPr algn="ctr">
              <a:spcBef>
                <a:spcPts val="0"/>
              </a:spcBef>
              <a:spcAft>
                <a:spcPts val="0"/>
              </a:spcAft>
            </a:pPr>
            <a:r>
              <a:rPr sz="1500" b="1" i="0">
                <a:solidFill>
                  <a:srgbClr val="0B0720"/>
                </a:solidFill>
                <a:latin typeface="Times New Roman"/>
              </a:rPr>
              <a:t>8</a:t>
            </a:r>
          </a:p>
        </p:txBody>
      </p:sp>
      <p:sp>
        <p:nvSpPr>
          <p:cNvPr id="34" name="TextBox 33"/>
          <p:cNvSpPr txBox="1"/>
          <p:nvPr/>
        </p:nvSpPr>
        <p:spPr>
          <a:xfrm>
            <a:off x="1143000" y="3154680"/>
            <a:ext cx="1828800" cy="475488"/>
          </a:xfrm>
          <a:prstGeom prst="rect">
            <a:avLst/>
          </a:prstGeom>
          <a:noFill/>
        </p:spPr>
        <p:txBody>
          <a:bodyPr wrap="square" lIns="45720" tIns="27432" rIns="45720" bIns="27432" anchor="ctr">
            <a:noAutofit/>
          </a:bodyPr>
          <a:lstStyle/>
          <a:p>
            <a:pPr algn="l">
              <a:spcBef>
                <a:spcPts val="0"/>
              </a:spcBef>
              <a:spcAft>
                <a:spcPts val="0"/>
              </a:spcAft>
            </a:pPr>
            <a:r>
              <a:rPr sz="1600" b="1" i="0">
                <a:solidFill>
                  <a:srgbClr val="FFC857"/>
                </a:solidFill>
                <a:latin typeface="Times New Roman"/>
              </a:rPr>
              <a:t>Business Decision</a:t>
            </a:r>
          </a:p>
        </p:txBody>
      </p:sp>
      <p:sp>
        <p:nvSpPr>
          <p:cNvPr id="35" name="TextBox 34"/>
          <p:cNvSpPr txBox="1"/>
          <p:nvPr/>
        </p:nvSpPr>
        <p:spPr>
          <a:xfrm>
            <a:off x="685800" y="3721608"/>
            <a:ext cx="2240280" cy="777240"/>
          </a:xfrm>
          <a:prstGeom prst="rect">
            <a:avLst/>
          </a:prstGeom>
          <a:noFill/>
        </p:spPr>
        <p:txBody>
          <a:bodyPr wrap="square" lIns="45720" tIns="27432" rIns="45720" bIns="27432" anchor="t">
            <a:noAutofit/>
          </a:bodyPr>
          <a:lstStyle/>
          <a:p>
            <a:pPr algn="l">
              <a:spcBef>
                <a:spcPts val="0"/>
              </a:spcBef>
              <a:spcAft>
                <a:spcPts val="0"/>
              </a:spcAft>
            </a:pPr>
            <a:r>
              <a:rPr sz="1400" b="0" i="0">
                <a:solidFill>
                  <a:srgbClr val="FFFFFF"/>
                </a:solidFill>
                <a:latin typeface="Times New Roman"/>
              </a:rPr>
              <a:t>Act, or refine and model further</a:t>
            </a:r>
          </a:p>
        </p:txBody>
      </p:sp>
      <p:sp>
        <p:nvSpPr>
          <p:cNvPr id="36" name="Right Arrow 35"/>
          <p:cNvSpPr/>
          <p:nvPr/>
        </p:nvSpPr>
        <p:spPr>
          <a:xfrm>
            <a:off x="3099816" y="1828800"/>
            <a:ext cx="274320" cy="274320"/>
          </a:xfrm>
          <a:prstGeom prst="rightArrow">
            <a:avLst/>
          </a:prstGeom>
          <a:solidFill>
            <a:srgbClr val="7141EF"/>
          </a:solidFill>
          <a:ln>
            <a:noFill/>
          </a:ln>
        </p:spPr>
        <p:txBody>
          <a:bodyPr rtlCol="0" anchor="ctr"/>
          <a:lstStyle/>
          <a:p>
            <a:pPr algn="ctr"/>
            <a:endParaRPr/>
          </a:p>
        </p:txBody>
      </p:sp>
      <p:sp>
        <p:nvSpPr>
          <p:cNvPr id="37" name="Right Arrow 36"/>
          <p:cNvSpPr/>
          <p:nvPr/>
        </p:nvSpPr>
        <p:spPr>
          <a:xfrm>
            <a:off x="5959145" y="1828800"/>
            <a:ext cx="274320" cy="274320"/>
          </a:xfrm>
          <a:prstGeom prst="rightArrow">
            <a:avLst/>
          </a:prstGeom>
          <a:solidFill>
            <a:srgbClr val="7141EF"/>
          </a:solidFill>
          <a:ln>
            <a:noFill/>
          </a:ln>
        </p:spPr>
        <p:txBody>
          <a:bodyPr rtlCol="0" anchor="ctr"/>
          <a:lstStyle/>
          <a:p>
            <a:pPr algn="ctr"/>
            <a:endParaRPr/>
          </a:p>
        </p:txBody>
      </p:sp>
      <p:sp>
        <p:nvSpPr>
          <p:cNvPr id="38" name="Right Arrow 37"/>
          <p:cNvSpPr/>
          <p:nvPr/>
        </p:nvSpPr>
        <p:spPr>
          <a:xfrm>
            <a:off x="8818474" y="1828800"/>
            <a:ext cx="274320" cy="274320"/>
          </a:xfrm>
          <a:prstGeom prst="rightArrow">
            <a:avLst/>
          </a:prstGeom>
          <a:solidFill>
            <a:srgbClr val="7141EF"/>
          </a:solidFill>
          <a:ln>
            <a:noFill/>
          </a:ln>
        </p:spPr>
        <p:txBody>
          <a:bodyPr rtlCol="0" anchor="ctr"/>
          <a:lstStyle/>
          <a:p>
            <a:pPr algn="ctr"/>
            <a:endParaRPr/>
          </a:p>
        </p:txBody>
      </p:sp>
      <p:sp>
        <p:nvSpPr>
          <p:cNvPr id="39" name="Left Arrow 38"/>
          <p:cNvSpPr/>
          <p:nvPr/>
        </p:nvSpPr>
        <p:spPr>
          <a:xfrm>
            <a:off x="8815730" y="3657600"/>
            <a:ext cx="274320" cy="274320"/>
          </a:xfrm>
          <a:prstGeom prst="leftArrow">
            <a:avLst/>
          </a:prstGeom>
          <a:solidFill>
            <a:srgbClr val="7141EF"/>
          </a:solidFill>
          <a:ln>
            <a:noFill/>
          </a:ln>
        </p:spPr>
        <p:txBody>
          <a:bodyPr rtlCol="0" anchor="ctr"/>
          <a:lstStyle/>
          <a:p>
            <a:pPr algn="ctr"/>
            <a:endParaRPr/>
          </a:p>
        </p:txBody>
      </p:sp>
      <p:sp>
        <p:nvSpPr>
          <p:cNvPr id="40" name="Left Arrow 39"/>
          <p:cNvSpPr/>
          <p:nvPr/>
        </p:nvSpPr>
        <p:spPr>
          <a:xfrm>
            <a:off x="5956402" y="3657600"/>
            <a:ext cx="274320" cy="274320"/>
          </a:xfrm>
          <a:prstGeom prst="leftArrow">
            <a:avLst/>
          </a:prstGeom>
          <a:solidFill>
            <a:srgbClr val="7141EF"/>
          </a:solidFill>
          <a:ln>
            <a:noFill/>
          </a:ln>
        </p:spPr>
        <p:txBody>
          <a:bodyPr rtlCol="0" anchor="ctr"/>
          <a:lstStyle/>
          <a:p>
            <a:pPr algn="ctr"/>
            <a:endParaRPr/>
          </a:p>
        </p:txBody>
      </p:sp>
      <p:sp>
        <p:nvSpPr>
          <p:cNvPr id="41" name="Left Arrow 40"/>
          <p:cNvSpPr/>
          <p:nvPr/>
        </p:nvSpPr>
        <p:spPr>
          <a:xfrm>
            <a:off x="3097073" y="3657600"/>
            <a:ext cx="274320" cy="274320"/>
          </a:xfrm>
          <a:prstGeom prst="leftArrow">
            <a:avLst/>
          </a:prstGeom>
          <a:solidFill>
            <a:srgbClr val="7141EF"/>
          </a:solidFill>
          <a:ln>
            <a:noFill/>
          </a:ln>
        </p:spPr>
        <p:txBody>
          <a:bodyPr rtlCol="0" anchor="ctr"/>
          <a:lstStyle/>
          <a:p>
            <a:pPr algn="ctr"/>
            <a:endParaRPr/>
          </a:p>
        </p:txBody>
      </p:sp>
      <p:sp>
        <p:nvSpPr>
          <p:cNvPr id="42" name="Down Arrow 41"/>
          <p:cNvSpPr/>
          <p:nvPr/>
        </p:nvSpPr>
        <p:spPr>
          <a:xfrm>
            <a:off x="10228478" y="2715768"/>
            <a:ext cx="310896" cy="329184"/>
          </a:xfrm>
          <a:prstGeom prst="downArrow">
            <a:avLst/>
          </a:prstGeom>
          <a:solidFill>
            <a:srgbClr val="7141EF"/>
          </a:solidFill>
          <a:ln>
            <a:noFill/>
          </a:ln>
        </p:spPr>
        <p:txBody>
          <a:bodyPr rtlCol="0" anchor="ctr"/>
          <a:lstStyle/>
          <a:p>
            <a:pPr algn="ctr"/>
            <a:endParaRPr/>
          </a:p>
        </p:txBody>
      </p:sp>
      <p:sp>
        <p:nvSpPr>
          <p:cNvPr id="43" name="Rounded Rectangle 42"/>
          <p:cNvSpPr/>
          <p:nvPr/>
        </p:nvSpPr>
        <p:spPr>
          <a:xfrm>
            <a:off x="548640" y="4846320"/>
            <a:ext cx="11091672" cy="128016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l">
              <a:spcBef>
                <a:spcPts val="0"/>
              </a:spcBef>
              <a:spcAft>
                <a:spcPts val="0"/>
              </a:spcAft>
            </a:pPr>
            <a:r>
              <a:rPr sz="1700" b="1" i="0">
                <a:solidFill>
                  <a:srgbClr val="FFC857"/>
                </a:solidFill>
                <a:latin typeface="Times New Roman"/>
              </a:rPr>
              <a:t>EDA is iterative. </a:t>
            </a:r>
            <a:r>
              <a:rPr sz="1700" b="0" i="0">
                <a:solidFill>
                  <a:srgbClr val="FFFFFF"/>
                </a:solidFill>
                <a:latin typeface="Times New Roman"/>
              </a:rPr>
              <a:t>A spike found during exploration may send analysts back to Data Cleaning to check for entry errors. Revisit earlier stages whenever new issues emerge.</a:t>
            </a:r>
          </a:p>
        </p:txBody>
      </p:sp>
    </p:spTree>
    <p:extLst>
      <p:ext uri="{BB962C8B-B14F-4D97-AF65-F5344CB8AC3E}">
        <p14:creationId xmlns:p14="http://schemas.microsoft.com/office/powerpoint/2010/main" val="35385165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24AC993-04C8-5157-631A-17DBCC8FF0CB}"/>
            </a:ext>
          </a:extLst>
        </p:cNvPr>
        <p:cNvGrpSpPr/>
        <p:nvPr/>
      </p:nvGrpSpPr>
      <p:grpSpPr>
        <a:xfrm>
          <a:off x="0" y="0"/>
          <a:ext cx="0" cy="0"/>
          <a:chOff x="0" y="0"/>
          <a:chExt cx="0" cy="0"/>
        </a:xfrm>
      </p:grpSpPr>
      <p:pic>
        <p:nvPicPr>
          <p:cNvPr id="2" name="!!icon" descr="quality.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Data Cleaning and Quality Checks</a:t>
            </a:r>
          </a:p>
        </p:txBody>
      </p:sp>
    </p:spTree>
    <p:extLst>
      <p:ext uri="{BB962C8B-B14F-4D97-AF65-F5344CB8AC3E}">
        <p14:creationId xmlns:p14="http://schemas.microsoft.com/office/powerpoint/2010/main" val="14650081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icon" descr="quality.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Data Cleaning and Quality Checks</a:t>
            </a:r>
          </a:p>
        </p:txBody>
      </p:sp>
      <p:sp>
        <p:nvSpPr>
          <p:cNvPr id="4" name="Rounded Rectangle 3"/>
          <p:cNvSpPr/>
          <p:nvPr/>
        </p:nvSpPr>
        <p:spPr>
          <a:xfrm>
            <a:off x="548640" y="1234440"/>
            <a:ext cx="3547872" cy="1645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Oval 4"/>
          <p:cNvSpPr/>
          <p:nvPr/>
        </p:nvSpPr>
        <p:spPr>
          <a:xfrm>
            <a:off x="713232" y="1399032"/>
            <a:ext cx="457200" cy="457200"/>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700" b="1" i="0">
                <a:solidFill>
                  <a:srgbClr val="FFFFFF"/>
                </a:solidFill>
                <a:latin typeface="Times New Roman"/>
              </a:rPr>
              <a:t>1</a:t>
            </a:r>
          </a:p>
        </p:txBody>
      </p:sp>
      <p:sp>
        <p:nvSpPr>
          <p:cNvPr id="6" name="TextBox 5"/>
          <p:cNvSpPr txBox="1"/>
          <p:nvPr/>
        </p:nvSpPr>
        <p:spPr>
          <a:xfrm>
            <a:off x="1280160" y="13716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B9A5FF"/>
                </a:solidFill>
                <a:latin typeface="Times New Roman"/>
              </a:rPr>
              <a:t>Missing values</a:t>
            </a:r>
          </a:p>
        </p:txBody>
      </p:sp>
      <p:sp>
        <p:nvSpPr>
          <p:cNvPr id="7" name="TextBox 6"/>
          <p:cNvSpPr txBox="1"/>
          <p:nvPr/>
        </p:nvSpPr>
        <p:spPr>
          <a:xfrm>
            <a:off x="713232" y="20574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Find blanks; trace the cause before filling</a:t>
            </a:r>
          </a:p>
        </p:txBody>
      </p:sp>
      <p:sp>
        <p:nvSpPr>
          <p:cNvPr id="8" name="Rounded Rectangle 7"/>
          <p:cNvSpPr/>
          <p:nvPr/>
        </p:nvSpPr>
        <p:spPr>
          <a:xfrm>
            <a:off x="4320540" y="1234440"/>
            <a:ext cx="3547872" cy="1645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Oval 8"/>
          <p:cNvSpPr/>
          <p:nvPr/>
        </p:nvSpPr>
        <p:spPr>
          <a:xfrm>
            <a:off x="4485132" y="1399032"/>
            <a:ext cx="457200" cy="457200"/>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700" b="1" i="0">
                <a:solidFill>
                  <a:srgbClr val="FFFFFF"/>
                </a:solidFill>
                <a:latin typeface="Times New Roman"/>
              </a:rPr>
              <a:t>2</a:t>
            </a:r>
          </a:p>
        </p:txBody>
      </p:sp>
      <p:sp>
        <p:nvSpPr>
          <p:cNvPr id="10" name="TextBox 9"/>
          <p:cNvSpPr txBox="1"/>
          <p:nvPr/>
        </p:nvSpPr>
        <p:spPr>
          <a:xfrm>
            <a:off x="5052060" y="13716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B9A5FF"/>
                </a:solidFill>
                <a:latin typeface="Times New Roman"/>
              </a:rPr>
              <a:t>Duplicate records</a:t>
            </a:r>
          </a:p>
        </p:txBody>
      </p:sp>
      <p:sp>
        <p:nvSpPr>
          <p:cNvPr id="11" name="TextBox 10"/>
          <p:cNvSpPr txBox="1"/>
          <p:nvPr/>
        </p:nvSpPr>
        <p:spPr>
          <a:xfrm>
            <a:off x="4485132" y="20574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Remove repeated rows after confirming</a:t>
            </a:r>
          </a:p>
        </p:txBody>
      </p:sp>
      <p:sp>
        <p:nvSpPr>
          <p:cNvPr id="12" name="Rounded Rectangle 11"/>
          <p:cNvSpPr/>
          <p:nvPr/>
        </p:nvSpPr>
        <p:spPr>
          <a:xfrm>
            <a:off x="8092440" y="1234440"/>
            <a:ext cx="3547872" cy="1645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3" name="Oval 12"/>
          <p:cNvSpPr/>
          <p:nvPr/>
        </p:nvSpPr>
        <p:spPr>
          <a:xfrm>
            <a:off x="8257032" y="1399032"/>
            <a:ext cx="457200" cy="457200"/>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700" b="1" i="0">
                <a:solidFill>
                  <a:srgbClr val="FFFFFF"/>
                </a:solidFill>
                <a:latin typeface="Times New Roman"/>
              </a:rPr>
              <a:t>3</a:t>
            </a:r>
          </a:p>
        </p:txBody>
      </p:sp>
      <p:sp>
        <p:nvSpPr>
          <p:cNvPr id="14" name="TextBox 13"/>
          <p:cNvSpPr txBox="1"/>
          <p:nvPr/>
        </p:nvSpPr>
        <p:spPr>
          <a:xfrm>
            <a:off x="8823960" y="13716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B9A5FF"/>
                </a:solidFill>
                <a:latin typeface="Times New Roman"/>
              </a:rPr>
              <a:t>Incorrect data types</a:t>
            </a:r>
          </a:p>
        </p:txBody>
      </p:sp>
      <p:sp>
        <p:nvSpPr>
          <p:cNvPr id="15" name="TextBox 14"/>
          <p:cNvSpPr txBox="1"/>
          <p:nvPr/>
        </p:nvSpPr>
        <p:spPr>
          <a:xfrm>
            <a:off x="8257032" y="20574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Convert text numbers to numeric</a:t>
            </a:r>
          </a:p>
        </p:txBody>
      </p:sp>
      <p:sp>
        <p:nvSpPr>
          <p:cNvPr id="16" name="Rounded Rectangle 15"/>
          <p:cNvSpPr/>
          <p:nvPr/>
        </p:nvSpPr>
        <p:spPr>
          <a:xfrm>
            <a:off x="548640" y="3063240"/>
            <a:ext cx="3547872" cy="1645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7" name="Oval 16"/>
          <p:cNvSpPr/>
          <p:nvPr/>
        </p:nvSpPr>
        <p:spPr>
          <a:xfrm>
            <a:off x="713232" y="3227832"/>
            <a:ext cx="457200" cy="457200"/>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700" b="1" i="0">
                <a:solidFill>
                  <a:srgbClr val="FFFFFF"/>
                </a:solidFill>
                <a:latin typeface="Times New Roman"/>
              </a:rPr>
              <a:t>4</a:t>
            </a:r>
          </a:p>
        </p:txBody>
      </p:sp>
      <p:sp>
        <p:nvSpPr>
          <p:cNvPr id="18" name="TextBox 17"/>
          <p:cNvSpPr txBox="1"/>
          <p:nvPr/>
        </p:nvSpPr>
        <p:spPr>
          <a:xfrm>
            <a:off x="1280160" y="32004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B9A5FF"/>
                </a:solidFill>
                <a:latin typeface="Times New Roman"/>
              </a:rPr>
              <a:t>Inconsistent categories</a:t>
            </a:r>
          </a:p>
        </p:txBody>
      </p:sp>
      <p:sp>
        <p:nvSpPr>
          <p:cNvPr id="19" name="TextBox 18"/>
          <p:cNvSpPr txBox="1"/>
          <p:nvPr/>
        </p:nvSpPr>
        <p:spPr>
          <a:xfrm>
            <a:off x="713232" y="38862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Standardise spelling and case</a:t>
            </a:r>
          </a:p>
        </p:txBody>
      </p:sp>
      <p:sp>
        <p:nvSpPr>
          <p:cNvPr id="20" name="Rounded Rectangle 19"/>
          <p:cNvSpPr/>
          <p:nvPr/>
        </p:nvSpPr>
        <p:spPr>
          <a:xfrm>
            <a:off x="4320540" y="3063240"/>
            <a:ext cx="3547872" cy="16459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1" name="Oval 20"/>
          <p:cNvSpPr/>
          <p:nvPr/>
        </p:nvSpPr>
        <p:spPr>
          <a:xfrm>
            <a:off x="4485132" y="3227832"/>
            <a:ext cx="457200" cy="457200"/>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700" b="1" i="0">
                <a:solidFill>
                  <a:srgbClr val="FFFFFF"/>
                </a:solidFill>
                <a:latin typeface="Times New Roman"/>
              </a:rPr>
              <a:t>5</a:t>
            </a:r>
          </a:p>
        </p:txBody>
      </p:sp>
      <p:sp>
        <p:nvSpPr>
          <p:cNvPr id="22" name="TextBox 21"/>
          <p:cNvSpPr txBox="1"/>
          <p:nvPr/>
        </p:nvSpPr>
        <p:spPr>
          <a:xfrm>
            <a:off x="5052060" y="32004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B9A5FF"/>
                </a:solidFill>
                <a:latin typeface="Times New Roman"/>
              </a:rPr>
              <a:t>Invalid values</a:t>
            </a:r>
          </a:p>
        </p:txBody>
      </p:sp>
      <p:sp>
        <p:nvSpPr>
          <p:cNvPr id="23" name="TextBox 22"/>
          <p:cNvSpPr txBox="1"/>
          <p:nvPr/>
        </p:nvSpPr>
        <p:spPr>
          <a:xfrm>
            <a:off x="4485132" y="38862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Check impossible entries, e.g. negative units</a:t>
            </a:r>
          </a:p>
        </p:txBody>
      </p:sp>
      <p:sp>
        <p:nvSpPr>
          <p:cNvPr id="24" name="Rounded Rectangle 23"/>
          <p:cNvSpPr/>
          <p:nvPr/>
        </p:nvSpPr>
        <p:spPr>
          <a:xfrm>
            <a:off x="8092440" y="3063240"/>
            <a:ext cx="3547872" cy="1645920"/>
          </a:xfrm>
          <a:prstGeom prst="roundRect">
            <a:avLst>
              <a:gd name="adj" fmla="val 6000"/>
            </a:avLst>
          </a:prstGeom>
          <a:solidFill>
            <a:srgbClr val="16113A"/>
          </a:solidFill>
          <a:ln w="22225">
            <a:solidFill>
              <a:srgbClr val="FFC857"/>
            </a:solidFill>
          </a:ln>
        </p:spPr>
        <p:txBody>
          <a:bodyPr rtlCol="0" anchor="ctr"/>
          <a:lstStyle/>
          <a:p>
            <a:pPr algn="ctr"/>
            <a:endParaRPr/>
          </a:p>
        </p:txBody>
      </p:sp>
      <p:sp>
        <p:nvSpPr>
          <p:cNvPr id="25" name="Oval 24"/>
          <p:cNvSpPr/>
          <p:nvPr/>
        </p:nvSpPr>
        <p:spPr>
          <a:xfrm>
            <a:off x="8257032" y="3227832"/>
            <a:ext cx="457200" cy="457200"/>
          </a:xfrm>
          <a:prstGeom prst="ellipse">
            <a:avLst/>
          </a:prstGeom>
          <a:solidFill>
            <a:srgbClr val="FFC857"/>
          </a:solidFill>
          <a:ln>
            <a:noFill/>
          </a:ln>
        </p:spPr>
        <p:txBody>
          <a:bodyPr wrap="square" lIns="0" tIns="0" rIns="0" bIns="0" rtlCol="0" anchor="ctr">
            <a:noAutofit/>
          </a:bodyPr>
          <a:lstStyle/>
          <a:p>
            <a:pPr algn="ctr">
              <a:spcBef>
                <a:spcPts val="0"/>
              </a:spcBef>
              <a:spcAft>
                <a:spcPts val="0"/>
              </a:spcAft>
            </a:pPr>
            <a:r>
              <a:rPr sz="1700" b="1" i="0">
                <a:solidFill>
                  <a:srgbClr val="0B0720"/>
                </a:solidFill>
                <a:latin typeface="Times New Roman"/>
              </a:rPr>
              <a:t>6</a:t>
            </a:r>
          </a:p>
        </p:txBody>
      </p:sp>
      <p:sp>
        <p:nvSpPr>
          <p:cNvPr id="26" name="TextBox 25"/>
          <p:cNvSpPr txBox="1"/>
          <p:nvPr/>
        </p:nvSpPr>
        <p:spPr>
          <a:xfrm>
            <a:off x="8823960" y="3200400"/>
            <a:ext cx="2697480" cy="548640"/>
          </a:xfrm>
          <a:prstGeom prst="rect">
            <a:avLst/>
          </a:prstGeom>
          <a:noFill/>
        </p:spPr>
        <p:txBody>
          <a:bodyPr wrap="square" lIns="45720" tIns="27432" rIns="45720" bIns="27432" anchor="ctr">
            <a:noAutofit/>
          </a:bodyPr>
          <a:lstStyle/>
          <a:p>
            <a:pPr algn="l">
              <a:spcBef>
                <a:spcPts val="0"/>
              </a:spcBef>
              <a:spcAft>
                <a:spcPts val="0"/>
              </a:spcAft>
            </a:pPr>
            <a:r>
              <a:rPr sz="1800" b="1" i="0">
                <a:solidFill>
                  <a:srgbClr val="FFC857"/>
                </a:solidFill>
                <a:latin typeface="Times New Roman"/>
              </a:rPr>
              <a:t>Outliers</a:t>
            </a:r>
          </a:p>
        </p:txBody>
      </p:sp>
      <p:sp>
        <p:nvSpPr>
          <p:cNvPr id="27" name="TextBox 26"/>
          <p:cNvSpPr txBox="1"/>
          <p:nvPr/>
        </p:nvSpPr>
        <p:spPr>
          <a:xfrm>
            <a:off x="8257032" y="3886200"/>
            <a:ext cx="3246120" cy="77724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Detect with IQR rule or charts; investigate</a:t>
            </a:r>
          </a:p>
        </p:txBody>
      </p:sp>
      <p:sp>
        <p:nvSpPr>
          <p:cNvPr id="28" name="Rounded Rectangle 27"/>
          <p:cNvSpPr/>
          <p:nvPr/>
        </p:nvSpPr>
        <p:spPr>
          <a:xfrm>
            <a:off x="548640" y="5029200"/>
            <a:ext cx="11091672" cy="100584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ctr">
              <a:spcBef>
                <a:spcPts val="0"/>
              </a:spcBef>
              <a:spcAft>
                <a:spcPts val="0"/>
              </a:spcAft>
            </a:pPr>
            <a:r>
              <a:rPr sz="2400" b="1" i="0">
                <a:solidFill>
                  <a:srgbClr val="FFC857"/>
                </a:solidFill>
                <a:latin typeface="Times New Roman"/>
              </a:rPr>
              <a:t>Investigate first; never delete or replace automatically.</a:t>
            </a:r>
          </a:p>
        </p:txBody>
      </p:sp>
    </p:spTree>
    <p:extLst>
      <p:ext uri="{BB962C8B-B14F-4D97-AF65-F5344CB8AC3E}">
        <p14:creationId xmlns:p14="http://schemas.microsoft.com/office/powerpoint/2010/main" val="28983406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899BFA-F98A-9FC4-834D-93B08D3940CD}"/>
            </a:ext>
          </a:extLst>
        </p:cNvPr>
        <p:cNvGrpSpPr/>
        <p:nvPr/>
      </p:nvGrpSpPr>
      <p:grpSpPr>
        <a:xfrm>
          <a:off x="0" y="0"/>
          <a:ext cx="0" cy="0"/>
          <a:chOff x="0" y="0"/>
          <a:chExt cx="0" cy="0"/>
        </a:xfrm>
      </p:grpSpPr>
      <p:pic>
        <p:nvPicPr>
          <p:cNvPr id="2" name="!!icon" descr="quality.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Data Cleaning: Before and After</a:t>
            </a:r>
          </a:p>
        </p:txBody>
      </p:sp>
      <p:sp>
        <p:nvSpPr>
          <p:cNvPr id="4" name="TextBox 3"/>
          <p:cNvSpPr txBox="1"/>
          <p:nvPr/>
        </p:nvSpPr>
        <p:spPr>
          <a:xfrm>
            <a:off x="548640" y="1188720"/>
            <a:ext cx="5486400" cy="365760"/>
          </a:xfrm>
          <a:prstGeom prst="rect">
            <a:avLst/>
          </a:prstGeom>
          <a:noFill/>
        </p:spPr>
        <p:txBody>
          <a:bodyPr wrap="square" lIns="45720" tIns="27432" rIns="45720" bIns="27432" anchor="t">
            <a:noAutofit/>
          </a:bodyPr>
          <a:lstStyle/>
          <a:p>
            <a:pPr algn="l">
              <a:spcBef>
                <a:spcPts val="0"/>
              </a:spcBef>
              <a:spcAft>
                <a:spcPts val="0"/>
              </a:spcAft>
            </a:pPr>
            <a:r>
              <a:rPr sz="1900" b="1" i="0">
                <a:solidFill>
                  <a:srgbClr val="FFC857"/>
                </a:solidFill>
                <a:latin typeface="Times New Roman"/>
              </a:rPr>
              <a:t>Before: raw data</a:t>
            </a:r>
          </a:p>
        </p:txBody>
      </p:sp>
      <p:sp>
        <p:nvSpPr>
          <p:cNvPr id="5" name="TextBox 4"/>
          <p:cNvSpPr txBox="1"/>
          <p:nvPr/>
        </p:nvSpPr>
        <p:spPr>
          <a:xfrm>
            <a:off x="6263640" y="1188720"/>
            <a:ext cx="5486400" cy="365760"/>
          </a:xfrm>
          <a:prstGeom prst="rect">
            <a:avLst/>
          </a:prstGeom>
          <a:noFill/>
        </p:spPr>
        <p:txBody>
          <a:bodyPr wrap="square" lIns="45720" tIns="27432" rIns="45720" bIns="27432" anchor="t">
            <a:noAutofit/>
          </a:bodyPr>
          <a:lstStyle/>
          <a:p>
            <a:pPr algn="l">
              <a:spcBef>
                <a:spcPts val="0"/>
              </a:spcBef>
              <a:spcAft>
                <a:spcPts val="0"/>
              </a:spcAft>
            </a:pPr>
            <a:r>
              <a:rPr sz="1900" b="1" i="0">
                <a:solidFill>
                  <a:srgbClr val="7CE0A5"/>
                </a:solidFill>
                <a:latin typeface="Times New Roman"/>
              </a:rPr>
              <a:t>After: cleaned data</a:t>
            </a:r>
          </a:p>
        </p:txBody>
      </p:sp>
      <p:graphicFrame>
        <p:nvGraphicFramePr>
          <p:cNvPr id="6" name="Before table"/>
          <p:cNvGraphicFramePr>
            <a:graphicFrameLocks noGrp="1"/>
          </p:cNvGraphicFramePr>
          <p:nvPr/>
        </p:nvGraphicFramePr>
        <p:xfrm>
          <a:off x="548640" y="1645920"/>
          <a:ext cx="5577840" cy="3072384"/>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12064">
                <a:tc>
                  <a:txBody>
                    <a:bodyPr/>
                    <a:lstStyle/>
                    <a:p>
                      <a:pPr algn="l">
                        <a:spcBef>
                          <a:spcPts val="0"/>
                        </a:spcBef>
                        <a:spcAft>
                          <a:spcPts val="0"/>
                        </a:spcAft>
                      </a:pPr>
                      <a:r>
                        <a:rPr sz="1400" b="1" i="0">
                          <a:solidFill>
                            <a:srgbClr val="FFFFFF"/>
                          </a:solidFill>
                          <a:latin typeface="Times New Roman"/>
                        </a:rPr>
                        <a:t>Order ID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Region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400" b="1" i="0">
                          <a:solidFill>
                            <a:srgbClr val="FFFFFF"/>
                          </a:solidFill>
                          <a:latin typeface="Times New Roman"/>
                        </a:rPr>
                        <a:t>Units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400" b="1" i="0">
                          <a:solidFill>
                            <a:srgbClr val="FFFFFF"/>
                          </a:solidFill>
                          <a:latin typeface="Times New Roman"/>
                        </a:rPr>
                        <a:t>Price (₹)</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Issue found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512064">
                <a:tc>
                  <a:txBody>
                    <a:bodyPr/>
                    <a:lstStyle/>
                    <a:p>
                      <a:pPr algn="l">
                        <a:spcBef>
                          <a:spcPts val="0"/>
                        </a:spcBef>
                        <a:spcAft>
                          <a:spcPts val="0"/>
                        </a:spcAft>
                      </a:pPr>
                      <a:r>
                        <a:rPr sz="1400" b="0" i="0">
                          <a:solidFill>
                            <a:srgbClr val="FFFFFF"/>
                          </a:solidFill>
                          <a:latin typeface="Times New Roman"/>
                        </a:rPr>
                        <a:t>101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north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450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Inconsistent case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512064">
                <a:tc>
                  <a:txBody>
                    <a:bodyPr/>
                    <a:lstStyle/>
                    <a:p>
                      <a:pPr algn="l">
                        <a:spcBef>
                          <a:spcPts val="0"/>
                        </a:spcBef>
                        <a:spcAft>
                          <a:spcPts val="0"/>
                        </a:spcAft>
                      </a:pPr>
                      <a:r>
                        <a:rPr sz="1400" b="0" i="0">
                          <a:solidFill>
                            <a:srgbClr val="FFFFFF"/>
                          </a:solidFill>
                          <a:latin typeface="Times New Roman"/>
                        </a:rPr>
                        <a:t>102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North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(blank)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450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Missing value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512064">
                <a:tc>
                  <a:txBody>
                    <a:bodyPr/>
                    <a:lstStyle/>
                    <a:p>
                      <a:pPr algn="l">
                        <a:spcBef>
                          <a:spcPts val="0"/>
                        </a:spcBef>
                        <a:spcAft>
                          <a:spcPts val="0"/>
                        </a:spcAft>
                      </a:pPr>
                      <a:r>
                        <a:rPr sz="1400" b="0" i="0">
                          <a:solidFill>
                            <a:srgbClr val="FFFFFF"/>
                          </a:solidFill>
                          <a:latin typeface="Times New Roman"/>
                        </a:rPr>
                        <a:t>102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North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(blank)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450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Duplicate record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512064">
                <a:tc>
                  <a:txBody>
                    <a:bodyPr/>
                    <a:lstStyle/>
                    <a:p>
                      <a:pPr algn="l">
                        <a:spcBef>
                          <a:spcPts val="0"/>
                        </a:spcBef>
                        <a:spcAft>
                          <a:spcPts val="0"/>
                        </a:spcAft>
                      </a:pPr>
                      <a:r>
                        <a:rPr sz="1400" b="0" i="0">
                          <a:solidFill>
                            <a:srgbClr val="FFFFFF"/>
                          </a:solidFill>
                          <a:latin typeface="Times New Roman"/>
                        </a:rPr>
                        <a:t>103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South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520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Invalid value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512064">
                <a:tc>
                  <a:txBody>
                    <a:bodyPr/>
                    <a:lstStyle/>
                    <a:p>
                      <a:pPr algn="l">
                        <a:spcBef>
                          <a:spcPts val="0"/>
                        </a:spcBef>
                        <a:spcAft>
                          <a:spcPts val="0"/>
                        </a:spcAft>
                      </a:pPr>
                      <a:r>
                        <a:rPr sz="1400" b="0" i="0">
                          <a:solidFill>
                            <a:srgbClr val="FFFFFF"/>
                          </a:solidFill>
                          <a:latin typeface="Times New Roman"/>
                        </a:rPr>
                        <a:t>104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West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₹480 (text)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Wrong data type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bl>
          </a:graphicData>
        </a:graphic>
      </p:graphicFrame>
      <p:graphicFrame>
        <p:nvGraphicFramePr>
          <p:cNvPr id="7" name="After table"/>
          <p:cNvGraphicFramePr>
            <a:graphicFrameLocks noGrp="1"/>
          </p:cNvGraphicFramePr>
          <p:nvPr/>
        </p:nvGraphicFramePr>
        <p:xfrm>
          <a:off x="6263640" y="1645920"/>
          <a:ext cx="5376672" cy="2560320"/>
        </p:xfrm>
        <a:graphic>
          <a:graphicData uri="http://schemas.openxmlformats.org/drawingml/2006/table">
            <a:tbl>
              <a:tblPr/>
              <a:tblGrid>
                <a:gridCol w="8686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764792">
                  <a:extLst>
                    <a:ext uri="{9D8B030D-6E8A-4147-A177-3AD203B41FA5}">
                      <a16:colId xmlns:a16="http://schemas.microsoft.com/office/drawing/2014/main" val="20004"/>
                    </a:ext>
                  </a:extLst>
                </a:gridCol>
              </a:tblGrid>
              <a:tr h="512064">
                <a:tc>
                  <a:txBody>
                    <a:bodyPr/>
                    <a:lstStyle/>
                    <a:p>
                      <a:pPr algn="l">
                        <a:spcBef>
                          <a:spcPts val="0"/>
                        </a:spcBef>
                        <a:spcAft>
                          <a:spcPts val="0"/>
                        </a:spcAft>
                      </a:pPr>
                      <a:r>
                        <a:rPr sz="1400" b="1" i="0">
                          <a:solidFill>
                            <a:srgbClr val="FFFFFF"/>
                          </a:solidFill>
                          <a:latin typeface="Times New Roman"/>
                        </a:rPr>
                        <a:t>Order ID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Region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400" b="1" i="0">
                          <a:solidFill>
                            <a:srgbClr val="FFFFFF"/>
                          </a:solidFill>
                          <a:latin typeface="Times New Roman"/>
                        </a:rPr>
                        <a:t>Units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400" b="1" i="0">
                          <a:solidFill>
                            <a:srgbClr val="FFFFFF"/>
                          </a:solidFill>
                          <a:latin typeface="Times New Roman"/>
                        </a:rPr>
                        <a:t>Price (₹)</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400" b="1" i="0">
                          <a:solidFill>
                            <a:srgbClr val="FFFFFF"/>
                          </a:solidFill>
                          <a:latin typeface="Times New Roman"/>
                        </a:rPr>
                        <a:t>Action taken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512064">
                <a:tc>
                  <a:txBody>
                    <a:bodyPr/>
                    <a:lstStyle/>
                    <a:p>
                      <a:pPr algn="l">
                        <a:spcBef>
                          <a:spcPts val="0"/>
                        </a:spcBef>
                        <a:spcAft>
                          <a:spcPts val="0"/>
                        </a:spcAft>
                      </a:pPr>
                      <a:r>
                        <a:rPr sz="1400" b="0" i="0">
                          <a:solidFill>
                            <a:srgbClr val="FFFFFF"/>
                          </a:solidFill>
                          <a:latin typeface="Times New Roman"/>
                        </a:rPr>
                        <a:t>101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North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450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7CE0A5"/>
                          </a:solidFill>
                          <a:latin typeface="Times New Roman"/>
                        </a:rPr>
                        <a:t>Case standardised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512064">
                <a:tc>
                  <a:txBody>
                    <a:bodyPr/>
                    <a:lstStyle/>
                    <a:p>
                      <a:pPr algn="l">
                        <a:spcBef>
                          <a:spcPts val="0"/>
                        </a:spcBef>
                        <a:spcAft>
                          <a:spcPts val="0"/>
                        </a:spcAft>
                      </a:pPr>
                      <a:r>
                        <a:rPr sz="1400" b="0" i="0">
                          <a:solidFill>
                            <a:srgbClr val="FFFFFF"/>
                          </a:solidFill>
                          <a:latin typeface="Times New Roman"/>
                        </a:rPr>
                        <a:t>102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North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10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450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7CE0A5"/>
                          </a:solidFill>
                          <a:latin typeface="Times New Roman"/>
                        </a:rPr>
                        <a:t>Verified; duplicate dropped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512064">
                <a:tc>
                  <a:txBody>
                    <a:bodyPr/>
                    <a:lstStyle/>
                    <a:p>
                      <a:pPr algn="l">
                        <a:spcBef>
                          <a:spcPts val="0"/>
                        </a:spcBef>
                        <a:spcAft>
                          <a:spcPts val="0"/>
                        </a:spcAft>
                      </a:pPr>
                      <a:r>
                        <a:rPr sz="1400" b="0" i="0">
                          <a:solidFill>
                            <a:srgbClr val="FFFFFF"/>
                          </a:solidFill>
                          <a:latin typeface="Times New Roman"/>
                        </a:rPr>
                        <a:t>103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South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520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7CE0A5"/>
                          </a:solidFill>
                          <a:latin typeface="Times New Roman"/>
                        </a:rPr>
                        <a:t>Sign corrected after check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512064">
                <a:tc>
                  <a:txBody>
                    <a:bodyPr/>
                    <a:lstStyle/>
                    <a:p>
                      <a:pPr algn="l">
                        <a:spcBef>
                          <a:spcPts val="0"/>
                        </a:spcBef>
                        <a:spcAft>
                          <a:spcPts val="0"/>
                        </a:spcAft>
                      </a:pPr>
                      <a:r>
                        <a:rPr sz="1400" b="0" i="0">
                          <a:solidFill>
                            <a:srgbClr val="FFFFFF"/>
                          </a:solidFill>
                          <a:latin typeface="Times New Roman"/>
                        </a:rPr>
                        <a:t>104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West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480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7CE0A5"/>
                          </a:solidFill>
                          <a:latin typeface="Times New Roman"/>
                        </a:rPr>
                        <a:t>Converted to number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548640" y="4892040"/>
            <a:ext cx="11091672" cy="11887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TextBox 8"/>
          <p:cNvSpPr txBox="1"/>
          <p:nvPr/>
        </p:nvSpPr>
        <p:spPr>
          <a:xfrm>
            <a:off x="777240" y="4956048"/>
            <a:ext cx="10652760" cy="1051560"/>
          </a:xfrm>
          <a:prstGeom prst="rect">
            <a:avLst/>
          </a:prstGeom>
          <a:noFill/>
        </p:spPr>
        <p:txBody>
          <a:bodyPr wrap="square" lIns="45720" tIns="27432" rIns="45720" bIns="27432" anchor="ctr">
            <a:noAutofit/>
          </a:bodyPr>
          <a:lstStyle/>
          <a:p>
            <a:pPr algn="l">
              <a:spcBef>
                <a:spcPts val="0"/>
              </a:spcBef>
              <a:spcAft>
                <a:spcPts val="600"/>
              </a:spcAft>
            </a:pPr>
            <a:r>
              <a:rPr sz="1600" b="1" i="0">
                <a:solidFill>
                  <a:srgbClr val="B9A5FF"/>
                </a:solidFill>
                <a:latin typeface="Times New Roman"/>
              </a:rPr>
              <a:t>What changed: </a:t>
            </a:r>
            <a:r>
              <a:rPr sz="1600" b="0" i="0">
                <a:solidFill>
                  <a:srgbClr val="FFFFFF"/>
                </a:solidFill>
                <a:latin typeface="Times New Roman"/>
              </a:rPr>
              <a:t>lower-case “north” standardised, a duplicate removed, a negative unit count verified and corrected, and a text price converted to a number.</a:t>
            </a:r>
          </a:p>
          <a:p>
            <a:pPr algn="l">
              <a:spcBef>
                <a:spcPts val="0"/>
              </a:spcBef>
              <a:spcAft>
                <a:spcPts val="0"/>
              </a:spcAft>
            </a:pPr>
            <a:r>
              <a:rPr sz="1600" b="1" i="0">
                <a:solidFill>
                  <a:srgbClr val="FFC857"/>
                </a:solidFill>
                <a:latin typeface="Times New Roman"/>
              </a:rPr>
              <a:t>Key point: </a:t>
            </a:r>
            <a:r>
              <a:rPr sz="1600" b="0" i="0">
                <a:solidFill>
                  <a:srgbClr val="FFFFFF"/>
                </a:solidFill>
                <a:latin typeface="Times New Roman"/>
              </a:rPr>
              <a:t>missing values and outliers are investigated, not automatically deleted or replaced. They may be errors or real events.</a:t>
            </a:r>
          </a:p>
        </p:txBody>
      </p:sp>
    </p:spTree>
    <p:extLst>
      <p:ext uri="{BB962C8B-B14F-4D97-AF65-F5344CB8AC3E}">
        <p14:creationId xmlns:p14="http://schemas.microsoft.com/office/powerpoint/2010/main" val="42775272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C9E5D74-170A-B119-686E-642B52E5D6C2}"/>
            </a:ext>
          </a:extLst>
        </p:cNvPr>
        <p:cNvGrpSpPr/>
        <p:nvPr/>
      </p:nvGrpSpPr>
      <p:grpSpPr>
        <a:xfrm>
          <a:off x="0" y="0"/>
          <a:ext cx="0" cy="0"/>
          <a:chOff x="0" y="0"/>
          <a:chExt cx="0" cy="0"/>
        </a:xfrm>
      </p:grpSpPr>
      <p:pic>
        <p:nvPicPr>
          <p:cNvPr id="2" name="!!icon" descr="desc.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Descriptive Statistics</a:t>
            </a:r>
          </a:p>
        </p:txBody>
      </p:sp>
    </p:spTree>
    <p:extLst>
      <p:ext uri="{BB962C8B-B14F-4D97-AF65-F5344CB8AC3E}">
        <p14:creationId xmlns:p14="http://schemas.microsoft.com/office/powerpoint/2010/main" val="29640279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desc.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Descriptive Statistics in EDA</a:t>
            </a:r>
          </a:p>
        </p:txBody>
      </p:sp>
      <p:sp>
        <p:nvSpPr>
          <p:cNvPr id="4" name="Rounded Rectangle 3"/>
          <p:cNvSpPr/>
          <p:nvPr/>
        </p:nvSpPr>
        <p:spPr>
          <a:xfrm>
            <a:off x="548640" y="1188720"/>
            <a:ext cx="5394960" cy="13716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TextBox 4"/>
          <p:cNvSpPr txBox="1"/>
          <p:nvPr/>
        </p:nvSpPr>
        <p:spPr>
          <a:xfrm>
            <a:off x="731520" y="1243584"/>
            <a:ext cx="5029200" cy="329184"/>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Centre</a:t>
            </a:r>
          </a:p>
        </p:txBody>
      </p:sp>
      <p:sp>
        <p:nvSpPr>
          <p:cNvPr id="6" name="TextBox 5"/>
          <p:cNvSpPr txBox="1"/>
          <p:nvPr/>
        </p:nvSpPr>
        <p:spPr>
          <a:xfrm>
            <a:off x="731520" y="1609344"/>
            <a:ext cx="5029200" cy="914400"/>
          </a:xfrm>
          <a:prstGeom prst="rect">
            <a:avLst/>
          </a:prstGeom>
          <a:noFill/>
        </p:spPr>
        <p:txBody>
          <a:bodyPr wrap="square" lIns="45720" tIns="27432" rIns="45720" bIns="27432" anchor="t">
            <a:noAutofit/>
          </a:bodyPr>
          <a:lstStyle/>
          <a:p>
            <a:pPr algn="l">
              <a:spcBef>
                <a:spcPts val="0"/>
              </a:spcBef>
              <a:spcAft>
                <a:spcPts val="300"/>
              </a:spcAft>
            </a:pPr>
            <a:r>
              <a:rPr sz="1500" b="0" i="0">
                <a:solidFill>
                  <a:srgbClr val="FFFFFF"/>
                </a:solidFill>
                <a:latin typeface="Times New Roman"/>
              </a:rPr>
              <a:t>Mean = Σx / n</a:t>
            </a:r>
          </a:p>
          <a:p>
            <a:pPr algn="l">
              <a:spcBef>
                <a:spcPts val="0"/>
              </a:spcBef>
              <a:spcAft>
                <a:spcPts val="300"/>
              </a:spcAft>
            </a:pPr>
            <a:r>
              <a:rPr sz="1500" b="0" i="0">
                <a:solidFill>
                  <a:srgbClr val="FFFFFF"/>
                </a:solidFill>
                <a:latin typeface="Times New Roman"/>
              </a:rPr>
              <a:t>Median = middle value of ordered data</a:t>
            </a:r>
          </a:p>
          <a:p>
            <a:pPr algn="l">
              <a:spcBef>
                <a:spcPts val="0"/>
              </a:spcBef>
              <a:spcAft>
                <a:spcPts val="300"/>
              </a:spcAft>
            </a:pPr>
            <a:r>
              <a:rPr sz="1500" b="0" i="0">
                <a:solidFill>
                  <a:srgbClr val="FFFFFF"/>
                </a:solidFill>
                <a:latin typeface="Times New Roman"/>
              </a:rPr>
              <a:t>Mode = most frequent value</a:t>
            </a:r>
          </a:p>
        </p:txBody>
      </p:sp>
      <p:sp>
        <p:nvSpPr>
          <p:cNvPr id="7" name="Rounded Rectangle 6"/>
          <p:cNvSpPr/>
          <p:nvPr/>
        </p:nvSpPr>
        <p:spPr>
          <a:xfrm>
            <a:off x="548640" y="2670048"/>
            <a:ext cx="5394960" cy="13716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8" name="TextBox 7"/>
          <p:cNvSpPr txBox="1"/>
          <p:nvPr/>
        </p:nvSpPr>
        <p:spPr>
          <a:xfrm>
            <a:off x="731520" y="2724912"/>
            <a:ext cx="5029200" cy="329184"/>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Position and range</a:t>
            </a:r>
          </a:p>
        </p:txBody>
      </p:sp>
      <p:sp>
        <p:nvSpPr>
          <p:cNvPr id="9" name="TextBox 8"/>
          <p:cNvSpPr txBox="1"/>
          <p:nvPr/>
        </p:nvSpPr>
        <p:spPr>
          <a:xfrm>
            <a:off x="731520" y="3090672"/>
            <a:ext cx="5029200" cy="914400"/>
          </a:xfrm>
          <a:prstGeom prst="rect">
            <a:avLst/>
          </a:prstGeom>
          <a:noFill/>
        </p:spPr>
        <p:txBody>
          <a:bodyPr wrap="square" lIns="45720" tIns="27432" rIns="45720" bIns="27432" anchor="t">
            <a:noAutofit/>
          </a:bodyPr>
          <a:lstStyle/>
          <a:p>
            <a:pPr algn="l">
              <a:spcBef>
                <a:spcPts val="0"/>
              </a:spcBef>
              <a:spcAft>
                <a:spcPts val="300"/>
              </a:spcAft>
            </a:pPr>
            <a:r>
              <a:rPr sz="1500" b="0" i="0">
                <a:solidFill>
                  <a:srgbClr val="FFFFFF"/>
                </a:solidFill>
                <a:latin typeface="Times New Roman"/>
              </a:rPr>
              <a:t>Min, Max: smallest and largest values</a:t>
            </a:r>
          </a:p>
          <a:p>
            <a:pPr algn="l">
              <a:spcBef>
                <a:spcPts val="0"/>
              </a:spcBef>
              <a:spcAft>
                <a:spcPts val="300"/>
              </a:spcAft>
            </a:pPr>
            <a:r>
              <a:rPr sz="1500" b="0" i="0">
                <a:solidFill>
                  <a:srgbClr val="FFFFFF"/>
                </a:solidFill>
                <a:latin typeface="Times New Roman"/>
              </a:rPr>
              <a:t>Range = Max − Min</a:t>
            </a:r>
          </a:p>
          <a:p>
            <a:pPr algn="l">
              <a:spcBef>
                <a:spcPts val="0"/>
              </a:spcBef>
              <a:spcAft>
                <a:spcPts val="300"/>
              </a:spcAft>
            </a:pPr>
            <a:r>
              <a:rPr sz="1500" b="0" i="0">
                <a:solidFill>
                  <a:srgbClr val="FFFFFF"/>
                </a:solidFill>
                <a:latin typeface="Times New Roman"/>
              </a:rPr>
              <a:t>IQR = Q3 − Q1 (middle 50% of data)</a:t>
            </a:r>
          </a:p>
        </p:txBody>
      </p:sp>
      <p:sp>
        <p:nvSpPr>
          <p:cNvPr id="10" name="Rounded Rectangle 9"/>
          <p:cNvSpPr/>
          <p:nvPr/>
        </p:nvSpPr>
        <p:spPr>
          <a:xfrm>
            <a:off x="548640" y="4151376"/>
            <a:ext cx="5394960" cy="13716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1" name="TextBox 10"/>
          <p:cNvSpPr txBox="1"/>
          <p:nvPr/>
        </p:nvSpPr>
        <p:spPr>
          <a:xfrm>
            <a:off x="731520" y="4206240"/>
            <a:ext cx="5029200" cy="329184"/>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Spread</a:t>
            </a:r>
          </a:p>
        </p:txBody>
      </p:sp>
      <p:sp>
        <p:nvSpPr>
          <p:cNvPr id="12" name="TextBox 11"/>
          <p:cNvSpPr txBox="1"/>
          <p:nvPr/>
        </p:nvSpPr>
        <p:spPr>
          <a:xfrm>
            <a:off x="731520" y="4572000"/>
            <a:ext cx="5029200" cy="914400"/>
          </a:xfrm>
          <a:prstGeom prst="rect">
            <a:avLst/>
          </a:prstGeom>
          <a:noFill/>
        </p:spPr>
        <p:txBody>
          <a:bodyPr wrap="square" lIns="45720" tIns="27432" rIns="45720" bIns="27432" anchor="t">
            <a:noAutofit/>
          </a:bodyPr>
          <a:lstStyle/>
          <a:p>
            <a:pPr algn="l">
              <a:spcBef>
                <a:spcPts val="0"/>
              </a:spcBef>
              <a:spcAft>
                <a:spcPts val="300"/>
              </a:spcAft>
            </a:pPr>
            <a:r>
              <a:rPr sz="1500" b="0" i="0">
                <a:solidFill>
                  <a:srgbClr val="FFFFFF"/>
                </a:solidFill>
                <a:latin typeface="Times New Roman"/>
              </a:rPr>
              <a:t>Sample variance: s² = Σ(x − mean)² / (n − 1)</a:t>
            </a:r>
          </a:p>
          <a:p>
            <a:pPr algn="l">
              <a:spcBef>
                <a:spcPts val="0"/>
              </a:spcBef>
              <a:spcAft>
                <a:spcPts val="300"/>
              </a:spcAft>
            </a:pPr>
            <a:r>
              <a:rPr sz="1500" b="0" i="0">
                <a:solidFill>
                  <a:srgbClr val="FFFFFF"/>
                </a:solidFill>
                <a:latin typeface="Times New Roman"/>
              </a:rPr>
              <a:t>Sample SD: s = √s²</a:t>
            </a:r>
          </a:p>
          <a:p>
            <a:pPr algn="l">
              <a:spcBef>
                <a:spcPts val="0"/>
              </a:spcBef>
              <a:spcAft>
                <a:spcPts val="300"/>
              </a:spcAft>
            </a:pPr>
            <a:r>
              <a:rPr sz="1500" b="0" i="0">
                <a:solidFill>
                  <a:srgbClr val="FFFFFF"/>
                </a:solidFill>
                <a:latin typeface="Times New Roman"/>
              </a:rPr>
              <a:t>Population SD: σ = √[Σ(x − μ)² / N]</a:t>
            </a:r>
          </a:p>
        </p:txBody>
      </p:sp>
      <p:sp>
        <p:nvSpPr>
          <p:cNvPr id="13" name="Rounded Rectangle 12"/>
          <p:cNvSpPr/>
          <p:nvPr/>
        </p:nvSpPr>
        <p:spPr>
          <a:xfrm>
            <a:off x="6126480" y="1188720"/>
            <a:ext cx="5513832" cy="43434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4" name="TextBox 13"/>
          <p:cNvSpPr txBox="1"/>
          <p:nvPr/>
        </p:nvSpPr>
        <p:spPr>
          <a:xfrm>
            <a:off x="6309360" y="1243584"/>
            <a:ext cx="5166360" cy="347472"/>
          </a:xfrm>
          <a:prstGeom prst="rect">
            <a:avLst/>
          </a:prstGeom>
          <a:noFill/>
        </p:spPr>
        <p:txBody>
          <a:bodyPr wrap="square" lIns="45720" tIns="27432" rIns="45720" bIns="27432" anchor="t">
            <a:noAutofit/>
          </a:bodyPr>
          <a:lstStyle/>
          <a:p>
            <a:pPr algn="l">
              <a:spcBef>
                <a:spcPts val="0"/>
              </a:spcBef>
              <a:spcAft>
                <a:spcPts val="0"/>
              </a:spcAft>
            </a:pPr>
            <a:r>
              <a:rPr sz="1600" b="1" i="0">
                <a:solidFill>
                  <a:srgbClr val="B9A5FF"/>
                </a:solidFill>
                <a:latin typeface="Times New Roman"/>
              </a:rPr>
              <a:t>Worked example: units sold per day over 5 days</a:t>
            </a:r>
          </a:p>
        </p:txBody>
      </p:sp>
      <p:sp>
        <p:nvSpPr>
          <p:cNvPr id="15" name="Rounded Rectangle 14"/>
          <p:cNvSpPr/>
          <p:nvPr/>
        </p:nvSpPr>
        <p:spPr>
          <a:xfrm>
            <a:off x="6309360" y="1645920"/>
            <a:ext cx="914400" cy="457200"/>
          </a:xfrm>
          <a:prstGeom prst="roundRect">
            <a:avLst>
              <a:gd name="adj" fmla="val 20000"/>
            </a:avLst>
          </a:prstGeom>
          <a:solidFill>
            <a:srgbClr val="7141EF"/>
          </a:solidFill>
          <a:ln>
            <a:noFill/>
          </a:ln>
        </p:spPr>
        <p:txBody>
          <a:bodyPr wrap="square" lIns="73152" tIns="27432" rIns="73152" bIns="27432" rtlCol="0" anchor="ctr">
            <a:noAutofit/>
          </a:bodyPr>
          <a:lstStyle/>
          <a:p>
            <a:pPr algn="ctr">
              <a:spcBef>
                <a:spcPts val="0"/>
              </a:spcBef>
              <a:spcAft>
                <a:spcPts val="0"/>
              </a:spcAft>
            </a:pPr>
            <a:r>
              <a:rPr sz="1800" b="1" i="0">
                <a:solidFill>
                  <a:srgbClr val="FFFFFF"/>
                </a:solidFill>
                <a:latin typeface="Times New Roman"/>
              </a:rPr>
              <a:t>10</a:t>
            </a:r>
          </a:p>
        </p:txBody>
      </p:sp>
      <p:sp>
        <p:nvSpPr>
          <p:cNvPr id="16" name="Rounded Rectangle 15"/>
          <p:cNvSpPr/>
          <p:nvPr/>
        </p:nvSpPr>
        <p:spPr>
          <a:xfrm>
            <a:off x="7351776" y="1645920"/>
            <a:ext cx="914400" cy="457200"/>
          </a:xfrm>
          <a:prstGeom prst="roundRect">
            <a:avLst>
              <a:gd name="adj" fmla="val 20000"/>
            </a:avLst>
          </a:prstGeom>
          <a:solidFill>
            <a:srgbClr val="7141EF"/>
          </a:solidFill>
          <a:ln>
            <a:noFill/>
          </a:ln>
        </p:spPr>
        <p:txBody>
          <a:bodyPr wrap="square" lIns="73152" tIns="27432" rIns="73152" bIns="27432" rtlCol="0" anchor="ctr">
            <a:noAutofit/>
          </a:bodyPr>
          <a:lstStyle/>
          <a:p>
            <a:pPr algn="ctr">
              <a:spcBef>
                <a:spcPts val="0"/>
              </a:spcBef>
              <a:spcAft>
                <a:spcPts val="0"/>
              </a:spcAft>
            </a:pPr>
            <a:r>
              <a:rPr sz="1800" b="1" i="0">
                <a:solidFill>
                  <a:srgbClr val="FFFFFF"/>
                </a:solidFill>
                <a:latin typeface="Times New Roman"/>
              </a:rPr>
              <a:t>12</a:t>
            </a:r>
          </a:p>
        </p:txBody>
      </p:sp>
      <p:sp>
        <p:nvSpPr>
          <p:cNvPr id="17" name="Rounded Rectangle 16"/>
          <p:cNvSpPr/>
          <p:nvPr/>
        </p:nvSpPr>
        <p:spPr>
          <a:xfrm>
            <a:off x="8394192" y="1645920"/>
            <a:ext cx="914400" cy="457200"/>
          </a:xfrm>
          <a:prstGeom prst="roundRect">
            <a:avLst>
              <a:gd name="adj" fmla="val 20000"/>
            </a:avLst>
          </a:prstGeom>
          <a:solidFill>
            <a:srgbClr val="7141EF"/>
          </a:solidFill>
          <a:ln>
            <a:noFill/>
          </a:ln>
        </p:spPr>
        <p:txBody>
          <a:bodyPr wrap="square" lIns="73152" tIns="27432" rIns="73152" bIns="27432" rtlCol="0" anchor="ctr">
            <a:noAutofit/>
          </a:bodyPr>
          <a:lstStyle/>
          <a:p>
            <a:pPr algn="ctr">
              <a:spcBef>
                <a:spcPts val="0"/>
              </a:spcBef>
              <a:spcAft>
                <a:spcPts val="0"/>
              </a:spcAft>
            </a:pPr>
            <a:r>
              <a:rPr sz="1800" b="1" i="0">
                <a:solidFill>
                  <a:srgbClr val="FFFFFF"/>
                </a:solidFill>
                <a:latin typeface="Times New Roman"/>
              </a:rPr>
              <a:t>12</a:t>
            </a:r>
          </a:p>
        </p:txBody>
      </p:sp>
      <p:sp>
        <p:nvSpPr>
          <p:cNvPr id="18" name="Rounded Rectangle 17"/>
          <p:cNvSpPr/>
          <p:nvPr/>
        </p:nvSpPr>
        <p:spPr>
          <a:xfrm>
            <a:off x="9436608" y="1645920"/>
            <a:ext cx="914400" cy="457200"/>
          </a:xfrm>
          <a:prstGeom prst="roundRect">
            <a:avLst>
              <a:gd name="adj" fmla="val 20000"/>
            </a:avLst>
          </a:prstGeom>
          <a:solidFill>
            <a:srgbClr val="7141EF"/>
          </a:solidFill>
          <a:ln>
            <a:noFill/>
          </a:ln>
        </p:spPr>
        <p:txBody>
          <a:bodyPr wrap="square" lIns="73152" tIns="27432" rIns="73152" bIns="27432" rtlCol="0" anchor="ctr">
            <a:noAutofit/>
          </a:bodyPr>
          <a:lstStyle/>
          <a:p>
            <a:pPr algn="ctr">
              <a:spcBef>
                <a:spcPts val="0"/>
              </a:spcBef>
              <a:spcAft>
                <a:spcPts val="0"/>
              </a:spcAft>
            </a:pPr>
            <a:r>
              <a:rPr sz="1800" b="1" i="0">
                <a:solidFill>
                  <a:srgbClr val="FFFFFF"/>
                </a:solidFill>
                <a:latin typeface="Times New Roman"/>
              </a:rPr>
              <a:t>15</a:t>
            </a:r>
          </a:p>
        </p:txBody>
      </p:sp>
      <p:sp>
        <p:nvSpPr>
          <p:cNvPr id="19" name="Rounded Rectangle 18"/>
          <p:cNvSpPr/>
          <p:nvPr/>
        </p:nvSpPr>
        <p:spPr>
          <a:xfrm>
            <a:off x="10479024" y="1645920"/>
            <a:ext cx="914400" cy="457200"/>
          </a:xfrm>
          <a:prstGeom prst="roundRect">
            <a:avLst>
              <a:gd name="adj" fmla="val 20000"/>
            </a:avLst>
          </a:prstGeom>
          <a:solidFill>
            <a:srgbClr val="FFC857"/>
          </a:solidFill>
          <a:ln>
            <a:noFill/>
          </a:ln>
        </p:spPr>
        <p:txBody>
          <a:bodyPr wrap="square" lIns="73152" tIns="27432" rIns="73152" bIns="27432" rtlCol="0" anchor="ctr">
            <a:noAutofit/>
          </a:bodyPr>
          <a:lstStyle/>
          <a:p>
            <a:pPr algn="ctr">
              <a:spcBef>
                <a:spcPts val="0"/>
              </a:spcBef>
              <a:spcAft>
                <a:spcPts val="0"/>
              </a:spcAft>
            </a:pPr>
            <a:r>
              <a:rPr sz="1800" b="1" i="0">
                <a:solidFill>
                  <a:srgbClr val="0B0720"/>
                </a:solidFill>
                <a:latin typeface="Times New Roman"/>
              </a:rPr>
              <a:t>21</a:t>
            </a:r>
          </a:p>
        </p:txBody>
      </p:sp>
      <p:graphicFrame>
        <p:nvGraphicFramePr>
          <p:cNvPr id="20" name="Descriptive results"/>
          <p:cNvGraphicFramePr>
            <a:graphicFrameLocks noGrp="1"/>
          </p:cNvGraphicFramePr>
          <p:nvPr/>
        </p:nvGraphicFramePr>
        <p:xfrm>
          <a:off x="6309360" y="2286000"/>
          <a:ext cx="5166360" cy="3127248"/>
        </p:xfrm>
        <a:graphic>
          <a:graphicData uri="http://schemas.openxmlformats.org/drawingml/2006/table">
            <a:tbl>
              <a:tblPr/>
              <a:tblGrid>
                <a:gridCol w="31089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47472">
                <a:tc>
                  <a:txBody>
                    <a:bodyPr/>
                    <a:lstStyle/>
                    <a:p>
                      <a:pPr algn="l">
                        <a:spcBef>
                          <a:spcPts val="0"/>
                        </a:spcBef>
                        <a:spcAft>
                          <a:spcPts val="0"/>
                        </a:spcAft>
                      </a:pPr>
                      <a:r>
                        <a:rPr sz="1400" b="1" i="0">
                          <a:solidFill>
                            <a:srgbClr val="FFFFFF"/>
                          </a:solidFill>
                          <a:latin typeface="Times New Roman"/>
                        </a:rPr>
                        <a:t>Measure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400" b="1" i="0">
                          <a:solidFill>
                            <a:srgbClr val="FFFFFF"/>
                          </a:solidFill>
                          <a:latin typeface="Times New Roman"/>
                        </a:rPr>
                        <a:t>Result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347472">
                <a:tc>
                  <a:txBody>
                    <a:bodyPr/>
                    <a:lstStyle/>
                    <a:p>
                      <a:pPr algn="l">
                        <a:spcBef>
                          <a:spcPts val="0"/>
                        </a:spcBef>
                        <a:spcAft>
                          <a:spcPts val="0"/>
                        </a:spcAft>
                      </a:pPr>
                      <a:r>
                        <a:rPr sz="1400" b="1" i="0">
                          <a:solidFill>
                            <a:srgbClr val="FFFFFF"/>
                          </a:solidFill>
                          <a:latin typeface="Times New Roman"/>
                        </a:rPr>
                        <a:t>Mean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14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347472">
                <a:tc>
                  <a:txBody>
                    <a:bodyPr/>
                    <a:lstStyle/>
                    <a:p>
                      <a:pPr algn="l">
                        <a:spcBef>
                          <a:spcPts val="0"/>
                        </a:spcBef>
                        <a:spcAft>
                          <a:spcPts val="0"/>
                        </a:spcAft>
                      </a:pPr>
                      <a:r>
                        <a:rPr sz="1400" b="1" i="0">
                          <a:solidFill>
                            <a:srgbClr val="FFFFFF"/>
                          </a:solidFill>
                          <a:latin typeface="Times New Roman"/>
                        </a:rPr>
                        <a:t>Median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347472">
                <a:tc>
                  <a:txBody>
                    <a:bodyPr/>
                    <a:lstStyle/>
                    <a:p>
                      <a:pPr algn="l">
                        <a:spcBef>
                          <a:spcPts val="0"/>
                        </a:spcBef>
                        <a:spcAft>
                          <a:spcPts val="0"/>
                        </a:spcAft>
                      </a:pPr>
                      <a:r>
                        <a:rPr sz="1400" b="1" i="0">
                          <a:solidFill>
                            <a:srgbClr val="FFFFFF"/>
                          </a:solidFill>
                          <a:latin typeface="Times New Roman"/>
                        </a:rPr>
                        <a:t>Mode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347472">
                <a:tc>
                  <a:txBody>
                    <a:bodyPr/>
                    <a:lstStyle/>
                    <a:p>
                      <a:pPr algn="l">
                        <a:spcBef>
                          <a:spcPts val="0"/>
                        </a:spcBef>
                        <a:spcAft>
                          <a:spcPts val="0"/>
                        </a:spcAft>
                      </a:pPr>
                      <a:r>
                        <a:rPr sz="1400" b="1" i="0">
                          <a:solidFill>
                            <a:srgbClr val="FFFFFF"/>
                          </a:solidFill>
                          <a:latin typeface="Times New Roman"/>
                        </a:rPr>
                        <a:t>Min / Max / Range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10 / 21 / 11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347472">
                <a:tc>
                  <a:txBody>
                    <a:bodyPr/>
                    <a:lstStyle/>
                    <a:p>
                      <a:pPr algn="l">
                        <a:spcBef>
                          <a:spcPts val="0"/>
                        </a:spcBef>
                        <a:spcAft>
                          <a:spcPts val="0"/>
                        </a:spcAft>
                      </a:pPr>
                      <a:r>
                        <a:rPr sz="1400" b="1" i="0">
                          <a:solidFill>
                            <a:srgbClr val="FFFFFF"/>
                          </a:solidFill>
                          <a:latin typeface="Times New Roman"/>
                        </a:rPr>
                        <a:t>Q1 / Q3 / IQR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12 / 15 / 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r h="347472">
                <a:tc>
                  <a:txBody>
                    <a:bodyPr/>
                    <a:lstStyle/>
                    <a:p>
                      <a:pPr algn="l">
                        <a:spcBef>
                          <a:spcPts val="0"/>
                        </a:spcBef>
                        <a:spcAft>
                          <a:spcPts val="0"/>
                        </a:spcAft>
                      </a:pPr>
                      <a:r>
                        <a:rPr sz="1400" b="1" i="0">
                          <a:solidFill>
                            <a:srgbClr val="FFFFFF"/>
                          </a:solidFill>
                          <a:latin typeface="Times New Roman"/>
                        </a:rPr>
                        <a:t>Sample variance (n − 1)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18.50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6"/>
                  </a:ext>
                </a:extLst>
              </a:tr>
              <a:tr h="347472">
                <a:tc>
                  <a:txBody>
                    <a:bodyPr/>
                    <a:lstStyle/>
                    <a:p>
                      <a:pPr algn="l">
                        <a:spcBef>
                          <a:spcPts val="0"/>
                        </a:spcBef>
                        <a:spcAft>
                          <a:spcPts val="0"/>
                        </a:spcAft>
                      </a:pPr>
                      <a:r>
                        <a:rPr sz="1400" b="1" i="0">
                          <a:solidFill>
                            <a:srgbClr val="FFFFFF"/>
                          </a:solidFill>
                          <a:latin typeface="Times New Roman"/>
                        </a:rPr>
                        <a:t>Sample SD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400" b="0" i="0">
                          <a:solidFill>
                            <a:srgbClr val="FFFFFF"/>
                          </a:solidFill>
                          <a:latin typeface="Times New Roman"/>
                        </a:rPr>
                        <a:t>4.30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7"/>
                  </a:ext>
                </a:extLst>
              </a:tr>
              <a:tr h="347472">
                <a:tc>
                  <a:txBody>
                    <a:bodyPr/>
                    <a:lstStyle/>
                    <a:p>
                      <a:pPr algn="l">
                        <a:spcBef>
                          <a:spcPts val="0"/>
                        </a:spcBef>
                        <a:spcAft>
                          <a:spcPts val="0"/>
                        </a:spcAft>
                      </a:pPr>
                      <a:r>
                        <a:rPr sz="1400" b="1" i="0">
                          <a:solidFill>
                            <a:srgbClr val="FFFFFF"/>
                          </a:solidFill>
                          <a:latin typeface="Times New Roman"/>
                        </a:rPr>
                        <a:t>Population SD (N)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400" b="0" i="0">
                          <a:solidFill>
                            <a:srgbClr val="FFFFFF"/>
                          </a:solidFill>
                          <a:latin typeface="Times New Roman"/>
                        </a:rPr>
                        <a:t>3.85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8"/>
                  </a:ext>
                </a:extLst>
              </a:tr>
            </a:tbl>
          </a:graphicData>
        </a:graphic>
      </p:graphicFrame>
      <p:sp>
        <p:nvSpPr>
          <p:cNvPr id="21" name="Rounded Rectangle 20"/>
          <p:cNvSpPr/>
          <p:nvPr/>
        </p:nvSpPr>
        <p:spPr>
          <a:xfrm>
            <a:off x="548640" y="5669280"/>
            <a:ext cx="11091672" cy="59436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l">
              <a:spcBef>
                <a:spcPts val="0"/>
              </a:spcBef>
              <a:spcAft>
                <a:spcPts val="0"/>
              </a:spcAft>
            </a:pPr>
            <a:r>
              <a:rPr sz="1700" b="1" i="0">
                <a:solidFill>
                  <a:srgbClr val="FFC857"/>
                </a:solidFill>
                <a:latin typeface="Times New Roman"/>
              </a:rPr>
              <a:t>Mean (14) is above median (12): </a:t>
            </a:r>
            <a:r>
              <a:rPr sz="1700" b="0" i="0">
                <a:solidFill>
                  <a:srgbClr val="FFFFFF"/>
                </a:solidFill>
                <a:latin typeface="Times New Roman"/>
              </a:rPr>
              <a:t>the high day (21) pulls the mean upward.</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59224B4-4E0B-2159-2F14-B80E4AD5B954}"/>
            </a:ext>
          </a:extLst>
        </p:cNvPr>
        <p:cNvGrpSpPr/>
        <p:nvPr/>
      </p:nvGrpSpPr>
      <p:grpSpPr>
        <a:xfrm>
          <a:off x="0" y="0"/>
          <a:ext cx="0" cy="0"/>
          <a:chOff x="0" y="0"/>
          <a:chExt cx="0" cy="0"/>
        </a:xfrm>
      </p:grpSpPr>
      <p:pic>
        <p:nvPicPr>
          <p:cNvPr id="2" name="!!icon" descr="uni.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Univariate Analysis</a:t>
            </a:r>
          </a:p>
        </p:txBody>
      </p:sp>
    </p:spTree>
    <p:extLst>
      <p:ext uri="{BB962C8B-B14F-4D97-AF65-F5344CB8AC3E}">
        <p14:creationId xmlns:p14="http://schemas.microsoft.com/office/powerpoint/2010/main" val="28523414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uni.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Univariate Analysis</a:t>
            </a:r>
          </a:p>
        </p:txBody>
      </p:sp>
      <p:sp>
        <p:nvSpPr>
          <p:cNvPr id="4" name="TextBox 3"/>
          <p:cNvSpPr txBox="1"/>
          <p:nvPr/>
        </p:nvSpPr>
        <p:spPr>
          <a:xfrm>
            <a:off x="548640" y="1051560"/>
            <a:ext cx="11091672" cy="36576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B8AEE0"/>
                </a:solidFill>
                <a:latin typeface="Times New Roman"/>
              </a:rPr>
              <a:t>Studying one variable at a time. Example: monthly sales revenue (₹ lakh) from the case-study dataset on Slide 21.</a:t>
            </a:r>
          </a:p>
        </p:txBody>
      </p:sp>
      <p:sp>
        <p:nvSpPr>
          <p:cNvPr id="5" name="Rounded Rectangle 4"/>
          <p:cNvSpPr/>
          <p:nvPr/>
        </p:nvSpPr>
        <p:spPr>
          <a:xfrm>
            <a:off x="548640" y="1508760"/>
            <a:ext cx="3593592" cy="40233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6" name="TextBox 5"/>
          <p:cNvSpPr txBox="1"/>
          <p:nvPr/>
        </p:nvSpPr>
        <p:spPr>
          <a:xfrm>
            <a:off x="685800" y="1554480"/>
            <a:ext cx="3319272" cy="347472"/>
          </a:xfrm>
          <a:prstGeom prst="rect">
            <a:avLst/>
          </a:prstGeom>
          <a:noFill/>
        </p:spPr>
        <p:txBody>
          <a:bodyPr wrap="square" lIns="45720" tIns="27432" rIns="45720" bIns="27432" anchor="t">
            <a:noAutofit/>
          </a:bodyPr>
          <a:lstStyle/>
          <a:p>
            <a:pPr algn="ctr">
              <a:spcBef>
                <a:spcPts val="0"/>
              </a:spcBef>
              <a:spcAft>
                <a:spcPts val="0"/>
              </a:spcAft>
            </a:pPr>
            <a:r>
              <a:rPr sz="1600" b="1" i="0">
                <a:solidFill>
                  <a:srgbClr val="B9A5FF"/>
                </a:solidFill>
                <a:latin typeface="Times New Roman"/>
              </a:rPr>
              <a:t>Histogram of monthly sales</a:t>
            </a:r>
          </a:p>
        </p:txBody>
      </p:sp>
      <p:sp>
        <p:nvSpPr>
          <p:cNvPr id="7" name="TextBox 6"/>
          <p:cNvSpPr txBox="1"/>
          <p:nvPr/>
        </p:nvSpPr>
        <p:spPr>
          <a:xfrm>
            <a:off x="658368" y="4645152"/>
            <a:ext cx="3374136" cy="868680"/>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Histogram shows shape: most months fall in ₹20–25 lakh; the far-right bar (Nov) shows right skew.</a:t>
            </a:r>
          </a:p>
        </p:txBody>
      </p:sp>
      <p:sp>
        <p:nvSpPr>
          <p:cNvPr id="8" name="Rounded Rectangle 7"/>
          <p:cNvSpPr/>
          <p:nvPr/>
        </p:nvSpPr>
        <p:spPr>
          <a:xfrm>
            <a:off x="4297680" y="1508760"/>
            <a:ext cx="3593592" cy="40233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TextBox 8"/>
          <p:cNvSpPr txBox="1"/>
          <p:nvPr/>
        </p:nvSpPr>
        <p:spPr>
          <a:xfrm>
            <a:off x="4434840" y="1554480"/>
            <a:ext cx="3319272" cy="347472"/>
          </a:xfrm>
          <a:prstGeom prst="rect">
            <a:avLst/>
          </a:prstGeom>
          <a:noFill/>
        </p:spPr>
        <p:txBody>
          <a:bodyPr wrap="square" lIns="45720" tIns="27432" rIns="45720" bIns="27432" anchor="t">
            <a:noAutofit/>
          </a:bodyPr>
          <a:lstStyle/>
          <a:p>
            <a:pPr algn="ctr">
              <a:spcBef>
                <a:spcPts val="0"/>
              </a:spcBef>
              <a:spcAft>
                <a:spcPts val="0"/>
              </a:spcAft>
            </a:pPr>
            <a:r>
              <a:rPr sz="1600" b="1" i="0">
                <a:solidFill>
                  <a:srgbClr val="B9A5FF"/>
                </a:solidFill>
                <a:latin typeface="Times New Roman"/>
              </a:rPr>
              <a:t>Box plot of monthly sales</a:t>
            </a:r>
          </a:p>
        </p:txBody>
      </p:sp>
      <p:sp>
        <p:nvSpPr>
          <p:cNvPr id="10" name="TextBox 9"/>
          <p:cNvSpPr txBox="1"/>
          <p:nvPr/>
        </p:nvSpPr>
        <p:spPr>
          <a:xfrm>
            <a:off x="4407408" y="4645152"/>
            <a:ext cx="3374136" cy="868680"/>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Box plot shows median, quartiles, and spread; the gold dot lies beyond the upper whisker.</a:t>
            </a:r>
          </a:p>
        </p:txBody>
      </p:sp>
      <p:sp>
        <p:nvSpPr>
          <p:cNvPr id="11" name="Rounded Rectangle 10"/>
          <p:cNvSpPr/>
          <p:nvPr/>
        </p:nvSpPr>
        <p:spPr>
          <a:xfrm>
            <a:off x="8046720" y="1508760"/>
            <a:ext cx="3593592" cy="40233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TextBox 11"/>
          <p:cNvSpPr txBox="1"/>
          <p:nvPr/>
        </p:nvSpPr>
        <p:spPr>
          <a:xfrm>
            <a:off x="8183880" y="1554480"/>
            <a:ext cx="3319272" cy="347472"/>
          </a:xfrm>
          <a:prstGeom prst="rect">
            <a:avLst/>
          </a:prstGeom>
          <a:noFill/>
        </p:spPr>
        <p:txBody>
          <a:bodyPr wrap="square" lIns="45720" tIns="27432" rIns="45720" bIns="27432" anchor="t">
            <a:noAutofit/>
          </a:bodyPr>
          <a:lstStyle/>
          <a:p>
            <a:pPr algn="ctr">
              <a:spcBef>
                <a:spcPts val="0"/>
              </a:spcBef>
              <a:spcAft>
                <a:spcPts val="0"/>
              </a:spcAft>
            </a:pPr>
            <a:r>
              <a:rPr sz="1600" b="1" i="0">
                <a:solidFill>
                  <a:srgbClr val="B9A5FF"/>
                </a:solidFill>
                <a:latin typeface="Times New Roman"/>
              </a:rPr>
              <a:t>Months by sales band</a:t>
            </a:r>
          </a:p>
        </p:txBody>
      </p:sp>
      <p:sp>
        <p:nvSpPr>
          <p:cNvPr id="13" name="TextBox 12"/>
          <p:cNvSpPr txBox="1"/>
          <p:nvPr/>
        </p:nvSpPr>
        <p:spPr>
          <a:xfrm>
            <a:off x="8156448" y="4645152"/>
            <a:ext cx="3374136" cy="868680"/>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Bar chart for categorical data: 3 Low (&lt;20), 7 Medium (20 to &lt;30), 2 High (30 or more).</a:t>
            </a:r>
          </a:p>
        </p:txBody>
      </p:sp>
      <p:graphicFrame>
        <p:nvGraphicFramePr>
          <p:cNvPr id="14" name="Chart: Months"/>
          <p:cNvGraphicFramePr>
            <a:graphicFrameLocks noGrp="1"/>
          </p:cNvGraphicFramePr>
          <p:nvPr/>
        </p:nvGraphicFramePr>
        <p:xfrm>
          <a:off x="640080" y="1920240"/>
          <a:ext cx="3410712" cy="2697480"/>
        </p:xfrm>
        <a:graphic>
          <a:graphicData uri="http://schemas.openxmlformats.org/drawingml/2006/chart">
            <c:chart xmlns:c="http://schemas.openxmlformats.org/drawingml/2006/chart" xmlns:r="http://schemas.openxmlformats.org/officeDocument/2006/relationships" r:id="rId5"/>
          </a:graphicData>
        </a:graphic>
      </p:graphicFrame>
      <p:cxnSp>
        <p:nvCxnSpPr>
          <p:cNvPr id="15" name="Connector 14"/>
          <p:cNvCxnSpPr/>
          <p:nvPr/>
        </p:nvCxnSpPr>
        <p:spPr>
          <a:xfrm>
            <a:off x="4572000" y="3808476"/>
            <a:ext cx="3044952" cy="0"/>
          </a:xfrm>
          <a:prstGeom prst="line">
            <a:avLst/>
          </a:prstGeom>
          <a:ln w="12700">
            <a:solidFill>
              <a:srgbClr val="B8AEE0"/>
            </a:solidFill>
          </a:ln>
        </p:spPr>
      </p:cxnSp>
      <p:cxnSp>
        <p:nvCxnSpPr>
          <p:cNvPr id="16" name="Connector 15"/>
          <p:cNvCxnSpPr/>
          <p:nvPr/>
        </p:nvCxnSpPr>
        <p:spPr>
          <a:xfrm>
            <a:off x="4572000" y="3808476"/>
            <a:ext cx="0" cy="64008"/>
          </a:xfrm>
          <a:prstGeom prst="line">
            <a:avLst/>
          </a:prstGeom>
          <a:ln w="12700">
            <a:solidFill>
              <a:srgbClr val="B8AEE0"/>
            </a:solidFill>
          </a:ln>
        </p:spPr>
      </p:cxnSp>
      <p:sp>
        <p:nvSpPr>
          <p:cNvPr id="17" name="TextBox 16"/>
          <p:cNvSpPr txBox="1"/>
          <p:nvPr/>
        </p:nvSpPr>
        <p:spPr>
          <a:xfrm>
            <a:off x="4389120"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15</a:t>
            </a:r>
          </a:p>
        </p:txBody>
      </p:sp>
      <p:cxnSp>
        <p:nvCxnSpPr>
          <p:cNvPr id="18" name="Connector 17"/>
          <p:cNvCxnSpPr/>
          <p:nvPr/>
        </p:nvCxnSpPr>
        <p:spPr>
          <a:xfrm>
            <a:off x="5006993" y="3808476"/>
            <a:ext cx="0" cy="64008"/>
          </a:xfrm>
          <a:prstGeom prst="line">
            <a:avLst/>
          </a:prstGeom>
          <a:ln w="12700">
            <a:solidFill>
              <a:srgbClr val="B8AEE0"/>
            </a:solidFill>
          </a:ln>
        </p:spPr>
      </p:cxnSp>
      <p:sp>
        <p:nvSpPr>
          <p:cNvPr id="19" name="TextBox 18"/>
          <p:cNvSpPr txBox="1"/>
          <p:nvPr/>
        </p:nvSpPr>
        <p:spPr>
          <a:xfrm>
            <a:off x="4824113"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20</a:t>
            </a:r>
          </a:p>
        </p:txBody>
      </p:sp>
      <p:cxnSp>
        <p:nvCxnSpPr>
          <p:cNvPr id="20" name="Connector 19"/>
          <p:cNvCxnSpPr/>
          <p:nvPr/>
        </p:nvCxnSpPr>
        <p:spPr>
          <a:xfrm>
            <a:off x="5441986" y="3808476"/>
            <a:ext cx="0" cy="64008"/>
          </a:xfrm>
          <a:prstGeom prst="line">
            <a:avLst/>
          </a:prstGeom>
          <a:ln w="12700">
            <a:solidFill>
              <a:srgbClr val="B8AEE0"/>
            </a:solidFill>
          </a:ln>
        </p:spPr>
      </p:cxnSp>
      <p:sp>
        <p:nvSpPr>
          <p:cNvPr id="21" name="TextBox 20"/>
          <p:cNvSpPr txBox="1"/>
          <p:nvPr/>
        </p:nvSpPr>
        <p:spPr>
          <a:xfrm>
            <a:off x="5259106"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25</a:t>
            </a:r>
          </a:p>
        </p:txBody>
      </p:sp>
      <p:cxnSp>
        <p:nvCxnSpPr>
          <p:cNvPr id="22" name="Connector 21"/>
          <p:cNvCxnSpPr/>
          <p:nvPr/>
        </p:nvCxnSpPr>
        <p:spPr>
          <a:xfrm>
            <a:off x="5876979" y="3808476"/>
            <a:ext cx="0" cy="64008"/>
          </a:xfrm>
          <a:prstGeom prst="line">
            <a:avLst/>
          </a:prstGeom>
          <a:ln w="12700">
            <a:solidFill>
              <a:srgbClr val="B8AEE0"/>
            </a:solidFill>
          </a:ln>
        </p:spPr>
      </p:cxnSp>
      <p:sp>
        <p:nvSpPr>
          <p:cNvPr id="23" name="TextBox 22"/>
          <p:cNvSpPr txBox="1"/>
          <p:nvPr/>
        </p:nvSpPr>
        <p:spPr>
          <a:xfrm>
            <a:off x="5694099"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30</a:t>
            </a:r>
          </a:p>
        </p:txBody>
      </p:sp>
      <p:cxnSp>
        <p:nvCxnSpPr>
          <p:cNvPr id="24" name="Connector 23"/>
          <p:cNvCxnSpPr/>
          <p:nvPr/>
        </p:nvCxnSpPr>
        <p:spPr>
          <a:xfrm>
            <a:off x="6311973" y="3808476"/>
            <a:ext cx="0" cy="64008"/>
          </a:xfrm>
          <a:prstGeom prst="line">
            <a:avLst/>
          </a:prstGeom>
          <a:ln w="12700">
            <a:solidFill>
              <a:srgbClr val="B8AEE0"/>
            </a:solidFill>
          </a:ln>
        </p:spPr>
      </p:cxnSp>
      <p:sp>
        <p:nvSpPr>
          <p:cNvPr id="25" name="TextBox 24"/>
          <p:cNvSpPr txBox="1"/>
          <p:nvPr/>
        </p:nvSpPr>
        <p:spPr>
          <a:xfrm>
            <a:off x="6129093"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35</a:t>
            </a:r>
          </a:p>
        </p:txBody>
      </p:sp>
      <p:cxnSp>
        <p:nvCxnSpPr>
          <p:cNvPr id="26" name="Connector 25"/>
          <p:cNvCxnSpPr/>
          <p:nvPr/>
        </p:nvCxnSpPr>
        <p:spPr>
          <a:xfrm>
            <a:off x="6746966" y="3808476"/>
            <a:ext cx="0" cy="64008"/>
          </a:xfrm>
          <a:prstGeom prst="line">
            <a:avLst/>
          </a:prstGeom>
          <a:ln w="12700">
            <a:solidFill>
              <a:srgbClr val="B8AEE0"/>
            </a:solidFill>
          </a:ln>
        </p:spPr>
      </p:cxnSp>
      <p:sp>
        <p:nvSpPr>
          <p:cNvPr id="27" name="TextBox 26"/>
          <p:cNvSpPr txBox="1"/>
          <p:nvPr/>
        </p:nvSpPr>
        <p:spPr>
          <a:xfrm>
            <a:off x="6564086"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40</a:t>
            </a:r>
          </a:p>
        </p:txBody>
      </p:sp>
      <p:cxnSp>
        <p:nvCxnSpPr>
          <p:cNvPr id="28" name="Connector 27"/>
          <p:cNvCxnSpPr/>
          <p:nvPr/>
        </p:nvCxnSpPr>
        <p:spPr>
          <a:xfrm>
            <a:off x="7181959" y="3808476"/>
            <a:ext cx="0" cy="64008"/>
          </a:xfrm>
          <a:prstGeom prst="line">
            <a:avLst/>
          </a:prstGeom>
          <a:ln w="12700">
            <a:solidFill>
              <a:srgbClr val="B8AEE0"/>
            </a:solidFill>
          </a:ln>
        </p:spPr>
      </p:cxnSp>
      <p:sp>
        <p:nvSpPr>
          <p:cNvPr id="29" name="TextBox 28"/>
          <p:cNvSpPr txBox="1"/>
          <p:nvPr/>
        </p:nvSpPr>
        <p:spPr>
          <a:xfrm>
            <a:off x="6999079"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45</a:t>
            </a:r>
          </a:p>
        </p:txBody>
      </p:sp>
      <p:cxnSp>
        <p:nvCxnSpPr>
          <p:cNvPr id="30" name="Connector 29"/>
          <p:cNvCxnSpPr/>
          <p:nvPr/>
        </p:nvCxnSpPr>
        <p:spPr>
          <a:xfrm>
            <a:off x="7616952" y="3808476"/>
            <a:ext cx="0" cy="64008"/>
          </a:xfrm>
          <a:prstGeom prst="line">
            <a:avLst/>
          </a:prstGeom>
          <a:ln w="12700">
            <a:solidFill>
              <a:srgbClr val="B8AEE0"/>
            </a:solidFill>
          </a:ln>
        </p:spPr>
      </p:cxnSp>
      <p:sp>
        <p:nvSpPr>
          <p:cNvPr id="31" name="TextBox 30"/>
          <p:cNvSpPr txBox="1"/>
          <p:nvPr/>
        </p:nvSpPr>
        <p:spPr>
          <a:xfrm>
            <a:off x="7434072" y="3872484"/>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50</a:t>
            </a:r>
          </a:p>
        </p:txBody>
      </p:sp>
      <p:sp>
        <p:nvSpPr>
          <p:cNvPr id="32" name="TextBox 31"/>
          <p:cNvSpPr txBox="1"/>
          <p:nvPr/>
        </p:nvSpPr>
        <p:spPr>
          <a:xfrm>
            <a:off x="4572000" y="4101084"/>
            <a:ext cx="3044952" cy="228600"/>
          </a:xfrm>
          <a:prstGeom prst="rect">
            <a:avLst/>
          </a:prstGeom>
          <a:noFill/>
        </p:spPr>
        <p:txBody>
          <a:bodyPr wrap="square" lIns="0" tIns="0" rIns="0" bIns="0" anchor="t">
            <a:noAutofit/>
          </a:bodyPr>
          <a:lstStyle/>
          <a:p>
            <a:pPr algn="ctr">
              <a:spcBef>
                <a:spcPts val="0"/>
              </a:spcBef>
              <a:spcAft>
                <a:spcPts val="0"/>
              </a:spcAft>
            </a:pPr>
            <a:r>
              <a:rPr sz="1000" b="0" i="0">
                <a:solidFill>
                  <a:srgbClr val="B8AEE0"/>
                </a:solidFill>
                <a:latin typeface="Times New Roman"/>
              </a:rPr>
              <a:t>Sales (₹ lakh)</a:t>
            </a:r>
          </a:p>
        </p:txBody>
      </p:sp>
      <p:cxnSp>
        <p:nvCxnSpPr>
          <p:cNvPr id="33" name="Connector 32"/>
          <p:cNvCxnSpPr/>
          <p:nvPr/>
        </p:nvCxnSpPr>
        <p:spPr>
          <a:xfrm>
            <a:off x="4824296" y="2945282"/>
            <a:ext cx="224021" cy="0"/>
          </a:xfrm>
          <a:prstGeom prst="line">
            <a:avLst/>
          </a:prstGeom>
          <a:ln w="19050">
            <a:solidFill>
              <a:srgbClr val="FFFFFF"/>
            </a:solidFill>
          </a:ln>
        </p:spPr>
      </p:cxnSp>
      <p:cxnSp>
        <p:nvCxnSpPr>
          <p:cNvPr id="34" name="Connector 33"/>
          <p:cNvCxnSpPr/>
          <p:nvPr/>
        </p:nvCxnSpPr>
        <p:spPr>
          <a:xfrm>
            <a:off x="5472436" y="2945282"/>
            <a:ext cx="535041" cy="0"/>
          </a:xfrm>
          <a:prstGeom prst="line">
            <a:avLst/>
          </a:prstGeom>
          <a:ln w="19050">
            <a:solidFill>
              <a:srgbClr val="FFFFFF"/>
            </a:solidFill>
          </a:ln>
        </p:spPr>
      </p:cxnSp>
      <p:cxnSp>
        <p:nvCxnSpPr>
          <p:cNvPr id="35" name="Connector 34"/>
          <p:cNvCxnSpPr/>
          <p:nvPr/>
        </p:nvCxnSpPr>
        <p:spPr>
          <a:xfrm>
            <a:off x="4824296" y="2783434"/>
            <a:ext cx="0" cy="323697"/>
          </a:xfrm>
          <a:prstGeom prst="line">
            <a:avLst/>
          </a:prstGeom>
          <a:ln w="19050">
            <a:solidFill>
              <a:srgbClr val="FFFFFF"/>
            </a:solidFill>
          </a:ln>
        </p:spPr>
      </p:cxnSp>
      <p:cxnSp>
        <p:nvCxnSpPr>
          <p:cNvPr id="36" name="Connector 35"/>
          <p:cNvCxnSpPr/>
          <p:nvPr/>
        </p:nvCxnSpPr>
        <p:spPr>
          <a:xfrm>
            <a:off x="6007477" y="2783434"/>
            <a:ext cx="0" cy="323697"/>
          </a:xfrm>
          <a:prstGeom prst="line">
            <a:avLst/>
          </a:prstGeom>
          <a:ln w="19050">
            <a:solidFill>
              <a:srgbClr val="FFFFFF"/>
            </a:solidFill>
          </a:ln>
        </p:spPr>
      </p:cxnSp>
      <p:sp>
        <p:nvSpPr>
          <p:cNvPr id="37" name="Rectangle 36"/>
          <p:cNvSpPr/>
          <p:nvPr/>
        </p:nvSpPr>
        <p:spPr>
          <a:xfrm>
            <a:off x="5048317" y="2675534"/>
            <a:ext cx="424118" cy="539496"/>
          </a:xfrm>
          <a:prstGeom prst="rect">
            <a:avLst/>
          </a:prstGeom>
          <a:solidFill>
            <a:srgbClr val="7141EF"/>
          </a:solidFill>
          <a:ln w="15875">
            <a:solidFill>
              <a:srgbClr val="FFFFFF"/>
            </a:solidFill>
          </a:ln>
        </p:spPr>
        <p:txBody>
          <a:bodyPr rtlCol="0" anchor="ctr"/>
          <a:lstStyle/>
          <a:p>
            <a:pPr algn="ctr"/>
            <a:endParaRPr/>
          </a:p>
        </p:txBody>
      </p:sp>
      <p:cxnSp>
        <p:nvCxnSpPr>
          <p:cNvPr id="38" name="Connector 37"/>
          <p:cNvCxnSpPr/>
          <p:nvPr/>
        </p:nvCxnSpPr>
        <p:spPr>
          <a:xfrm>
            <a:off x="5176640" y="2675534"/>
            <a:ext cx="0" cy="539496"/>
          </a:xfrm>
          <a:prstGeom prst="line">
            <a:avLst/>
          </a:prstGeom>
          <a:ln w="31750">
            <a:solidFill>
              <a:srgbClr val="FFC857"/>
            </a:solidFill>
          </a:ln>
        </p:spPr>
      </p:cxnSp>
      <p:sp>
        <p:nvSpPr>
          <p:cNvPr id="39" name="Oval 38"/>
          <p:cNvSpPr/>
          <p:nvPr/>
        </p:nvSpPr>
        <p:spPr>
          <a:xfrm>
            <a:off x="7086835" y="2867558"/>
            <a:ext cx="155448" cy="155448"/>
          </a:xfrm>
          <a:prstGeom prst="ellipse">
            <a:avLst/>
          </a:prstGeom>
          <a:solidFill>
            <a:srgbClr val="FFC857"/>
          </a:solidFill>
          <a:ln w="12700">
            <a:solidFill>
              <a:srgbClr val="FFFFFF"/>
            </a:solidFill>
          </a:ln>
        </p:spPr>
        <p:txBody>
          <a:bodyPr rtlCol="0" anchor="ctr"/>
          <a:lstStyle/>
          <a:p>
            <a:pPr algn="ctr"/>
            <a:endParaRPr/>
          </a:p>
        </p:txBody>
      </p:sp>
      <p:sp>
        <p:nvSpPr>
          <p:cNvPr id="40" name="TextBox 39"/>
          <p:cNvSpPr txBox="1"/>
          <p:nvPr/>
        </p:nvSpPr>
        <p:spPr>
          <a:xfrm>
            <a:off x="6478759" y="2291486"/>
            <a:ext cx="1005840" cy="274320"/>
          </a:xfrm>
          <a:prstGeom prst="rect">
            <a:avLst/>
          </a:prstGeom>
          <a:noFill/>
        </p:spPr>
        <p:txBody>
          <a:bodyPr wrap="square" lIns="0" tIns="0" rIns="0" bIns="0" anchor="t">
            <a:noAutofit/>
          </a:bodyPr>
          <a:lstStyle/>
          <a:p>
            <a:pPr algn="ctr">
              <a:spcBef>
                <a:spcPts val="0"/>
              </a:spcBef>
              <a:spcAft>
                <a:spcPts val="0"/>
              </a:spcAft>
            </a:pPr>
            <a:r>
              <a:rPr sz="1100" b="1" i="0">
                <a:solidFill>
                  <a:srgbClr val="FFC857"/>
                </a:solidFill>
                <a:latin typeface="Times New Roman"/>
              </a:rPr>
              <a:t>Nov 44.8</a:t>
            </a:r>
          </a:p>
        </p:txBody>
      </p:sp>
      <p:graphicFrame>
        <p:nvGraphicFramePr>
          <p:cNvPr id="41" name="Chart: Months by sales band"/>
          <p:cNvGraphicFramePr>
            <a:graphicFrameLocks noGrp="1"/>
          </p:cNvGraphicFramePr>
          <p:nvPr/>
        </p:nvGraphicFramePr>
        <p:xfrm>
          <a:off x="8138160" y="1920240"/>
          <a:ext cx="3410712" cy="2697480"/>
        </p:xfrm>
        <a:graphic>
          <a:graphicData uri="http://schemas.openxmlformats.org/drawingml/2006/chart">
            <c:chart xmlns:c="http://schemas.openxmlformats.org/drawingml/2006/chart" xmlns:r="http://schemas.openxmlformats.org/officeDocument/2006/relationships" r:id="rId6"/>
          </a:graphicData>
        </a:graphic>
      </p:graphicFrame>
      <p:sp>
        <p:nvSpPr>
          <p:cNvPr id="42" name="Rounded Rectangle 41"/>
          <p:cNvSpPr/>
          <p:nvPr/>
        </p:nvSpPr>
        <p:spPr>
          <a:xfrm>
            <a:off x="548640" y="5669280"/>
            <a:ext cx="11091672" cy="594360"/>
          </a:xfrm>
          <a:prstGeom prst="roundRect">
            <a:avLst>
              <a:gd name="adj" fmla="val 12000"/>
            </a:avLst>
          </a:prstGeom>
          <a:solidFill>
            <a:srgbClr val="16113A"/>
          </a:solidFill>
          <a:ln w="19050">
            <a:solidFill>
              <a:srgbClr val="5B3FD6"/>
            </a:solidFill>
          </a:ln>
        </p:spPr>
        <p:txBody>
          <a:bodyPr wrap="square" lIns="182880" tIns="27432" rIns="182880" bIns="27432" rtlCol="0" anchor="ctr">
            <a:noAutofit/>
          </a:bodyPr>
          <a:lstStyle/>
          <a:p>
            <a:pPr algn="ctr">
              <a:spcBef>
                <a:spcPts val="0"/>
              </a:spcBef>
              <a:spcAft>
                <a:spcPts val="0"/>
              </a:spcAft>
            </a:pPr>
            <a:r>
              <a:rPr sz="1800" b="1" i="0">
                <a:solidFill>
                  <a:srgbClr val="FFC857"/>
                </a:solidFill>
                <a:latin typeface="Times New Roman"/>
              </a:rPr>
              <a:t>Centre: </a:t>
            </a:r>
            <a:r>
              <a:rPr sz="1800" b="0" i="0">
                <a:solidFill>
                  <a:srgbClr val="FFFFFF"/>
                </a:solidFill>
                <a:latin typeface="Times New Roman"/>
              </a:rPr>
              <a:t>mean 24.42 &gt; median 21.95</a:t>
            </a:r>
            <a:r>
              <a:rPr sz="1800" b="1" i="0">
                <a:solidFill>
                  <a:srgbClr val="FFC857"/>
                </a:solidFill>
                <a:latin typeface="Times New Roman"/>
              </a:rPr>
              <a:t>          Spread: </a:t>
            </a:r>
            <a:r>
              <a:rPr sz="1800" b="0" i="0">
                <a:solidFill>
                  <a:srgbClr val="FFFFFF"/>
                </a:solidFill>
                <a:latin typeface="Times New Roman"/>
              </a:rPr>
              <a:t>SD 7.50, IQR 4.875</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8FB5F85-3D40-0F0E-7C3A-1E8AFD242D35}"/>
            </a:ext>
          </a:extLst>
        </p:cNvPr>
        <p:cNvGrpSpPr/>
        <p:nvPr/>
      </p:nvGrpSpPr>
      <p:grpSpPr>
        <a:xfrm>
          <a:off x="0" y="0"/>
          <a:ext cx="0" cy="0"/>
          <a:chOff x="0" y="0"/>
          <a:chExt cx="0" cy="0"/>
        </a:xfrm>
      </p:grpSpPr>
      <p:pic>
        <p:nvPicPr>
          <p:cNvPr id="2" name="!!icon" descr="bi.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Bivariate and Multivariate Analysis</a:t>
            </a:r>
          </a:p>
        </p:txBody>
      </p:sp>
    </p:spTree>
    <p:extLst>
      <p:ext uri="{BB962C8B-B14F-4D97-AF65-F5344CB8AC3E}">
        <p14:creationId xmlns:p14="http://schemas.microsoft.com/office/powerpoint/2010/main" val="8677875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bi.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Bivariate and Multivariate Analysis (1 of 2)</a:t>
            </a:r>
          </a:p>
        </p:txBody>
      </p:sp>
      <p:sp>
        <p:nvSpPr>
          <p:cNvPr id="4" name="Rounded Rectangle 3"/>
          <p:cNvSpPr/>
          <p:nvPr/>
        </p:nvSpPr>
        <p:spPr>
          <a:xfrm>
            <a:off x="548640" y="1188720"/>
            <a:ext cx="6858000" cy="39776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TextBox 4"/>
          <p:cNvSpPr txBox="1"/>
          <p:nvPr/>
        </p:nvSpPr>
        <p:spPr>
          <a:xfrm>
            <a:off x="731520" y="1234440"/>
            <a:ext cx="6492240" cy="347472"/>
          </a:xfrm>
          <a:prstGeom prst="rect">
            <a:avLst/>
          </a:prstGeom>
          <a:noFill/>
        </p:spPr>
        <p:txBody>
          <a:bodyPr wrap="square" lIns="45720" tIns="27432" rIns="45720" bIns="27432" anchor="t">
            <a:noAutofit/>
          </a:bodyPr>
          <a:lstStyle/>
          <a:p>
            <a:pPr algn="ctr">
              <a:spcBef>
                <a:spcPts val="0"/>
              </a:spcBef>
              <a:spcAft>
                <a:spcPts val="0"/>
              </a:spcAft>
            </a:pPr>
            <a:r>
              <a:rPr sz="1700" b="1" i="0">
                <a:solidFill>
                  <a:srgbClr val="B9A5FF"/>
                </a:solidFill>
                <a:latin typeface="Times New Roman"/>
              </a:rPr>
              <a:t>Advertising vs sales (12 months)</a:t>
            </a:r>
          </a:p>
        </p:txBody>
      </p:sp>
      <p:graphicFrame>
        <p:nvGraphicFramePr>
          <p:cNvPr id="6" name="Chart: Advertising vs sales"/>
          <p:cNvGraphicFramePr>
            <a:graphicFrameLocks noGrp="1"/>
          </p:cNvGraphicFramePr>
          <p:nvPr/>
        </p:nvGraphicFramePr>
        <p:xfrm>
          <a:off x="640080" y="1600200"/>
          <a:ext cx="6675120" cy="3520440"/>
        </p:xfrm>
        <a:graphic>
          <a:graphicData uri="http://schemas.openxmlformats.org/drawingml/2006/chart">
            <c:chart xmlns:c="http://schemas.openxmlformats.org/drawingml/2006/chart" xmlns:r="http://schemas.openxmlformats.org/officeDocument/2006/relationships" r:id="rId5"/>
          </a:graphicData>
        </a:graphic>
      </p:graphicFrame>
      <p:sp>
        <p:nvSpPr>
          <p:cNvPr id="7" name="Rounded Rectangle 6"/>
          <p:cNvSpPr/>
          <p:nvPr/>
        </p:nvSpPr>
        <p:spPr>
          <a:xfrm>
            <a:off x="7589520" y="1188720"/>
            <a:ext cx="4050792" cy="187452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8" name="TextBox 7"/>
          <p:cNvSpPr txBox="1"/>
          <p:nvPr/>
        </p:nvSpPr>
        <p:spPr>
          <a:xfrm>
            <a:off x="7772400" y="1261872"/>
            <a:ext cx="3703320" cy="347472"/>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Bivariate</a:t>
            </a:r>
          </a:p>
        </p:txBody>
      </p:sp>
      <p:sp>
        <p:nvSpPr>
          <p:cNvPr id="9" name="TextBox 8"/>
          <p:cNvSpPr txBox="1"/>
          <p:nvPr/>
        </p:nvSpPr>
        <p:spPr>
          <a:xfrm>
            <a:off x="7772400" y="1627632"/>
            <a:ext cx="3703320" cy="1371600"/>
          </a:xfrm>
          <a:prstGeom prst="rect">
            <a:avLst/>
          </a:prstGeom>
          <a:noFill/>
        </p:spPr>
        <p:txBody>
          <a:bodyPr wrap="square" lIns="45720" tIns="27432" rIns="45720" bIns="27432" anchor="t">
            <a:noAutofit/>
          </a:bodyPr>
          <a:lstStyle/>
          <a:p>
            <a:pPr algn="l">
              <a:spcBef>
                <a:spcPts val="0"/>
              </a:spcBef>
              <a:spcAft>
                <a:spcPts val="400"/>
              </a:spcAft>
            </a:pPr>
            <a:r>
              <a:rPr sz="1500" b="0" i="0">
                <a:solidFill>
                  <a:srgbClr val="FFFFFF"/>
                </a:solidFill>
                <a:latin typeface="Times New Roman"/>
              </a:rPr>
              <a:t>Two variables, e.g. advertising and sales.</a:t>
            </a:r>
          </a:p>
          <a:p>
            <a:pPr algn="l">
              <a:spcBef>
                <a:spcPts val="0"/>
              </a:spcBef>
              <a:spcAft>
                <a:spcPts val="0"/>
              </a:spcAft>
            </a:pPr>
            <a:r>
              <a:rPr sz="1500" b="0" i="0">
                <a:solidFill>
                  <a:srgbClr val="FFFFFF"/>
                </a:solidFill>
                <a:latin typeface="Times New Roman"/>
              </a:rPr>
              <a:t>Tools: scatter plot, correlation, group comparison.</a:t>
            </a:r>
          </a:p>
        </p:txBody>
      </p:sp>
      <p:sp>
        <p:nvSpPr>
          <p:cNvPr id="10" name="Rounded Rectangle 9"/>
          <p:cNvSpPr/>
          <p:nvPr/>
        </p:nvSpPr>
        <p:spPr>
          <a:xfrm>
            <a:off x="7589520" y="3200400"/>
            <a:ext cx="4050792" cy="19659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1" name="TextBox 10"/>
          <p:cNvSpPr txBox="1"/>
          <p:nvPr/>
        </p:nvSpPr>
        <p:spPr>
          <a:xfrm>
            <a:off x="7772400" y="3273552"/>
            <a:ext cx="3703320" cy="347472"/>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Multivariate</a:t>
            </a:r>
          </a:p>
        </p:txBody>
      </p:sp>
      <p:sp>
        <p:nvSpPr>
          <p:cNvPr id="12" name="TextBox 11"/>
          <p:cNvSpPr txBox="1"/>
          <p:nvPr/>
        </p:nvSpPr>
        <p:spPr>
          <a:xfrm>
            <a:off x="7772400" y="3639312"/>
            <a:ext cx="3703320" cy="1463040"/>
          </a:xfrm>
          <a:prstGeom prst="rect">
            <a:avLst/>
          </a:prstGeom>
          <a:noFill/>
        </p:spPr>
        <p:txBody>
          <a:bodyPr wrap="square" lIns="45720" tIns="27432" rIns="45720" bIns="27432" anchor="t">
            <a:noAutofit/>
          </a:bodyPr>
          <a:lstStyle/>
          <a:p>
            <a:pPr algn="l">
              <a:spcBef>
                <a:spcPts val="0"/>
              </a:spcBef>
              <a:spcAft>
                <a:spcPts val="400"/>
              </a:spcAft>
            </a:pPr>
            <a:r>
              <a:rPr sz="1500" b="0" i="0">
                <a:solidFill>
                  <a:srgbClr val="FFFFFF"/>
                </a:solidFill>
                <a:latin typeface="Times New Roman"/>
              </a:rPr>
              <a:t>Several variables together, e.g. advertising, sales, and orders.</a:t>
            </a:r>
          </a:p>
          <a:p>
            <a:pPr algn="l">
              <a:spcBef>
                <a:spcPts val="0"/>
              </a:spcBef>
              <a:spcAft>
                <a:spcPts val="0"/>
              </a:spcAft>
            </a:pPr>
            <a:r>
              <a:rPr sz="1500" b="0" i="0">
                <a:solidFill>
                  <a:srgbClr val="FFFFFF"/>
                </a:solidFill>
                <a:latin typeface="Times New Roman"/>
              </a:rPr>
              <a:t>Tools: correlation matrix, cross-tabulation.</a:t>
            </a:r>
          </a:p>
        </p:txBody>
      </p:sp>
      <p:sp>
        <p:nvSpPr>
          <p:cNvPr id="13" name="Rounded Rectangle 12"/>
          <p:cNvSpPr/>
          <p:nvPr/>
        </p:nvSpPr>
        <p:spPr>
          <a:xfrm>
            <a:off x="548640" y="5349240"/>
            <a:ext cx="11091672" cy="91440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l">
              <a:spcBef>
                <a:spcPts val="0"/>
              </a:spcBef>
              <a:spcAft>
                <a:spcPts val="0"/>
              </a:spcAft>
            </a:pPr>
            <a:r>
              <a:rPr sz="1700" b="1" i="0">
                <a:solidFill>
                  <a:srgbClr val="FFC857"/>
                </a:solidFill>
                <a:latin typeface="Times New Roman"/>
              </a:rPr>
              <a:t>Correlation is not causation. </a:t>
            </a:r>
            <a:r>
              <a:rPr sz="1700" b="0" i="0">
                <a:solidFill>
                  <a:srgbClr val="FFFFFF"/>
                </a:solidFill>
                <a:latin typeface="Times New Roman"/>
              </a:rPr>
              <a:t>r = 0.90 shows advertising and sales moved together; it does not prove advertising caused the rise.</a:t>
            </a:r>
          </a:p>
        </p:txBody>
      </p:sp>
      <p:sp>
        <p:nvSpPr>
          <p:cNvPr id="14" name="Footer"/>
          <p:cNvSpPr txBox="1"/>
          <p:nvPr/>
        </p:nvSpPr>
        <p:spPr>
          <a:xfrm>
            <a:off x="548640" y="6446520"/>
            <a:ext cx="11091672" cy="274320"/>
          </a:xfrm>
          <a:prstGeom prst="rect">
            <a:avLst/>
          </a:prstGeom>
          <a:noFill/>
        </p:spPr>
        <p:txBody>
          <a:bodyPr wrap="square" lIns="45720" tIns="27432" rIns="45720" bIns="27432" anchor="t">
            <a:noAutofit/>
          </a:bodyPr>
          <a:lstStyle/>
          <a:p>
            <a:pPr algn="l">
              <a:spcBef>
                <a:spcPts val="0"/>
              </a:spcBef>
              <a:spcAft>
                <a:spcPts val="0"/>
              </a:spcAft>
            </a:pPr>
            <a:r>
              <a:rPr sz="1100" b="0" i="1">
                <a:solidFill>
                  <a:srgbClr val="D6CFF2"/>
                </a:solidFill>
                <a:latin typeface="Times New Roman"/>
              </a:rPr>
              <a:t>Presenter 3</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bi.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Bivariate and Multivariate Analysis (2 of 2)</a:t>
            </a:r>
          </a:p>
        </p:txBody>
      </p:sp>
      <p:sp>
        <p:nvSpPr>
          <p:cNvPr id="4" name="Rounded Rectangle 3"/>
          <p:cNvSpPr/>
          <p:nvPr/>
        </p:nvSpPr>
        <p:spPr>
          <a:xfrm>
            <a:off x="548640" y="1188720"/>
            <a:ext cx="5394960" cy="25146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TextBox 4"/>
          <p:cNvSpPr txBox="1"/>
          <p:nvPr/>
        </p:nvSpPr>
        <p:spPr>
          <a:xfrm>
            <a:off x="731520" y="1243584"/>
            <a:ext cx="5029200" cy="347472"/>
          </a:xfrm>
          <a:prstGeom prst="rect">
            <a:avLst/>
          </a:prstGeom>
          <a:noFill/>
        </p:spPr>
        <p:txBody>
          <a:bodyPr wrap="square" lIns="45720" tIns="27432" rIns="45720" bIns="27432" anchor="t">
            <a:noAutofit/>
          </a:bodyPr>
          <a:lstStyle/>
          <a:p>
            <a:pPr algn="l">
              <a:spcBef>
                <a:spcPts val="0"/>
              </a:spcBef>
              <a:spcAft>
                <a:spcPts val="0"/>
              </a:spcAft>
            </a:pPr>
            <a:r>
              <a:rPr sz="1800" b="1" i="0">
                <a:solidFill>
                  <a:srgbClr val="B9A5FF"/>
                </a:solidFill>
                <a:latin typeface="Times New Roman"/>
              </a:rPr>
              <a:t>Correlation matrix (r)</a:t>
            </a:r>
          </a:p>
        </p:txBody>
      </p:sp>
      <p:graphicFrame>
        <p:nvGraphicFramePr>
          <p:cNvPr id="6" name="Correlation matrix"/>
          <p:cNvGraphicFramePr>
            <a:graphicFrameLocks noGrp="1"/>
          </p:cNvGraphicFramePr>
          <p:nvPr/>
        </p:nvGraphicFramePr>
        <p:xfrm>
          <a:off x="731520" y="1691640"/>
          <a:ext cx="4846320" cy="1828800"/>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algn="l">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ctr">
                        <a:spcBef>
                          <a:spcPts val="0"/>
                        </a:spcBef>
                        <a:spcAft>
                          <a:spcPts val="0"/>
                        </a:spcAft>
                      </a:pPr>
                      <a:r>
                        <a:rPr sz="1500" b="1" i="0">
                          <a:solidFill>
                            <a:srgbClr val="FFFFFF"/>
                          </a:solidFill>
                          <a:latin typeface="Times New Roman"/>
                        </a:rPr>
                        <a:t>Adv.</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ctr">
                        <a:spcBef>
                          <a:spcPts val="0"/>
                        </a:spcBef>
                        <a:spcAft>
                          <a:spcPts val="0"/>
                        </a:spcAft>
                      </a:pPr>
                      <a:r>
                        <a:rPr sz="1500" b="1" i="0">
                          <a:solidFill>
                            <a:srgbClr val="FFFFFF"/>
                          </a:solidFill>
                          <a:latin typeface="Times New Roman"/>
                        </a:rPr>
                        <a:t>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ctr">
                        <a:spcBef>
                          <a:spcPts val="0"/>
                        </a:spcBef>
                        <a:spcAft>
                          <a:spcPts val="0"/>
                        </a:spcAft>
                      </a:pPr>
                      <a:r>
                        <a:rPr sz="1500" b="1" i="0">
                          <a:solidFill>
                            <a:srgbClr val="FFFFFF"/>
                          </a:solidFill>
                          <a:latin typeface="Times New Roman"/>
                        </a:rPr>
                        <a:t>Orders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457200">
                <a:tc>
                  <a:txBody>
                    <a:bodyPr/>
                    <a:lstStyle/>
                    <a:p>
                      <a:pPr algn="l">
                        <a:spcBef>
                          <a:spcPts val="0"/>
                        </a:spcBef>
                        <a:spcAft>
                          <a:spcPts val="0"/>
                        </a:spcAft>
                      </a:pPr>
                      <a:r>
                        <a:rPr sz="1500" b="1" i="0">
                          <a:solidFill>
                            <a:srgbClr val="FFFFFF"/>
                          </a:solidFill>
                          <a:latin typeface="Times New Roman"/>
                        </a:rPr>
                        <a:t>Advertising</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1.00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1" i="0">
                          <a:solidFill>
                            <a:srgbClr val="FFC857"/>
                          </a:solidFill>
                          <a:latin typeface="Times New Roman"/>
                        </a:rPr>
                        <a:t>0.90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0.92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457200">
                <a:tc>
                  <a:txBody>
                    <a:bodyPr/>
                    <a:lstStyle/>
                    <a:p>
                      <a:pPr algn="l">
                        <a:spcBef>
                          <a:spcPts val="0"/>
                        </a:spcBef>
                        <a:spcAft>
                          <a:spcPts val="0"/>
                        </a:spcAft>
                      </a:pPr>
                      <a:r>
                        <a:rPr sz="1500" b="1" i="0">
                          <a:solidFill>
                            <a:srgbClr val="FFFFFF"/>
                          </a:solidFill>
                          <a:latin typeface="Times New Roman"/>
                        </a:rPr>
                        <a:t>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ctr">
                        <a:spcBef>
                          <a:spcPts val="0"/>
                        </a:spcBef>
                        <a:spcAft>
                          <a:spcPts val="0"/>
                        </a:spcAft>
                      </a:pPr>
                      <a:r>
                        <a:rPr sz="1500" b="1" i="0">
                          <a:solidFill>
                            <a:srgbClr val="FFC857"/>
                          </a:solidFill>
                          <a:latin typeface="Times New Roman"/>
                        </a:rPr>
                        <a:t>0.90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ctr">
                        <a:spcBef>
                          <a:spcPts val="0"/>
                        </a:spcBef>
                        <a:spcAft>
                          <a:spcPts val="0"/>
                        </a:spcAft>
                      </a:pPr>
                      <a:r>
                        <a:rPr sz="1500" b="0" i="0">
                          <a:solidFill>
                            <a:srgbClr val="FFFFFF"/>
                          </a:solidFill>
                          <a:latin typeface="Times New Roman"/>
                        </a:rPr>
                        <a:t>1.00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ctr">
                        <a:spcBef>
                          <a:spcPts val="0"/>
                        </a:spcBef>
                        <a:spcAft>
                          <a:spcPts val="0"/>
                        </a:spcAft>
                      </a:pPr>
                      <a:r>
                        <a:rPr sz="1500" b="0" i="0">
                          <a:solidFill>
                            <a:srgbClr val="FFFFFF"/>
                          </a:solidFill>
                          <a:latin typeface="Times New Roman"/>
                        </a:rPr>
                        <a:t>0.99</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457200">
                <a:tc>
                  <a:txBody>
                    <a:bodyPr/>
                    <a:lstStyle/>
                    <a:p>
                      <a:pPr algn="l">
                        <a:spcBef>
                          <a:spcPts val="0"/>
                        </a:spcBef>
                        <a:spcAft>
                          <a:spcPts val="0"/>
                        </a:spcAft>
                      </a:pPr>
                      <a:r>
                        <a:rPr sz="1500" b="1" i="0">
                          <a:solidFill>
                            <a:srgbClr val="FFFFFF"/>
                          </a:solidFill>
                          <a:latin typeface="Times New Roman"/>
                        </a:rPr>
                        <a:t>Orders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0.92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0.99</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1.00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6126480" y="1188720"/>
            <a:ext cx="5513832" cy="251460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8" name="TextBox 7"/>
          <p:cNvSpPr txBox="1"/>
          <p:nvPr/>
        </p:nvSpPr>
        <p:spPr>
          <a:xfrm>
            <a:off x="6309360" y="1243584"/>
            <a:ext cx="5166360" cy="347472"/>
          </a:xfrm>
          <a:prstGeom prst="rect">
            <a:avLst/>
          </a:prstGeom>
          <a:noFill/>
        </p:spPr>
        <p:txBody>
          <a:bodyPr wrap="square" lIns="45720" tIns="27432" rIns="45720" bIns="27432" anchor="t">
            <a:noAutofit/>
          </a:bodyPr>
          <a:lstStyle/>
          <a:p>
            <a:pPr algn="l">
              <a:spcBef>
                <a:spcPts val="0"/>
              </a:spcBef>
              <a:spcAft>
                <a:spcPts val="0"/>
              </a:spcAft>
            </a:pPr>
            <a:r>
              <a:rPr sz="1600" b="1" i="0">
                <a:solidFill>
                  <a:srgbClr val="B9A5FF"/>
                </a:solidFill>
                <a:latin typeface="Times New Roman"/>
              </a:rPr>
              <a:t>Cross-tabulation: months by advertising and sales level</a:t>
            </a:r>
          </a:p>
        </p:txBody>
      </p:sp>
      <p:graphicFrame>
        <p:nvGraphicFramePr>
          <p:cNvPr id="9" name="Cross-tabulation"/>
          <p:cNvGraphicFramePr>
            <a:graphicFrameLocks noGrp="1"/>
          </p:cNvGraphicFramePr>
          <p:nvPr/>
        </p:nvGraphicFramePr>
        <p:xfrm>
          <a:off x="6309360" y="1691640"/>
          <a:ext cx="5074920" cy="1371600"/>
        </p:xfrm>
        <a:graphic>
          <a:graphicData uri="http://schemas.openxmlformats.org/drawingml/2006/table">
            <a:tbl>
              <a:tblPr/>
              <a:tblGrid>
                <a:gridCol w="2148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57200">
                <a:tc>
                  <a:txBody>
                    <a:bodyPr/>
                    <a:lstStyle/>
                    <a:p>
                      <a:pPr algn="l">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ctr">
                        <a:spcBef>
                          <a:spcPts val="0"/>
                        </a:spcBef>
                        <a:spcAft>
                          <a:spcPts val="0"/>
                        </a:spcAft>
                      </a:pPr>
                      <a:r>
                        <a:rPr sz="1500" b="1" i="0">
                          <a:solidFill>
                            <a:srgbClr val="FFFFFF"/>
                          </a:solidFill>
                          <a:latin typeface="Times New Roman"/>
                        </a:rPr>
                        <a:t>Sales &gt; mean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ctr">
                        <a:spcBef>
                          <a:spcPts val="0"/>
                        </a:spcBef>
                        <a:spcAft>
                          <a:spcPts val="0"/>
                        </a:spcAft>
                      </a:pPr>
                      <a:r>
                        <a:rPr sz="1500" b="1" i="0">
                          <a:solidFill>
                            <a:srgbClr val="FFFFFF"/>
                          </a:solidFill>
                          <a:latin typeface="Times New Roman"/>
                        </a:rPr>
                        <a:t>Sales ≤ mean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457200">
                <a:tc>
                  <a:txBody>
                    <a:bodyPr/>
                    <a:lstStyle/>
                    <a:p>
                      <a:pPr algn="l">
                        <a:spcBef>
                          <a:spcPts val="0"/>
                        </a:spcBef>
                        <a:spcAft>
                          <a:spcPts val="0"/>
                        </a:spcAft>
                      </a:pPr>
                      <a:r>
                        <a:rPr sz="1500" b="1" i="0">
                          <a:solidFill>
                            <a:srgbClr val="FFFFFF"/>
                          </a:solidFill>
                          <a:latin typeface="Times New Roman"/>
                        </a:rPr>
                        <a:t>Adv. ≥ mean (₹65.5k)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ctr">
                        <a:spcBef>
                          <a:spcPts val="0"/>
                        </a:spcBef>
                        <a:spcAft>
                          <a:spcPts val="0"/>
                        </a:spcAft>
                      </a:pPr>
                      <a:r>
                        <a:rPr sz="1500" b="0" i="0">
                          <a:solidFill>
                            <a:srgbClr val="FFFFFF"/>
                          </a:solidFill>
                          <a:latin typeface="Times New Roman"/>
                        </a:rPr>
                        <a:t>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457200">
                <a:tc>
                  <a:txBody>
                    <a:bodyPr/>
                    <a:lstStyle/>
                    <a:p>
                      <a:pPr algn="l">
                        <a:spcBef>
                          <a:spcPts val="0"/>
                        </a:spcBef>
                        <a:spcAft>
                          <a:spcPts val="0"/>
                        </a:spcAft>
                      </a:pPr>
                      <a:r>
                        <a:rPr sz="1500" b="1" i="0">
                          <a:solidFill>
                            <a:srgbClr val="FFFFFF"/>
                          </a:solidFill>
                          <a:latin typeface="Times New Roman"/>
                        </a:rPr>
                        <a:t>Adv. below mean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ctr">
                        <a:spcBef>
                          <a:spcPts val="0"/>
                        </a:spcBef>
                        <a:spcAft>
                          <a:spcPts val="0"/>
                        </a:spcAft>
                      </a:pPr>
                      <a:r>
                        <a:rPr sz="1500" b="0" i="0">
                          <a:solidFill>
                            <a:srgbClr val="FFFFFF"/>
                          </a:solidFill>
                          <a:latin typeface="Times New Roman"/>
                        </a:rPr>
                        <a:t>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ctr">
                        <a:spcBef>
                          <a:spcPts val="0"/>
                        </a:spcBef>
                        <a:spcAft>
                          <a:spcPts val="0"/>
                        </a:spcAft>
                      </a:pPr>
                      <a:r>
                        <a:rPr sz="1500" b="0" i="0">
                          <a:solidFill>
                            <a:srgbClr val="FFFFFF"/>
                          </a:solidFill>
                          <a:latin typeface="Times New Roman"/>
                        </a:rPr>
                        <a:t>7</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6309360" y="3154680"/>
            <a:ext cx="5166360" cy="457200"/>
          </a:xfrm>
          <a:prstGeom prst="rect">
            <a:avLst/>
          </a:prstGeom>
          <a:noFill/>
        </p:spPr>
        <p:txBody>
          <a:bodyPr wrap="square" lIns="45720" tIns="27432" rIns="45720" bIns="27432" anchor="t">
            <a:noAutofit/>
          </a:bodyPr>
          <a:lstStyle/>
          <a:p>
            <a:pPr algn="l">
              <a:spcBef>
                <a:spcPts val="0"/>
              </a:spcBef>
              <a:spcAft>
                <a:spcPts val="0"/>
              </a:spcAft>
            </a:pPr>
            <a:r>
              <a:rPr sz="1200" b="0" i="1">
                <a:solidFill>
                  <a:srgbClr val="D6CFF2"/>
                </a:solidFill>
                <a:latin typeface="Times New Roman"/>
              </a:rPr>
              <a:t>k = thousand; mean advertising = ₹65.5 thousand</a:t>
            </a:r>
          </a:p>
        </p:txBody>
      </p:sp>
      <p:sp>
        <p:nvSpPr>
          <p:cNvPr id="11" name="Rounded Rectangle 10"/>
          <p:cNvSpPr/>
          <p:nvPr/>
        </p:nvSpPr>
        <p:spPr>
          <a:xfrm>
            <a:off x="548640" y="3886200"/>
            <a:ext cx="11091672" cy="132588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TextBox 11"/>
          <p:cNvSpPr txBox="1"/>
          <p:nvPr/>
        </p:nvSpPr>
        <p:spPr>
          <a:xfrm>
            <a:off x="777240" y="3931920"/>
            <a:ext cx="10652760" cy="1234440"/>
          </a:xfrm>
          <a:prstGeom prst="rect">
            <a:avLst/>
          </a:prstGeom>
          <a:noFill/>
        </p:spPr>
        <p:txBody>
          <a:bodyPr wrap="square" lIns="45720" tIns="27432" rIns="45720" bIns="27432" anchor="ctr">
            <a:noAutofit/>
          </a:bodyPr>
          <a:lstStyle/>
          <a:p>
            <a:pPr algn="l">
              <a:spcBef>
                <a:spcPts val="0"/>
              </a:spcBef>
              <a:spcAft>
                <a:spcPts val="300"/>
              </a:spcAft>
            </a:pPr>
            <a:r>
              <a:rPr sz="1700" b="1" i="0">
                <a:solidFill>
                  <a:srgbClr val="B9A5FF"/>
                </a:solidFill>
                <a:latin typeface="Times New Roman"/>
              </a:rPr>
              <a:t>How to read the results</a:t>
            </a:r>
          </a:p>
          <a:p>
            <a:pPr marL="201168" indent="-201168" algn="l">
              <a:spcBef>
                <a:spcPts val="0"/>
              </a:spcBef>
              <a:spcAft>
                <a:spcPts val="200"/>
              </a:spcAft>
              <a:buFont typeface="Arial"/>
              <a:buChar char="•"/>
            </a:pPr>
            <a:r>
              <a:rPr sz="1500" b="0" i="0">
                <a:solidFill>
                  <a:srgbClr val="FFFFFF"/>
                </a:solidFill>
                <a:latin typeface="Times New Roman"/>
              </a:rPr>
              <a:t>r = 0.90 for advertising and sales, 0.92 for advertising and orders, 0.99 for sales and orders.</a:t>
            </a:r>
          </a:p>
          <a:p>
            <a:pPr marL="201168" indent="-201168" algn="l">
              <a:spcBef>
                <a:spcPts val="0"/>
              </a:spcBef>
              <a:spcAft>
                <a:spcPts val="0"/>
              </a:spcAft>
              <a:buFont typeface="Arial"/>
              <a:buChar char="•"/>
            </a:pPr>
            <a:r>
              <a:rPr sz="1500" b="0" i="0">
                <a:solidFill>
                  <a:srgbClr val="FFFFFF"/>
                </a:solidFill>
                <a:latin typeface="Times New Roman"/>
              </a:rPr>
              <a:t>All 4 above-average sales months with data fall in high-advertising months.</a:t>
            </a:r>
          </a:p>
        </p:txBody>
      </p:sp>
      <p:sp>
        <p:nvSpPr>
          <p:cNvPr id="13" name="Rounded Rectangle 12"/>
          <p:cNvSpPr/>
          <p:nvPr/>
        </p:nvSpPr>
        <p:spPr>
          <a:xfrm>
            <a:off x="548640" y="5394960"/>
            <a:ext cx="11091672" cy="868680"/>
          </a:xfrm>
          <a:prstGeom prst="roundRect">
            <a:avLst>
              <a:gd name="adj" fmla="val 12000"/>
            </a:avLst>
          </a:prstGeom>
          <a:solidFill>
            <a:srgbClr val="16113A"/>
          </a:solidFill>
          <a:ln w="19050">
            <a:solidFill>
              <a:srgbClr val="FFC857"/>
            </a:solidFill>
          </a:ln>
        </p:spPr>
        <p:txBody>
          <a:bodyPr wrap="square" lIns="182880" tIns="27432" rIns="182880" bIns="27432" rtlCol="0" anchor="ctr">
            <a:noAutofit/>
          </a:bodyPr>
          <a:lstStyle/>
          <a:p>
            <a:pPr algn="l">
              <a:spcBef>
                <a:spcPts val="0"/>
              </a:spcBef>
              <a:spcAft>
                <a:spcPts val="0"/>
              </a:spcAft>
            </a:pPr>
            <a:r>
              <a:rPr sz="1800" b="1" i="0">
                <a:solidFill>
                  <a:srgbClr val="FFC857"/>
                </a:solidFill>
                <a:latin typeface="Times New Roman"/>
              </a:rPr>
              <a:t>Correlation is not causation. </a:t>
            </a:r>
            <a:r>
              <a:rPr sz="1800" b="0" i="0">
                <a:solidFill>
                  <a:srgbClr val="FFFFFF"/>
                </a:solidFill>
                <a:latin typeface="Times New Roman"/>
              </a:rPr>
              <a:t>Festive demand could raise both advertising and sales.</a:t>
            </a:r>
          </a:p>
        </p:txBody>
      </p:sp>
      <p:sp>
        <p:nvSpPr>
          <p:cNvPr id="14" name="Footer"/>
          <p:cNvSpPr txBox="1"/>
          <p:nvPr/>
        </p:nvSpPr>
        <p:spPr>
          <a:xfrm>
            <a:off x="548640" y="6446520"/>
            <a:ext cx="11091672" cy="274320"/>
          </a:xfrm>
          <a:prstGeom prst="rect">
            <a:avLst/>
          </a:prstGeom>
          <a:noFill/>
        </p:spPr>
        <p:txBody>
          <a:bodyPr wrap="square" lIns="45720" tIns="27432" rIns="45720" bIns="27432" anchor="t">
            <a:noAutofit/>
          </a:bodyPr>
          <a:lstStyle/>
          <a:p>
            <a:pPr algn="l">
              <a:spcBef>
                <a:spcPts val="0"/>
              </a:spcBef>
              <a:spcAft>
                <a:spcPts val="0"/>
              </a:spcAft>
            </a:pPr>
            <a:r>
              <a:rPr sz="1100" b="0" i="1">
                <a:solidFill>
                  <a:srgbClr val="D6CFF2"/>
                </a:solidFill>
                <a:latin typeface="Times New Roman"/>
              </a:rPr>
              <a:t>Presenter 3</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icon" descr="viz.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Case Study Scenario and Dataset</a:t>
            </a:r>
          </a:p>
        </p:txBody>
      </p:sp>
    </p:spTree>
    <p:extLst>
      <p:ext uri="{BB962C8B-B14F-4D97-AF65-F5344CB8AC3E}">
        <p14:creationId xmlns:p14="http://schemas.microsoft.com/office/powerpoint/2010/main" val="3093610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viz.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Case Study: Business Scenario</a:t>
            </a:r>
          </a:p>
        </p:txBody>
      </p:sp>
      <p:sp>
        <p:nvSpPr>
          <p:cNvPr id="4" name="Rounded Rectangle 3"/>
          <p:cNvSpPr/>
          <p:nvPr/>
        </p:nvSpPr>
        <p:spPr>
          <a:xfrm>
            <a:off x="548640" y="1188720"/>
            <a:ext cx="5577840" cy="49377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TextBox 4"/>
          <p:cNvSpPr txBox="1"/>
          <p:nvPr/>
        </p:nvSpPr>
        <p:spPr>
          <a:xfrm>
            <a:off x="731520" y="1261872"/>
            <a:ext cx="5212080" cy="365760"/>
          </a:xfrm>
          <a:prstGeom prst="rect">
            <a:avLst/>
          </a:prstGeom>
          <a:noFill/>
        </p:spPr>
        <p:txBody>
          <a:bodyPr wrap="square" lIns="45720" tIns="27432" rIns="45720" bIns="27432" anchor="t">
            <a:noAutofit/>
          </a:bodyPr>
          <a:lstStyle/>
          <a:p>
            <a:pPr algn="l">
              <a:spcBef>
                <a:spcPts val="0"/>
              </a:spcBef>
              <a:spcAft>
                <a:spcPts val="0"/>
              </a:spcAft>
            </a:pPr>
            <a:r>
              <a:rPr sz="2000" b="1" i="0">
                <a:solidFill>
                  <a:srgbClr val="B9A5FF"/>
                </a:solidFill>
                <a:latin typeface="Times New Roman"/>
              </a:rPr>
              <a:t>Business problem</a:t>
            </a:r>
          </a:p>
        </p:txBody>
      </p:sp>
      <p:sp>
        <p:nvSpPr>
          <p:cNvPr id="6" name="TextBox 5"/>
          <p:cNvSpPr txBox="1"/>
          <p:nvPr/>
        </p:nvSpPr>
        <p:spPr>
          <a:xfrm>
            <a:off x="731520" y="1691640"/>
            <a:ext cx="5212080" cy="1097280"/>
          </a:xfrm>
          <a:prstGeom prst="rect">
            <a:avLst/>
          </a:prstGeom>
          <a:noFill/>
        </p:spPr>
        <p:txBody>
          <a:bodyPr wrap="square" lIns="45720" tIns="27432" rIns="45720" bIns="27432" anchor="t">
            <a:noAutofit/>
          </a:bodyPr>
          <a:lstStyle/>
          <a:p>
            <a:pPr algn="l">
              <a:spcBef>
                <a:spcPts val="0"/>
              </a:spcBef>
              <a:spcAft>
                <a:spcPts val="0"/>
              </a:spcAft>
            </a:pPr>
            <a:r>
              <a:rPr sz="1600" b="0" i="0">
                <a:solidFill>
                  <a:srgbClr val="FFFFFF"/>
                </a:solidFill>
                <a:latin typeface="Times New Roman"/>
              </a:rPr>
              <a:t>A retail business wants to understand its monthly sales performance over one financial year (April to March) before building a forecast.</a:t>
            </a:r>
          </a:p>
        </p:txBody>
      </p:sp>
      <p:sp>
        <p:nvSpPr>
          <p:cNvPr id="7" name="Oval 6"/>
          <p:cNvSpPr/>
          <p:nvPr/>
        </p:nvSpPr>
        <p:spPr>
          <a:xfrm>
            <a:off x="777240" y="301752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1</a:t>
            </a:r>
          </a:p>
        </p:txBody>
      </p:sp>
      <p:sp>
        <p:nvSpPr>
          <p:cNvPr id="8" name="TextBox 7"/>
          <p:cNvSpPr txBox="1"/>
          <p:nvPr/>
        </p:nvSpPr>
        <p:spPr>
          <a:xfrm>
            <a:off x="1325880" y="2971800"/>
            <a:ext cx="4663440" cy="548640"/>
          </a:xfrm>
          <a:prstGeom prst="rect">
            <a:avLst/>
          </a:prstGeom>
          <a:noFill/>
        </p:spPr>
        <p:txBody>
          <a:bodyPr wrap="square" lIns="45720" tIns="27432" rIns="45720" bIns="27432" anchor="ctr">
            <a:noAutofit/>
          </a:bodyPr>
          <a:lstStyle/>
          <a:p>
            <a:pPr algn="l">
              <a:spcBef>
                <a:spcPts val="0"/>
              </a:spcBef>
              <a:spcAft>
                <a:spcPts val="0"/>
              </a:spcAft>
            </a:pPr>
            <a:r>
              <a:rPr sz="1600" b="0" i="0">
                <a:solidFill>
                  <a:srgbClr val="FFFFFF"/>
                </a:solidFill>
                <a:latin typeface="Times New Roman"/>
              </a:rPr>
              <a:t>Which months show higher sales?</a:t>
            </a:r>
          </a:p>
        </p:txBody>
      </p:sp>
      <p:sp>
        <p:nvSpPr>
          <p:cNvPr id="9" name="Oval 8"/>
          <p:cNvSpPr/>
          <p:nvPr/>
        </p:nvSpPr>
        <p:spPr>
          <a:xfrm>
            <a:off x="777240" y="374904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2</a:t>
            </a:r>
          </a:p>
        </p:txBody>
      </p:sp>
      <p:sp>
        <p:nvSpPr>
          <p:cNvPr id="10" name="TextBox 9"/>
          <p:cNvSpPr txBox="1"/>
          <p:nvPr/>
        </p:nvSpPr>
        <p:spPr>
          <a:xfrm>
            <a:off x="1325880" y="3703320"/>
            <a:ext cx="4663440" cy="548640"/>
          </a:xfrm>
          <a:prstGeom prst="rect">
            <a:avLst/>
          </a:prstGeom>
          <a:noFill/>
        </p:spPr>
        <p:txBody>
          <a:bodyPr wrap="square" lIns="45720" tIns="27432" rIns="45720" bIns="27432" anchor="ctr">
            <a:noAutofit/>
          </a:bodyPr>
          <a:lstStyle/>
          <a:p>
            <a:pPr algn="l">
              <a:spcBef>
                <a:spcPts val="0"/>
              </a:spcBef>
              <a:spcAft>
                <a:spcPts val="0"/>
              </a:spcAft>
            </a:pPr>
            <a:r>
              <a:rPr sz="1600" b="0" i="0">
                <a:solidFill>
                  <a:srgbClr val="FFFFFF"/>
                </a:solidFill>
                <a:latin typeface="Times New Roman"/>
              </a:rPr>
              <a:t>Is advertising expenditure associated with sales?</a:t>
            </a:r>
          </a:p>
        </p:txBody>
      </p:sp>
      <p:sp>
        <p:nvSpPr>
          <p:cNvPr id="11" name="Oval 10"/>
          <p:cNvSpPr/>
          <p:nvPr/>
        </p:nvSpPr>
        <p:spPr>
          <a:xfrm>
            <a:off x="777240" y="4480560"/>
            <a:ext cx="420624" cy="420624"/>
          </a:xfrm>
          <a:prstGeom prst="ellipse">
            <a:avLst/>
          </a:prstGeom>
          <a:solidFill>
            <a:srgbClr val="FFC857"/>
          </a:solidFill>
          <a:ln>
            <a:noFill/>
          </a:ln>
        </p:spPr>
        <p:txBody>
          <a:bodyPr wrap="square" lIns="0" tIns="0" rIns="0" bIns="0" rtlCol="0" anchor="ctr">
            <a:noAutofit/>
          </a:bodyPr>
          <a:lstStyle/>
          <a:p>
            <a:pPr algn="ctr">
              <a:spcBef>
                <a:spcPts val="0"/>
              </a:spcBef>
              <a:spcAft>
                <a:spcPts val="0"/>
              </a:spcAft>
            </a:pPr>
            <a:r>
              <a:rPr sz="1500" b="1" i="0">
                <a:solidFill>
                  <a:srgbClr val="0B0720"/>
                </a:solidFill>
                <a:latin typeface="Times New Roman"/>
              </a:rPr>
              <a:t>3</a:t>
            </a:r>
          </a:p>
        </p:txBody>
      </p:sp>
      <p:sp>
        <p:nvSpPr>
          <p:cNvPr id="12" name="TextBox 11"/>
          <p:cNvSpPr txBox="1"/>
          <p:nvPr/>
        </p:nvSpPr>
        <p:spPr>
          <a:xfrm>
            <a:off x="1325880" y="4434840"/>
            <a:ext cx="4663440" cy="548640"/>
          </a:xfrm>
          <a:prstGeom prst="rect">
            <a:avLst/>
          </a:prstGeom>
          <a:noFill/>
        </p:spPr>
        <p:txBody>
          <a:bodyPr wrap="square" lIns="45720" tIns="27432" rIns="45720" bIns="27432" anchor="ctr">
            <a:noAutofit/>
          </a:bodyPr>
          <a:lstStyle/>
          <a:p>
            <a:pPr algn="l">
              <a:spcBef>
                <a:spcPts val="0"/>
              </a:spcBef>
              <a:spcAft>
                <a:spcPts val="0"/>
              </a:spcAft>
            </a:pPr>
            <a:r>
              <a:rPr sz="1600" b="0" i="0">
                <a:solidFill>
                  <a:srgbClr val="FFFFFF"/>
                </a:solidFill>
                <a:latin typeface="Times New Roman"/>
              </a:rPr>
              <a:t>Are there unusual sales observations?</a:t>
            </a:r>
          </a:p>
        </p:txBody>
      </p:sp>
      <p:sp>
        <p:nvSpPr>
          <p:cNvPr id="13" name="Oval 12"/>
          <p:cNvSpPr/>
          <p:nvPr/>
        </p:nvSpPr>
        <p:spPr>
          <a:xfrm>
            <a:off x="777240" y="521208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4</a:t>
            </a:r>
          </a:p>
        </p:txBody>
      </p:sp>
      <p:sp>
        <p:nvSpPr>
          <p:cNvPr id="14" name="TextBox 13"/>
          <p:cNvSpPr txBox="1"/>
          <p:nvPr/>
        </p:nvSpPr>
        <p:spPr>
          <a:xfrm>
            <a:off x="1325880" y="5166360"/>
            <a:ext cx="4663440" cy="548640"/>
          </a:xfrm>
          <a:prstGeom prst="rect">
            <a:avLst/>
          </a:prstGeom>
          <a:noFill/>
        </p:spPr>
        <p:txBody>
          <a:bodyPr wrap="square" lIns="45720" tIns="27432" rIns="45720" bIns="27432" anchor="ctr">
            <a:noAutofit/>
          </a:bodyPr>
          <a:lstStyle/>
          <a:p>
            <a:pPr algn="l">
              <a:spcBef>
                <a:spcPts val="0"/>
              </a:spcBef>
              <a:spcAft>
                <a:spcPts val="0"/>
              </a:spcAft>
            </a:pPr>
            <a:r>
              <a:rPr sz="1600" b="0" i="0">
                <a:solidFill>
                  <a:srgbClr val="FFFFFF"/>
                </a:solidFill>
                <a:latin typeface="Times New Roman"/>
              </a:rPr>
              <a:t>What useful insights can management obtain before forecasting?</a:t>
            </a:r>
          </a:p>
        </p:txBody>
      </p:sp>
      <p:sp>
        <p:nvSpPr>
          <p:cNvPr id="15" name="TextBox 14"/>
          <p:cNvSpPr txBox="1"/>
          <p:nvPr/>
        </p:nvSpPr>
        <p:spPr>
          <a:xfrm>
            <a:off x="6309360" y="1188720"/>
            <a:ext cx="5303520" cy="365760"/>
          </a:xfrm>
          <a:prstGeom prst="rect">
            <a:avLst/>
          </a:prstGeom>
          <a:noFill/>
        </p:spPr>
        <p:txBody>
          <a:bodyPr wrap="square" lIns="45720" tIns="27432" rIns="45720" bIns="27432" anchor="t">
            <a:noAutofit/>
          </a:bodyPr>
          <a:lstStyle/>
          <a:p>
            <a:pPr algn="l">
              <a:spcBef>
                <a:spcPts val="0"/>
              </a:spcBef>
              <a:spcAft>
                <a:spcPts val="0"/>
              </a:spcAft>
            </a:pPr>
            <a:r>
              <a:rPr sz="2000" b="1" i="0">
                <a:solidFill>
                  <a:srgbClr val="B9A5FF"/>
                </a:solidFill>
                <a:latin typeface="Times New Roman"/>
              </a:rPr>
              <a:t>Variables in the dataset</a:t>
            </a:r>
          </a:p>
        </p:txBody>
      </p:sp>
      <p:graphicFrame>
        <p:nvGraphicFramePr>
          <p:cNvPr id="16" name="Variables table"/>
          <p:cNvGraphicFramePr>
            <a:graphicFrameLocks noGrp="1"/>
          </p:cNvGraphicFramePr>
          <p:nvPr/>
        </p:nvGraphicFramePr>
        <p:xfrm>
          <a:off x="6309360" y="1645920"/>
          <a:ext cx="5330952" cy="2514600"/>
        </p:xfrm>
        <a:graphic>
          <a:graphicData uri="http://schemas.openxmlformats.org/drawingml/2006/table">
            <a:tbl>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90472">
                  <a:extLst>
                    <a:ext uri="{9D8B030D-6E8A-4147-A177-3AD203B41FA5}">
                      <a16:colId xmlns:a16="http://schemas.microsoft.com/office/drawing/2014/main" val="20002"/>
                    </a:ext>
                  </a:extLst>
                </a:gridCol>
              </a:tblGrid>
              <a:tr h="502920">
                <a:tc>
                  <a:txBody>
                    <a:bodyPr/>
                    <a:lstStyle/>
                    <a:p>
                      <a:pPr algn="l">
                        <a:spcBef>
                          <a:spcPts val="0"/>
                        </a:spcBef>
                        <a:spcAft>
                          <a:spcPts val="0"/>
                        </a:spcAft>
                      </a:pPr>
                      <a:r>
                        <a:rPr sz="1500" b="1" i="0">
                          <a:solidFill>
                            <a:srgbClr val="FFFFFF"/>
                          </a:solidFill>
                          <a:latin typeface="Times New Roman"/>
                        </a:rPr>
                        <a:t>Variable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500" b="1" i="0">
                          <a:solidFill>
                            <a:srgbClr val="FFFFFF"/>
                          </a:solidFill>
                          <a:latin typeface="Times New Roman"/>
                        </a:rPr>
                        <a:t>Unit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500" b="1" i="0">
                          <a:solidFill>
                            <a:srgbClr val="FFFFFF"/>
                          </a:solidFill>
                          <a:latin typeface="Times New Roman"/>
                        </a:rPr>
                        <a:t>Data type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502920">
                <a:tc>
                  <a:txBody>
                    <a:bodyPr/>
                    <a:lstStyle/>
                    <a:p>
                      <a:pPr algn="l">
                        <a:spcBef>
                          <a:spcPts val="0"/>
                        </a:spcBef>
                        <a:spcAft>
                          <a:spcPts val="0"/>
                        </a:spcAft>
                      </a:pPr>
                      <a:r>
                        <a:rPr sz="1500" b="1" i="0">
                          <a:solidFill>
                            <a:srgbClr val="FFFFFF"/>
                          </a:solidFill>
                          <a:latin typeface="Times New Roman"/>
                        </a:rPr>
                        <a:t>Month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Apr to Mar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Time label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502920">
                <a:tc>
                  <a:txBody>
                    <a:bodyPr/>
                    <a:lstStyle/>
                    <a:p>
                      <a:pPr algn="l">
                        <a:spcBef>
                          <a:spcPts val="0"/>
                        </a:spcBef>
                        <a:spcAft>
                          <a:spcPts val="0"/>
                        </a:spcAft>
                      </a:pPr>
                      <a:r>
                        <a:rPr sz="1500" b="1" i="0">
                          <a:solidFill>
                            <a:srgbClr val="FFFFFF"/>
                          </a:solidFill>
                          <a:latin typeface="Times New Roman"/>
                        </a:rPr>
                        <a:t>Advertising expenditure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 thousand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Continuous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502920">
                <a:tc>
                  <a:txBody>
                    <a:bodyPr/>
                    <a:lstStyle/>
                    <a:p>
                      <a:pPr algn="l">
                        <a:spcBef>
                          <a:spcPts val="0"/>
                        </a:spcBef>
                        <a:spcAft>
                          <a:spcPts val="0"/>
                        </a:spcAft>
                      </a:pPr>
                      <a:r>
                        <a:rPr sz="1500" b="1" i="0">
                          <a:solidFill>
                            <a:srgbClr val="FFFFFF"/>
                          </a:solidFill>
                          <a:latin typeface="Times New Roman"/>
                        </a:rPr>
                        <a:t>Sales revenue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Continuous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502920">
                <a:tc>
                  <a:txBody>
                    <a:bodyPr/>
                    <a:lstStyle/>
                    <a:p>
                      <a:pPr algn="l">
                        <a:spcBef>
                          <a:spcPts val="0"/>
                        </a:spcBef>
                        <a:spcAft>
                          <a:spcPts val="0"/>
                        </a:spcAft>
                      </a:pPr>
                      <a:r>
                        <a:rPr sz="1500" b="1" i="0">
                          <a:solidFill>
                            <a:srgbClr val="FFFFFF"/>
                          </a:solidFill>
                          <a:latin typeface="Times New Roman"/>
                        </a:rPr>
                        <a:t>Customer orders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Number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Discrete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bl>
          </a:graphicData>
        </a:graphic>
      </p:graphicFrame>
      <p:sp>
        <p:nvSpPr>
          <p:cNvPr id="17" name="Rounded Rectangle 16"/>
          <p:cNvSpPr/>
          <p:nvPr/>
        </p:nvSpPr>
        <p:spPr>
          <a:xfrm>
            <a:off x="6309360" y="4389120"/>
            <a:ext cx="5330952" cy="1737360"/>
          </a:xfrm>
          <a:prstGeom prst="roundRect">
            <a:avLst>
              <a:gd name="adj" fmla="val 6000"/>
            </a:avLst>
          </a:prstGeom>
          <a:solidFill>
            <a:srgbClr val="16113A"/>
          </a:solidFill>
          <a:ln w="19050">
            <a:solidFill>
              <a:srgbClr val="FFC857"/>
            </a:solidFill>
          </a:ln>
        </p:spPr>
        <p:txBody>
          <a:bodyPr rtlCol="0" anchor="ctr"/>
          <a:lstStyle/>
          <a:p>
            <a:pPr algn="ctr"/>
            <a:endParaRPr/>
          </a:p>
        </p:txBody>
      </p:sp>
      <p:sp>
        <p:nvSpPr>
          <p:cNvPr id="18" name="TextBox 17"/>
          <p:cNvSpPr txBox="1"/>
          <p:nvPr/>
        </p:nvSpPr>
        <p:spPr>
          <a:xfrm>
            <a:off x="6492240" y="4434840"/>
            <a:ext cx="4983480" cy="1645920"/>
          </a:xfrm>
          <a:prstGeom prst="rect">
            <a:avLst/>
          </a:prstGeom>
          <a:noFill/>
        </p:spPr>
        <p:txBody>
          <a:bodyPr wrap="square" lIns="45720" tIns="27432" rIns="45720" bIns="27432" anchor="ctr">
            <a:noAutofit/>
          </a:bodyPr>
          <a:lstStyle/>
          <a:p>
            <a:pPr algn="l">
              <a:spcBef>
                <a:spcPts val="0"/>
              </a:spcBef>
              <a:spcAft>
                <a:spcPts val="400"/>
              </a:spcAft>
            </a:pPr>
            <a:r>
              <a:rPr sz="1800" b="1" i="0">
                <a:solidFill>
                  <a:srgbClr val="FFC857"/>
                </a:solidFill>
                <a:latin typeface="Times New Roman"/>
              </a:rPr>
              <a:t>Plan for the practical</a:t>
            </a:r>
          </a:p>
          <a:p>
            <a:pPr algn="l">
              <a:spcBef>
                <a:spcPts val="0"/>
              </a:spcBef>
              <a:spcAft>
                <a:spcPts val="0"/>
              </a:spcAft>
            </a:pPr>
            <a:r>
              <a:rPr sz="1600" b="0" i="0">
                <a:solidFill>
                  <a:srgbClr val="FFFFFF"/>
                </a:solidFill>
                <a:latin typeface="Times New Roman"/>
              </a:rPr>
              <a:t>Prepare the data, calculate summaries in Excel, draw charts, then interpret findings. The same dataset is used on Slides 21 to 26.</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viz.png"/>
          <p:cNvPicPr>
            <a:picLocks noChangeAspect="1"/>
          </p:cNvPicPr>
          <p:nvPr/>
        </p:nvPicPr>
        <p:blipFill>
          <a:blip r:embed="rId3"/>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Dataset and Excel Preparation</a:t>
            </a:r>
          </a:p>
        </p:txBody>
      </p:sp>
      <p:graphicFrame>
        <p:nvGraphicFramePr>
          <p:cNvPr id="4" name="Dataset table"/>
          <p:cNvGraphicFramePr>
            <a:graphicFrameLocks noGrp="1"/>
          </p:cNvGraphicFramePr>
          <p:nvPr/>
        </p:nvGraphicFramePr>
        <p:xfrm>
          <a:off x="548640" y="1188720"/>
          <a:ext cx="6309360" cy="4608576"/>
        </p:xfrm>
        <a:graphic>
          <a:graphicData uri="http://schemas.openxmlformats.org/drawingml/2006/table">
            <a:tbl>
              <a:tblPr/>
              <a:tblGrid>
                <a:gridCol w="457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9184">
                <a:tc>
                  <a:txBody>
                    <a:bodyPr/>
                    <a:lstStyle/>
                    <a:p>
                      <a:pPr algn="ctr">
                        <a:spcBef>
                          <a:spcPts val="0"/>
                        </a:spcBef>
                        <a:spcAft>
                          <a:spcPts val="0"/>
                        </a:spcAft>
                      </a:pPr>
                      <a:endParaRP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ctr">
                        <a:spcBef>
                          <a:spcPts val="0"/>
                        </a:spcBef>
                        <a:spcAft>
                          <a:spcPts val="0"/>
                        </a:spcAft>
                      </a:pPr>
                      <a:r>
                        <a:rPr sz="1300" b="1" i="0">
                          <a:solidFill>
                            <a:srgbClr val="FFFFFF"/>
                          </a:solidFill>
                          <a:latin typeface="Times New Roman"/>
                        </a:rPr>
                        <a:t>A</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ctr">
                        <a:spcBef>
                          <a:spcPts val="0"/>
                        </a:spcBef>
                        <a:spcAft>
                          <a:spcPts val="0"/>
                        </a:spcAft>
                      </a:pPr>
                      <a:r>
                        <a:rPr sz="1300" b="1" i="0">
                          <a:solidFill>
                            <a:srgbClr val="FFFFFF"/>
                          </a:solidFill>
                          <a:latin typeface="Times New Roman"/>
                        </a:rPr>
                        <a:t>B</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ctr">
                        <a:spcBef>
                          <a:spcPts val="0"/>
                        </a:spcBef>
                        <a:spcAft>
                          <a:spcPts val="0"/>
                        </a:spcAft>
                      </a:pPr>
                      <a:r>
                        <a:rPr sz="1300" b="1" i="0">
                          <a:solidFill>
                            <a:srgbClr val="FFFFFF"/>
                          </a:solidFill>
                          <a:latin typeface="Times New Roman"/>
                        </a:rPr>
                        <a:t>C</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ctr">
                        <a:spcBef>
                          <a:spcPts val="0"/>
                        </a:spcBef>
                        <a:spcAft>
                          <a:spcPts val="0"/>
                        </a:spcAft>
                      </a:pPr>
                      <a:r>
                        <a:rPr sz="1300" b="1" i="0">
                          <a:solidFill>
                            <a:srgbClr val="FFFFFF"/>
                          </a:solidFill>
                          <a:latin typeface="Times New Roman"/>
                        </a:rPr>
                        <a:t>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extLst>
                  <a:ext uri="{0D108BD9-81ED-4DB2-BD59-A6C34878D82A}">
                    <a16:rowId xmlns:a16="http://schemas.microsoft.com/office/drawing/2014/main" val="10000"/>
                  </a:ext>
                </a:extLst>
              </a:tr>
              <a:tr h="329184">
                <a:tc>
                  <a:txBody>
                    <a:bodyPr/>
                    <a:lstStyle/>
                    <a:p>
                      <a:pPr algn="ctr">
                        <a:spcBef>
                          <a:spcPts val="0"/>
                        </a:spcBef>
                        <a:spcAft>
                          <a:spcPts val="0"/>
                        </a:spcAft>
                      </a:pPr>
                      <a:r>
                        <a:rPr sz="1300" b="1" i="0">
                          <a:solidFill>
                            <a:srgbClr val="FFFFFF"/>
                          </a:solidFill>
                          <a:latin typeface="Times New Roman"/>
                        </a:rPr>
                        <a:t>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300" b="1" i="0">
                          <a:solidFill>
                            <a:srgbClr val="FFFFFF"/>
                          </a:solidFill>
                          <a:latin typeface="Times New Roman"/>
                        </a:rPr>
                        <a:t>Month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300" b="1" i="0">
                          <a:solidFill>
                            <a:srgbClr val="FFFFFF"/>
                          </a:solidFill>
                          <a:latin typeface="Times New Roman"/>
                        </a:rPr>
                        <a:t>Advertising (₹ thousand)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300" b="1" i="0">
                          <a:solidFill>
                            <a:srgbClr val="FFFFFF"/>
                          </a:solidFill>
                          <a:latin typeface="Times New Roman"/>
                        </a:rPr>
                        <a:t>Sales (₹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r">
                        <a:spcBef>
                          <a:spcPts val="0"/>
                        </a:spcBef>
                        <a:spcAft>
                          <a:spcPts val="0"/>
                        </a:spcAft>
                      </a:pPr>
                      <a:r>
                        <a:rPr sz="1300" b="1" i="0">
                          <a:solidFill>
                            <a:srgbClr val="FFFFFF"/>
                          </a:solidFill>
                          <a:latin typeface="Times New Roman"/>
                        </a:rPr>
                        <a:t>Orders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1"/>
                  </a:ext>
                </a:extLst>
              </a:tr>
              <a:tr h="329184">
                <a:tc>
                  <a:txBody>
                    <a:bodyPr/>
                    <a:lstStyle/>
                    <a:p>
                      <a:pPr algn="ctr">
                        <a:spcBef>
                          <a:spcPts val="0"/>
                        </a:spcBef>
                        <a:spcAft>
                          <a:spcPts val="0"/>
                        </a:spcAft>
                      </a:pPr>
                      <a:r>
                        <a:rPr sz="1300" b="0" i="0">
                          <a:solidFill>
                            <a:srgbClr val="FFFFFF"/>
                          </a:solidFill>
                          <a:latin typeface="Times New Roman"/>
                        </a:rPr>
                        <a:t>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Apr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48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18.2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420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329184">
                <a:tc>
                  <a:txBody>
                    <a:bodyPr/>
                    <a:lstStyle/>
                    <a:p>
                      <a:pPr algn="ctr">
                        <a:spcBef>
                          <a:spcPts val="0"/>
                        </a:spcBef>
                        <a:spcAft>
                          <a:spcPts val="0"/>
                        </a:spcAft>
                      </a:pPr>
                      <a:r>
                        <a:rPr sz="1300" b="0" i="0">
                          <a:solidFill>
                            <a:srgbClr val="FFFFFF"/>
                          </a:solidFill>
                          <a:latin typeface="Times New Roman"/>
                        </a:rPr>
                        <a:t>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May</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19.5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431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329184">
                <a:tc>
                  <a:txBody>
                    <a:bodyPr/>
                    <a:lstStyle/>
                    <a:p>
                      <a:pPr algn="ctr">
                        <a:spcBef>
                          <a:spcPts val="0"/>
                        </a:spcBef>
                        <a:spcAft>
                          <a:spcPts val="0"/>
                        </a:spcAft>
                      </a:pPr>
                      <a:r>
                        <a:rPr sz="1300" b="0" i="0">
                          <a:solidFill>
                            <a:srgbClr val="FFFFFF"/>
                          </a:solidFill>
                          <a:latin typeface="Times New Roman"/>
                        </a:rPr>
                        <a:t>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Jun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60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17.9</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410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329184">
                <a:tc>
                  <a:txBody>
                    <a:bodyPr/>
                    <a:lstStyle/>
                    <a:p>
                      <a:pPr algn="ctr">
                        <a:spcBef>
                          <a:spcPts val="0"/>
                        </a:spcBef>
                        <a:spcAft>
                          <a:spcPts val="0"/>
                        </a:spcAft>
                      </a:pPr>
                      <a:r>
                        <a:rPr sz="1300" b="0" i="0">
                          <a:solidFill>
                            <a:srgbClr val="FFFFFF"/>
                          </a:solidFill>
                          <a:latin typeface="Times New Roman"/>
                        </a:rPr>
                        <a:t>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Jul</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20.8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458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r h="329184">
                <a:tc>
                  <a:txBody>
                    <a:bodyPr/>
                    <a:lstStyle/>
                    <a:p>
                      <a:pPr algn="ctr">
                        <a:spcBef>
                          <a:spcPts val="0"/>
                        </a:spcBef>
                        <a:spcAft>
                          <a:spcPts val="0"/>
                        </a:spcAft>
                      </a:pPr>
                      <a:r>
                        <a:rPr sz="1300" b="0" i="0">
                          <a:solidFill>
                            <a:srgbClr val="FFFFFF"/>
                          </a:solidFill>
                          <a:latin typeface="Times New Roman"/>
                        </a:rPr>
                        <a:t>6</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Aug</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66</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21.5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497</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6"/>
                  </a:ext>
                </a:extLst>
              </a:tr>
              <a:tr h="329184">
                <a:tc>
                  <a:txBody>
                    <a:bodyPr/>
                    <a:lstStyle/>
                    <a:p>
                      <a:pPr algn="ctr">
                        <a:spcBef>
                          <a:spcPts val="0"/>
                        </a:spcBef>
                        <a:spcAft>
                          <a:spcPts val="0"/>
                        </a:spcAft>
                      </a:pPr>
                      <a:r>
                        <a:rPr sz="1300" b="0" i="0">
                          <a:solidFill>
                            <a:srgbClr val="FFFFFF"/>
                          </a:solidFill>
                          <a:latin typeface="Times New Roman"/>
                        </a:rPr>
                        <a:t>7</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Sep</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23.0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466</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7"/>
                  </a:ext>
                </a:extLst>
              </a:tr>
              <a:tr h="329184">
                <a:tc>
                  <a:txBody>
                    <a:bodyPr/>
                    <a:lstStyle/>
                    <a:p>
                      <a:pPr algn="ctr">
                        <a:spcBef>
                          <a:spcPts val="0"/>
                        </a:spcBef>
                        <a:spcAft>
                          <a:spcPts val="0"/>
                        </a:spcAft>
                      </a:pPr>
                      <a:r>
                        <a:rPr sz="1300" b="0" i="0">
                          <a:solidFill>
                            <a:srgbClr val="FFFFFF"/>
                          </a:solidFill>
                          <a:latin typeface="Times New Roman"/>
                        </a:rPr>
                        <a:t>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Oct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82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31.5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660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8"/>
                  </a:ext>
                </a:extLst>
              </a:tr>
              <a:tr h="329184">
                <a:tc>
                  <a:txBody>
                    <a:bodyPr/>
                    <a:lstStyle/>
                    <a:p>
                      <a:pPr algn="ctr">
                        <a:spcBef>
                          <a:spcPts val="0"/>
                        </a:spcBef>
                        <a:spcAft>
                          <a:spcPts val="0"/>
                        </a:spcAft>
                      </a:pPr>
                      <a:r>
                        <a:rPr sz="1300" b="0" i="0">
                          <a:solidFill>
                            <a:srgbClr val="FFFFFF"/>
                          </a:solidFill>
                          <a:latin typeface="Times New Roman"/>
                        </a:rPr>
                        <a:t>9</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1" i="0">
                          <a:solidFill>
                            <a:srgbClr val="FFC857"/>
                          </a:solidFill>
                          <a:latin typeface="Times New Roman"/>
                        </a:rPr>
                        <a:t>Nov</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4A3A10"/>
                    </a:solidFill>
                  </a:tcPr>
                </a:tc>
                <a:tc>
                  <a:txBody>
                    <a:bodyPr/>
                    <a:lstStyle/>
                    <a:p>
                      <a:pPr algn="r">
                        <a:spcBef>
                          <a:spcPts val="0"/>
                        </a:spcBef>
                        <a:spcAft>
                          <a:spcPts val="0"/>
                        </a:spcAft>
                      </a:pPr>
                      <a:r>
                        <a:rPr sz="1300" b="1" i="0">
                          <a:solidFill>
                            <a:srgbClr val="FFC857"/>
                          </a:solidFill>
                          <a:latin typeface="Times New Roman"/>
                        </a:rPr>
                        <a:t>105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4A3A10"/>
                    </a:solidFill>
                  </a:tcPr>
                </a:tc>
                <a:tc>
                  <a:txBody>
                    <a:bodyPr/>
                    <a:lstStyle/>
                    <a:p>
                      <a:pPr algn="r">
                        <a:spcBef>
                          <a:spcPts val="0"/>
                        </a:spcBef>
                        <a:spcAft>
                          <a:spcPts val="0"/>
                        </a:spcAft>
                      </a:pPr>
                      <a:r>
                        <a:rPr sz="1300" b="1" i="0">
                          <a:solidFill>
                            <a:srgbClr val="FFC857"/>
                          </a:solidFill>
                          <a:latin typeface="Times New Roman"/>
                        </a:rPr>
                        <a:t>44.8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4A3A10"/>
                    </a:solidFill>
                  </a:tcPr>
                </a:tc>
                <a:tc>
                  <a:txBody>
                    <a:bodyPr/>
                    <a:lstStyle/>
                    <a:p>
                      <a:pPr algn="r">
                        <a:spcBef>
                          <a:spcPts val="0"/>
                        </a:spcBef>
                        <a:spcAft>
                          <a:spcPts val="0"/>
                        </a:spcAft>
                      </a:pPr>
                      <a:r>
                        <a:rPr sz="1300" b="1" i="0">
                          <a:solidFill>
                            <a:srgbClr val="FFC857"/>
                          </a:solidFill>
                          <a:latin typeface="Times New Roman"/>
                        </a:rPr>
                        <a:t>905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4A3A10"/>
                    </a:solidFill>
                  </a:tcPr>
                </a:tc>
                <a:extLst>
                  <a:ext uri="{0D108BD9-81ED-4DB2-BD59-A6C34878D82A}">
                    <a16:rowId xmlns:a16="http://schemas.microsoft.com/office/drawing/2014/main" val="10009"/>
                  </a:ext>
                </a:extLst>
              </a:tr>
              <a:tr h="329184">
                <a:tc>
                  <a:txBody>
                    <a:bodyPr/>
                    <a:lstStyle/>
                    <a:p>
                      <a:pPr algn="ctr">
                        <a:spcBef>
                          <a:spcPts val="0"/>
                        </a:spcBef>
                        <a:spcAft>
                          <a:spcPts val="0"/>
                        </a:spcAft>
                      </a:pPr>
                      <a:r>
                        <a:rPr sz="1300" b="0" i="0">
                          <a:solidFill>
                            <a:srgbClr val="FFFFFF"/>
                          </a:solidFill>
                          <a:latin typeface="Times New Roman"/>
                        </a:rPr>
                        <a:t>10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Dec</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90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27.6</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598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10"/>
                  </a:ext>
                </a:extLst>
              </a:tr>
              <a:tr h="329184">
                <a:tc>
                  <a:txBody>
                    <a:bodyPr/>
                    <a:lstStyle/>
                    <a:p>
                      <a:pPr algn="ctr">
                        <a:spcBef>
                          <a:spcPts val="0"/>
                        </a:spcBef>
                        <a:spcAft>
                          <a:spcPts val="0"/>
                        </a:spcAft>
                      </a:pPr>
                      <a:r>
                        <a:rPr sz="1300" b="0" i="0">
                          <a:solidFill>
                            <a:srgbClr val="FFFFFF"/>
                          </a:solidFill>
                          <a:latin typeface="Times New Roman"/>
                        </a:rPr>
                        <a:t>11</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Jan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22.4</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520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11"/>
                  </a:ext>
                </a:extLst>
              </a:tr>
              <a:tr h="329184">
                <a:tc>
                  <a:txBody>
                    <a:bodyPr/>
                    <a:lstStyle/>
                    <a:p>
                      <a:pPr algn="ctr">
                        <a:spcBef>
                          <a:spcPts val="0"/>
                        </a:spcBef>
                        <a:spcAft>
                          <a:spcPts val="0"/>
                        </a:spcAft>
                      </a:pPr>
                      <a:r>
                        <a:rPr sz="1300" b="0" i="0">
                          <a:solidFill>
                            <a:srgbClr val="FFFFFF"/>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Feb</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50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21.2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r">
                        <a:spcBef>
                          <a:spcPts val="0"/>
                        </a:spcBef>
                        <a:spcAft>
                          <a:spcPts val="0"/>
                        </a:spcAft>
                      </a:pPr>
                      <a:r>
                        <a:rPr sz="1300" b="0" i="0">
                          <a:solidFill>
                            <a:srgbClr val="FFFFFF"/>
                          </a:solidFill>
                          <a:latin typeface="Times New Roman"/>
                        </a:rPr>
                        <a:t>455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12"/>
                  </a:ext>
                </a:extLst>
              </a:tr>
              <a:tr h="329184">
                <a:tc>
                  <a:txBody>
                    <a:bodyPr/>
                    <a:lstStyle/>
                    <a:p>
                      <a:pPr algn="ctr">
                        <a:spcBef>
                          <a:spcPts val="0"/>
                        </a:spcBef>
                        <a:spcAft>
                          <a:spcPts val="0"/>
                        </a:spcAft>
                      </a:pPr>
                      <a:r>
                        <a:rPr sz="1300" b="0" i="0">
                          <a:solidFill>
                            <a:srgbClr val="FFFFFF"/>
                          </a:solidFill>
                          <a:latin typeface="Times New Roman"/>
                        </a:rPr>
                        <a:t>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5B3FD6"/>
                    </a:solidFill>
                  </a:tcPr>
                </a:tc>
                <a:tc>
                  <a:txBody>
                    <a:bodyPr/>
                    <a:lstStyle/>
                    <a:p>
                      <a:pPr algn="l">
                        <a:spcBef>
                          <a:spcPts val="0"/>
                        </a:spcBef>
                        <a:spcAft>
                          <a:spcPts val="0"/>
                        </a:spcAft>
                      </a:pPr>
                      <a:r>
                        <a:rPr sz="1300" b="0" i="0">
                          <a:solidFill>
                            <a:srgbClr val="FFFFFF"/>
                          </a:solidFill>
                          <a:latin typeface="Times New Roman"/>
                        </a:rPr>
                        <a:t>Mar</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70</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24.6</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r">
                        <a:spcBef>
                          <a:spcPts val="0"/>
                        </a:spcBef>
                        <a:spcAft>
                          <a:spcPts val="0"/>
                        </a:spcAft>
                      </a:pPr>
                      <a:r>
                        <a:rPr sz="1300" b="0" i="0">
                          <a:solidFill>
                            <a:srgbClr val="FFFFFF"/>
                          </a:solidFill>
                          <a:latin typeface="Times New Roman"/>
                        </a:rPr>
                        <a:t>548</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7086600" y="1188720"/>
            <a:ext cx="4553712" cy="777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6" name="Oval 5"/>
          <p:cNvSpPr/>
          <p:nvPr/>
        </p:nvSpPr>
        <p:spPr>
          <a:xfrm>
            <a:off x="7223760" y="1371600"/>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400" b="1" i="0">
                <a:solidFill>
                  <a:srgbClr val="FFFFFF"/>
                </a:solidFill>
                <a:latin typeface="Times New Roman"/>
              </a:rPr>
              <a:t>1</a:t>
            </a:r>
          </a:p>
        </p:txBody>
      </p:sp>
      <p:sp>
        <p:nvSpPr>
          <p:cNvPr id="7" name="TextBox 6"/>
          <p:cNvSpPr txBox="1"/>
          <p:nvPr/>
        </p:nvSpPr>
        <p:spPr>
          <a:xfrm>
            <a:off x="7726680" y="1225296"/>
            <a:ext cx="3840480" cy="731520"/>
          </a:xfrm>
          <a:prstGeom prst="rect">
            <a:avLst/>
          </a:prstGeom>
          <a:noFill/>
        </p:spPr>
        <p:txBody>
          <a:bodyPr wrap="square" lIns="45720" tIns="27432" rIns="45720" bIns="27432" anchor="ctr">
            <a:noAutofit/>
          </a:bodyPr>
          <a:lstStyle/>
          <a:p>
            <a:pPr algn="l">
              <a:spcBef>
                <a:spcPts val="0"/>
              </a:spcBef>
              <a:spcAft>
                <a:spcPts val="100"/>
              </a:spcAft>
            </a:pPr>
            <a:r>
              <a:rPr sz="1500" b="1" i="0">
                <a:solidFill>
                  <a:srgbClr val="B9A5FF"/>
                </a:solidFill>
                <a:latin typeface="Times New Roman"/>
              </a:rPr>
              <a:t>Arrange in columns</a:t>
            </a:r>
          </a:p>
          <a:p>
            <a:pPr algn="l">
              <a:spcBef>
                <a:spcPts val="0"/>
              </a:spcBef>
              <a:spcAft>
                <a:spcPts val="0"/>
              </a:spcAft>
            </a:pPr>
            <a:r>
              <a:rPr sz="1300" b="0" i="0">
                <a:solidFill>
                  <a:srgbClr val="FFFFFF"/>
                </a:solidFill>
                <a:latin typeface="Times New Roman"/>
              </a:rPr>
              <a:t>One variable per column, one row per month.</a:t>
            </a:r>
          </a:p>
        </p:txBody>
      </p:sp>
      <p:sp>
        <p:nvSpPr>
          <p:cNvPr id="8" name="Rounded Rectangle 7"/>
          <p:cNvSpPr/>
          <p:nvPr/>
        </p:nvSpPr>
        <p:spPr>
          <a:xfrm>
            <a:off x="7086600" y="2039112"/>
            <a:ext cx="4553712" cy="777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Oval 8"/>
          <p:cNvSpPr/>
          <p:nvPr/>
        </p:nvSpPr>
        <p:spPr>
          <a:xfrm>
            <a:off x="7223760" y="2221992"/>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400" b="1" i="0">
                <a:solidFill>
                  <a:srgbClr val="FFFFFF"/>
                </a:solidFill>
                <a:latin typeface="Times New Roman"/>
              </a:rPr>
              <a:t>2</a:t>
            </a:r>
          </a:p>
        </p:txBody>
      </p:sp>
      <p:sp>
        <p:nvSpPr>
          <p:cNvPr id="10" name="TextBox 9"/>
          <p:cNvSpPr txBox="1"/>
          <p:nvPr/>
        </p:nvSpPr>
        <p:spPr>
          <a:xfrm>
            <a:off x="7726680" y="2075688"/>
            <a:ext cx="3840480" cy="731520"/>
          </a:xfrm>
          <a:prstGeom prst="rect">
            <a:avLst/>
          </a:prstGeom>
          <a:noFill/>
        </p:spPr>
        <p:txBody>
          <a:bodyPr wrap="square" lIns="45720" tIns="27432" rIns="45720" bIns="27432" anchor="ctr">
            <a:noAutofit/>
          </a:bodyPr>
          <a:lstStyle/>
          <a:p>
            <a:pPr algn="l">
              <a:spcBef>
                <a:spcPts val="0"/>
              </a:spcBef>
              <a:spcAft>
                <a:spcPts val="100"/>
              </a:spcAft>
            </a:pPr>
            <a:r>
              <a:rPr sz="1500" b="1" i="0">
                <a:solidFill>
                  <a:srgbClr val="B9A5FF"/>
                </a:solidFill>
                <a:latin typeface="Times New Roman"/>
              </a:rPr>
              <a:t>Use clear headers</a:t>
            </a:r>
          </a:p>
          <a:p>
            <a:pPr algn="l">
              <a:spcBef>
                <a:spcPts val="0"/>
              </a:spcBef>
              <a:spcAft>
                <a:spcPts val="0"/>
              </a:spcAft>
            </a:pPr>
            <a:r>
              <a:rPr sz="1300" b="0" i="0">
                <a:solidFill>
                  <a:srgbClr val="FFFFFF"/>
                </a:solidFill>
                <a:latin typeface="Times New Roman"/>
              </a:rPr>
              <a:t>Include units, e.g. Sales (₹ lakh).</a:t>
            </a:r>
          </a:p>
        </p:txBody>
      </p:sp>
      <p:sp>
        <p:nvSpPr>
          <p:cNvPr id="11" name="Rounded Rectangle 10"/>
          <p:cNvSpPr/>
          <p:nvPr/>
        </p:nvSpPr>
        <p:spPr>
          <a:xfrm>
            <a:off x="7086600" y="2889504"/>
            <a:ext cx="4553712" cy="777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Oval 11"/>
          <p:cNvSpPr/>
          <p:nvPr/>
        </p:nvSpPr>
        <p:spPr>
          <a:xfrm>
            <a:off x="7223760" y="3072384"/>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400" b="1" i="0">
                <a:solidFill>
                  <a:srgbClr val="FFFFFF"/>
                </a:solidFill>
                <a:latin typeface="Times New Roman"/>
              </a:rPr>
              <a:t>3</a:t>
            </a:r>
          </a:p>
        </p:txBody>
      </p:sp>
      <p:sp>
        <p:nvSpPr>
          <p:cNvPr id="13" name="TextBox 12"/>
          <p:cNvSpPr txBox="1"/>
          <p:nvPr/>
        </p:nvSpPr>
        <p:spPr>
          <a:xfrm>
            <a:off x="7726680" y="2926080"/>
            <a:ext cx="3840480" cy="731520"/>
          </a:xfrm>
          <a:prstGeom prst="rect">
            <a:avLst/>
          </a:prstGeom>
          <a:noFill/>
        </p:spPr>
        <p:txBody>
          <a:bodyPr wrap="square" lIns="45720" tIns="27432" rIns="45720" bIns="27432" anchor="ctr">
            <a:noAutofit/>
          </a:bodyPr>
          <a:lstStyle/>
          <a:p>
            <a:pPr algn="l">
              <a:spcBef>
                <a:spcPts val="0"/>
              </a:spcBef>
              <a:spcAft>
                <a:spcPts val="100"/>
              </a:spcAft>
            </a:pPr>
            <a:r>
              <a:rPr sz="1500" b="1" i="0">
                <a:solidFill>
                  <a:srgbClr val="B9A5FF"/>
                </a:solidFill>
                <a:latin typeface="Times New Roman"/>
              </a:rPr>
              <a:t>Check blanks and duplicates</a:t>
            </a:r>
          </a:p>
          <a:p>
            <a:pPr algn="l">
              <a:spcBef>
                <a:spcPts val="0"/>
              </a:spcBef>
              <a:spcAft>
                <a:spcPts val="0"/>
              </a:spcAft>
            </a:pPr>
            <a:r>
              <a:rPr sz="1300" b="0" i="0">
                <a:solidFill>
                  <a:srgbClr val="FFFFFF"/>
                </a:solidFill>
                <a:latin typeface="Times New Roman"/>
              </a:rPr>
              <a:t>=COUNTBLANK(B2:D13) returns 0; Data &gt; Remove Duplicates finds none.</a:t>
            </a:r>
          </a:p>
        </p:txBody>
      </p:sp>
      <p:sp>
        <p:nvSpPr>
          <p:cNvPr id="14" name="Rounded Rectangle 13"/>
          <p:cNvSpPr/>
          <p:nvPr/>
        </p:nvSpPr>
        <p:spPr>
          <a:xfrm>
            <a:off x="7086600" y="3739896"/>
            <a:ext cx="4553712" cy="777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5" name="Oval 14"/>
          <p:cNvSpPr/>
          <p:nvPr/>
        </p:nvSpPr>
        <p:spPr>
          <a:xfrm>
            <a:off x="7223760" y="3922776"/>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400" b="1" i="0">
                <a:solidFill>
                  <a:srgbClr val="FFFFFF"/>
                </a:solidFill>
                <a:latin typeface="Times New Roman"/>
              </a:rPr>
              <a:t>4</a:t>
            </a:r>
          </a:p>
        </p:txBody>
      </p:sp>
      <p:sp>
        <p:nvSpPr>
          <p:cNvPr id="16" name="TextBox 15"/>
          <p:cNvSpPr txBox="1"/>
          <p:nvPr/>
        </p:nvSpPr>
        <p:spPr>
          <a:xfrm>
            <a:off x="7726680" y="3776472"/>
            <a:ext cx="3840480" cy="731520"/>
          </a:xfrm>
          <a:prstGeom prst="rect">
            <a:avLst/>
          </a:prstGeom>
          <a:noFill/>
        </p:spPr>
        <p:txBody>
          <a:bodyPr wrap="square" lIns="45720" tIns="27432" rIns="45720" bIns="27432" anchor="ctr">
            <a:noAutofit/>
          </a:bodyPr>
          <a:lstStyle/>
          <a:p>
            <a:pPr algn="l">
              <a:spcBef>
                <a:spcPts val="0"/>
              </a:spcBef>
              <a:spcAft>
                <a:spcPts val="100"/>
              </a:spcAft>
            </a:pPr>
            <a:r>
              <a:rPr sz="1500" b="1" i="0">
                <a:solidFill>
                  <a:srgbClr val="B9A5FF"/>
                </a:solidFill>
                <a:latin typeface="Times New Roman"/>
              </a:rPr>
              <a:t>Verify numeric types</a:t>
            </a:r>
          </a:p>
          <a:p>
            <a:pPr algn="l">
              <a:spcBef>
                <a:spcPts val="0"/>
              </a:spcBef>
              <a:spcAft>
                <a:spcPts val="0"/>
              </a:spcAft>
            </a:pPr>
            <a:r>
              <a:rPr sz="1300" b="0" i="0">
                <a:solidFill>
                  <a:srgbClr val="FFFFFF"/>
                </a:solidFill>
                <a:latin typeface="Times New Roman"/>
              </a:rPr>
              <a:t>=COUNT(C2:C13) returns 12; numbers align right.</a:t>
            </a:r>
          </a:p>
        </p:txBody>
      </p:sp>
      <p:sp>
        <p:nvSpPr>
          <p:cNvPr id="17" name="Rounded Rectangle 16"/>
          <p:cNvSpPr/>
          <p:nvPr/>
        </p:nvSpPr>
        <p:spPr>
          <a:xfrm>
            <a:off x="7086600" y="4590288"/>
            <a:ext cx="4553712" cy="7772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8" name="Oval 17"/>
          <p:cNvSpPr/>
          <p:nvPr/>
        </p:nvSpPr>
        <p:spPr>
          <a:xfrm>
            <a:off x="7223760" y="4773168"/>
            <a:ext cx="384048" cy="384048"/>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400" b="1" i="0">
                <a:solidFill>
                  <a:srgbClr val="FFFFFF"/>
                </a:solidFill>
                <a:latin typeface="Times New Roman"/>
              </a:rPr>
              <a:t>5</a:t>
            </a:r>
          </a:p>
        </p:txBody>
      </p:sp>
      <p:sp>
        <p:nvSpPr>
          <p:cNvPr id="19" name="TextBox 18"/>
          <p:cNvSpPr txBox="1"/>
          <p:nvPr/>
        </p:nvSpPr>
        <p:spPr>
          <a:xfrm>
            <a:off x="7726680" y="4626864"/>
            <a:ext cx="3840480" cy="731520"/>
          </a:xfrm>
          <a:prstGeom prst="rect">
            <a:avLst/>
          </a:prstGeom>
          <a:noFill/>
        </p:spPr>
        <p:txBody>
          <a:bodyPr wrap="square" lIns="45720" tIns="27432" rIns="45720" bIns="27432" anchor="ctr">
            <a:noAutofit/>
          </a:bodyPr>
          <a:lstStyle/>
          <a:p>
            <a:pPr algn="l">
              <a:spcBef>
                <a:spcPts val="0"/>
              </a:spcBef>
              <a:spcAft>
                <a:spcPts val="100"/>
              </a:spcAft>
            </a:pPr>
            <a:r>
              <a:rPr sz="1500" b="1" i="0">
                <a:solidFill>
                  <a:srgbClr val="B9A5FF"/>
                </a:solidFill>
                <a:latin typeface="Times New Roman"/>
              </a:rPr>
              <a:t>Format units consistently</a:t>
            </a:r>
          </a:p>
          <a:p>
            <a:pPr algn="l">
              <a:spcBef>
                <a:spcPts val="0"/>
              </a:spcBef>
              <a:spcAft>
                <a:spcPts val="0"/>
              </a:spcAft>
            </a:pPr>
            <a:r>
              <a:rPr sz="1300" b="0" i="0">
                <a:solidFill>
                  <a:srgbClr val="FFFFFF"/>
                </a:solidFill>
                <a:latin typeface="Times New Roman"/>
              </a:rPr>
              <a:t>₹ thousand for advertising, ₹ lakh for sales, one decimal.</a:t>
            </a:r>
          </a:p>
        </p:txBody>
      </p:sp>
      <p:sp>
        <p:nvSpPr>
          <p:cNvPr id="20" name="Rounded Rectangle 19"/>
          <p:cNvSpPr/>
          <p:nvPr/>
        </p:nvSpPr>
        <p:spPr>
          <a:xfrm>
            <a:off x="7086600" y="5486400"/>
            <a:ext cx="4553712" cy="731520"/>
          </a:xfrm>
          <a:prstGeom prst="roundRect">
            <a:avLst>
              <a:gd name="adj" fmla="val 6000"/>
            </a:avLst>
          </a:prstGeom>
          <a:solidFill>
            <a:srgbClr val="16113A"/>
          </a:solidFill>
          <a:ln w="19050">
            <a:solidFill>
              <a:srgbClr val="FFC857"/>
            </a:solidFill>
          </a:ln>
        </p:spPr>
        <p:txBody>
          <a:bodyPr rtlCol="0" anchor="ctr"/>
          <a:lstStyle/>
          <a:p>
            <a:pPr algn="ctr"/>
            <a:endParaRPr/>
          </a:p>
        </p:txBody>
      </p:sp>
      <p:sp>
        <p:nvSpPr>
          <p:cNvPr id="21" name="TextBox 20"/>
          <p:cNvSpPr txBox="1"/>
          <p:nvPr/>
        </p:nvSpPr>
        <p:spPr>
          <a:xfrm>
            <a:off x="7223760" y="5504688"/>
            <a:ext cx="4297680" cy="694944"/>
          </a:xfrm>
          <a:prstGeom prst="rect">
            <a:avLst/>
          </a:prstGeom>
          <a:noFill/>
        </p:spPr>
        <p:txBody>
          <a:bodyPr wrap="square" lIns="45720" tIns="27432" rIns="45720" bIns="27432" anchor="ctr">
            <a:noAutofit/>
          </a:bodyPr>
          <a:lstStyle/>
          <a:p>
            <a:pPr algn="l">
              <a:spcBef>
                <a:spcPts val="0"/>
              </a:spcBef>
              <a:spcAft>
                <a:spcPts val="0"/>
              </a:spcAft>
            </a:pPr>
            <a:r>
              <a:rPr sz="1400" b="0" i="0">
                <a:solidFill>
                  <a:srgbClr val="FFFFFF"/>
                </a:solidFill>
                <a:latin typeface="Times New Roman"/>
              </a:rPr>
              <a:t>Full workbook with formulas and charts: </a:t>
            </a:r>
            <a:r>
              <a:rPr sz="1400" b="1" i="0">
                <a:solidFill>
                  <a:srgbClr val="FFC857"/>
                </a:solidFill>
                <a:latin typeface="Times New Roman"/>
              </a:rPr>
              <a:t>EDA_Practical_Workbook.xlsx</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37A82E-35F7-EFA1-336E-FE49B271DA8C}"/>
            </a:ext>
          </a:extLst>
        </p:cNvPr>
        <p:cNvGrpSpPr/>
        <p:nvPr/>
      </p:nvGrpSpPr>
      <p:grpSpPr>
        <a:xfrm>
          <a:off x="0" y="0"/>
          <a:ext cx="0" cy="0"/>
          <a:chOff x="0" y="0"/>
          <a:chExt cx="0" cy="0"/>
        </a:xfrm>
      </p:grpSpPr>
      <p:pic>
        <p:nvPicPr>
          <p:cNvPr id="2" name="!!icon" descr="excel.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Practical Analysis in Excel</a:t>
            </a:r>
          </a:p>
        </p:txBody>
      </p:sp>
    </p:spTree>
    <p:extLst>
      <p:ext uri="{BB962C8B-B14F-4D97-AF65-F5344CB8AC3E}">
        <p14:creationId xmlns:p14="http://schemas.microsoft.com/office/powerpoint/2010/main" val="42622967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exce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Descriptive Statistics in Excel</a:t>
            </a:r>
          </a:p>
        </p:txBody>
      </p:sp>
      <p:graphicFrame>
        <p:nvGraphicFramePr>
          <p:cNvPr id="4" name="Excel formulas table"/>
          <p:cNvGraphicFramePr>
            <a:graphicFrameLocks noGrp="1"/>
          </p:cNvGraphicFramePr>
          <p:nvPr/>
        </p:nvGraphicFramePr>
        <p:xfrm>
          <a:off x="548640" y="1188720"/>
          <a:ext cx="11091672" cy="4626864"/>
        </p:xfrm>
        <a:graphic>
          <a:graphicData uri="http://schemas.openxmlformats.org/drawingml/2006/table">
            <a:tbl>
              <a:tblPr/>
              <a:tblGrid>
                <a:gridCol w="3063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3867912">
                  <a:extLst>
                    <a:ext uri="{9D8B030D-6E8A-4147-A177-3AD203B41FA5}">
                      <a16:colId xmlns:a16="http://schemas.microsoft.com/office/drawing/2014/main" val="20003"/>
                    </a:ext>
                  </a:extLst>
                </a:gridCol>
              </a:tblGrid>
              <a:tr h="457200">
                <a:tc>
                  <a:txBody>
                    <a:bodyPr/>
                    <a:lstStyle/>
                    <a:p>
                      <a:pPr algn="l">
                        <a:spcBef>
                          <a:spcPts val="0"/>
                        </a:spcBef>
                        <a:spcAft>
                          <a:spcPts val="0"/>
                        </a:spcAft>
                      </a:pPr>
                      <a:r>
                        <a:rPr sz="1500" b="1" i="0">
                          <a:solidFill>
                            <a:srgbClr val="FFFFFF"/>
                          </a:solidFill>
                          <a:latin typeface="Times New Roman"/>
                        </a:rPr>
                        <a:t>Excel formula</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500" b="1" i="0">
                          <a:solidFill>
                            <a:srgbClr val="FFFFFF"/>
                          </a:solidFill>
                          <a:latin typeface="Times New Roman"/>
                        </a:rPr>
                        <a:t>What it calculates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500" b="1" i="0">
                          <a:solidFill>
                            <a:srgbClr val="FFFFFF"/>
                          </a:solidFill>
                          <a:latin typeface="Times New Roman"/>
                        </a:rPr>
                        <a:t>Result</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500" b="1" i="0">
                          <a:solidFill>
                            <a:srgbClr val="FFFFFF"/>
                          </a:solidFill>
                          <a:latin typeface="Times New Roman"/>
                        </a:rPr>
                        <a:t>Manager’s interpretation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521208">
                <a:tc>
                  <a:txBody>
                    <a:bodyPr/>
                    <a:lstStyle/>
                    <a:p>
                      <a:pPr algn="l">
                        <a:spcBef>
                          <a:spcPts val="0"/>
                        </a:spcBef>
                        <a:spcAft>
                          <a:spcPts val="0"/>
                        </a:spcAft>
                      </a:pPr>
                      <a:r>
                        <a:rPr sz="1400" b="1" i="0">
                          <a:solidFill>
                            <a:srgbClr val="B9A5FF"/>
                          </a:solidFill>
                          <a:latin typeface="Times New Roman"/>
                        </a:rPr>
                        <a:t>=AVERAGE(C2:C13)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Mean monthly 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₹24.42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Typical month, but pulled upward by the festive peak.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521208">
                <a:tc>
                  <a:txBody>
                    <a:bodyPr/>
                    <a:lstStyle/>
                    <a:p>
                      <a:pPr algn="l">
                        <a:spcBef>
                          <a:spcPts val="0"/>
                        </a:spcBef>
                        <a:spcAft>
                          <a:spcPts val="0"/>
                        </a:spcAft>
                      </a:pPr>
                      <a:r>
                        <a:rPr sz="1400" b="1" i="0">
                          <a:solidFill>
                            <a:srgbClr val="B9A5FF"/>
                          </a:solidFill>
                          <a:latin typeface="Times New Roman"/>
                        </a:rPr>
                        <a:t>=MEDIAN(C2:C13)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Middle value of 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₹21.95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A more typical month; below the mean, so sales are right-skewed.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521208">
                <a:tc>
                  <a:txBody>
                    <a:bodyPr/>
                    <a:lstStyle/>
                    <a:p>
                      <a:pPr algn="l">
                        <a:spcBef>
                          <a:spcPts val="0"/>
                        </a:spcBef>
                        <a:spcAft>
                          <a:spcPts val="0"/>
                        </a:spcAft>
                      </a:pPr>
                      <a:r>
                        <a:rPr sz="1400" b="1" i="0">
                          <a:solidFill>
                            <a:srgbClr val="B9A5FF"/>
                          </a:solidFill>
                          <a:latin typeface="Times New Roman"/>
                        </a:rPr>
                        <a:t>=MIN(C2:C13)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Lowest monthly 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₹17.90 lakh (Jun)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Weakest month; a planning floor for cash flow.</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521208">
                <a:tc>
                  <a:txBody>
                    <a:bodyPr/>
                    <a:lstStyle/>
                    <a:p>
                      <a:pPr algn="l">
                        <a:spcBef>
                          <a:spcPts val="0"/>
                        </a:spcBef>
                        <a:spcAft>
                          <a:spcPts val="0"/>
                        </a:spcAft>
                      </a:pPr>
                      <a:r>
                        <a:rPr sz="1400" b="1" i="0">
                          <a:solidFill>
                            <a:srgbClr val="B9A5FF"/>
                          </a:solidFill>
                          <a:latin typeface="Times New Roman"/>
                        </a:rPr>
                        <a:t>=MAX(C2:C13)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Highest monthly 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₹44.80 lakh (Nov)</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Peak demand; check stock and staffing capacity.</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521208">
                <a:tc>
                  <a:txBody>
                    <a:bodyPr/>
                    <a:lstStyle/>
                    <a:p>
                      <a:pPr algn="l">
                        <a:spcBef>
                          <a:spcPts val="0"/>
                        </a:spcBef>
                        <a:spcAft>
                          <a:spcPts val="0"/>
                        </a:spcAft>
                      </a:pPr>
                      <a:r>
                        <a:rPr sz="1400" b="1" i="0">
                          <a:solidFill>
                            <a:srgbClr val="B9A5FF"/>
                          </a:solidFill>
                          <a:latin typeface="Times New Roman"/>
                        </a:rPr>
                        <a:t>=STDEV.S(C2:C13)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Sample standard deviation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₹7.50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Monthly sales typically differ from the mean by about ₹7.5 lakh.</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r h="521208">
                <a:tc>
                  <a:txBody>
                    <a:bodyPr/>
                    <a:lstStyle/>
                    <a:p>
                      <a:pPr algn="l">
                        <a:spcBef>
                          <a:spcPts val="0"/>
                        </a:spcBef>
                        <a:spcAft>
                          <a:spcPts val="0"/>
                        </a:spcAft>
                      </a:pPr>
                      <a:r>
                        <a:rPr sz="1400" b="1" i="0">
                          <a:solidFill>
                            <a:srgbClr val="B9A5FF"/>
                          </a:solidFill>
                          <a:latin typeface="Times New Roman"/>
                        </a:rPr>
                        <a:t>=COUNT(C2:C13)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Count of numeric entries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12</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All 12 months have numeric sales; no missing values.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6"/>
                  </a:ext>
                </a:extLst>
              </a:tr>
              <a:tr h="521208">
                <a:tc>
                  <a:txBody>
                    <a:bodyPr/>
                    <a:lstStyle/>
                    <a:p>
                      <a:pPr algn="l">
                        <a:spcBef>
                          <a:spcPts val="0"/>
                        </a:spcBef>
                        <a:spcAft>
                          <a:spcPts val="0"/>
                        </a:spcAft>
                      </a:pPr>
                      <a:r>
                        <a:rPr sz="1400" b="1" i="0">
                          <a:solidFill>
                            <a:srgbClr val="B9A5FF"/>
                          </a:solidFill>
                          <a:latin typeface="Times New Roman"/>
                        </a:rPr>
                        <a:t>=QUARTILE.INC(C2:C13,1) and ,3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Q1 and Q3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1" i="0">
                          <a:solidFill>
                            <a:srgbClr val="FFC857"/>
                          </a:solidFill>
                          <a:latin typeface="Times New Roman"/>
                        </a:rPr>
                        <a:t>20.475 and 25.35</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400" b="0" i="0">
                          <a:solidFill>
                            <a:srgbClr val="FFFFFF"/>
                          </a:solidFill>
                          <a:latin typeface="Times New Roman"/>
                        </a:rPr>
                        <a:t>IQR = 4.875; upper fence = 32.66, so Nov is flagged.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7"/>
                  </a:ext>
                </a:extLst>
              </a:tr>
              <a:tr h="521208">
                <a:tc>
                  <a:txBody>
                    <a:bodyPr/>
                    <a:lstStyle/>
                    <a:p>
                      <a:pPr algn="l">
                        <a:spcBef>
                          <a:spcPts val="0"/>
                        </a:spcBef>
                        <a:spcAft>
                          <a:spcPts val="0"/>
                        </a:spcAft>
                      </a:pPr>
                      <a:r>
                        <a:rPr sz="1400" b="1" i="0">
                          <a:solidFill>
                            <a:srgbClr val="B9A5FF"/>
                          </a:solidFill>
                          <a:latin typeface="Times New Roman"/>
                        </a:rPr>
                        <a:t>=CORREL(B2:B13,C2:C13)</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Advertising-sales correlation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1" i="0">
                          <a:solidFill>
                            <a:srgbClr val="FFC857"/>
                          </a:solidFill>
                          <a:latin typeface="Times New Roman"/>
                        </a:rPr>
                        <a:t>0.899</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400" b="0" i="0">
                          <a:solidFill>
                            <a:srgbClr val="FFFFFF"/>
                          </a:solidFill>
                          <a:latin typeface="Times New Roman"/>
                        </a:rPr>
                        <a:t>Strong positive association; not proof of causation.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548640" y="5897880"/>
            <a:ext cx="11091672" cy="457200"/>
          </a:xfrm>
          <a:prstGeom prst="rect">
            <a:avLst/>
          </a:prstGeom>
          <a:noFill/>
        </p:spPr>
        <p:txBody>
          <a:bodyPr wrap="square" lIns="45720" tIns="27432" rIns="45720" bIns="27432" anchor="t">
            <a:noAutofit/>
          </a:bodyPr>
          <a:lstStyle/>
          <a:p>
            <a:pPr algn="l">
              <a:spcBef>
                <a:spcPts val="0"/>
              </a:spcBef>
              <a:spcAft>
                <a:spcPts val="0"/>
              </a:spcAft>
            </a:pPr>
            <a:r>
              <a:rPr sz="1400" b="0" i="1">
                <a:solidFill>
                  <a:srgbClr val="D6CFF2"/>
                </a:solidFill>
                <a:latin typeface="Times New Roman"/>
              </a:rPr>
              <a:t>Column B = advertising, column C = sales, rows 2 to 13 = Apr to Mar. All results are calculated from the Slide 21 dataset and match the workbook.</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exce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Data Visualisation in Excel (1 of 2)</a:t>
            </a:r>
          </a:p>
        </p:txBody>
      </p:sp>
      <p:sp>
        <p:nvSpPr>
          <p:cNvPr id="4" name="Rounded Rectangle 3"/>
          <p:cNvSpPr/>
          <p:nvPr/>
        </p:nvSpPr>
        <p:spPr>
          <a:xfrm>
            <a:off x="548640" y="1188720"/>
            <a:ext cx="5440680" cy="35204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Rounded Rectangle 4"/>
          <p:cNvSpPr/>
          <p:nvPr/>
        </p:nvSpPr>
        <p:spPr>
          <a:xfrm>
            <a:off x="6199632" y="1188720"/>
            <a:ext cx="5440680" cy="35204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6" name="TextBox 5"/>
          <p:cNvSpPr txBox="1"/>
          <p:nvPr/>
        </p:nvSpPr>
        <p:spPr>
          <a:xfrm>
            <a:off x="731520" y="1234440"/>
            <a:ext cx="5074920" cy="347472"/>
          </a:xfrm>
          <a:prstGeom prst="rect">
            <a:avLst/>
          </a:prstGeom>
          <a:noFill/>
        </p:spPr>
        <p:txBody>
          <a:bodyPr wrap="square" lIns="45720" tIns="27432" rIns="45720" bIns="27432" anchor="t">
            <a:noAutofit/>
          </a:bodyPr>
          <a:lstStyle/>
          <a:p>
            <a:pPr algn="ctr">
              <a:spcBef>
                <a:spcPts val="0"/>
              </a:spcBef>
              <a:spcAft>
                <a:spcPts val="0"/>
              </a:spcAft>
            </a:pPr>
            <a:r>
              <a:rPr sz="1700" b="1" i="0">
                <a:solidFill>
                  <a:srgbClr val="B9A5FF"/>
                </a:solidFill>
                <a:latin typeface="Times New Roman"/>
              </a:rPr>
              <a:t>Monthly sales trend</a:t>
            </a:r>
          </a:p>
        </p:txBody>
      </p:sp>
      <p:sp>
        <p:nvSpPr>
          <p:cNvPr id="7" name="TextBox 6"/>
          <p:cNvSpPr txBox="1"/>
          <p:nvPr/>
        </p:nvSpPr>
        <p:spPr>
          <a:xfrm>
            <a:off x="6382512" y="1234440"/>
            <a:ext cx="5074920" cy="347472"/>
          </a:xfrm>
          <a:prstGeom prst="rect">
            <a:avLst/>
          </a:prstGeom>
          <a:noFill/>
        </p:spPr>
        <p:txBody>
          <a:bodyPr wrap="square" lIns="45720" tIns="27432" rIns="45720" bIns="27432" anchor="t">
            <a:noAutofit/>
          </a:bodyPr>
          <a:lstStyle/>
          <a:p>
            <a:pPr algn="ctr">
              <a:spcBef>
                <a:spcPts val="0"/>
              </a:spcBef>
              <a:spcAft>
                <a:spcPts val="0"/>
              </a:spcAft>
            </a:pPr>
            <a:r>
              <a:rPr sz="1700" b="1" i="0">
                <a:solidFill>
                  <a:srgbClr val="B9A5FF"/>
                </a:solidFill>
                <a:latin typeface="Times New Roman"/>
              </a:rPr>
              <a:t>Distribution of monthly sales</a:t>
            </a:r>
          </a:p>
        </p:txBody>
      </p:sp>
      <p:graphicFrame>
        <p:nvGraphicFramePr>
          <p:cNvPr id="8" name="Chart: Monthly sales trend"/>
          <p:cNvGraphicFramePr>
            <a:graphicFrameLocks noGrp="1"/>
          </p:cNvGraphicFramePr>
          <p:nvPr/>
        </p:nvGraphicFramePr>
        <p:xfrm>
          <a:off x="640080" y="1600200"/>
          <a:ext cx="5257800" cy="30632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Distribution of monthly sales"/>
          <p:cNvGraphicFramePr>
            <a:graphicFrameLocks noGrp="1"/>
          </p:cNvGraphicFramePr>
          <p:nvPr/>
        </p:nvGraphicFramePr>
        <p:xfrm>
          <a:off x="6291072" y="1600200"/>
          <a:ext cx="5257800" cy="3063240"/>
        </p:xfrm>
        <a:graphic>
          <a:graphicData uri="http://schemas.openxmlformats.org/drawingml/2006/chart">
            <c:chart xmlns:c="http://schemas.openxmlformats.org/drawingml/2006/chart" xmlns:r="http://schemas.openxmlformats.org/officeDocument/2006/relationships" r:id="rId6"/>
          </a:graphicData>
        </a:graphic>
      </p:graphicFrame>
      <p:sp>
        <p:nvSpPr>
          <p:cNvPr id="10" name="Rounded Rectangle 9"/>
          <p:cNvSpPr/>
          <p:nvPr/>
        </p:nvSpPr>
        <p:spPr>
          <a:xfrm>
            <a:off x="548640" y="4892040"/>
            <a:ext cx="5440680" cy="1371600"/>
          </a:xfrm>
          <a:prstGeom prst="roundRect">
            <a:avLst>
              <a:gd name="adj" fmla="val 6000"/>
            </a:avLst>
          </a:prstGeom>
          <a:solidFill>
            <a:srgbClr val="16113A"/>
          </a:solidFill>
          <a:ln w="12700">
            <a:solidFill>
              <a:srgbClr val="7141EF"/>
            </a:solidFill>
          </a:ln>
        </p:spPr>
        <p:txBody>
          <a:bodyPr rtlCol="0" anchor="ctr"/>
          <a:lstStyle/>
          <a:p>
            <a:pPr algn="ctr"/>
            <a:endParaRPr/>
          </a:p>
        </p:txBody>
      </p:sp>
      <p:sp>
        <p:nvSpPr>
          <p:cNvPr id="11" name="Rounded Rectangle 10"/>
          <p:cNvSpPr/>
          <p:nvPr/>
        </p:nvSpPr>
        <p:spPr>
          <a:xfrm>
            <a:off x="6199632" y="4892040"/>
            <a:ext cx="5440680" cy="1371600"/>
          </a:xfrm>
          <a:prstGeom prst="roundRect">
            <a:avLst>
              <a:gd name="adj" fmla="val 6000"/>
            </a:avLst>
          </a:prstGeom>
          <a:solidFill>
            <a:srgbClr val="16113A"/>
          </a:solidFill>
          <a:ln w="12700">
            <a:solidFill>
              <a:srgbClr val="7141EF"/>
            </a:solidFill>
          </a:ln>
        </p:spPr>
        <p:txBody>
          <a:bodyPr rtlCol="0" anchor="ctr"/>
          <a:lstStyle/>
          <a:p>
            <a:pPr algn="ctr"/>
            <a:endParaRPr/>
          </a:p>
        </p:txBody>
      </p:sp>
      <p:sp>
        <p:nvSpPr>
          <p:cNvPr id="12" name="TextBox 11"/>
          <p:cNvSpPr txBox="1"/>
          <p:nvPr/>
        </p:nvSpPr>
        <p:spPr>
          <a:xfrm>
            <a:off x="731520" y="4937760"/>
            <a:ext cx="5074920" cy="1280160"/>
          </a:xfrm>
          <a:prstGeom prst="rect">
            <a:avLst/>
          </a:prstGeom>
          <a:noFill/>
        </p:spPr>
        <p:txBody>
          <a:bodyPr wrap="square" lIns="45720" tIns="27432" rIns="45720" bIns="27432" anchor="ctr">
            <a:noAutofit/>
          </a:bodyPr>
          <a:lstStyle/>
          <a:p>
            <a:pPr algn="l">
              <a:spcBef>
                <a:spcPts val="0"/>
              </a:spcBef>
              <a:spcAft>
                <a:spcPts val="400"/>
              </a:spcAft>
            </a:pPr>
            <a:r>
              <a:rPr sz="1500" b="0" i="0">
                <a:solidFill>
                  <a:srgbClr val="FFFFFF"/>
                </a:solidFill>
                <a:latin typeface="Times New Roman"/>
              </a:rPr>
              <a:t>Insert &gt; Line with Markers (for a column chart: Insert &gt; Clustered Column).</a:t>
            </a:r>
          </a:p>
          <a:p>
            <a:pPr algn="l">
              <a:spcBef>
                <a:spcPts val="0"/>
              </a:spcBef>
              <a:spcAft>
                <a:spcPts val="0"/>
              </a:spcAft>
            </a:pPr>
            <a:r>
              <a:rPr sz="1500" b="1" i="0">
                <a:solidFill>
                  <a:srgbClr val="FFC857"/>
                </a:solidFill>
                <a:latin typeface="Times New Roman"/>
              </a:rPr>
              <a:t>Stable Apr–Sep, festive peak Oct–Dec.</a:t>
            </a:r>
          </a:p>
        </p:txBody>
      </p:sp>
      <p:sp>
        <p:nvSpPr>
          <p:cNvPr id="13" name="TextBox 12"/>
          <p:cNvSpPr txBox="1"/>
          <p:nvPr/>
        </p:nvSpPr>
        <p:spPr>
          <a:xfrm>
            <a:off x="6382512" y="4937760"/>
            <a:ext cx="5074920" cy="1280160"/>
          </a:xfrm>
          <a:prstGeom prst="rect">
            <a:avLst/>
          </a:prstGeom>
          <a:noFill/>
        </p:spPr>
        <p:txBody>
          <a:bodyPr wrap="square" lIns="45720" tIns="27432" rIns="45720" bIns="27432" anchor="ctr">
            <a:noAutofit/>
          </a:bodyPr>
          <a:lstStyle/>
          <a:p>
            <a:pPr algn="l">
              <a:spcBef>
                <a:spcPts val="0"/>
              </a:spcBef>
              <a:spcAft>
                <a:spcPts val="400"/>
              </a:spcAft>
            </a:pPr>
            <a:r>
              <a:rPr sz="1500" b="0" i="0">
                <a:solidFill>
                  <a:srgbClr val="FFFFFF"/>
                </a:solidFill>
                <a:latin typeface="Times New Roman"/>
              </a:rPr>
              <a:t>Insert &gt; Statistic Chart &gt; Histogram (bin width 5).</a:t>
            </a:r>
          </a:p>
          <a:p>
            <a:pPr algn="l">
              <a:spcBef>
                <a:spcPts val="0"/>
              </a:spcBef>
              <a:spcAft>
                <a:spcPts val="0"/>
              </a:spcAft>
            </a:pPr>
            <a:r>
              <a:rPr sz="1500" b="1" i="0">
                <a:solidFill>
                  <a:srgbClr val="FFC857"/>
                </a:solidFill>
                <a:latin typeface="Times New Roman"/>
              </a:rPr>
              <a:t>Most months fall in ₹20–25 lakh; one far-right bar.</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exce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Data Visualisation in Excel (2 of 2)</a:t>
            </a:r>
          </a:p>
        </p:txBody>
      </p:sp>
      <p:sp>
        <p:nvSpPr>
          <p:cNvPr id="4" name="Rounded Rectangle 3"/>
          <p:cNvSpPr/>
          <p:nvPr/>
        </p:nvSpPr>
        <p:spPr>
          <a:xfrm>
            <a:off x="548640" y="1188720"/>
            <a:ext cx="5440680" cy="35204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Rounded Rectangle 4"/>
          <p:cNvSpPr/>
          <p:nvPr/>
        </p:nvSpPr>
        <p:spPr>
          <a:xfrm>
            <a:off x="6199632" y="1188720"/>
            <a:ext cx="5440680" cy="35204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6" name="TextBox 5"/>
          <p:cNvSpPr txBox="1"/>
          <p:nvPr/>
        </p:nvSpPr>
        <p:spPr>
          <a:xfrm>
            <a:off x="731520" y="1234440"/>
            <a:ext cx="5074920" cy="347472"/>
          </a:xfrm>
          <a:prstGeom prst="rect">
            <a:avLst/>
          </a:prstGeom>
          <a:noFill/>
        </p:spPr>
        <p:txBody>
          <a:bodyPr wrap="square" lIns="45720" tIns="27432" rIns="45720" bIns="27432" anchor="t">
            <a:noAutofit/>
          </a:bodyPr>
          <a:lstStyle/>
          <a:p>
            <a:pPr algn="ctr">
              <a:spcBef>
                <a:spcPts val="0"/>
              </a:spcBef>
              <a:spcAft>
                <a:spcPts val="0"/>
              </a:spcAft>
            </a:pPr>
            <a:r>
              <a:rPr sz="1700" b="1" i="0">
                <a:solidFill>
                  <a:srgbClr val="B9A5FF"/>
                </a:solidFill>
                <a:latin typeface="Times New Roman"/>
              </a:rPr>
              <a:t>Box plot of monthly sales</a:t>
            </a:r>
          </a:p>
        </p:txBody>
      </p:sp>
      <p:sp>
        <p:nvSpPr>
          <p:cNvPr id="7" name="TextBox 6"/>
          <p:cNvSpPr txBox="1"/>
          <p:nvPr/>
        </p:nvSpPr>
        <p:spPr>
          <a:xfrm>
            <a:off x="6382512" y="1234440"/>
            <a:ext cx="5074920" cy="347472"/>
          </a:xfrm>
          <a:prstGeom prst="rect">
            <a:avLst/>
          </a:prstGeom>
          <a:noFill/>
        </p:spPr>
        <p:txBody>
          <a:bodyPr wrap="square" lIns="45720" tIns="27432" rIns="45720" bIns="27432" anchor="t">
            <a:noAutofit/>
          </a:bodyPr>
          <a:lstStyle/>
          <a:p>
            <a:pPr algn="ctr">
              <a:spcBef>
                <a:spcPts val="0"/>
              </a:spcBef>
              <a:spcAft>
                <a:spcPts val="0"/>
              </a:spcAft>
            </a:pPr>
            <a:r>
              <a:rPr sz="1700" b="1" i="0">
                <a:solidFill>
                  <a:srgbClr val="B9A5FF"/>
                </a:solidFill>
                <a:latin typeface="Times New Roman"/>
              </a:rPr>
              <a:t>Advertising vs sales</a:t>
            </a:r>
          </a:p>
        </p:txBody>
      </p:sp>
      <p:cxnSp>
        <p:nvCxnSpPr>
          <p:cNvPr id="8" name="Connector 7"/>
          <p:cNvCxnSpPr/>
          <p:nvPr/>
        </p:nvCxnSpPr>
        <p:spPr>
          <a:xfrm>
            <a:off x="822960" y="3758184"/>
            <a:ext cx="4892040" cy="0"/>
          </a:xfrm>
          <a:prstGeom prst="line">
            <a:avLst/>
          </a:prstGeom>
          <a:ln w="12700">
            <a:solidFill>
              <a:srgbClr val="B8AEE0"/>
            </a:solidFill>
          </a:ln>
        </p:spPr>
      </p:cxnSp>
      <p:cxnSp>
        <p:nvCxnSpPr>
          <p:cNvPr id="9" name="Connector 8"/>
          <p:cNvCxnSpPr/>
          <p:nvPr/>
        </p:nvCxnSpPr>
        <p:spPr>
          <a:xfrm>
            <a:off x="822960" y="3758184"/>
            <a:ext cx="0" cy="64008"/>
          </a:xfrm>
          <a:prstGeom prst="line">
            <a:avLst/>
          </a:prstGeom>
          <a:ln w="12700">
            <a:solidFill>
              <a:srgbClr val="B8AEE0"/>
            </a:solidFill>
          </a:ln>
        </p:spPr>
      </p:cxnSp>
      <p:sp>
        <p:nvSpPr>
          <p:cNvPr id="10" name="TextBox 9"/>
          <p:cNvSpPr txBox="1"/>
          <p:nvPr/>
        </p:nvSpPr>
        <p:spPr>
          <a:xfrm>
            <a:off x="640080"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15</a:t>
            </a:r>
          </a:p>
        </p:txBody>
      </p:sp>
      <p:cxnSp>
        <p:nvCxnSpPr>
          <p:cNvPr id="11" name="Connector 10"/>
          <p:cNvCxnSpPr/>
          <p:nvPr/>
        </p:nvCxnSpPr>
        <p:spPr>
          <a:xfrm>
            <a:off x="1521823" y="3758184"/>
            <a:ext cx="0" cy="64008"/>
          </a:xfrm>
          <a:prstGeom prst="line">
            <a:avLst/>
          </a:prstGeom>
          <a:ln w="12700">
            <a:solidFill>
              <a:srgbClr val="B8AEE0"/>
            </a:solidFill>
          </a:ln>
        </p:spPr>
      </p:cxnSp>
      <p:sp>
        <p:nvSpPr>
          <p:cNvPr id="12" name="TextBox 11"/>
          <p:cNvSpPr txBox="1"/>
          <p:nvPr/>
        </p:nvSpPr>
        <p:spPr>
          <a:xfrm>
            <a:off x="1338943"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20</a:t>
            </a:r>
          </a:p>
        </p:txBody>
      </p:sp>
      <p:cxnSp>
        <p:nvCxnSpPr>
          <p:cNvPr id="13" name="Connector 12"/>
          <p:cNvCxnSpPr/>
          <p:nvPr/>
        </p:nvCxnSpPr>
        <p:spPr>
          <a:xfrm>
            <a:off x="2220686" y="3758184"/>
            <a:ext cx="0" cy="64008"/>
          </a:xfrm>
          <a:prstGeom prst="line">
            <a:avLst/>
          </a:prstGeom>
          <a:ln w="12700">
            <a:solidFill>
              <a:srgbClr val="B8AEE0"/>
            </a:solidFill>
          </a:ln>
        </p:spPr>
      </p:cxnSp>
      <p:sp>
        <p:nvSpPr>
          <p:cNvPr id="14" name="TextBox 13"/>
          <p:cNvSpPr txBox="1"/>
          <p:nvPr/>
        </p:nvSpPr>
        <p:spPr>
          <a:xfrm>
            <a:off x="2037806"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25</a:t>
            </a:r>
          </a:p>
        </p:txBody>
      </p:sp>
      <p:cxnSp>
        <p:nvCxnSpPr>
          <p:cNvPr id="15" name="Connector 14"/>
          <p:cNvCxnSpPr/>
          <p:nvPr/>
        </p:nvCxnSpPr>
        <p:spPr>
          <a:xfrm>
            <a:off x="2919549" y="3758184"/>
            <a:ext cx="0" cy="64008"/>
          </a:xfrm>
          <a:prstGeom prst="line">
            <a:avLst/>
          </a:prstGeom>
          <a:ln w="12700">
            <a:solidFill>
              <a:srgbClr val="B8AEE0"/>
            </a:solidFill>
          </a:ln>
        </p:spPr>
      </p:cxnSp>
      <p:sp>
        <p:nvSpPr>
          <p:cNvPr id="16" name="TextBox 15"/>
          <p:cNvSpPr txBox="1"/>
          <p:nvPr/>
        </p:nvSpPr>
        <p:spPr>
          <a:xfrm>
            <a:off x="2736669"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30</a:t>
            </a:r>
          </a:p>
        </p:txBody>
      </p:sp>
      <p:cxnSp>
        <p:nvCxnSpPr>
          <p:cNvPr id="17" name="Connector 16"/>
          <p:cNvCxnSpPr/>
          <p:nvPr/>
        </p:nvCxnSpPr>
        <p:spPr>
          <a:xfrm>
            <a:off x="3618411" y="3758184"/>
            <a:ext cx="0" cy="64008"/>
          </a:xfrm>
          <a:prstGeom prst="line">
            <a:avLst/>
          </a:prstGeom>
          <a:ln w="12700">
            <a:solidFill>
              <a:srgbClr val="B8AEE0"/>
            </a:solidFill>
          </a:ln>
        </p:spPr>
      </p:cxnSp>
      <p:sp>
        <p:nvSpPr>
          <p:cNvPr id="18" name="TextBox 17"/>
          <p:cNvSpPr txBox="1"/>
          <p:nvPr/>
        </p:nvSpPr>
        <p:spPr>
          <a:xfrm>
            <a:off x="3435531"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35</a:t>
            </a:r>
          </a:p>
        </p:txBody>
      </p:sp>
      <p:cxnSp>
        <p:nvCxnSpPr>
          <p:cNvPr id="19" name="Connector 18"/>
          <p:cNvCxnSpPr/>
          <p:nvPr/>
        </p:nvCxnSpPr>
        <p:spPr>
          <a:xfrm>
            <a:off x="4317274" y="3758184"/>
            <a:ext cx="0" cy="64008"/>
          </a:xfrm>
          <a:prstGeom prst="line">
            <a:avLst/>
          </a:prstGeom>
          <a:ln w="12700">
            <a:solidFill>
              <a:srgbClr val="B8AEE0"/>
            </a:solidFill>
          </a:ln>
        </p:spPr>
      </p:cxnSp>
      <p:sp>
        <p:nvSpPr>
          <p:cNvPr id="20" name="TextBox 19"/>
          <p:cNvSpPr txBox="1"/>
          <p:nvPr/>
        </p:nvSpPr>
        <p:spPr>
          <a:xfrm>
            <a:off x="4134394"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40</a:t>
            </a:r>
          </a:p>
        </p:txBody>
      </p:sp>
      <p:cxnSp>
        <p:nvCxnSpPr>
          <p:cNvPr id="21" name="Connector 20"/>
          <p:cNvCxnSpPr/>
          <p:nvPr/>
        </p:nvCxnSpPr>
        <p:spPr>
          <a:xfrm>
            <a:off x="5016137" y="3758184"/>
            <a:ext cx="0" cy="64008"/>
          </a:xfrm>
          <a:prstGeom prst="line">
            <a:avLst/>
          </a:prstGeom>
          <a:ln w="12700">
            <a:solidFill>
              <a:srgbClr val="B8AEE0"/>
            </a:solidFill>
          </a:ln>
        </p:spPr>
      </p:cxnSp>
      <p:sp>
        <p:nvSpPr>
          <p:cNvPr id="22" name="TextBox 21"/>
          <p:cNvSpPr txBox="1"/>
          <p:nvPr/>
        </p:nvSpPr>
        <p:spPr>
          <a:xfrm>
            <a:off x="4833257"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45</a:t>
            </a:r>
          </a:p>
        </p:txBody>
      </p:sp>
      <p:cxnSp>
        <p:nvCxnSpPr>
          <p:cNvPr id="23" name="Connector 22"/>
          <p:cNvCxnSpPr/>
          <p:nvPr/>
        </p:nvCxnSpPr>
        <p:spPr>
          <a:xfrm>
            <a:off x="5715000" y="3758184"/>
            <a:ext cx="0" cy="64008"/>
          </a:xfrm>
          <a:prstGeom prst="line">
            <a:avLst/>
          </a:prstGeom>
          <a:ln w="12700">
            <a:solidFill>
              <a:srgbClr val="B8AEE0"/>
            </a:solidFill>
          </a:ln>
        </p:spPr>
      </p:cxnSp>
      <p:sp>
        <p:nvSpPr>
          <p:cNvPr id="24" name="TextBox 23"/>
          <p:cNvSpPr txBox="1"/>
          <p:nvPr/>
        </p:nvSpPr>
        <p:spPr>
          <a:xfrm>
            <a:off x="5532120" y="3822192"/>
            <a:ext cx="365760" cy="228600"/>
          </a:xfrm>
          <a:prstGeom prst="rect">
            <a:avLst/>
          </a:prstGeom>
          <a:noFill/>
        </p:spPr>
        <p:txBody>
          <a:bodyPr wrap="square" lIns="0" tIns="0" rIns="0" bIns="0" anchor="t">
            <a:noAutofit/>
          </a:bodyPr>
          <a:lstStyle/>
          <a:p>
            <a:pPr algn="ctr">
              <a:spcBef>
                <a:spcPts val="0"/>
              </a:spcBef>
              <a:spcAft>
                <a:spcPts val="0"/>
              </a:spcAft>
            </a:pPr>
            <a:r>
              <a:rPr sz="1000" b="0" i="0">
                <a:solidFill>
                  <a:srgbClr val="FFFFFF"/>
                </a:solidFill>
                <a:latin typeface="Times New Roman"/>
              </a:rPr>
              <a:t>50</a:t>
            </a:r>
          </a:p>
        </p:txBody>
      </p:sp>
      <p:sp>
        <p:nvSpPr>
          <p:cNvPr id="25" name="TextBox 24"/>
          <p:cNvSpPr txBox="1"/>
          <p:nvPr/>
        </p:nvSpPr>
        <p:spPr>
          <a:xfrm>
            <a:off x="822960" y="4050792"/>
            <a:ext cx="4892040" cy="228600"/>
          </a:xfrm>
          <a:prstGeom prst="rect">
            <a:avLst/>
          </a:prstGeom>
          <a:noFill/>
        </p:spPr>
        <p:txBody>
          <a:bodyPr wrap="square" lIns="0" tIns="0" rIns="0" bIns="0" anchor="t">
            <a:noAutofit/>
          </a:bodyPr>
          <a:lstStyle/>
          <a:p>
            <a:pPr algn="ctr">
              <a:spcBef>
                <a:spcPts val="0"/>
              </a:spcBef>
              <a:spcAft>
                <a:spcPts val="0"/>
              </a:spcAft>
            </a:pPr>
            <a:r>
              <a:rPr sz="1000" b="0" i="0">
                <a:solidFill>
                  <a:srgbClr val="B8AEE0"/>
                </a:solidFill>
                <a:latin typeface="Times New Roman"/>
              </a:rPr>
              <a:t>Sales (₹ lakh)</a:t>
            </a:r>
          </a:p>
        </p:txBody>
      </p:sp>
      <p:cxnSp>
        <p:nvCxnSpPr>
          <p:cNvPr id="26" name="Connector 25"/>
          <p:cNvCxnSpPr/>
          <p:nvPr/>
        </p:nvCxnSpPr>
        <p:spPr>
          <a:xfrm>
            <a:off x="1228300" y="2792578"/>
            <a:ext cx="359915" cy="0"/>
          </a:xfrm>
          <a:prstGeom prst="line">
            <a:avLst/>
          </a:prstGeom>
          <a:ln w="19050">
            <a:solidFill>
              <a:srgbClr val="FFFFFF"/>
            </a:solidFill>
          </a:ln>
        </p:spPr>
      </p:cxnSp>
      <p:cxnSp>
        <p:nvCxnSpPr>
          <p:cNvPr id="27" name="Connector 26"/>
          <p:cNvCxnSpPr/>
          <p:nvPr/>
        </p:nvCxnSpPr>
        <p:spPr>
          <a:xfrm>
            <a:off x="2269606" y="2792578"/>
            <a:ext cx="859601" cy="0"/>
          </a:xfrm>
          <a:prstGeom prst="line">
            <a:avLst/>
          </a:prstGeom>
          <a:ln w="19050">
            <a:solidFill>
              <a:srgbClr val="FFFFFF"/>
            </a:solidFill>
          </a:ln>
        </p:spPr>
      </p:cxnSp>
      <p:cxnSp>
        <p:nvCxnSpPr>
          <p:cNvPr id="28" name="Connector 27"/>
          <p:cNvCxnSpPr/>
          <p:nvPr/>
        </p:nvCxnSpPr>
        <p:spPr>
          <a:xfrm>
            <a:off x="1228300" y="2622499"/>
            <a:ext cx="0" cy="340157"/>
          </a:xfrm>
          <a:prstGeom prst="line">
            <a:avLst/>
          </a:prstGeom>
          <a:ln w="19050">
            <a:solidFill>
              <a:srgbClr val="FFFFFF"/>
            </a:solidFill>
          </a:ln>
        </p:spPr>
      </p:cxnSp>
      <p:cxnSp>
        <p:nvCxnSpPr>
          <p:cNvPr id="29" name="Connector 28"/>
          <p:cNvCxnSpPr/>
          <p:nvPr/>
        </p:nvCxnSpPr>
        <p:spPr>
          <a:xfrm>
            <a:off x="3129207" y="2622499"/>
            <a:ext cx="0" cy="340157"/>
          </a:xfrm>
          <a:prstGeom prst="line">
            <a:avLst/>
          </a:prstGeom>
          <a:ln w="19050">
            <a:solidFill>
              <a:srgbClr val="FFFFFF"/>
            </a:solidFill>
          </a:ln>
        </p:spPr>
      </p:cxnSp>
      <p:sp>
        <p:nvSpPr>
          <p:cNvPr id="30" name="Rectangle 29"/>
          <p:cNvSpPr/>
          <p:nvPr/>
        </p:nvSpPr>
        <p:spPr>
          <a:xfrm>
            <a:off x="1588215" y="2509114"/>
            <a:ext cx="681391" cy="566928"/>
          </a:xfrm>
          <a:prstGeom prst="rect">
            <a:avLst/>
          </a:prstGeom>
          <a:solidFill>
            <a:srgbClr val="7141EF"/>
          </a:solidFill>
          <a:ln w="15875">
            <a:solidFill>
              <a:srgbClr val="FFFFFF"/>
            </a:solidFill>
          </a:ln>
        </p:spPr>
        <p:txBody>
          <a:bodyPr rtlCol="0" anchor="ctr"/>
          <a:lstStyle/>
          <a:p>
            <a:pPr algn="ctr"/>
            <a:endParaRPr/>
          </a:p>
        </p:txBody>
      </p:sp>
      <p:cxnSp>
        <p:nvCxnSpPr>
          <p:cNvPr id="31" name="Connector 30"/>
          <p:cNvCxnSpPr/>
          <p:nvPr/>
        </p:nvCxnSpPr>
        <p:spPr>
          <a:xfrm>
            <a:off x="1794379" y="2509114"/>
            <a:ext cx="0" cy="566928"/>
          </a:xfrm>
          <a:prstGeom prst="line">
            <a:avLst/>
          </a:prstGeom>
          <a:ln w="31750">
            <a:solidFill>
              <a:srgbClr val="FFC857"/>
            </a:solidFill>
          </a:ln>
        </p:spPr>
      </p:cxnSp>
      <p:sp>
        <p:nvSpPr>
          <p:cNvPr id="32" name="Oval 31"/>
          <p:cNvSpPr/>
          <p:nvPr/>
        </p:nvSpPr>
        <p:spPr>
          <a:xfrm>
            <a:off x="4910459" y="2714854"/>
            <a:ext cx="155448" cy="155448"/>
          </a:xfrm>
          <a:prstGeom prst="ellipse">
            <a:avLst/>
          </a:prstGeom>
          <a:solidFill>
            <a:srgbClr val="FFC857"/>
          </a:solidFill>
          <a:ln w="12700">
            <a:solidFill>
              <a:srgbClr val="FFFFFF"/>
            </a:solidFill>
          </a:ln>
        </p:spPr>
        <p:txBody>
          <a:bodyPr rtlCol="0" anchor="ctr"/>
          <a:lstStyle/>
          <a:p>
            <a:pPr algn="ctr"/>
            <a:endParaRPr/>
          </a:p>
        </p:txBody>
      </p:sp>
      <p:sp>
        <p:nvSpPr>
          <p:cNvPr id="33" name="TextBox 32"/>
          <p:cNvSpPr txBox="1"/>
          <p:nvPr/>
        </p:nvSpPr>
        <p:spPr>
          <a:xfrm>
            <a:off x="4302383" y="2125066"/>
            <a:ext cx="1005840" cy="274320"/>
          </a:xfrm>
          <a:prstGeom prst="rect">
            <a:avLst/>
          </a:prstGeom>
          <a:noFill/>
        </p:spPr>
        <p:txBody>
          <a:bodyPr wrap="square" lIns="0" tIns="0" rIns="0" bIns="0" anchor="t">
            <a:noAutofit/>
          </a:bodyPr>
          <a:lstStyle/>
          <a:p>
            <a:pPr algn="ctr">
              <a:spcBef>
                <a:spcPts val="0"/>
              </a:spcBef>
              <a:spcAft>
                <a:spcPts val="0"/>
              </a:spcAft>
            </a:pPr>
            <a:r>
              <a:rPr sz="1100" b="1" i="0">
                <a:solidFill>
                  <a:srgbClr val="FFC857"/>
                </a:solidFill>
                <a:latin typeface="Times New Roman"/>
              </a:rPr>
              <a:t>Nov 44.8</a:t>
            </a:r>
          </a:p>
        </p:txBody>
      </p:sp>
      <p:graphicFrame>
        <p:nvGraphicFramePr>
          <p:cNvPr id="34" name="Chart: Advertising vs sales"/>
          <p:cNvGraphicFramePr>
            <a:graphicFrameLocks noGrp="1"/>
          </p:cNvGraphicFramePr>
          <p:nvPr/>
        </p:nvGraphicFramePr>
        <p:xfrm>
          <a:off x="6291072" y="1600200"/>
          <a:ext cx="5257800" cy="3063240"/>
        </p:xfrm>
        <a:graphic>
          <a:graphicData uri="http://schemas.openxmlformats.org/drawingml/2006/chart">
            <c:chart xmlns:c="http://schemas.openxmlformats.org/drawingml/2006/chart" xmlns:r="http://schemas.openxmlformats.org/officeDocument/2006/relationships" r:id="rId5"/>
          </a:graphicData>
        </a:graphic>
      </p:graphicFrame>
      <p:sp>
        <p:nvSpPr>
          <p:cNvPr id="35" name="Rounded Rectangle 34"/>
          <p:cNvSpPr/>
          <p:nvPr/>
        </p:nvSpPr>
        <p:spPr>
          <a:xfrm>
            <a:off x="548640" y="4892040"/>
            <a:ext cx="5440680" cy="1371600"/>
          </a:xfrm>
          <a:prstGeom prst="roundRect">
            <a:avLst>
              <a:gd name="adj" fmla="val 6000"/>
            </a:avLst>
          </a:prstGeom>
          <a:solidFill>
            <a:srgbClr val="16113A"/>
          </a:solidFill>
          <a:ln w="12700">
            <a:solidFill>
              <a:srgbClr val="7141EF"/>
            </a:solidFill>
          </a:ln>
        </p:spPr>
        <p:txBody>
          <a:bodyPr rtlCol="0" anchor="ctr"/>
          <a:lstStyle/>
          <a:p>
            <a:pPr algn="ctr"/>
            <a:endParaRPr/>
          </a:p>
        </p:txBody>
      </p:sp>
      <p:sp>
        <p:nvSpPr>
          <p:cNvPr id="36" name="Rounded Rectangle 35"/>
          <p:cNvSpPr/>
          <p:nvPr/>
        </p:nvSpPr>
        <p:spPr>
          <a:xfrm>
            <a:off x="6199632" y="4892040"/>
            <a:ext cx="5440680" cy="1371600"/>
          </a:xfrm>
          <a:prstGeom prst="roundRect">
            <a:avLst>
              <a:gd name="adj" fmla="val 6000"/>
            </a:avLst>
          </a:prstGeom>
          <a:solidFill>
            <a:srgbClr val="16113A"/>
          </a:solidFill>
          <a:ln w="12700">
            <a:solidFill>
              <a:srgbClr val="7141EF"/>
            </a:solidFill>
          </a:ln>
        </p:spPr>
        <p:txBody>
          <a:bodyPr rtlCol="0" anchor="ctr"/>
          <a:lstStyle/>
          <a:p>
            <a:pPr algn="ctr"/>
            <a:endParaRPr/>
          </a:p>
        </p:txBody>
      </p:sp>
      <p:sp>
        <p:nvSpPr>
          <p:cNvPr id="37" name="TextBox 36"/>
          <p:cNvSpPr txBox="1"/>
          <p:nvPr/>
        </p:nvSpPr>
        <p:spPr>
          <a:xfrm>
            <a:off x="731520" y="4937760"/>
            <a:ext cx="5074920" cy="1280160"/>
          </a:xfrm>
          <a:prstGeom prst="rect">
            <a:avLst/>
          </a:prstGeom>
          <a:noFill/>
        </p:spPr>
        <p:txBody>
          <a:bodyPr wrap="square" lIns="45720" tIns="27432" rIns="45720" bIns="27432" anchor="ctr">
            <a:noAutofit/>
          </a:bodyPr>
          <a:lstStyle/>
          <a:p>
            <a:pPr algn="l">
              <a:spcBef>
                <a:spcPts val="0"/>
              </a:spcBef>
              <a:spcAft>
                <a:spcPts val="400"/>
              </a:spcAft>
            </a:pPr>
            <a:r>
              <a:rPr sz="1500" b="0" i="0">
                <a:solidFill>
                  <a:srgbClr val="FFFFFF"/>
                </a:solidFill>
                <a:latin typeface="Times New Roman"/>
              </a:rPr>
              <a:t>Insert &gt; Statistic Chart &gt; Box and Whisker.</a:t>
            </a:r>
          </a:p>
          <a:p>
            <a:pPr algn="l">
              <a:spcBef>
                <a:spcPts val="0"/>
              </a:spcBef>
              <a:spcAft>
                <a:spcPts val="0"/>
              </a:spcAft>
            </a:pPr>
            <a:r>
              <a:rPr sz="1500" b="1" i="0">
                <a:solidFill>
                  <a:srgbClr val="FFC857"/>
                </a:solidFill>
                <a:latin typeface="Times New Roman"/>
              </a:rPr>
              <a:t>Fence = 32.66; Nov (44.8) lies beyond it.</a:t>
            </a:r>
          </a:p>
        </p:txBody>
      </p:sp>
      <p:sp>
        <p:nvSpPr>
          <p:cNvPr id="38" name="TextBox 37"/>
          <p:cNvSpPr txBox="1"/>
          <p:nvPr/>
        </p:nvSpPr>
        <p:spPr>
          <a:xfrm>
            <a:off x="6382512" y="4937760"/>
            <a:ext cx="5074920" cy="1280160"/>
          </a:xfrm>
          <a:prstGeom prst="rect">
            <a:avLst/>
          </a:prstGeom>
          <a:noFill/>
        </p:spPr>
        <p:txBody>
          <a:bodyPr wrap="square" lIns="45720" tIns="27432" rIns="45720" bIns="27432" anchor="ctr">
            <a:noAutofit/>
          </a:bodyPr>
          <a:lstStyle/>
          <a:p>
            <a:pPr algn="l">
              <a:spcBef>
                <a:spcPts val="0"/>
              </a:spcBef>
              <a:spcAft>
                <a:spcPts val="400"/>
              </a:spcAft>
            </a:pPr>
            <a:r>
              <a:rPr sz="1500" b="0" i="0">
                <a:solidFill>
                  <a:srgbClr val="FFFFFF"/>
                </a:solidFill>
                <a:latin typeface="Times New Roman"/>
              </a:rPr>
              <a:t>Insert &gt; Scatter.</a:t>
            </a:r>
          </a:p>
          <a:p>
            <a:pPr algn="l">
              <a:spcBef>
                <a:spcPts val="0"/>
              </a:spcBef>
              <a:spcAft>
                <a:spcPts val="0"/>
              </a:spcAft>
            </a:pPr>
            <a:r>
              <a:rPr sz="1500" b="1" i="0">
                <a:solidFill>
                  <a:srgbClr val="FFC857"/>
                </a:solidFill>
                <a:latin typeface="Times New Roman"/>
              </a:rPr>
              <a:t>Points rise together; r = 0.899. Association only.</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exce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Practical: Findings and Business Interpretation</a:t>
            </a:r>
          </a:p>
        </p:txBody>
      </p:sp>
      <p:sp>
        <p:nvSpPr>
          <p:cNvPr id="4" name="Rounded Rectangle 3"/>
          <p:cNvSpPr/>
          <p:nvPr/>
        </p:nvSpPr>
        <p:spPr>
          <a:xfrm>
            <a:off x="548640" y="118872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TextBox 4"/>
          <p:cNvSpPr txBox="1"/>
          <p:nvPr/>
        </p:nvSpPr>
        <p:spPr>
          <a:xfrm>
            <a:off x="685800" y="124358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HIGHEST MONTH</a:t>
            </a:r>
          </a:p>
        </p:txBody>
      </p:sp>
      <p:sp>
        <p:nvSpPr>
          <p:cNvPr id="6" name="TextBox 5"/>
          <p:cNvSpPr txBox="1"/>
          <p:nvPr/>
        </p:nvSpPr>
        <p:spPr>
          <a:xfrm>
            <a:off x="685800" y="153619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Nov: ₹44.80 L</a:t>
            </a:r>
          </a:p>
        </p:txBody>
      </p:sp>
      <p:sp>
        <p:nvSpPr>
          <p:cNvPr id="7" name="TextBox 6"/>
          <p:cNvSpPr txBox="1"/>
          <p:nvPr/>
        </p:nvSpPr>
        <p:spPr>
          <a:xfrm>
            <a:off x="685800" y="202996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Festive peak; about 1.8 times the mean</a:t>
            </a:r>
          </a:p>
        </p:txBody>
      </p:sp>
      <p:sp>
        <p:nvSpPr>
          <p:cNvPr id="8" name="Rounded Rectangle 7"/>
          <p:cNvSpPr/>
          <p:nvPr/>
        </p:nvSpPr>
        <p:spPr>
          <a:xfrm>
            <a:off x="4320540" y="118872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9" name="TextBox 8"/>
          <p:cNvSpPr txBox="1"/>
          <p:nvPr/>
        </p:nvSpPr>
        <p:spPr>
          <a:xfrm>
            <a:off x="4457700" y="124358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LOWEST MONTH</a:t>
            </a:r>
          </a:p>
        </p:txBody>
      </p:sp>
      <p:sp>
        <p:nvSpPr>
          <p:cNvPr id="10" name="TextBox 9"/>
          <p:cNvSpPr txBox="1"/>
          <p:nvPr/>
        </p:nvSpPr>
        <p:spPr>
          <a:xfrm>
            <a:off x="4457700" y="153619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Jun: ₹17.90 L</a:t>
            </a:r>
          </a:p>
        </p:txBody>
      </p:sp>
      <p:sp>
        <p:nvSpPr>
          <p:cNvPr id="11" name="TextBox 10"/>
          <p:cNvSpPr txBox="1"/>
          <p:nvPr/>
        </p:nvSpPr>
        <p:spPr>
          <a:xfrm>
            <a:off x="4457700" y="202996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26.9 lakh below the peak (range)</a:t>
            </a:r>
          </a:p>
        </p:txBody>
      </p:sp>
      <p:sp>
        <p:nvSpPr>
          <p:cNvPr id="12" name="Rounded Rectangle 11"/>
          <p:cNvSpPr/>
          <p:nvPr/>
        </p:nvSpPr>
        <p:spPr>
          <a:xfrm>
            <a:off x="8092440" y="118872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3" name="TextBox 12"/>
          <p:cNvSpPr txBox="1"/>
          <p:nvPr/>
        </p:nvSpPr>
        <p:spPr>
          <a:xfrm>
            <a:off x="8229600" y="124358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MEAN VS MEDIAN</a:t>
            </a:r>
          </a:p>
        </p:txBody>
      </p:sp>
      <p:sp>
        <p:nvSpPr>
          <p:cNvPr id="14" name="TextBox 13"/>
          <p:cNvSpPr txBox="1"/>
          <p:nvPr/>
        </p:nvSpPr>
        <p:spPr>
          <a:xfrm>
            <a:off x="8229600" y="153619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24.42 vs 21.95</a:t>
            </a:r>
          </a:p>
        </p:txBody>
      </p:sp>
      <p:sp>
        <p:nvSpPr>
          <p:cNvPr id="15" name="TextBox 14"/>
          <p:cNvSpPr txBox="1"/>
          <p:nvPr/>
        </p:nvSpPr>
        <p:spPr>
          <a:xfrm>
            <a:off x="8229600" y="202996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Mean above median: right-skewed</a:t>
            </a:r>
          </a:p>
        </p:txBody>
      </p:sp>
      <p:sp>
        <p:nvSpPr>
          <p:cNvPr id="16" name="Rounded Rectangle 15"/>
          <p:cNvSpPr/>
          <p:nvPr/>
        </p:nvSpPr>
        <p:spPr>
          <a:xfrm>
            <a:off x="548640" y="260604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7" name="TextBox 16"/>
          <p:cNvSpPr txBox="1"/>
          <p:nvPr/>
        </p:nvSpPr>
        <p:spPr>
          <a:xfrm>
            <a:off x="685800" y="266090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VARIABILITY</a:t>
            </a:r>
          </a:p>
        </p:txBody>
      </p:sp>
      <p:sp>
        <p:nvSpPr>
          <p:cNvPr id="18" name="TextBox 17"/>
          <p:cNvSpPr txBox="1"/>
          <p:nvPr/>
        </p:nvSpPr>
        <p:spPr>
          <a:xfrm>
            <a:off x="685800" y="295351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SD ₹7.50 L</a:t>
            </a:r>
          </a:p>
        </p:txBody>
      </p:sp>
      <p:sp>
        <p:nvSpPr>
          <p:cNvPr id="19" name="TextBox 18"/>
          <p:cNvSpPr txBox="1"/>
          <p:nvPr/>
        </p:nvSpPr>
        <p:spPr>
          <a:xfrm>
            <a:off x="685800" y="344728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Coefficient of variation about 30.7%</a:t>
            </a:r>
          </a:p>
        </p:txBody>
      </p:sp>
      <p:sp>
        <p:nvSpPr>
          <p:cNvPr id="20" name="Rounded Rectangle 19"/>
          <p:cNvSpPr/>
          <p:nvPr/>
        </p:nvSpPr>
        <p:spPr>
          <a:xfrm>
            <a:off x="4320540" y="260604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1" name="TextBox 20"/>
          <p:cNvSpPr txBox="1"/>
          <p:nvPr/>
        </p:nvSpPr>
        <p:spPr>
          <a:xfrm>
            <a:off x="4457700" y="266090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UNUSUAL OBSERVATION</a:t>
            </a:r>
          </a:p>
        </p:txBody>
      </p:sp>
      <p:sp>
        <p:nvSpPr>
          <p:cNvPr id="22" name="TextBox 21"/>
          <p:cNvSpPr txBox="1"/>
          <p:nvPr/>
        </p:nvSpPr>
        <p:spPr>
          <a:xfrm>
            <a:off x="4457700" y="295351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Nov: 44.8 &gt; 32.66</a:t>
            </a:r>
          </a:p>
        </p:txBody>
      </p:sp>
      <p:sp>
        <p:nvSpPr>
          <p:cNvPr id="23" name="TextBox 22"/>
          <p:cNvSpPr txBox="1"/>
          <p:nvPr/>
        </p:nvSpPr>
        <p:spPr>
          <a:xfrm>
            <a:off x="4457700" y="344728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Above Q3 + 1.5 × IQR; only 1 of 12 flagged</a:t>
            </a:r>
          </a:p>
        </p:txBody>
      </p:sp>
      <p:sp>
        <p:nvSpPr>
          <p:cNvPr id="24" name="Rounded Rectangle 23"/>
          <p:cNvSpPr/>
          <p:nvPr/>
        </p:nvSpPr>
        <p:spPr>
          <a:xfrm>
            <a:off x="8092440" y="2606040"/>
            <a:ext cx="3547872" cy="1298448"/>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5" name="TextBox 24"/>
          <p:cNvSpPr txBox="1"/>
          <p:nvPr/>
        </p:nvSpPr>
        <p:spPr>
          <a:xfrm>
            <a:off x="8229600" y="2660904"/>
            <a:ext cx="3273552" cy="274320"/>
          </a:xfrm>
          <a:prstGeom prst="rect">
            <a:avLst/>
          </a:prstGeom>
          <a:noFill/>
        </p:spPr>
        <p:txBody>
          <a:bodyPr wrap="square" lIns="45720" tIns="27432" rIns="45720" bIns="27432" anchor="t">
            <a:noAutofit/>
          </a:bodyPr>
          <a:lstStyle/>
          <a:p>
            <a:pPr algn="l">
              <a:spcBef>
                <a:spcPts val="0"/>
              </a:spcBef>
              <a:spcAft>
                <a:spcPts val="0"/>
              </a:spcAft>
            </a:pPr>
            <a:r>
              <a:rPr sz="1200" b="1" i="0">
                <a:solidFill>
                  <a:srgbClr val="B9A5FF"/>
                </a:solidFill>
                <a:latin typeface="Times New Roman"/>
              </a:rPr>
              <a:t>ADVERTISING VS SALES</a:t>
            </a:r>
          </a:p>
        </p:txBody>
      </p:sp>
      <p:sp>
        <p:nvSpPr>
          <p:cNvPr id="26" name="TextBox 25"/>
          <p:cNvSpPr txBox="1"/>
          <p:nvPr/>
        </p:nvSpPr>
        <p:spPr>
          <a:xfrm>
            <a:off x="8229600" y="2953512"/>
            <a:ext cx="3273552" cy="457200"/>
          </a:xfrm>
          <a:prstGeom prst="rect">
            <a:avLst/>
          </a:prstGeom>
          <a:noFill/>
        </p:spPr>
        <p:txBody>
          <a:bodyPr wrap="square" lIns="45720" tIns="27432" rIns="45720" bIns="27432" anchor="ctr">
            <a:noAutofit/>
          </a:bodyPr>
          <a:lstStyle/>
          <a:p>
            <a:pPr algn="l">
              <a:spcBef>
                <a:spcPts val="0"/>
              </a:spcBef>
              <a:spcAft>
                <a:spcPts val="0"/>
              </a:spcAft>
            </a:pPr>
            <a:r>
              <a:rPr sz="2400" b="1" i="0">
                <a:solidFill>
                  <a:srgbClr val="FFC857"/>
                </a:solidFill>
                <a:latin typeface="Times New Roman"/>
              </a:rPr>
              <a:t>r = 0.899</a:t>
            </a:r>
          </a:p>
        </p:txBody>
      </p:sp>
      <p:sp>
        <p:nvSpPr>
          <p:cNvPr id="27" name="TextBox 26"/>
          <p:cNvSpPr txBox="1"/>
          <p:nvPr/>
        </p:nvSpPr>
        <p:spPr>
          <a:xfrm>
            <a:off x="8229600" y="3447288"/>
            <a:ext cx="3273552" cy="420624"/>
          </a:xfrm>
          <a:prstGeom prst="rect">
            <a:avLst/>
          </a:prstGeom>
          <a:noFill/>
        </p:spPr>
        <p:txBody>
          <a:bodyPr wrap="square" lIns="45720" tIns="27432" rIns="45720" bIns="27432" anchor="t">
            <a:noAutofit/>
          </a:bodyPr>
          <a:lstStyle/>
          <a:p>
            <a:pPr algn="l">
              <a:spcBef>
                <a:spcPts val="0"/>
              </a:spcBef>
              <a:spcAft>
                <a:spcPts val="0"/>
              </a:spcAft>
            </a:pPr>
            <a:r>
              <a:rPr sz="1300" b="0" i="0">
                <a:solidFill>
                  <a:srgbClr val="FFFFFF"/>
                </a:solidFill>
                <a:latin typeface="Times New Roman"/>
              </a:rPr>
              <a:t>Strong positive; r = 0.830 without Nov</a:t>
            </a:r>
          </a:p>
        </p:txBody>
      </p:sp>
      <p:sp>
        <p:nvSpPr>
          <p:cNvPr id="28" name="Rounded Rectangle 27"/>
          <p:cNvSpPr/>
          <p:nvPr/>
        </p:nvSpPr>
        <p:spPr>
          <a:xfrm>
            <a:off x="548640" y="4114800"/>
            <a:ext cx="5477256" cy="21945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9" name="Rounded Rectangle 28"/>
          <p:cNvSpPr/>
          <p:nvPr/>
        </p:nvSpPr>
        <p:spPr>
          <a:xfrm>
            <a:off x="6163056" y="4114800"/>
            <a:ext cx="5477256" cy="219456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30" name="TextBox 29"/>
          <p:cNvSpPr txBox="1"/>
          <p:nvPr/>
        </p:nvSpPr>
        <p:spPr>
          <a:xfrm>
            <a:off x="731520" y="4160520"/>
            <a:ext cx="5120640" cy="347472"/>
          </a:xfrm>
          <a:prstGeom prst="rect">
            <a:avLst/>
          </a:prstGeom>
          <a:noFill/>
        </p:spPr>
        <p:txBody>
          <a:bodyPr wrap="square" lIns="45720" tIns="27432" rIns="45720" bIns="27432" anchor="t">
            <a:noAutofit/>
          </a:bodyPr>
          <a:lstStyle/>
          <a:p>
            <a:pPr algn="l">
              <a:spcBef>
                <a:spcPts val="0"/>
              </a:spcBef>
              <a:spcAft>
                <a:spcPts val="0"/>
              </a:spcAft>
            </a:pPr>
            <a:r>
              <a:rPr sz="1600" b="1" i="0">
                <a:solidFill>
                  <a:srgbClr val="B9A5FF"/>
                </a:solidFill>
                <a:latin typeface="Times New Roman"/>
              </a:rPr>
              <a:t>What management can reasonably conclude</a:t>
            </a:r>
          </a:p>
        </p:txBody>
      </p:sp>
      <p:sp>
        <p:nvSpPr>
          <p:cNvPr id="31" name="TextBox 30"/>
          <p:cNvSpPr txBox="1"/>
          <p:nvPr/>
        </p:nvSpPr>
        <p:spPr>
          <a:xfrm>
            <a:off x="731520" y="4526280"/>
            <a:ext cx="5120640" cy="1737360"/>
          </a:xfrm>
          <a:prstGeom prst="rect">
            <a:avLst/>
          </a:prstGeom>
          <a:noFill/>
        </p:spPr>
        <p:txBody>
          <a:bodyPr wrap="square" lIns="45720" tIns="27432" rIns="45720" bIns="27432" anchor="t">
            <a:noAutofit/>
          </a:bodyPr>
          <a:lstStyle/>
          <a:p>
            <a:pPr marL="201168" indent="-201168" algn="l">
              <a:spcBef>
                <a:spcPts val="0"/>
              </a:spcBef>
              <a:spcAft>
                <a:spcPts val="500"/>
              </a:spcAft>
              <a:buFont typeface="Arial"/>
              <a:buChar char="•"/>
            </a:pPr>
            <a:r>
              <a:rPr sz="1500" b="0" i="0">
                <a:solidFill>
                  <a:srgbClr val="FFFFFF"/>
                </a:solidFill>
                <a:latin typeface="Times New Roman"/>
              </a:rPr>
              <a:t>Sales are seasonal: Oct–Dec gave ₹103.9 of ₹293.0 lakh (35.5%).</a:t>
            </a:r>
          </a:p>
          <a:p>
            <a:pPr marL="201168" indent="-201168" algn="l">
              <a:spcBef>
                <a:spcPts val="0"/>
              </a:spcBef>
              <a:spcAft>
                <a:spcPts val="500"/>
              </a:spcAft>
              <a:buFont typeface="Arial"/>
              <a:buChar char="•"/>
            </a:pPr>
            <a:r>
              <a:rPr sz="1500" b="0" i="0">
                <a:solidFill>
                  <a:srgbClr val="FFFFFF"/>
                </a:solidFill>
                <a:latin typeface="Times New Roman"/>
              </a:rPr>
              <a:t>Months with advertising of ₹65.5 thousand or more averaged ₹30.0 lakh, against ₹20.4 lakh for the rest.</a:t>
            </a:r>
          </a:p>
          <a:p>
            <a:pPr marL="201168" indent="-201168" algn="l">
              <a:spcBef>
                <a:spcPts val="0"/>
              </a:spcBef>
              <a:spcAft>
                <a:spcPts val="0"/>
              </a:spcAft>
              <a:buFont typeface="Arial"/>
              <a:buChar char="•"/>
            </a:pPr>
            <a:r>
              <a:rPr sz="1500" b="0" i="0">
                <a:solidFill>
                  <a:srgbClr val="FFFFFF"/>
                </a:solidFill>
                <a:latin typeface="Times New Roman"/>
              </a:rPr>
              <a:t>Nov needs checking before it is used in a forecast.</a:t>
            </a:r>
          </a:p>
        </p:txBody>
      </p:sp>
      <p:sp>
        <p:nvSpPr>
          <p:cNvPr id="32" name="TextBox 31"/>
          <p:cNvSpPr txBox="1"/>
          <p:nvPr/>
        </p:nvSpPr>
        <p:spPr>
          <a:xfrm>
            <a:off x="6345936" y="4160520"/>
            <a:ext cx="5120640" cy="347472"/>
          </a:xfrm>
          <a:prstGeom prst="rect">
            <a:avLst/>
          </a:prstGeom>
          <a:noFill/>
        </p:spPr>
        <p:txBody>
          <a:bodyPr wrap="square" lIns="45720" tIns="27432" rIns="45720" bIns="27432" anchor="t">
            <a:noAutofit/>
          </a:bodyPr>
          <a:lstStyle/>
          <a:p>
            <a:pPr algn="l">
              <a:spcBef>
                <a:spcPts val="0"/>
              </a:spcBef>
              <a:spcAft>
                <a:spcPts val="0"/>
              </a:spcAft>
            </a:pPr>
            <a:r>
              <a:rPr sz="1600" b="1" i="0">
                <a:solidFill>
                  <a:srgbClr val="FFC857"/>
                </a:solidFill>
                <a:latin typeface="Times New Roman"/>
              </a:rPr>
              <a:t>Evidence needed before a causal claim</a:t>
            </a:r>
          </a:p>
        </p:txBody>
      </p:sp>
      <p:sp>
        <p:nvSpPr>
          <p:cNvPr id="33" name="TextBox 32"/>
          <p:cNvSpPr txBox="1"/>
          <p:nvPr/>
        </p:nvSpPr>
        <p:spPr>
          <a:xfrm>
            <a:off x="6345936" y="4526280"/>
            <a:ext cx="5120640" cy="1737360"/>
          </a:xfrm>
          <a:prstGeom prst="rect">
            <a:avLst/>
          </a:prstGeom>
          <a:noFill/>
        </p:spPr>
        <p:txBody>
          <a:bodyPr wrap="square" lIns="45720" tIns="27432" rIns="45720" bIns="27432" anchor="t">
            <a:noAutofit/>
          </a:bodyPr>
          <a:lstStyle/>
          <a:p>
            <a:pPr marL="201168" indent="-201168" algn="l">
              <a:spcBef>
                <a:spcPts val="0"/>
              </a:spcBef>
              <a:spcAft>
                <a:spcPts val="500"/>
              </a:spcAft>
              <a:buFont typeface="Arial"/>
              <a:buChar char="•"/>
            </a:pPr>
            <a:r>
              <a:rPr sz="1500" b="0" i="0">
                <a:solidFill>
                  <a:srgbClr val="FFFFFF"/>
                </a:solidFill>
                <a:latin typeface="Times New Roman"/>
              </a:rPr>
              <a:t>Past years of data, to separate festive demand from advertising effect.</a:t>
            </a:r>
          </a:p>
          <a:p>
            <a:pPr marL="201168" indent="-201168" algn="l">
              <a:spcBef>
                <a:spcPts val="0"/>
              </a:spcBef>
              <a:spcAft>
                <a:spcPts val="500"/>
              </a:spcAft>
              <a:buFont typeface="Arial"/>
              <a:buChar char="•"/>
            </a:pPr>
            <a:r>
              <a:rPr sz="1500" b="0" i="0">
                <a:solidFill>
                  <a:srgbClr val="FFFFFF"/>
                </a:solidFill>
                <a:latin typeface="Times New Roman"/>
              </a:rPr>
              <a:t>Controls for price, offers, and stock availability.</a:t>
            </a:r>
          </a:p>
          <a:p>
            <a:pPr marL="201168" indent="-201168" algn="l">
              <a:spcBef>
                <a:spcPts val="0"/>
              </a:spcBef>
              <a:spcAft>
                <a:spcPts val="500"/>
              </a:spcAft>
              <a:buFont typeface="Arial"/>
              <a:buChar char="•"/>
            </a:pPr>
            <a:r>
              <a:rPr sz="1500" b="0" i="0">
                <a:solidFill>
                  <a:srgbClr val="FFFFFF"/>
                </a:solidFill>
                <a:latin typeface="Times New Roman"/>
              </a:rPr>
              <a:t>Timing check: does spending come before the rise in sales?</a:t>
            </a:r>
          </a:p>
          <a:p>
            <a:pPr marL="201168" indent="-201168" algn="l">
              <a:spcBef>
                <a:spcPts val="0"/>
              </a:spcBef>
              <a:spcAft>
                <a:spcPts val="0"/>
              </a:spcAft>
              <a:buFont typeface="Arial"/>
              <a:buChar char="•"/>
            </a:pPr>
            <a:r>
              <a:rPr sz="1500" b="0" i="0">
                <a:solidFill>
                  <a:srgbClr val="FFFFFF"/>
                </a:solidFill>
                <a:latin typeface="Times New Roman"/>
              </a:rPr>
              <a:t>More than 12 observations, or a controlled test.</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37A82E-35F7-EFA1-336E-FE49B271DA8C}"/>
            </a:ext>
          </a:extLst>
        </p:cNvPr>
        <p:cNvGrpSpPr/>
        <p:nvPr/>
      </p:nvGrpSpPr>
      <p:grpSpPr>
        <a:xfrm>
          <a:off x="0" y="0"/>
          <a:ext cx="0" cy="0"/>
          <a:chOff x="0" y="0"/>
          <a:chExt cx="0" cy="0"/>
        </a:xfrm>
      </p:grpSpPr>
      <p:pic>
        <p:nvPicPr>
          <p:cNvPr id="2" name="!!icon" descr="concl.png"/>
          <p:cNvPicPr>
            <a:picLocks noChangeAspect="1"/>
          </p:cNvPicPr>
          <p:nvPr/>
        </p:nvPicPr>
        <p:blipFill>
          <a:blip r:embed="rId4"/>
          <a:stretch>
            <a:fillRect/>
          </a:stretch>
        </p:blipFill>
        <p:spPr>
          <a:xfrm>
            <a:off x="4129887" y="320040"/>
            <a:ext cx="3931920" cy="3931920"/>
          </a:xfrm>
          <a:prstGeom prst="rect">
            <a:avLst/>
          </a:prstGeom>
        </p:spPr>
      </p:pic>
      <p:sp>
        <p:nvSpPr>
          <p:cNvPr id="3" name="!!title"/>
          <p:cNvSpPr txBox="1"/>
          <p:nvPr/>
        </p:nvSpPr>
        <p:spPr>
          <a:xfrm>
            <a:off x="457200" y="4434840"/>
            <a:ext cx="11274552" cy="1051560"/>
          </a:xfrm>
          <a:prstGeom prst="rect">
            <a:avLst/>
          </a:prstGeom>
          <a:noFill/>
        </p:spPr>
        <p:txBody>
          <a:bodyPr wrap="square" lIns="45720" tIns="27432" rIns="45720" bIns="27432" anchor="ctr">
            <a:spAutoFit/>
          </a:bodyPr>
          <a:lstStyle/>
          <a:p>
            <a:pPr algn="ctr">
              <a:spcAft>
                <a:spcPts val="400"/>
              </a:spcAft>
              <a:buNone/>
            </a:pPr>
            <a:r>
              <a:rPr sz="4000" b="1" i="0">
                <a:solidFill>
                  <a:srgbClr val="FFFFFF"/>
                </a:solidFill>
                <a:latin typeface="Times New Roman"/>
              </a:rPr>
              <a:t>Applications, Limitations and Conclusion</a:t>
            </a:r>
          </a:p>
        </p:txBody>
      </p:sp>
    </p:spTree>
    <p:extLst>
      <p:ext uri="{BB962C8B-B14F-4D97-AF65-F5344CB8AC3E}">
        <p14:creationId xmlns:p14="http://schemas.microsoft.com/office/powerpoint/2010/main" val="42622967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conc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EDA Applications Across Business Functions</a:t>
            </a:r>
          </a:p>
        </p:txBody>
      </p:sp>
      <p:graphicFrame>
        <p:nvGraphicFramePr>
          <p:cNvPr id="4" name="Applications table"/>
          <p:cNvGraphicFramePr>
            <a:graphicFrameLocks noGrp="1"/>
          </p:cNvGraphicFramePr>
          <p:nvPr/>
        </p:nvGraphicFramePr>
        <p:xfrm>
          <a:off x="548640" y="1188720"/>
          <a:ext cx="11091672" cy="4937760"/>
        </p:xfrm>
        <a:graphic>
          <a:graphicData uri="http://schemas.openxmlformats.org/drawingml/2006/table">
            <a:tbl>
              <a:tblPr/>
              <a:tblGrid>
                <a:gridCol w="5669280">
                  <a:extLst>
                    <a:ext uri="{9D8B030D-6E8A-4147-A177-3AD203B41FA5}">
                      <a16:colId xmlns:a16="http://schemas.microsoft.com/office/drawing/2014/main" val="20000"/>
                    </a:ext>
                  </a:extLst>
                </a:gridCol>
                <a:gridCol w="5422392">
                  <a:extLst>
                    <a:ext uri="{9D8B030D-6E8A-4147-A177-3AD203B41FA5}">
                      <a16:colId xmlns:a16="http://schemas.microsoft.com/office/drawing/2014/main" val="20001"/>
                    </a:ext>
                  </a:extLst>
                </a:gridCol>
              </a:tblGrid>
              <a:tr h="457200">
                <a:tc>
                  <a:txBody>
                    <a:bodyPr/>
                    <a:lstStyle/>
                    <a:p>
                      <a:pPr algn="l">
                        <a:spcBef>
                          <a:spcPts val="0"/>
                        </a:spcBef>
                        <a:spcAft>
                          <a:spcPts val="0"/>
                        </a:spcAft>
                      </a:pPr>
                      <a:r>
                        <a:rPr sz="1600" b="1" i="0">
                          <a:solidFill>
                            <a:srgbClr val="FFFFFF"/>
                          </a:solidFill>
                          <a:latin typeface="Times New Roman"/>
                        </a:rPr>
                        <a:t>Function and focus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tc>
                  <a:txBody>
                    <a:bodyPr/>
                    <a:lstStyle/>
                    <a:p>
                      <a:pPr algn="l">
                        <a:spcBef>
                          <a:spcPts val="0"/>
                        </a:spcBef>
                        <a:spcAft>
                          <a:spcPts val="0"/>
                        </a:spcAft>
                      </a:pPr>
                      <a:r>
                        <a:rPr sz="1600" b="1" i="0">
                          <a:solidFill>
                            <a:srgbClr val="FFFFFF"/>
                          </a:solidFill>
                          <a:latin typeface="Times New Roman"/>
                        </a:rPr>
                        <a:t>Example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7141EF"/>
                    </a:solidFill>
                  </a:tcPr>
                </a:tc>
                <a:extLst>
                  <a:ext uri="{0D108BD9-81ED-4DB2-BD59-A6C34878D82A}">
                    <a16:rowId xmlns:a16="http://schemas.microsoft.com/office/drawing/2014/main" val="10000"/>
                  </a:ext>
                </a:extLst>
              </a:tr>
              <a:tr h="896112">
                <a:tc>
                  <a:txBody>
                    <a:bodyPr/>
                    <a:lstStyle/>
                    <a:p>
                      <a:pPr algn="l">
                        <a:spcBef>
                          <a:spcPts val="0"/>
                        </a:spcBef>
                        <a:spcAft>
                          <a:spcPts val="200"/>
                        </a:spcAft>
                      </a:pPr>
                      <a:r>
                        <a:rPr sz="1700" b="1" i="0">
                          <a:solidFill>
                            <a:srgbClr val="FFC857"/>
                          </a:solidFill>
                          <a:latin typeface="Times New Roman"/>
                        </a:rPr>
                        <a:t>Finance</a:t>
                      </a:r>
                    </a:p>
                    <a:p>
                      <a:pPr algn="l">
                        <a:spcBef>
                          <a:spcPts val="0"/>
                        </a:spcBef>
                        <a:spcAft>
                          <a:spcPts val="0"/>
                        </a:spcAft>
                      </a:pPr>
                      <a:r>
                        <a:rPr sz="1400" b="0" i="0">
                          <a:solidFill>
                            <a:srgbClr val="FFFFFF"/>
                          </a:solidFill>
                          <a:latin typeface="Times New Roman"/>
                        </a:rPr>
                        <a:t>Revenue analysis, expense patterns, cash flow, preliminary credit-risk checks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Plot 24 months of expense categories to spot an unusual cost spike before a budget review.</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1"/>
                  </a:ext>
                </a:extLst>
              </a:tr>
              <a:tr h="896112">
                <a:tc>
                  <a:txBody>
                    <a:bodyPr/>
                    <a:lstStyle/>
                    <a:p>
                      <a:pPr algn="l">
                        <a:spcBef>
                          <a:spcPts val="0"/>
                        </a:spcBef>
                        <a:spcAft>
                          <a:spcPts val="200"/>
                        </a:spcAft>
                      </a:pPr>
                      <a:r>
                        <a:rPr sz="1700" b="1" i="0">
                          <a:solidFill>
                            <a:srgbClr val="FFC857"/>
                          </a:solidFill>
                          <a:latin typeface="Times New Roman"/>
                        </a:rPr>
                        <a:t>Marketing</a:t>
                      </a:r>
                    </a:p>
                    <a:p>
                      <a:pPr algn="l">
                        <a:spcBef>
                          <a:spcPts val="0"/>
                        </a:spcBef>
                        <a:spcAft>
                          <a:spcPts val="0"/>
                        </a:spcAft>
                      </a:pPr>
                      <a:r>
                        <a:rPr sz="1400" b="0" i="0">
                          <a:solidFill>
                            <a:srgbClr val="FFFFFF"/>
                          </a:solidFill>
                          <a:latin typeface="Times New Roman"/>
                        </a:rPr>
                        <a:t>Campaign performance, customer segmentation, sales patterns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Compare weekly campaign spend with sales to see which campaigns move together with sales.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2"/>
                  </a:ext>
                </a:extLst>
              </a:tr>
              <a:tr h="896112">
                <a:tc>
                  <a:txBody>
                    <a:bodyPr/>
                    <a:lstStyle/>
                    <a:p>
                      <a:pPr algn="l">
                        <a:spcBef>
                          <a:spcPts val="0"/>
                        </a:spcBef>
                        <a:spcAft>
                          <a:spcPts val="200"/>
                        </a:spcAft>
                      </a:pPr>
                      <a:r>
                        <a:rPr sz="1700" b="1" i="0">
                          <a:solidFill>
                            <a:srgbClr val="FFC857"/>
                          </a:solidFill>
                          <a:latin typeface="Times New Roman"/>
                        </a:rPr>
                        <a:t>Operations</a:t>
                      </a:r>
                    </a:p>
                    <a:p>
                      <a:pPr algn="l">
                        <a:spcBef>
                          <a:spcPts val="0"/>
                        </a:spcBef>
                        <a:spcAft>
                          <a:spcPts val="0"/>
                        </a:spcAft>
                      </a:pPr>
                      <a:r>
                        <a:rPr sz="1400" b="0" i="0">
                          <a:solidFill>
                            <a:srgbClr val="FFFFFF"/>
                          </a:solidFill>
                          <a:latin typeface="Times New Roman"/>
                        </a:rPr>
                        <a:t>Inventory analysis, demand patterns, process performance</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Chart weekly demand against stock to find seasonal stock-out risk.</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3"/>
                  </a:ext>
                </a:extLst>
              </a:tr>
              <a:tr h="896112">
                <a:tc>
                  <a:txBody>
                    <a:bodyPr/>
                    <a:lstStyle/>
                    <a:p>
                      <a:pPr algn="l">
                        <a:spcBef>
                          <a:spcPts val="0"/>
                        </a:spcBef>
                        <a:spcAft>
                          <a:spcPts val="200"/>
                        </a:spcAft>
                      </a:pPr>
                      <a:r>
                        <a:rPr sz="1700" b="1" i="0">
                          <a:solidFill>
                            <a:srgbClr val="FFC857"/>
                          </a:solidFill>
                          <a:latin typeface="Times New Roman"/>
                        </a:rPr>
                        <a:t>Human Resources</a:t>
                      </a:r>
                    </a:p>
                    <a:p>
                      <a:pPr algn="l">
                        <a:spcBef>
                          <a:spcPts val="0"/>
                        </a:spcBef>
                        <a:spcAft>
                          <a:spcPts val="0"/>
                        </a:spcAft>
                      </a:pPr>
                      <a:r>
                        <a:rPr sz="1400" b="0" i="0">
                          <a:solidFill>
                            <a:srgbClr val="FFFFFF"/>
                          </a:solidFill>
                          <a:latin typeface="Times New Roman"/>
                        </a:rPr>
                        <a:t>Employee turnover, absenteeism, workforce analysis</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tc>
                  <a:txBody>
                    <a:bodyPr/>
                    <a:lstStyle/>
                    <a:p>
                      <a:pPr algn="l">
                        <a:spcBef>
                          <a:spcPts val="0"/>
                        </a:spcBef>
                        <a:spcAft>
                          <a:spcPts val="0"/>
                        </a:spcAft>
                      </a:pPr>
                      <a:r>
                        <a:rPr sz="1500" b="0" i="0">
                          <a:solidFill>
                            <a:srgbClr val="FFFFFF"/>
                          </a:solidFill>
                          <a:latin typeface="Times New Roman"/>
                        </a:rPr>
                        <a:t>Explore monthly attrition by department to see where turnover is concentrated.</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5102F"/>
                    </a:solidFill>
                  </a:tcPr>
                </a:tc>
                <a:extLst>
                  <a:ext uri="{0D108BD9-81ED-4DB2-BD59-A6C34878D82A}">
                    <a16:rowId xmlns:a16="http://schemas.microsoft.com/office/drawing/2014/main" val="10004"/>
                  </a:ext>
                </a:extLst>
              </a:tr>
              <a:tr h="896112">
                <a:tc>
                  <a:txBody>
                    <a:bodyPr/>
                    <a:lstStyle/>
                    <a:p>
                      <a:pPr algn="l">
                        <a:spcBef>
                          <a:spcPts val="0"/>
                        </a:spcBef>
                        <a:spcAft>
                          <a:spcPts val="200"/>
                        </a:spcAft>
                      </a:pPr>
                      <a:r>
                        <a:rPr sz="1700" b="1" i="0">
                          <a:solidFill>
                            <a:srgbClr val="FFC857"/>
                          </a:solidFill>
                          <a:latin typeface="Times New Roman"/>
                        </a:rPr>
                        <a:t>Economics</a:t>
                      </a:r>
                    </a:p>
                    <a:p>
                      <a:pPr algn="l">
                        <a:spcBef>
                          <a:spcPts val="0"/>
                        </a:spcBef>
                        <a:spcAft>
                          <a:spcPts val="0"/>
                        </a:spcAft>
                      </a:pPr>
                      <a:r>
                        <a:rPr sz="1400" b="0" i="0">
                          <a:solidFill>
                            <a:srgbClr val="FFFFFF"/>
                          </a:solidFill>
                          <a:latin typeface="Times New Roman"/>
                        </a:rPr>
                        <a:t>Inflation, income, expenditure, time-series exploration</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tc>
                  <a:txBody>
                    <a:bodyPr/>
                    <a:lstStyle/>
                    <a:p>
                      <a:pPr algn="l">
                        <a:spcBef>
                          <a:spcPts val="0"/>
                        </a:spcBef>
                        <a:spcAft>
                          <a:spcPts val="0"/>
                        </a:spcAft>
                      </a:pPr>
                      <a:r>
                        <a:rPr sz="1500" b="0" i="0">
                          <a:solidFill>
                            <a:srgbClr val="FFFFFF"/>
                          </a:solidFill>
                          <a:latin typeface="Times New Roman"/>
                        </a:rPr>
                        <a:t>Plot monthly inflation and household expenditure to study trends before forecasting.</a:t>
                      </a:r>
                    </a:p>
                  </a:txBody>
                  <a:tcPr marL="64008" marR="64008" marT="22860" marB="22860" anchor="ctr">
                    <a:lnL w="9525">
                      <a:solidFill>
                        <a:srgbClr val="0B0720"/>
                      </a:solidFill>
                    </a:lnL>
                    <a:lnR w="9525">
                      <a:solidFill>
                        <a:srgbClr val="0B0720"/>
                      </a:solidFill>
                    </a:lnR>
                    <a:lnT w="9525">
                      <a:solidFill>
                        <a:srgbClr val="0B0720"/>
                      </a:solidFill>
                    </a:lnT>
                    <a:lnB w="9525">
                      <a:solidFill>
                        <a:srgbClr val="0B0720"/>
                      </a:solidFill>
                    </a:lnB>
                    <a:solidFill>
                      <a:srgbClr val="1C1745"/>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conc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Advantages, Limitations, and Ethical Considerations</a:t>
            </a:r>
          </a:p>
        </p:txBody>
      </p:sp>
      <p:sp>
        <p:nvSpPr>
          <p:cNvPr id="4" name="Rounded Rectangle 3"/>
          <p:cNvSpPr/>
          <p:nvPr/>
        </p:nvSpPr>
        <p:spPr>
          <a:xfrm>
            <a:off x="548640" y="1188720"/>
            <a:ext cx="3547872" cy="51206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Oval 4"/>
          <p:cNvSpPr/>
          <p:nvPr/>
        </p:nvSpPr>
        <p:spPr>
          <a:xfrm>
            <a:off x="731520" y="1325880"/>
            <a:ext cx="182880" cy="182880"/>
          </a:xfrm>
          <a:prstGeom prst="ellipse">
            <a:avLst/>
          </a:prstGeom>
          <a:solidFill>
            <a:srgbClr val="7CE0A5"/>
          </a:solidFill>
          <a:ln>
            <a:noFill/>
          </a:ln>
        </p:spPr>
        <p:txBody>
          <a:bodyPr rtlCol="0" anchor="ctr"/>
          <a:lstStyle/>
          <a:p>
            <a:pPr algn="ctr"/>
            <a:endParaRPr/>
          </a:p>
        </p:txBody>
      </p:sp>
      <p:sp>
        <p:nvSpPr>
          <p:cNvPr id="6" name="TextBox 5"/>
          <p:cNvSpPr txBox="1"/>
          <p:nvPr/>
        </p:nvSpPr>
        <p:spPr>
          <a:xfrm>
            <a:off x="1005840" y="1234440"/>
            <a:ext cx="3017520" cy="411480"/>
          </a:xfrm>
          <a:prstGeom prst="rect">
            <a:avLst/>
          </a:prstGeom>
          <a:noFill/>
        </p:spPr>
        <p:txBody>
          <a:bodyPr wrap="square" lIns="45720" tIns="27432" rIns="45720" bIns="27432" anchor="ctr">
            <a:noAutofit/>
          </a:bodyPr>
          <a:lstStyle/>
          <a:p>
            <a:pPr algn="l">
              <a:spcBef>
                <a:spcPts val="0"/>
              </a:spcBef>
              <a:spcAft>
                <a:spcPts val="0"/>
              </a:spcAft>
            </a:pPr>
            <a:r>
              <a:rPr sz="1900" b="1" i="0">
                <a:solidFill>
                  <a:srgbClr val="7CE0A5"/>
                </a:solidFill>
                <a:latin typeface="Times New Roman"/>
              </a:rPr>
              <a:t>Advantages</a:t>
            </a:r>
          </a:p>
        </p:txBody>
      </p:sp>
      <p:sp>
        <p:nvSpPr>
          <p:cNvPr id="7" name="Rounded Rectangle 6"/>
          <p:cNvSpPr/>
          <p:nvPr/>
        </p:nvSpPr>
        <p:spPr>
          <a:xfrm>
            <a:off x="685800" y="178308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Better understanding of the data</a:t>
            </a:r>
          </a:p>
        </p:txBody>
      </p:sp>
      <p:sp>
        <p:nvSpPr>
          <p:cNvPr id="8" name="Rounded Rectangle 7"/>
          <p:cNvSpPr/>
          <p:nvPr/>
        </p:nvSpPr>
        <p:spPr>
          <a:xfrm>
            <a:off x="685800" y="278892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Early identification of quality issues</a:t>
            </a:r>
          </a:p>
        </p:txBody>
      </p:sp>
      <p:sp>
        <p:nvSpPr>
          <p:cNvPr id="9" name="Rounded Rectangle 8"/>
          <p:cNvSpPr/>
          <p:nvPr/>
        </p:nvSpPr>
        <p:spPr>
          <a:xfrm>
            <a:off x="685800" y="379476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Discovery of patterns and anomalies</a:t>
            </a:r>
          </a:p>
        </p:txBody>
      </p:sp>
      <p:sp>
        <p:nvSpPr>
          <p:cNvPr id="10" name="Rounded Rectangle 9"/>
          <p:cNvSpPr/>
          <p:nvPr/>
        </p:nvSpPr>
        <p:spPr>
          <a:xfrm>
            <a:off x="685800" y="480060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Improved preparation for modelling</a:t>
            </a:r>
          </a:p>
        </p:txBody>
      </p:sp>
      <p:sp>
        <p:nvSpPr>
          <p:cNvPr id="11" name="Rounded Rectangle 10"/>
          <p:cNvSpPr/>
          <p:nvPr/>
        </p:nvSpPr>
        <p:spPr>
          <a:xfrm>
            <a:off x="4320540" y="1188720"/>
            <a:ext cx="3547872" cy="51206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Oval 11"/>
          <p:cNvSpPr/>
          <p:nvPr/>
        </p:nvSpPr>
        <p:spPr>
          <a:xfrm>
            <a:off x="4503420" y="1325880"/>
            <a:ext cx="182880" cy="182880"/>
          </a:xfrm>
          <a:prstGeom prst="ellipse">
            <a:avLst/>
          </a:prstGeom>
          <a:solidFill>
            <a:srgbClr val="FFC857"/>
          </a:solidFill>
          <a:ln>
            <a:noFill/>
          </a:ln>
        </p:spPr>
        <p:txBody>
          <a:bodyPr rtlCol="0" anchor="ctr"/>
          <a:lstStyle/>
          <a:p>
            <a:pPr algn="ctr"/>
            <a:endParaRPr/>
          </a:p>
        </p:txBody>
      </p:sp>
      <p:sp>
        <p:nvSpPr>
          <p:cNvPr id="13" name="TextBox 12"/>
          <p:cNvSpPr txBox="1"/>
          <p:nvPr/>
        </p:nvSpPr>
        <p:spPr>
          <a:xfrm>
            <a:off x="4777740" y="1234440"/>
            <a:ext cx="3017520" cy="411480"/>
          </a:xfrm>
          <a:prstGeom prst="rect">
            <a:avLst/>
          </a:prstGeom>
          <a:noFill/>
        </p:spPr>
        <p:txBody>
          <a:bodyPr wrap="square" lIns="45720" tIns="27432" rIns="45720" bIns="27432" anchor="ctr">
            <a:noAutofit/>
          </a:bodyPr>
          <a:lstStyle/>
          <a:p>
            <a:pPr algn="l">
              <a:spcBef>
                <a:spcPts val="0"/>
              </a:spcBef>
              <a:spcAft>
                <a:spcPts val="0"/>
              </a:spcAft>
            </a:pPr>
            <a:r>
              <a:rPr sz="1900" b="1" i="0">
                <a:solidFill>
                  <a:srgbClr val="FFC857"/>
                </a:solidFill>
                <a:latin typeface="Times New Roman"/>
              </a:rPr>
              <a:t>Limitations</a:t>
            </a:r>
          </a:p>
        </p:txBody>
      </p:sp>
      <p:sp>
        <p:nvSpPr>
          <p:cNvPr id="14" name="Rounded Rectangle 13"/>
          <p:cNvSpPr/>
          <p:nvPr/>
        </p:nvSpPr>
        <p:spPr>
          <a:xfrm>
            <a:off x="4457700" y="178308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Cannot establish causation by itself</a:t>
            </a:r>
          </a:p>
        </p:txBody>
      </p:sp>
      <p:sp>
        <p:nvSpPr>
          <p:cNvPr id="15" name="Rounded Rectangle 14"/>
          <p:cNvSpPr/>
          <p:nvPr/>
        </p:nvSpPr>
        <p:spPr>
          <a:xfrm>
            <a:off x="4457700" y="278892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Depends on data quality and representativeness</a:t>
            </a:r>
          </a:p>
        </p:txBody>
      </p:sp>
      <p:sp>
        <p:nvSpPr>
          <p:cNvPr id="16" name="Rounded Rectangle 15"/>
          <p:cNvSpPr/>
          <p:nvPr/>
        </p:nvSpPr>
        <p:spPr>
          <a:xfrm>
            <a:off x="4457700" y="379476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Patterns may be misleading or coincidental</a:t>
            </a:r>
          </a:p>
        </p:txBody>
      </p:sp>
      <p:sp>
        <p:nvSpPr>
          <p:cNvPr id="17" name="Rounded Rectangle 16"/>
          <p:cNvSpPr/>
          <p:nvPr/>
        </p:nvSpPr>
        <p:spPr>
          <a:xfrm>
            <a:off x="4457700" y="4800600"/>
            <a:ext cx="3273552" cy="91440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Chart choices can distort interpretation</a:t>
            </a:r>
          </a:p>
        </p:txBody>
      </p:sp>
      <p:sp>
        <p:nvSpPr>
          <p:cNvPr id="18" name="Rounded Rectangle 17"/>
          <p:cNvSpPr/>
          <p:nvPr/>
        </p:nvSpPr>
        <p:spPr>
          <a:xfrm>
            <a:off x="8092440" y="1188720"/>
            <a:ext cx="3547872" cy="51206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9" name="Oval 18"/>
          <p:cNvSpPr/>
          <p:nvPr/>
        </p:nvSpPr>
        <p:spPr>
          <a:xfrm>
            <a:off x="8275320" y="1325880"/>
            <a:ext cx="182880" cy="182880"/>
          </a:xfrm>
          <a:prstGeom prst="ellipse">
            <a:avLst/>
          </a:prstGeom>
          <a:solidFill>
            <a:srgbClr val="B9A5FF"/>
          </a:solidFill>
          <a:ln>
            <a:noFill/>
          </a:ln>
        </p:spPr>
        <p:txBody>
          <a:bodyPr rtlCol="0" anchor="ctr"/>
          <a:lstStyle/>
          <a:p>
            <a:pPr algn="ctr"/>
            <a:endParaRPr/>
          </a:p>
        </p:txBody>
      </p:sp>
      <p:sp>
        <p:nvSpPr>
          <p:cNvPr id="20" name="TextBox 19"/>
          <p:cNvSpPr txBox="1"/>
          <p:nvPr/>
        </p:nvSpPr>
        <p:spPr>
          <a:xfrm>
            <a:off x="8549640" y="1234440"/>
            <a:ext cx="3017520" cy="411480"/>
          </a:xfrm>
          <a:prstGeom prst="rect">
            <a:avLst/>
          </a:prstGeom>
          <a:noFill/>
        </p:spPr>
        <p:txBody>
          <a:bodyPr wrap="square" lIns="45720" tIns="27432" rIns="45720" bIns="27432" anchor="ctr">
            <a:noAutofit/>
          </a:bodyPr>
          <a:lstStyle/>
          <a:p>
            <a:pPr algn="l">
              <a:spcBef>
                <a:spcPts val="0"/>
              </a:spcBef>
              <a:spcAft>
                <a:spcPts val="0"/>
              </a:spcAft>
            </a:pPr>
            <a:r>
              <a:rPr sz="1900" b="1" i="0">
                <a:solidFill>
                  <a:srgbClr val="B9A5FF"/>
                </a:solidFill>
                <a:latin typeface="Times New Roman"/>
              </a:rPr>
              <a:t>Ethical considerations</a:t>
            </a:r>
          </a:p>
        </p:txBody>
      </p:sp>
      <p:sp>
        <p:nvSpPr>
          <p:cNvPr id="21" name="Rounded Rectangle 20"/>
          <p:cNvSpPr/>
          <p:nvPr/>
        </p:nvSpPr>
        <p:spPr>
          <a:xfrm>
            <a:off x="8229600" y="1783080"/>
            <a:ext cx="3273552" cy="73152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Data privacy</a:t>
            </a:r>
          </a:p>
        </p:txBody>
      </p:sp>
      <p:sp>
        <p:nvSpPr>
          <p:cNvPr id="22" name="Rounded Rectangle 21"/>
          <p:cNvSpPr/>
          <p:nvPr/>
        </p:nvSpPr>
        <p:spPr>
          <a:xfrm>
            <a:off x="8229600" y="2606040"/>
            <a:ext cx="3273552" cy="73152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Confidentiality of business and personal data</a:t>
            </a:r>
          </a:p>
        </p:txBody>
      </p:sp>
      <p:sp>
        <p:nvSpPr>
          <p:cNvPr id="23" name="Rounded Rectangle 22"/>
          <p:cNvSpPr/>
          <p:nvPr/>
        </p:nvSpPr>
        <p:spPr>
          <a:xfrm>
            <a:off x="8229600" y="3429000"/>
            <a:ext cx="3273552" cy="73152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Bias and fairness</a:t>
            </a:r>
          </a:p>
        </p:txBody>
      </p:sp>
      <p:sp>
        <p:nvSpPr>
          <p:cNvPr id="24" name="Rounded Rectangle 23"/>
          <p:cNvSpPr/>
          <p:nvPr/>
        </p:nvSpPr>
        <p:spPr>
          <a:xfrm>
            <a:off x="8229600" y="4251960"/>
            <a:ext cx="3273552" cy="73152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Responsible interpretation</a:t>
            </a:r>
          </a:p>
        </p:txBody>
      </p:sp>
      <p:sp>
        <p:nvSpPr>
          <p:cNvPr id="25" name="Rounded Rectangle 24"/>
          <p:cNvSpPr/>
          <p:nvPr/>
        </p:nvSpPr>
        <p:spPr>
          <a:xfrm>
            <a:off x="8229600" y="5074920"/>
            <a:ext cx="3273552" cy="731520"/>
          </a:xfrm>
          <a:prstGeom prst="roundRect">
            <a:avLst>
              <a:gd name="adj" fmla="val 10000"/>
            </a:avLst>
          </a:prstGeom>
          <a:solidFill>
            <a:srgbClr val="1C1745"/>
          </a:solidFill>
          <a:ln w="12700">
            <a:solidFill>
              <a:srgbClr val="5B3FD6"/>
            </a:solidFill>
          </a:ln>
        </p:spPr>
        <p:txBody>
          <a:bodyPr wrap="square" lIns="137160" tIns="27432" rIns="137160" bIns="27432" rtlCol="0" anchor="ctr">
            <a:noAutofit/>
          </a:bodyPr>
          <a:lstStyle/>
          <a:p>
            <a:pPr algn="l">
              <a:spcBef>
                <a:spcPts val="0"/>
              </a:spcBef>
              <a:spcAft>
                <a:spcPts val="0"/>
              </a:spcAft>
            </a:pPr>
            <a:r>
              <a:rPr sz="1500" b="0" i="0">
                <a:solidFill>
                  <a:srgbClr val="FFFFFF"/>
                </a:solidFill>
                <a:latin typeface="Times New Roman"/>
              </a:rPr>
              <a:t>Avoid misleading visualisations</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concl.png"/>
          <p:cNvPicPr>
            <a:picLocks noChangeAspect="1"/>
          </p:cNvPicPr>
          <p:nvPr/>
        </p:nvPicPr>
        <p:blipFill>
          <a:blip r:embed="rId4"/>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Conclusion and Managerial Recommendations</a:t>
            </a:r>
          </a:p>
        </p:txBody>
      </p:sp>
      <p:sp>
        <p:nvSpPr>
          <p:cNvPr id="4" name="Rounded Rectangle 3"/>
          <p:cNvSpPr/>
          <p:nvPr/>
        </p:nvSpPr>
        <p:spPr>
          <a:xfrm>
            <a:off x="548640" y="1188720"/>
            <a:ext cx="11091672" cy="1325880"/>
          </a:xfrm>
          <a:prstGeom prst="roundRect">
            <a:avLst>
              <a:gd name="adj" fmla="val 6000"/>
            </a:avLst>
          </a:prstGeom>
          <a:solidFill>
            <a:srgbClr val="16113A"/>
          </a:solidFill>
          <a:ln w="19050">
            <a:solidFill>
              <a:srgbClr val="FFC857"/>
            </a:solidFill>
          </a:ln>
        </p:spPr>
        <p:txBody>
          <a:bodyPr rtlCol="0" anchor="ctr"/>
          <a:lstStyle/>
          <a:p>
            <a:pPr algn="ctr"/>
            <a:endParaRPr/>
          </a:p>
        </p:txBody>
      </p:sp>
      <p:sp>
        <p:nvSpPr>
          <p:cNvPr id="5" name="TextBox 4"/>
          <p:cNvSpPr txBox="1"/>
          <p:nvPr/>
        </p:nvSpPr>
        <p:spPr>
          <a:xfrm>
            <a:off x="777240" y="1234440"/>
            <a:ext cx="10607040" cy="320040"/>
          </a:xfrm>
          <a:prstGeom prst="rect">
            <a:avLst/>
          </a:prstGeom>
          <a:noFill/>
        </p:spPr>
        <p:txBody>
          <a:bodyPr wrap="square" lIns="45720" tIns="27432" rIns="45720" bIns="27432" anchor="t">
            <a:noAutofit/>
          </a:bodyPr>
          <a:lstStyle/>
          <a:p>
            <a:pPr algn="l">
              <a:spcBef>
                <a:spcPts val="0"/>
              </a:spcBef>
              <a:spcAft>
                <a:spcPts val="0"/>
              </a:spcAft>
            </a:pPr>
            <a:r>
              <a:rPr sz="1400" b="1" i="0">
                <a:solidFill>
                  <a:srgbClr val="FFC857"/>
                </a:solidFill>
                <a:latin typeface="Times New Roman"/>
              </a:rPr>
              <a:t>KEY MESSAGE</a:t>
            </a:r>
          </a:p>
        </p:txBody>
      </p:sp>
      <p:sp>
        <p:nvSpPr>
          <p:cNvPr id="6" name="TextBox 5"/>
          <p:cNvSpPr txBox="1"/>
          <p:nvPr/>
        </p:nvSpPr>
        <p:spPr>
          <a:xfrm>
            <a:off x="777240" y="1572768"/>
            <a:ext cx="10607040" cy="914400"/>
          </a:xfrm>
          <a:prstGeom prst="rect">
            <a:avLst/>
          </a:prstGeom>
          <a:noFill/>
        </p:spPr>
        <p:txBody>
          <a:bodyPr wrap="square" lIns="45720" tIns="27432" rIns="45720" bIns="27432" anchor="ctr">
            <a:noAutofit/>
          </a:bodyPr>
          <a:lstStyle/>
          <a:p>
            <a:pPr algn="l">
              <a:spcBef>
                <a:spcPts val="0"/>
              </a:spcBef>
              <a:spcAft>
                <a:spcPts val="0"/>
              </a:spcAft>
            </a:pPr>
            <a:r>
              <a:rPr sz="1700" b="1" i="0">
                <a:solidFill>
                  <a:srgbClr val="FFFFFF"/>
                </a:solidFill>
                <a:latin typeface="Times New Roman"/>
              </a:rPr>
              <a:t>EDA is the foundation of reliable data-driven analysis: it helps analysts understand the data, find quality issues, discover patterns, and make better-informed decisions before advanced modelling or forecasting.</a:t>
            </a:r>
          </a:p>
        </p:txBody>
      </p:sp>
      <p:sp>
        <p:nvSpPr>
          <p:cNvPr id="7" name="Rounded Rectangle 6"/>
          <p:cNvSpPr/>
          <p:nvPr/>
        </p:nvSpPr>
        <p:spPr>
          <a:xfrm>
            <a:off x="548640" y="2697480"/>
            <a:ext cx="2651760" cy="2606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8" name="Oval 7"/>
          <p:cNvSpPr/>
          <p:nvPr/>
        </p:nvSpPr>
        <p:spPr>
          <a:xfrm>
            <a:off x="685800" y="283464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600" b="1" i="0">
                <a:solidFill>
                  <a:srgbClr val="FFFFFF"/>
                </a:solidFill>
                <a:latin typeface="Times New Roman"/>
              </a:rPr>
              <a:t>1</a:t>
            </a:r>
          </a:p>
        </p:txBody>
      </p:sp>
      <p:sp>
        <p:nvSpPr>
          <p:cNvPr id="9" name="TextBox 8"/>
          <p:cNvSpPr txBox="1"/>
          <p:nvPr/>
        </p:nvSpPr>
        <p:spPr>
          <a:xfrm>
            <a:off x="1188720" y="2788920"/>
            <a:ext cx="1920240" cy="548640"/>
          </a:xfrm>
          <a:prstGeom prst="rect">
            <a:avLst/>
          </a:prstGeom>
          <a:noFill/>
        </p:spPr>
        <p:txBody>
          <a:bodyPr wrap="square" lIns="45720" tIns="27432" rIns="45720" bIns="27432" anchor="ctr">
            <a:noAutofit/>
          </a:bodyPr>
          <a:lstStyle/>
          <a:p>
            <a:pPr algn="l">
              <a:spcBef>
                <a:spcPts val="0"/>
              </a:spcBef>
              <a:spcAft>
                <a:spcPts val="0"/>
              </a:spcAft>
            </a:pPr>
            <a:r>
              <a:rPr sz="1500" b="1" i="0">
                <a:solidFill>
                  <a:srgbClr val="B9A5FF"/>
                </a:solidFill>
                <a:latin typeface="Times New Roman"/>
              </a:rPr>
              <a:t>Plan for the festive peak</a:t>
            </a:r>
          </a:p>
        </p:txBody>
      </p:sp>
      <p:sp>
        <p:nvSpPr>
          <p:cNvPr id="10" name="TextBox 9"/>
          <p:cNvSpPr txBox="1"/>
          <p:nvPr/>
        </p:nvSpPr>
        <p:spPr>
          <a:xfrm>
            <a:off x="685800" y="3474720"/>
            <a:ext cx="2377440" cy="17830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Oct–Dec delivered 35.5% of annual sales (₹103.9 of ₹293.0 lakh). Align stock and staffing.</a:t>
            </a:r>
          </a:p>
        </p:txBody>
      </p:sp>
      <p:sp>
        <p:nvSpPr>
          <p:cNvPr id="11" name="Rounded Rectangle 10"/>
          <p:cNvSpPr/>
          <p:nvPr/>
        </p:nvSpPr>
        <p:spPr>
          <a:xfrm>
            <a:off x="3331159" y="2697480"/>
            <a:ext cx="2651760" cy="2606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2" name="Oval 11"/>
          <p:cNvSpPr/>
          <p:nvPr/>
        </p:nvSpPr>
        <p:spPr>
          <a:xfrm>
            <a:off x="3468319" y="283464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600" b="1" i="0">
                <a:solidFill>
                  <a:srgbClr val="FFFFFF"/>
                </a:solidFill>
                <a:latin typeface="Times New Roman"/>
              </a:rPr>
              <a:t>2</a:t>
            </a:r>
          </a:p>
        </p:txBody>
      </p:sp>
      <p:sp>
        <p:nvSpPr>
          <p:cNvPr id="13" name="TextBox 12"/>
          <p:cNvSpPr txBox="1"/>
          <p:nvPr/>
        </p:nvSpPr>
        <p:spPr>
          <a:xfrm>
            <a:off x="3971239" y="2788920"/>
            <a:ext cx="1920240" cy="548640"/>
          </a:xfrm>
          <a:prstGeom prst="rect">
            <a:avLst/>
          </a:prstGeom>
          <a:noFill/>
        </p:spPr>
        <p:txBody>
          <a:bodyPr wrap="square" lIns="45720" tIns="27432" rIns="45720" bIns="27432" anchor="ctr">
            <a:noAutofit/>
          </a:bodyPr>
          <a:lstStyle/>
          <a:p>
            <a:pPr algn="l">
              <a:spcBef>
                <a:spcPts val="0"/>
              </a:spcBef>
              <a:spcAft>
                <a:spcPts val="0"/>
              </a:spcAft>
            </a:pPr>
            <a:r>
              <a:rPr sz="1500" b="1" i="0">
                <a:solidFill>
                  <a:srgbClr val="B9A5FF"/>
                </a:solidFill>
                <a:latin typeface="Times New Roman"/>
              </a:rPr>
              <a:t>Investigate before forecasting</a:t>
            </a:r>
          </a:p>
        </p:txBody>
      </p:sp>
      <p:sp>
        <p:nvSpPr>
          <p:cNvPr id="14" name="TextBox 13"/>
          <p:cNvSpPr txBox="1"/>
          <p:nvPr/>
        </p:nvSpPr>
        <p:spPr>
          <a:xfrm>
            <a:off x="3468319" y="3474720"/>
            <a:ext cx="2377440" cy="17830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Nov (₹44.8 lakh) is beyond the 32.66 fence. Confirm the cause and whether it repeats yearly.</a:t>
            </a:r>
          </a:p>
        </p:txBody>
      </p:sp>
      <p:sp>
        <p:nvSpPr>
          <p:cNvPr id="15" name="Rounded Rectangle 14"/>
          <p:cNvSpPr/>
          <p:nvPr/>
        </p:nvSpPr>
        <p:spPr>
          <a:xfrm>
            <a:off x="6113678" y="2697480"/>
            <a:ext cx="2651760" cy="2606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16" name="Oval 15"/>
          <p:cNvSpPr/>
          <p:nvPr/>
        </p:nvSpPr>
        <p:spPr>
          <a:xfrm>
            <a:off x="6250838" y="283464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600" b="1" i="0">
                <a:solidFill>
                  <a:srgbClr val="FFFFFF"/>
                </a:solidFill>
                <a:latin typeface="Times New Roman"/>
              </a:rPr>
              <a:t>3</a:t>
            </a:r>
          </a:p>
        </p:txBody>
      </p:sp>
      <p:sp>
        <p:nvSpPr>
          <p:cNvPr id="17" name="TextBox 16"/>
          <p:cNvSpPr txBox="1"/>
          <p:nvPr/>
        </p:nvSpPr>
        <p:spPr>
          <a:xfrm>
            <a:off x="6753758" y="2788920"/>
            <a:ext cx="1920240" cy="548640"/>
          </a:xfrm>
          <a:prstGeom prst="rect">
            <a:avLst/>
          </a:prstGeom>
          <a:noFill/>
        </p:spPr>
        <p:txBody>
          <a:bodyPr wrap="square" lIns="45720" tIns="27432" rIns="45720" bIns="27432" anchor="ctr">
            <a:noAutofit/>
          </a:bodyPr>
          <a:lstStyle/>
          <a:p>
            <a:pPr algn="l">
              <a:spcBef>
                <a:spcPts val="0"/>
              </a:spcBef>
              <a:spcAft>
                <a:spcPts val="0"/>
              </a:spcAft>
            </a:pPr>
            <a:r>
              <a:rPr sz="1500" b="1" i="0">
                <a:solidFill>
                  <a:srgbClr val="B9A5FF"/>
                </a:solidFill>
                <a:latin typeface="Times New Roman"/>
              </a:rPr>
              <a:t>Track advertising with care</a:t>
            </a:r>
          </a:p>
        </p:txBody>
      </p:sp>
      <p:sp>
        <p:nvSpPr>
          <p:cNvPr id="18" name="TextBox 17"/>
          <p:cNvSpPr txBox="1"/>
          <p:nvPr/>
        </p:nvSpPr>
        <p:spPr>
          <a:xfrm>
            <a:off x="6250838" y="3474720"/>
            <a:ext cx="2377440" cy="17830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r = 0.90 is strong, but test with more data or a controlled trial before claiming returns.</a:t>
            </a:r>
          </a:p>
        </p:txBody>
      </p:sp>
      <p:sp>
        <p:nvSpPr>
          <p:cNvPr id="19" name="Rounded Rectangle 18"/>
          <p:cNvSpPr/>
          <p:nvPr/>
        </p:nvSpPr>
        <p:spPr>
          <a:xfrm>
            <a:off x="8896198" y="2697480"/>
            <a:ext cx="2651760" cy="260604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20" name="Oval 19"/>
          <p:cNvSpPr/>
          <p:nvPr/>
        </p:nvSpPr>
        <p:spPr>
          <a:xfrm>
            <a:off x="9033358" y="283464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600" b="1" i="0">
                <a:solidFill>
                  <a:srgbClr val="FFFFFF"/>
                </a:solidFill>
                <a:latin typeface="Times New Roman"/>
              </a:rPr>
              <a:t>4</a:t>
            </a:r>
          </a:p>
        </p:txBody>
      </p:sp>
      <p:sp>
        <p:nvSpPr>
          <p:cNvPr id="21" name="TextBox 20"/>
          <p:cNvSpPr txBox="1"/>
          <p:nvPr/>
        </p:nvSpPr>
        <p:spPr>
          <a:xfrm>
            <a:off x="9536278" y="2788920"/>
            <a:ext cx="1920240" cy="548640"/>
          </a:xfrm>
          <a:prstGeom prst="rect">
            <a:avLst/>
          </a:prstGeom>
          <a:noFill/>
        </p:spPr>
        <p:txBody>
          <a:bodyPr wrap="square" lIns="45720" tIns="27432" rIns="45720" bIns="27432" anchor="ctr">
            <a:noAutofit/>
          </a:bodyPr>
          <a:lstStyle/>
          <a:p>
            <a:pPr algn="l">
              <a:spcBef>
                <a:spcPts val="0"/>
              </a:spcBef>
              <a:spcAft>
                <a:spcPts val="0"/>
              </a:spcAft>
            </a:pPr>
            <a:r>
              <a:rPr sz="1500" b="1" i="0">
                <a:solidFill>
                  <a:srgbClr val="B9A5FF"/>
                </a:solidFill>
                <a:latin typeface="Times New Roman"/>
              </a:rPr>
              <a:t>Standardise quality checks</a:t>
            </a:r>
          </a:p>
        </p:txBody>
      </p:sp>
      <p:sp>
        <p:nvSpPr>
          <p:cNvPr id="22" name="TextBox 21"/>
          <p:cNvSpPr txBox="1"/>
          <p:nvPr/>
        </p:nvSpPr>
        <p:spPr>
          <a:xfrm>
            <a:off x="9033358" y="3474720"/>
            <a:ext cx="2377440" cy="1783080"/>
          </a:xfrm>
          <a:prstGeom prst="rect">
            <a:avLst/>
          </a:prstGeom>
          <a:noFill/>
        </p:spPr>
        <p:txBody>
          <a:bodyPr wrap="square" lIns="45720" tIns="27432" rIns="45720" bIns="27432" anchor="t">
            <a:noAutofit/>
          </a:bodyPr>
          <a:lstStyle/>
          <a:p>
            <a:pPr algn="l">
              <a:spcBef>
                <a:spcPts val="0"/>
              </a:spcBef>
              <a:spcAft>
                <a:spcPts val="0"/>
              </a:spcAft>
            </a:pPr>
            <a:r>
              <a:rPr sz="1500" b="0" i="0">
                <a:solidFill>
                  <a:srgbClr val="FFFFFF"/>
                </a:solidFill>
                <a:latin typeface="Times New Roman"/>
              </a:rPr>
              <a:t>Check blanks, duplicates, types, and units every month before reporting.</a:t>
            </a:r>
          </a:p>
        </p:txBody>
      </p:sp>
      <p:sp>
        <p:nvSpPr>
          <p:cNvPr id="23" name="Rounded Rectangle 22"/>
          <p:cNvSpPr/>
          <p:nvPr/>
        </p:nvSpPr>
        <p:spPr>
          <a:xfrm>
            <a:off x="548640" y="5486400"/>
            <a:ext cx="11091672" cy="777240"/>
          </a:xfrm>
          <a:prstGeom prst="roundRect">
            <a:avLst>
              <a:gd name="adj" fmla="val 12000"/>
            </a:avLst>
          </a:prstGeom>
          <a:solidFill>
            <a:srgbClr val="16113A"/>
          </a:solidFill>
          <a:ln w="19050">
            <a:solidFill>
              <a:srgbClr val="5B3FD6"/>
            </a:solidFill>
          </a:ln>
        </p:spPr>
        <p:txBody>
          <a:bodyPr wrap="square" lIns="182880" tIns="27432" rIns="182880" bIns="27432" rtlCol="0" anchor="ctr">
            <a:noAutofit/>
          </a:bodyPr>
          <a:lstStyle/>
          <a:p>
            <a:pPr algn="ctr">
              <a:spcBef>
                <a:spcPts val="0"/>
              </a:spcBef>
              <a:spcAft>
                <a:spcPts val="0"/>
              </a:spcAft>
            </a:pPr>
            <a:r>
              <a:rPr sz="1800" b="1" i="0">
                <a:solidFill>
                  <a:srgbClr val="FFC857"/>
                </a:solidFill>
                <a:latin typeface="Times New Roman"/>
              </a:rPr>
              <a:t>Takeaway: explore before you estimate. </a:t>
            </a:r>
            <a:r>
              <a:rPr sz="1800" b="0" i="0">
                <a:solidFill>
                  <a:srgbClr val="FFFFFF"/>
                </a:solidFill>
                <a:latin typeface="Times New Roman"/>
              </a:rPr>
              <a:t>Raw data becomes business insight only after it is understood.</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B3CD765-00DB-60EA-C47F-FA36C93F42EF}"/>
            </a:ext>
          </a:extLst>
        </p:cNvPr>
        <p:cNvGrpSpPr/>
        <p:nvPr/>
      </p:nvGrpSpPr>
      <p:grpSpPr>
        <a:xfrm>
          <a:off x="0" y="0"/>
          <a:ext cx="0" cy="0"/>
          <a:chOff x="0" y="0"/>
          <a:chExt cx="0" cy="0"/>
        </a:xfrm>
      </p:grpSpPr>
      <p:pic>
        <p:nvPicPr>
          <p:cNvPr id="2" name="!!icon" descr="concl.png"/>
          <p:cNvPicPr>
            <a:picLocks noChangeAspect="1"/>
          </p:cNvPicPr>
          <p:nvPr/>
        </p:nvPicPr>
        <p:blipFill>
          <a:blip r:embed="rId3"/>
          <a:stretch>
            <a:fillRect/>
          </a:stretch>
        </p:blipFill>
        <p:spPr>
          <a:xfrm>
            <a:off x="109728" y="100584"/>
            <a:ext cx="804672" cy="804672"/>
          </a:xfrm>
          <a:prstGeom prst="rect">
            <a:avLst/>
          </a:prstGeom>
        </p:spPr>
      </p:pic>
      <p:sp>
        <p:nvSpPr>
          <p:cNvPr id="3" name="!!title"/>
          <p:cNvSpPr txBox="1"/>
          <p:nvPr/>
        </p:nvSpPr>
        <p:spPr>
          <a:xfrm>
            <a:off x="1097280" y="146304"/>
            <a:ext cx="10881360" cy="822960"/>
          </a:xfrm>
          <a:prstGeom prst="rect">
            <a:avLst/>
          </a:prstGeom>
          <a:noFill/>
        </p:spPr>
        <p:txBody>
          <a:bodyPr wrap="square" lIns="45720" tIns="27432" rIns="45720" bIns="27432" anchor="ctr">
            <a:spAutoFit/>
          </a:bodyPr>
          <a:lstStyle/>
          <a:p>
            <a:pPr algn="l">
              <a:spcAft>
                <a:spcPts val="400"/>
              </a:spcAft>
              <a:buNone/>
            </a:pPr>
            <a:r>
              <a:rPr sz="3000" b="1" i="0">
                <a:solidFill>
                  <a:srgbClr val="FFFFFF"/>
                </a:solidFill>
                <a:latin typeface="Times New Roman"/>
              </a:rPr>
              <a:t>References</a:t>
            </a:r>
          </a:p>
        </p:txBody>
      </p:sp>
      <p:sp>
        <p:nvSpPr>
          <p:cNvPr id="4" name="Rounded Rectangle 3"/>
          <p:cNvSpPr/>
          <p:nvPr/>
        </p:nvSpPr>
        <p:spPr>
          <a:xfrm>
            <a:off x="548640" y="1188720"/>
            <a:ext cx="11091672" cy="4526280"/>
          </a:xfrm>
          <a:prstGeom prst="roundRect">
            <a:avLst>
              <a:gd name="adj" fmla="val 6000"/>
            </a:avLst>
          </a:prstGeom>
          <a:solidFill>
            <a:srgbClr val="16113A"/>
          </a:solidFill>
          <a:ln w="12700">
            <a:solidFill>
              <a:srgbClr val="5B3FD6"/>
            </a:solidFill>
          </a:ln>
        </p:spPr>
        <p:txBody>
          <a:bodyPr rtlCol="0" anchor="ctr"/>
          <a:lstStyle/>
          <a:p>
            <a:pPr algn="ctr"/>
            <a:endParaRPr/>
          </a:p>
        </p:txBody>
      </p:sp>
      <p:sp>
        <p:nvSpPr>
          <p:cNvPr id="5" name="Oval 4"/>
          <p:cNvSpPr/>
          <p:nvPr/>
        </p:nvSpPr>
        <p:spPr>
          <a:xfrm>
            <a:off x="777240" y="1389888"/>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1</a:t>
            </a:r>
          </a:p>
        </p:txBody>
      </p:sp>
      <p:sp>
        <p:nvSpPr>
          <p:cNvPr id="6" name="Rounded Rectangle 5"/>
          <p:cNvSpPr/>
          <p:nvPr/>
        </p:nvSpPr>
        <p:spPr>
          <a:xfrm>
            <a:off x="1371600" y="1325880"/>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Gujarati, D. N. and Porter, D. C. Basic Econometrics. McGraw-Hill Education.</a:t>
            </a:r>
          </a:p>
        </p:txBody>
      </p:sp>
      <p:sp>
        <p:nvSpPr>
          <p:cNvPr id="7" name="Oval 6"/>
          <p:cNvSpPr/>
          <p:nvPr/>
        </p:nvSpPr>
        <p:spPr>
          <a:xfrm>
            <a:off x="777240" y="2103120"/>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2</a:t>
            </a:r>
          </a:p>
        </p:txBody>
      </p:sp>
      <p:sp>
        <p:nvSpPr>
          <p:cNvPr id="8" name="Rounded Rectangle 7"/>
          <p:cNvSpPr/>
          <p:nvPr/>
        </p:nvSpPr>
        <p:spPr>
          <a:xfrm>
            <a:off x="1371600" y="2039112"/>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Wooldridge, J. M. Introductory Econometrics: A Modern Approach. Cengage Learning.</a:t>
            </a:r>
          </a:p>
        </p:txBody>
      </p:sp>
      <p:sp>
        <p:nvSpPr>
          <p:cNvPr id="9" name="Oval 8"/>
          <p:cNvSpPr/>
          <p:nvPr/>
        </p:nvSpPr>
        <p:spPr>
          <a:xfrm>
            <a:off x="777240" y="2816352"/>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3</a:t>
            </a:r>
          </a:p>
        </p:txBody>
      </p:sp>
      <p:sp>
        <p:nvSpPr>
          <p:cNvPr id="10" name="Rounded Rectangle 9"/>
          <p:cNvSpPr/>
          <p:nvPr/>
        </p:nvSpPr>
        <p:spPr>
          <a:xfrm>
            <a:off x="1371600" y="2752344"/>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Levin, R. I. and Rubin, D. S. Statistics for Management. Pearson / Prentice Hall.</a:t>
            </a:r>
          </a:p>
        </p:txBody>
      </p:sp>
      <p:sp>
        <p:nvSpPr>
          <p:cNvPr id="11" name="Oval 10"/>
          <p:cNvSpPr/>
          <p:nvPr/>
        </p:nvSpPr>
        <p:spPr>
          <a:xfrm>
            <a:off x="777240" y="3529584"/>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4</a:t>
            </a:r>
          </a:p>
        </p:txBody>
      </p:sp>
      <p:sp>
        <p:nvSpPr>
          <p:cNvPr id="12" name="Rounded Rectangle 11"/>
          <p:cNvSpPr/>
          <p:nvPr/>
        </p:nvSpPr>
        <p:spPr>
          <a:xfrm>
            <a:off x="1371600" y="3465576"/>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Microsoft Support. Statistical functions (reference). support.microsoft.com.</a:t>
            </a:r>
          </a:p>
        </p:txBody>
      </p:sp>
      <p:sp>
        <p:nvSpPr>
          <p:cNvPr id="13" name="Oval 12"/>
          <p:cNvSpPr/>
          <p:nvPr/>
        </p:nvSpPr>
        <p:spPr>
          <a:xfrm>
            <a:off x="777240" y="4242816"/>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5</a:t>
            </a:r>
          </a:p>
        </p:txBody>
      </p:sp>
      <p:sp>
        <p:nvSpPr>
          <p:cNvPr id="14" name="Rounded Rectangle 13"/>
          <p:cNvSpPr/>
          <p:nvPr/>
        </p:nvSpPr>
        <p:spPr>
          <a:xfrm>
            <a:off x="1371600" y="4178808"/>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Microsoft Support. Create a chart from start to finish. support.microsoft.com.</a:t>
            </a:r>
          </a:p>
        </p:txBody>
      </p:sp>
      <p:sp>
        <p:nvSpPr>
          <p:cNvPr id="15" name="Oval 14"/>
          <p:cNvSpPr/>
          <p:nvPr/>
        </p:nvSpPr>
        <p:spPr>
          <a:xfrm>
            <a:off x="777240" y="4956048"/>
            <a:ext cx="420624" cy="420624"/>
          </a:xfrm>
          <a:prstGeom prst="ellipse">
            <a:avLst/>
          </a:prstGeom>
          <a:solidFill>
            <a:srgbClr val="7141EF"/>
          </a:solidFill>
          <a:ln>
            <a:noFill/>
          </a:ln>
        </p:spPr>
        <p:txBody>
          <a:bodyPr wrap="square" lIns="0" tIns="0" rIns="0" bIns="0" rtlCol="0" anchor="ctr">
            <a:noAutofit/>
          </a:bodyPr>
          <a:lstStyle/>
          <a:p>
            <a:pPr algn="ctr">
              <a:spcBef>
                <a:spcPts val="0"/>
              </a:spcBef>
              <a:spcAft>
                <a:spcPts val="0"/>
              </a:spcAft>
            </a:pPr>
            <a:r>
              <a:rPr sz="1500" b="1" i="0">
                <a:solidFill>
                  <a:srgbClr val="FFFFFF"/>
                </a:solidFill>
                <a:latin typeface="Times New Roman"/>
              </a:rPr>
              <a:t>6</a:t>
            </a:r>
          </a:p>
        </p:txBody>
      </p:sp>
      <p:sp>
        <p:nvSpPr>
          <p:cNvPr id="16" name="Rounded Rectangle 15"/>
          <p:cNvSpPr/>
          <p:nvPr/>
        </p:nvSpPr>
        <p:spPr>
          <a:xfrm>
            <a:off x="1371600" y="4892040"/>
            <a:ext cx="10058400" cy="603504"/>
          </a:xfrm>
          <a:prstGeom prst="roundRect">
            <a:avLst>
              <a:gd name="adj" fmla="val 15000"/>
            </a:avLst>
          </a:prstGeom>
          <a:solidFill>
            <a:srgbClr val="1C1745"/>
          </a:solidFill>
          <a:ln w="12700">
            <a:solidFill>
              <a:srgbClr val="5B3FD6"/>
            </a:solidFill>
          </a:ln>
        </p:spPr>
        <p:txBody>
          <a:bodyPr wrap="square" lIns="182880" tIns="27432" rIns="182880" bIns="27432" rtlCol="0" anchor="ctr">
            <a:noAutofit/>
          </a:bodyPr>
          <a:lstStyle/>
          <a:p>
            <a:pPr algn="l">
              <a:spcBef>
                <a:spcPts val="0"/>
              </a:spcBef>
              <a:spcAft>
                <a:spcPts val="0"/>
              </a:spcAft>
            </a:pPr>
            <a:r>
              <a:rPr sz="1700" b="0" i="0">
                <a:solidFill>
                  <a:srgbClr val="FFFFFF"/>
                </a:solidFill>
                <a:latin typeface="Times New Roman"/>
              </a:rPr>
              <a:t>Case-study data: hypothetical dataset prepared by the group for illustration.</a:t>
            </a:r>
          </a:p>
        </p:txBody>
      </p:sp>
    </p:spTree>
    <p:extLst>
      <p:ext uri="{BB962C8B-B14F-4D97-AF65-F5344CB8AC3E}">
        <p14:creationId xmlns:p14="http://schemas.microsoft.com/office/powerpoint/2010/main" val="38529600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65DBF1D-9B6A-E3DE-AF3F-C757690B515A}"/>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C6672063-E5E8-78CA-5194-19AC8F7016C3}"/>
              </a:ext>
            </a:extLst>
          </p:cNvPr>
          <p:cNvSpPr/>
          <p:nvPr/>
        </p:nvSpPr>
        <p:spPr>
          <a:xfrm>
            <a:off x="849012" y="853440"/>
            <a:ext cx="10493976" cy="2507279"/>
          </a:xfrm>
          <a:prstGeom prst="rect">
            <a:avLst/>
          </a:prstGeom>
          <a:gradFill flip="none" rotWithShape="1">
            <a:gsLst>
              <a:gs pos="3000">
                <a:srgbClr val="002060"/>
              </a:gs>
              <a:gs pos="63000">
                <a:schemeClr val="accent1">
                  <a:shade val="67500"/>
                  <a:satMod val="115000"/>
                  <a:alpha val="82000"/>
                  <a:lumMod val="100000"/>
                </a:schemeClr>
              </a:gs>
              <a:gs pos="100000">
                <a:schemeClr val="accent1">
                  <a:shade val="100000"/>
                  <a:satMod val="115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IN" sz="2400" dirty="0">
                <a:latin typeface="Algerian" panose="04020705040A02060702" pitchFamily="82" charset="0"/>
              </a:rPr>
              <a:t>Thank You</a:t>
            </a:r>
          </a:p>
          <a:p>
            <a:pPr algn="ctr">
              <a:lnSpc>
                <a:spcPct val="150000"/>
              </a:lnSpc>
            </a:pPr>
            <a:r>
              <a:rPr lang="en-IN" sz="2400" dirty="0">
                <a:latin typeface="Algerian" panose="04020705040A02060702" pitchFamily="82" charset="0"/>
              </a:rPr>
              <a:t>Questions &amp; Answers</a:t>
            </a:r>
          </a:p>
        </p:txBody>
      </p:sp>
      <p:grpSp>
        <p:nvGrpSpPr>
          <p:cNvPr id="18" name="Group 17">
            <a:extLst>
              <a:ext uri="{FF2B5EF4-FFF2-40B4-BE49-F238E27FC236}">
                <a16:creationId xmlns:a16="http://schemas.microsoft.com/office/drawing/2014/main" id="{27BB976D-6253-F3D4-0547-A914F879DE56}"/>
              </a:ext>
            </a:extLst>
          </p:cNvPr>
          <p:cNvGrpSpPr/>
          <p:nvPr/>
        </p:nvGrpSpPr>
        <p:grpSpPr>
          <a:xfrm>
            <a:off x="-44981" y="5550449"/>
            <a:ext cx="900000" cy="900000"/>
            <a:chOff x="2019396" y="1270001"/>
            <a:chExt cx="900000" cy="900000"/>
          </a:xfrm>
        </p:grpSpPr>
        <p:sp>
          <p:nvSpPr>
            <p:cNvPr id="19" name="Oval 18">
              <a:extLst>
                <a:ext uri="{FF2B5EF4-FFF2-40B4-BE49-F238E27FC236}">
                  <a16:creationId xmlns:a16="http://schemas.microsoft.com/office/drawing/2014/main" id="{B12CBBC4-2B0B-5DCB-6BBE-11EFD030C87B}"/>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E1462D84-5D03-29DB-3D7F-763DAF0F67BB}"/>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1" name="Frame 20">
            <a:extLst>
              <a:ext uri="{FF2B5EF4-FFF2-40B4-BE49-F238E27FC236}">
                <a16:creationId xmlns:a16="http://schemas.microsoft.com/office/drawing/2014/main" id="{9037F9F2-86B8-3E3C-D844-A46B204C4B96}"/>
              </a:ext>
            </a:extLst>
          </p:cNvPr>
          <p:cNvSpPr/>
          <p:nvPr/>
        </p:nvSpPr>
        <p:spPr>
          <a:xfrm>
            <a:off x="0" y="0"/>
            <a:ext cx="12192000" cy="6858000"/>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nvGrpSpPr>
          <p:cNvPr id="3" name="Group 2">
            <a:extLst>
              <a:ext uri="{FF2B5EF4-FFF2-40B4-BE49-F238E27FC236}">
                <a16:creationId xmlns:a16="http://schemas.microsoft.com/office/drawing/2014/main" id="{BFB9830D-01F8-5B8E-531F-97616E455526}"/>
              </a:ext>
            </a:extLst>
          </p:cNvPr>
          <p:cNvGrpSpPr/>
          <p:nvPr/>
        </p:nvGrpSpPr>
        <p:grpSpPr>
          <a:xfrm>
            <a:off x="9495102" y="5550449"/>
            <a:ext cx="900000" cy="900000"/>
            <a:chOff x="2019396" y="1270001"/>
            <a:chExt cx="900000" cy="900000"/>
          </a:xfrm>
        </p:grpSpPr>
        <p:sp>
          <p:nvSpPr>
            <p:cNvPr id="4" name="Oval 3">
              <a:extLst>
                <a:ext uri="{FF2B5EF4-FFF2-40B4-BE49-F238E27FC236}">
                  <a16:creationId xmlns:a16="http://schemas.microsoft.com/office/drawing/2014/main" id="{AF2A782F-E3FE-7851-302D-3F2B0D30FCD8}"/>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963BDAFB-1B4B-3598-CD81-51D59B2457B8}"/>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6" name="Group 5">
            <a:extLst>
              <a:ext uri="{FF2B5EF4-FFF2-40B4-BE49-F238E27FC236}">
                <a16:creationId xmlns:a16="http://schemas.microsoft.com/office/drawing/2014/main" id="{F50391AD-DC36-8358-975E-7ADAD44F4FFC}"/>
              </a:ext>
            </a:extLst>
          </p:cNvPr>
          <p:cNvGrpSpPr/>
          <p:nvPr/>
        </p:nvGrpSpPr>
        <p:grpSpPr>
          <a:xfrm>
            <a:off x="7589243" y="5550449"/>
            <a:ext cx="900000" cy="900000"/>
            <a:chOff x="2019396" y="1270001"/>
            <a:chExt cx="900000" cy="900000"/>
          </a:xfrm>
        </p:grpSpPr>
        <p:sp>
          <p:nvSpPr>
            <p:cNvPr id="7" name="Oval 6">
              <a:extLst>
                <a:ext uri="{FF2B5EF4-FFF2-40B4-BE49-F238E27FC236}">
                  <a16:creationId xmlns:a16="http://schemas.microsoft.com/office/drawing/2014/main" id="{FEBB95B7-BA03-11F4-D23A-EB2C7CD69328}"/>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347DD2C9-66BC-6F95-C8D6-62480B9EB280}"/>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 name="Group 8">
            <a:extLst>
              <a:ext uri="{FF2B5EF4-FFF2-40B4-BE49-F238E27FC236}">
                <a16:creationId xmlns:a16="http://schemas.microsoft.com/office/drawing/2014/main" id="{168BB48A-DC00-C250-F978-24A067482973}"/>
              </a:ext>
            </a:extLst>
          </p:cNvPr>
          <p:cNvGrpSpPr/>
          <p:nvPr/>
        </p:nvGrpSpPr>
        <p:grpSpPr>
          <a:xfrm>
            <a:off x="5688717" y="5550449"/>
            <a:ext cx="900000" cy="900000"/>
            <a:chOff x="2019396" y="1270001"/>
            <a:chExt cx="900000" cy="900000"/>
          </a:xfrm>
        </p:grpSpPr>
        <p:sp>
          <p:nvSpPr>
            <p:cNvPr id="10" name="Oval 9">
              <a:extLst>
                <a:ext uri="{FF2B5EF4-FFF2-40B4-BE49-F238E27FC236}">
                  <a16:creationId xmlns:a16="http://schemas.microsoft.com/office/drawing/2014/main" id="{CE9CAFC3-6CDC-3C90-16B8-0B3D6D8DDC1E}"/>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981EF50B-424B-4144-E438-2CC66B82AB7F}"/>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ED29FDEA-2BFF-35D7-615A-7E6F2E4F574C}"/>
              </a:ext>
            </a:extLst>
          </p:cNvPr>
          <p:cNvGrpSpPr/>
          <p:nvPr/>
        </p:nvGrpSpPr>
        <p:grpSpPr>
          <a:xfrm>
            <a:off x="3783216" y="5550449"/>
            <a:ext cx="900000" cy="900000"/>
            <a:chOff x="2019396" y="1270001"/>
            <a:chExt cx="900000" cy="900000"/>
          </a:xfrm>
        </p:grpSpPr>
        <p:sp>
          <p:nvSpPr>
            <p:cNvPr id="13" name="Oval 12">
              <a:extLst>
                <a:ext uri="{FF2B5EF4-FFF2-40B4-BE49-F238E27FC236}">
                  <a16:creationId xmlns:a16="http://schemas.microsoft.com/office/drawing/2014/main" id="{0AA806CF-63AB-1A3E-7E99-42E80411C0E2}"/>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a:extLst>
                <a:ext uri="{FF2B5EF4-FFF2-40B4-BE49-F238E27FC236}">
                  <a16:creationId xmlns:a16="http://schemas.microsoft.com/office/drawing/2014/main" id="{20AF4E9B-5519-6341-70A4-BC13E4B0AB69}"/>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BF5B1AE4-21FA-ED9F-5CC3-5CA5D4848E88}"/>
              </a:ext>
            </a:extLst>
          </p:cNvPr>
          <p:cNvGrpSpPr/>
          <p:nvPr/>
        </p:nvGrpSpPr>
        <p:grpSpPr>
          <a:xfrm>
            <a:off x="1877715" y="5550449"/>
            <a:ext cx="900000" cy="900000"/>
            <a:chOff x="2019396" y="1270001"/>
            <a:chExt cx="900000" cy="900000"/>
          </a:xfrm>
        </p:grpSpPr>
        <p:sp>
          <p:nvSpPr>
            <p:cNvPr id="16" name="Oval 15">
              <a:extLst>
                <a:ext uri="{FF2B5EF4-FFF2-40B4-BE49-F238E27FC236}">
                  <a16:creationId xmlns:a16="http://schemas.microsoft.com/office/drawing/2014/main" id="{4E5B0334-DC76-5340-2C21-E5FA4047D477}"/>
                </a:ext>
              </a:extLst>
            </p:cNvPr>
            <p:cNvSpPr/>
            <p:nvPr/>
          </p:nvSpPr>
          <p:spPr>
            <a:xfrm>
              <a:off x="2019396" y="1270001"/>
              <a:ext cx="900000" cy="900000"/>
            </a:xfrm>
            <a:prstGeom prst="ellipse">
              <a:avLst/>
            </a:prstGeom>
            <a:solidFill>
              <a:schemeClr val="bg1"/>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75DC2A65-2670-EE84-926E-ECE598727290}"/>
                </a:ext>
              </a:extLst>
            </p:cNvPr>
            <p:cNvSpPr/>
            <p:nvPr/>
          </p:nvSpPr>
          <p:spPr>
            <a:xfrm>
              <a:off x="2415396" y="1666001"/>
              <a:ext cx="108000" cy="108000"/>
            </a:xfrm>
            <a:prstGeom prst="ellipse">
              <a:avLst/>
            </a:prstGeom>
            <a:solidFill>
              <a:schemeClr val="bg1"/>
            </a:solidFill>
            <a:ln>
              <a:noFill/>
            </a:ln>
            <a:effectLst>
              <a:glow rad="101600">
                <a:schemeClr val="bg1">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3" name="Picture 22">
            <a:extLst>
              <a:ext uri="{FF2B5EF4-FFF2-40B4-BE49-F238E27FC236}">
                <a16:creationId xmlns:a16="http://schemas.microsoft.com/office/drawing/2014/main" id="{64087DDF-33B9-75F2-05F7-E5E385C3D04C}"/>
              </a:ext>
            </a:extLst>
          </p:cNvPr>
          <p:cNvPicPr>
            <a:picLocks noChangeAspect="1"/>
          </p:cNvPicPr>
          <p:nvPr/>
        </p:nvPicPr>
        <p:blipFill>
          <a:blip r:embed="rId4">
            <a:extLst>
              <a:ext uri="{28A0092B-C50C-407E-A947-70E740481C1C}">
                <a14:useLocalDpi xmlns:a14="http://schemas.microsoft.com/office/drawing/2010/main" val="0"/>
              </a:ext>
            </a:extLst>
          </a:blip>
          <a:srcRect t="38813"/>
          <a:stretch>
            <a:fillRect/>
          </a:stretch>
        </p:blipFill>
        <p:spPr>
          <a:xfrm>
            <a:off x="849012" y="3330239"/>
            <a:ext cx="10493976" cy="2639730"/>
          </a:xfrm>
          <a:prstGeom prst="rect">
            <a:avLst/>
          </a:prstGeom>
        </p:spPr>
      </p:pic>
    </p:spTree>
    <p:extLst>
      <p:ext uri="{BB962C8B-B14F-4D97-AF65-F5344CB8AC3E}">
        <p14:creationId xmlns:p14="http://schemas.microsoft.com/office/powerpoint/2010/main" val="18471024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accel="50000" decel="50000" autoRev="1" fill="hold" nodeType="withEffect">
                                  <p:stCondLst>
                                    <p:cond delay="0"/>
                                  </p:stCondLst>
                                  <p:childTnLst>
                                    <p:animMotion origin="layout" path="M 5E-6 1.48148E-6 L 0.00456 -0.7 " pathEditMode="relative" rAng="0" ptsTypes="AA">
                                      <p:cBhvr>
                                        <p:cTn id="6" dur="4000" fill="hold"/>
                                        <p:tgtEl>
                                          <p:spTgt spid="3"/>
                                        </p:tgtEl>
                                        <p:attrNameLst>
                                          <p:attrName>ppt_x</p:attrName>
                                          <p:attrName>ppt_y</p:attrName>
                                        </p:attrNameLst>
                                      </p:cBhvr>
                                      <p:rCtr x="221" y="-35000"/>
                                    </p:animMotion>
                                  </p:childTnLst>
                                </p:cTn>
                              </p:par>
                              <p:par>
                                <p:cTn id="7" presetID="42" presetClass="path" presetSubtype="0" repeatCount="indefinite" accel="50000" decel="50000" autoRev="1" fill="hold" nodeType="withEffect">
                                  <p:stCondLst>
                                    <p:cond delay="0"/>
                                  </p:stCondLst>
                                  <p:childTnLst>
                                    <p:animMotion origin="layout" path="M 5E-6 1.48148E-6 L 0.00443 -0.6125 " pathEditMode="relative" rAng="0" ptsTypes="AA">
                                      <p:cBhvr>
                                        <p:cTn id="8" dur="4000" fill="hold"/>
                                        <p:tgtEl>
                                          <p:spTgt spid="6"/>
                                        </p:tgtEl>
                                        <p:attrNameLst>
                                          <p:attrName>ppt_x</p:attrName>
                                          <p:attrName>ppt_y</p:attrName>
                                        </p:attrNameLst>
                                      </p:cBhvr>
                                      <p:rCtr x="221" y="-30625"/>
                                    </p:animMotion>
                                  </p:childTnLst>
                                </p:cTn>
                              </p:par>
                              <p:par>
                                <p:cTn id="9" presetID="42" presetClass="path" presetSubtype="0" repeatCount="indefinite" accel="50000" decel="50000" autoRev="1" fill="hold" nodeType="withEffect">
                                  <p:stCondLst>
                                    <p:cond delay="0"/>
                                  </p:stCondLst>
                                  <p:childTnLst>
                                    <p:animMotion origin="layout" path="M 4.58333E-6 1.48148E-6 L 0.00416 -0.55185 " pathEditMode="relative" rAng="0" ptsTypes="AA">
                                      <p:cBhvr>
                                        <p:cTn id="10" dur="4000" fill="hold"/>
                                        <p:tgtEl>
                                          <p:spTgt spid="9"/>
                                        </p:tgtEl>
                                        <p:attrNameLst>
                                          <p:attrName>ppt_x</p:attrName>
                                          <p:attrName>ppt_y</p:attrName>
                                        </p:attrNameLst>
                                      </p:cBhvr>
                                      <p:rCtr x="208" y="-27593"/>
                                    </p:animMotion>
                                  </p:childTnLst>
                                </p:cTn>
                              </p:par>
                              <p:par>
                                <p:cTn id="11" presetID="42" presetClass="path" presetSubtype="0" repeatCount="indefinite" accel="50000" decel="50000" autoRev="1" fill="hold" nodeType="withEffect">
                                  <p:stCondLst>
                                    <p:cond delay="0"/>
                                  </p:stCondLst>
                                  <p:childTnLst>
                                    <p:animMotion origin="layout" path="M 4.58333E-6 1.48148E-6 L 0.00455 -0.49097 " pathEditMode="relative" rAng="0" ptsTypes="AA">
                                      <p:cBhvr>
                                        <p:cTn id="12" dur="4000" fill="hold"/>
                                        <p:tgtEl>
                                          <p:spTgt spid="12"/>
                                        </p:tgtEl>
                                        <p:attrNameLst>
                                          <p:attrName>ppt_x</p:attrName>
                                          <p:attrName>ppt_y</p:attrName>
                                        </p:attrNameLst>
                                      </p:cBhvr>
                                      <p:rCtr x="221" y="-24560"/>
                                    </p:animMotion>
                                  </p:childTnLst>
                                </p:cTn>
                              </p:par>
                              <p:par>
                                <p:cTn id="13" presetID="42" presetClass="path" presetSubtype="0" repeatCount="indefinite" accel="50000" decel="50000" autoRev="1" fill="hold" nodeType="withEffect">
                                  <p:stCondLst>
                                    <p:cond delay="0"/>
                                  </p:stCondLst>
                                  <p:childTnLst>
                                    <p:animMotion origin="layout" path="M 4.58333E-6 1.48148E-6 L 0.00442 -0.44213 " pathEditMode="relative" rAng="0" ptsTypes="AA">
                                      <p:cBhvr>
                                        <p:cTn id="14" dur="4000" fill="hold"/>
                                        <p:tgtEl>
                                          <p:spTgt spid="15"/>
                                        </p:tgtEl>
                                        <p:attrNameLst>
                                          <p:attrName>ppt_x</p:attrName>
                                          <p:attrName>ppt_y</p:attrName>
                                        </p:attrNameLst>
                                      </p:cBhvr>
                                      <p:rCtr x="221" y="-22106"/>
                                    </p:animMotion>
                                  </p:childTnLst>
                                </p:cTn>
                              </p:par>
                              <p:par>
                                <p:cTn id="15" presetID="42" presetClass="path" presetSubtype="0" repeatCount="indefinite" accel="50000" decel="50000" autoRev="1" fill="hold" nodeType="withEffect">
                                  <p:stCondLst>
                                    <p:cond delay="0"/>
                                  </p:stCondLst>
                                  <p:childTnLst>
                                    <p:animMotion origin="layout" path="M -3.125E-6 1.48148E-6 L -3.125E-6 -0.06551 " pathEditMode="relative" rAng="0" ptsTypes="AA">
                                      <p:cBhvr>
                                        <p:cTn id="16" dur="4000" fill="hold"/>
                                        <p:tgtEl>
                                          <p:spTgt spid="18"/>
                                        </p:tgtEl>
                                        <p:attrNameLst>
                                          <p:attrName>ppt_x</p:attrName>
                                          <p:attrName>ppt_y</p:attrName>
                                        </p:attrNameLst>
                                      </p:cBhvr>
                                      <p:rCtr x="0" y="-32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ne Skill Inter">
      <a:majorFont>
        <a:latin typeface="Inter Tight"/>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1892</TotalTime>
  <Words>5115</Words>
  <Application>Microsoft Office PowerPoint</Application>
  <PresentationFormat>Widescreen</PresentationFormat>
  <Paragraphs>675</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Algerian</vt:lpstr>
      <vt:lpstr>Arial</vt:lpstr>
      <vt:lpstr>Inter</vt:lpstr>
      <vt:lpstr>Inter Tight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One Skill</dc:creator>
  <cp:lastModifiedBy>Parvinder Pundir</cp:lastModifiedBy>
  <cp:revision>82</cp:revision>
  <dcterms:created xsi:type="dcterms:W3CDTF">2025-08-21T09:04:00Z</dcterms:created>
  <dcterms:modified xsi:type="dcterms:W3CDTF">2026-10-20T06:18:26Z</dcterms:modified>
</cp:coreProperties>
</file>